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75" r:id="rId2"/>
  </p:sldMasterIdLst>
  <p:notesMasterIdLst>
    <p:notesMasterId r:id="rId21"/>
  </p:notesMasterIdLst>
  <p:sldIdLst>
    <p:sldId id="258" r:id="rId3"/>
    <p:sldId id="260" r:id="rId4"/>
    <p:sldId id="270" r:id="rId5"/>
    <p:sldId id="271"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5" d="100"/>
          <a:sy n="55" d="100"/>
        </p:scale>
        <p:origin x="108"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71973-DE29-492B-90F5-1EE8E4A03E10}" type="datetimeFigureOut">
              <a:rPr lang="en-US" smtClean="0"/>
              <a:t>8/28/2022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3190-5109-4F03-BC53-B0A1F750691C}" type="slidenum">
              <a:rPr lang="en-US" smtClean="0"/>
              <a:t>‹#›</a:t>
            </a:fld>
            <a:endParaRPr lang="en-US"/>
          </a:p>
        </p:txBody>
      </p:sp>
    </p:spTree>
    <p:extLst>
      <p:ext uri="{BB962C8B-B14F-4D97-AF65-F5344CB8AC3E}">
        <p14:creationId xmlns:p14="http://schemas.microsoft.com/office/powerpoint/2010/main" val="3284622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7" name="Rectangle 2"/>
          <p:cNvSpPr>
            <a:spLocks noChangeArrowheads="1"/>
          </p:cNvSpPr>
          <p:nvPr/>
        </p:nvSpPr>
        <p:spPr bwMode="ltGray">
          <a:xfrm>
            <a:off x="812801" y="228601"/>
            <a:ext cx="10985500" cy="6391275"/>
          </a:xfrm>
          <a:prstGeom prst="rect">
            <a:avLst/>
          </a:prstGeom>
          <a:solidFill>
            <a:srgbClr val="EDE7E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pic>
        <p:nvPicPr>
          <p:cNvPr id="8" name="Picture 3" descr="minispir"/>
          <p:cNvPicPr>
            <a:picLocks noChangeAspect="1" noChangeArrowheads="1"/>
          </p:cNvPicPr>
          <p:nvPr/>
        </p:nvPicPr>
        <p:blipFill>
          <a:blip r:embed="rId2">
            <a:extLst>
              <a:ext uri="{28A0092B-C50C-407E-A947-70E740481C1C}">
                <a14:useLocalDpi xmlns:a14="http://schemas.microsoft.com/office/drawing/2010/main" val="0"/>
              </a:ext>
            </a:extLst>
          </a:blip>
          <a:srcRect b="5333"/>
          <a:stretch>
            <a:fillRect/>
          </a:stretch>
        </p:blipFill>
        <p:spPr bwMode="ltGray">
          <a:xfrm>
            <a:off x="0" y="50800"/>
            <a:ext cx="15748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minispir"/>
          <p:cNvPicPr>
            <a:picLocks noChangeAspect="1" noChangeArrowheads="1"/>
          </p:cNvPicPr>
          <p:nvPr/>
        </p:nvPicPr>
        <p:blipFill>
          <a:blip r:embed="rId2">
            <a:extLst>
              <a:ext uri="{28A0092B-C50C-407E-A947-70E740481C1C}">
                <a14:useLocalDpi xmlns:a14="http://schemas.microsoft.com/office/drawing/2010/main" val="0"/>
              </a:ext>
            </a:extLst>
          </a:blip>
          <a:srcRect t="39999"/>
          <a:stretch>
            <a:fillRect/>
          </a:stretch>
        </p:blipFill>
        <p:spPr bwMode="ltGray">
          <a:xfrm>
            <a:off x="0" y="4222750"/>
            <a:ext cx="15748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sz="quarter"/>
          </p:nvPr>
        </p:nvSpPr>
        <p:spPr>
          <a:xfrm>
            <a:off x="609600" y="533400"/>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828801"/>
            <a:ext cx="53848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828801"/>
            <a:ext cx="53848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4056063"/>
            <a:ext cx="53848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056063"/>
            <a:ext cx="53848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6"/>
          <p:cNvSpPr>
            <a:spLocks noGrp="1"/>
          </p:cNvSpPr>
          <p:nvPr>
            <p:ph type="dt" sz="half" idx="10"/>
          </p:nvPr>
        </p:nvSpPr>
        <p:spPr/>
        <p:txBody>
          <a:bodyPr/>
          <a:lstStyle>
            <a:lvl1pPr eaLnBrk="1" hangingPunct="1">
              <a:defRPr sz="1800">
                <a:cs typeface="Arial" charset="0"/>
              </a:defRPr>
            </a:lvl1pPr>
          </a:lstStyle>
          <a:p>
            <a:pPr fontAlgn="base">
              <a:spcBef>
                <a:spcPct val="0"/>
              </a:spcBef>
              <a:spcAft>
                <a:spcPct val="0"/>
              </a:spcAft>
              <a:defRPr/>
            </a:pPr>
            <a:endParaRPr lang="en-US"/>
          </a:p>
        </p:txBody>
      </p:sp>
      <p:sp>
        <p:nvSpPr>
          <p:cNvPr id="11" name="Footer Placeholder 7"/>
          <p:cNvSpPr>
            <a:spLocks noGrp="1"/>
          </p:cNvSpPr>
          <p:nvPr>
            <p:ph type="ftr" sz="quarter" idx="11"/>
          </p:nvPr>
        </p:nvSpPr>
        <p:spPr/>
        <p:txBody>
          <a:bodyPr/>
          <a:lstStyle>
            <a:lvl1pPr eaLnBrk="1" hangingPunct="1">
              <a:defRPr sz="1800">
                <a:cs typeface="Arial" charset="0"/>
              </a:defRPr>
            </a:lvl1pPr>
          </a:lstStyle>
          <a:p>
            <a:pPr fontAlgn="base">
              <a:spcBef>
                <a:spcPct val="0"/>
              </a:spcBef>
              <a:spcAft>
                <a:spcPct val="0"/>
              </a:spcAft>
              <a:defRPr/>
            </a:pPr>
            <a:endParaRPr lang="en-US"/>
          </a:p>
        </p:txBody>
      </p:sp>
      <p:sp>
        <p:nvSpPr>
          <p:cNvPr id="12" name="Slide Number Placeholder 8"/>
          <p:cNvSpPr>
            <a:spLocks noGrp="1"/>
          </p:cNvSpPr>
          <p:nvPr>
            <p:ph type="sldNum" sz="quarter" idx="12"/>
          </p:nvPr>
        </p:nvSpPr>
        <p:spPr/>
        <p:txBody>
          <a:bodyPr/>
          <a:lstStyle>
            <a:lvl1pPr eaLnBrk="1" hangingPunct="1">
              <a:defRPr sz="1800"/>
            </a:lvl1pPr>
          </a:lstStyle>
          <a:p>
            <a:pPr fontAlgn="base">
              <a:spcBef>
                <a:spcPct val="0"/>
              </a:spcBef>
              <a:spcAft>
                <a:spcPct val="0"/>
              </a:spcAft>
            </a:pPr>
            <a:fld id="{464A58E4-8443-42D7-8FDB-484A88C0B6BE}" type="slidenum">
              <a:rPr lang="en-US" altLang="en-US" smtClean="0">
                <a:cs typeface="Arial" panose="020B0604020202020204" pitchFamily="34" charset="0"/>
              </a:rPr>
              <a:pPr fontAlgn="base">
                <a:spcBef>
                  <a:spcPct val="0"/>
                </a:spcBef>
                <a:spcAft>
                  <a:spcPct val="0"/>
                </a:spcAft>
              </a:pPr>
              <a:t>‹#›</a:t>
            </a:fld>
            <a:endParaRPr lang="en-US" altLang="en-US">
              <a:cs typeface="Arial" panose="020B0604020202020204" pitchFamily="34" charset="0"/>
            </a:endParaRPr>
          </a:p>
        </p:txBody>
      </p:sp>
    </p:spTree>
    <p:extLst>
      <p:ext uri="{BB962C8B-B14F-4D97-AF65-F5344CB8AC3E}">
        <p14:creationId xmlns:p14="http://schemas.microsoft.com/office/powerpoint/2010/main" val="3372538012"/>
      </p:ext>
    </p:extLst>
  </p:cSld>
  <p:clrMapOvr>
    <a:masterClrMapping/>
  </p:clrMapOvr>
  <p:transition spd="med">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5" name="Rectangle 4"/>
          <p:cNvSpPr/>
          <p:nvPr/>
        </p:nvSpPr>
        <p:spPr bwMode="auto">
          <a:xfrm>
            <a:off x="368301" y="0"/>
            <a:ext cx="139700"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6" name="Rectangle 5"/>
          <p:cNvSpPr/>
          <p:nvPr/>
        </p:nvSpPr>
        <p:spPr bwMode="auto">
          <a:xfrm>
            <a:off x="1320801" y="0"/>
            <a:ext cx="243417"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7" name="Rectangle 6"/>
          <p:cNvSpPr/>
          <p:nvPr/>
        </p:nvSpPr>
        <p:spPr bwMode="auto">
          <a:xfrm>
            <a:off x="1521885" y="0"/>
            <a:ext cx="306916"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10" name="Straight Connector 9"/>
          <p:cNvSpPr>
            <a:spLocks noChangeShapeType="1"/>
          </p:cNvSpPr>
          <p:nvPr/>
        </p:nvSpPr>
        <p:spPr bwMode="auto">
          <a:xfrm>
            <a:off x="141817"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1" name="Straight Connector 10"/>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2" name="Straight Connector 11"/>
          <p:cNvSpPr>
            <a:spLocks noChangeShapeType="1"/>
          </p:cNvSpPr>
          <p:nvPr/>
        </p:nvSpPr>
        <p:spPr bwMode="auto">
          <a:xfrm>
            <a:off x="1138767"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3" name="Straight Connector 12"/>
          <p:cNvSpPr>
            <a:spLocks noChangeShapeType="1"/>
          </p:cNvSpPr>
          <p:nvPr/>
        </p:nvSpPr>
        <p:spPr bwMode="auto">
          <a:xfrm>
            <a:off x="2302933"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4" name="Straight Connector 13"/>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5" name="Straight Connector 14"/>
          <p:cNvSpPr>
            <a:spLocks noChangeShapeType="1"/>
          </p:cNvSpPr>
          <p:nvPr/>
        </p:nvSpPr>
        <p:spPr bwMode="auto">
          <a:xfrm>
            <a:off x="1215178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6" name="Rectangle 15"/>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7" name="Oval 16"/>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8" name="Oval 17"/>
          <p:cNvSpPr/>
          <p:nvPr/>
        </p:nvSpPr>
        <p:spPr bwMode="auto">
          <a:xfrm>
            <a:off x="1746251" y="4867275"/>
            <a:ext cx="855133"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9" name="Oval 18"/>
          <p:cNvSpPr/>
          <p:nvPr/>
        </p:nvSpPr>
        <p:spPr bwMode="auto">
          <a:xfrm>
            <a:off x="1454151" y="5500689"/>
            <a:ext cx="184149"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20" name="Oval 19"/>
          <p:cNvSpPr/>
          <p:nvPr/>
        </p:nvSpPr>
        <p:spPr bwMode="auto">
          <a:xfrm>
            <a:off x="2218267" y="5788025"/>
            <a:ext cx="36618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21" name="Oval 20"/>
          <p:cNvSpPr/>
          <p:nvPr/>
        </p:nvSpPr>
        <p:spPr>
          <a:xfrm>
            <a:off x="2540001" y="4495801"/>
            <a:ext cx="486833"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8" name="Title 7"/>
          <p:cNvSpPr>
            <a:spLocks noGrp="1"/>
          </p:cNvSpPr>
          <p:nvPr>
            <p:ph type="ctrTitle"/>
          </p:nvPr>
        </p:nvSpPr>
        <p:spPr>
          <a:xfrm>
            <a:off x="3048000" y="3124200"/>
            <a:ext cx="82296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3048000" y="5003322"/>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p:cNvSpPr>
            <a:spLocks noGrp="1"/>
          </p:cNvSpPr>
          <p:nvPr>
            <p:ph type="dt" sz="half" idx="10"/>
          </p:nvPr>
        </p:nvSpPr>
        <p:spPr bwMode="auto">
          <a:xfrm rot="5400000">
            <a:off x="10733617" y="1111250"/>
            <a:ext cx="2286000" cy="508000"/>
          </a:xfrm>
        </p:spPr>
        <p:txBody>
          <a:bodyPr/>
          <a:lstStyle>
            <a:lvl1pPr>
              <a:defRPr/>
            </a:lvl1pPr>
          </a:lstStyle>
          <a:p>
            <a:pPr fontAlgn="base">
              <a:spcBef>
                <a:spcPct val="0"/>
              </a:spcBef>
              <a:spcAft>
                <a:spcPct val="0"/>
              </a:spcAft>
              <a:defRPr/>
            </a:pPr>
            <a:endParaRPr lang="en-US">
              <a:solidFill>
                <a:srgbClr val="575F6D"/>
              </a:solidFill>
            </a:endParaRPr>
          </a:p>
        </p:txBody>
      </p:sp>
      <p:sp>
        <p:nvSpPr>
          <p:cNvPr id="23" name="Footer Placeholder 16"/>
          <p:cNvSpPr>
            <a:spLocks noGrp="1"/>
          </p:cNvSpPr>
          <p:nvPr>
            <p:ph type="ftr" sz="quarter" idx="11"/>
          </p:nvPr>
        </p:nvSpPr>
        <p:spPr bwMode="auto">
          <a:xfrm rot="5400000">
            <a:off x="10045701" y="4117447"/>
            <a:ext cx="3657600" cy="512233"/>
          </a:xfrm>
        </p:spPr>
        <p:txBody>
          <a:bodyPr/>
          <a:lstStyle>
            <a:lvl1pPr>
              <a:defRPr/>
            </a:lvl1pPr>
          </a:lstStyle>
          <a:p>
            <a:pPr fontAlgn="base">
              <a:spcBef>
                <a:spcPct val="0"/>
              </a:spcBef>
              <a:spcAft>
                <a:spcPct val="0"/>
              </a:spcAft>
              <a:defRPr/>
            </a:pPr>
            <a:endParaRPr lang="en-US">
              <a:solidFill>
                <a:srgbClr val="575F6D"/>
              </a:solidFill>
            </a:endParaRPr>
          </a:p>
        </p:txBody>
      </p:sp>
      <p:sp>
        <p:nvSpPr>
          <p:cNvPr id="24" name="Slide Number Placeholder 28"/>
          <p:cNvSpPr>
            <a:spLocks noGrp="1"/>
          </p:cNvSpPr>
          <p:nvPr>
            <p:ph type="sldNum" sz="quarter" idx="12"/>
          </p:nvPr>
        </p:nvSpPr>
        <p:spPr bwMode="auto">
          <a:xfrm>
            <a:off x="1767417" y="4929189"/>
            <a:ext cx="812800" cy="517525"/>
          </a:xfrm>
        </p:spPr>
        <p:txBody>
          <a:bodyPr/>
          <a:lstStyle>
            <a:lvl1pPr>
              <a:defRPr/>
            </a:lvl1pPr>
          </a:lstStyle>
          <a:p>
            <a:pPr fontAlgn="base">
              <a:spcBef>
                <a:spcPct val="0"/>
              </a:spcBef>
              <a:spcAft>
                <a:spcPct val="0"/>
              </a:spcAft>
            </a:pPr>
            <a:fld id="{1989E036-EF8D-46A9-ACE4-0C6B6782AAFE}"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481314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rtlCol="0"/>
          <a:lstStyle>
            <a:lvl1pPr>
              <a:defRPr/>
            </a:lvl1pPr>
          </a:lstStyle>
          <a:p>
            <a:pPr fontAlgn="base">
              <a:spcBef>
                <a:spcPct val="0"/>
              </a:spcBef>
              <a:spcAft>
                <a:spcPct val="0"/>
              </a:spcAft>
              <a:defRPr/>
            </a:pPr>
            <a:endParaRPr lang="en-US">
              <a:solidFill>
                <a:srgbClr val="575F6D"/>
              </a:solidFill>
            </a:endParaRPr>
          </a:p>
        </p:txBody>
      </p:sp>
      <p:sp>
        <p:nvSpPr>
          <p:cNvPr id="5" name="Slide Number Placeholder 8"/>
          <p:cNvSpPr>
            <a:spLocks noGrp="1"/>
          </p:cNvSpPr>
          <p:nvPr>
            <p:ph type="sldNum" sz="quarter" idx="11"/>
          </p:nvPr>
        </p:nvSpPr>
        <p:spPr/>
        <p:txBody>
          <a:bodyPr/>
          <a:lstStyle>
            <a:lvl1pPr>
              <a:defRPr/>
            </a:lvl1pPr>
          </a:lstStyle>
          <a:p>
            <a:pPr fontAlgn="base">
              <a:spcBef>
                <a:spcPct val="0"/>
              </a:spcBef>
              <a:spcAft>
                <a:spcPct val="0"/>
              </a:spcAft>
            </a:pPr>
            <a:fld id="{593FD7A5-E5CE-4E73-BEAE-EA1EF05AC514}"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
        <p:nvSpPr>
          <p:cNvPr id="6" name="Footer Placeholder 9"/>
          <p:cNvSpPr>
            <a:spLocks noGrp="1"/>
          </p:cNvSpPr>
          <p:nvPr>
            <p:ph type="ftr" sz="quarter" idx="12"/>
          </p:nvPr>
        </p:nvSpPr>
        <p:spPr/>
        <p:txBody>
          <a:bodyPr rtlCol="0"/>
          <a:lstStyle>
            <a:lvl1pPr>
              <a:defRPr/>
            </a:lvl1pPr>
          </a:lstStyle>
          <a:p>
            <a:pPr fontAlgn="base">
              <a:spcBef>
                <a:spcPct val="0"/>
              </a:spcBef>
              <a:spcAft>
                <a:spcPct val="0"/>
              </a:spcAft>
              <a:defRPr/>
            </a:pPr>
            <a:endParaRPr lang="en-US">
              <a:solidFill>
                <a:srgbClr val="575F6D"/>
              </a:solidFill>
            </a:endParaRPr>
          </a:p>
        </p:txBody>
      </p:sp>
    </p:spTree>
    <p:extLst>
      <p:ext uri="{BB962C8B-B14F-4D97-AF65-F5344CB8AC3E}">
        <p14:creationId xmlns:p14="http://schemas.microsoft.com/office/powerpoint/2010/main" val="4189719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5" name="Rectangle 4"/>
          <p:cNvSpPr/>
          <p:nvPr/>
        </p:nvSpPr>
        <p:spPr bwMode="auto">
          <a:xfrm>
            <a:off x="368301" y="0"/>
            <a:ext cx="139700"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6" name="Rectangle 5"/>
          <p:cNvSpPr/>
          <p:nvPr/>
        </p:nvSpPr>
        <p:spPr bwMode="auto">
          <a:xfrm>
            <a:off x="1320801" y="0"/>
            <a:ext cx="243417"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7" name="Rectangle 6"/>
          <p:cNvSpPr/>
          <p:nvPr/>
        </p:nvSpPr>
        <p:spPr bwMode="auto">
          <a:xfrm>
            <a:off x="1521885" y="0"/>
            <a:ext cx="306916"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8" name="Straight Connector 7"/>
          <p:cNvSpPr>
            <a:spLocks noChangeShapeType="1"/>
          </p:cNvSpPr>
          <p:nvPr/>
        </p:nvSpPr>
        <p:spPr bwMode="auto">
          <a:xfrm>
            <a:off x="141817"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9" name="Straight Connector 8"/>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10" name="Straight Connector 9"/>
          <p:cNvSpPr>
            <a:spLocks noChangeShapeType="1"/>
          </p:cNvSpPr>
          <p:nvPr/>
        </p:nvSpPr>
        <p:spPr bwMode="auto">
          <a:xfrm>
            <a:off x="1138767"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11" name="Straight Connector 10"/>
          <p:cNvSpPr>
            <a:spLocks noChangeShapeType="1"/>
          </p:cNvSpPr>
          <p:nvPr/>
        </p:nvSpPr>
        <p:spPr bwMode="auto">
          <a:xfrm>
            <a:off x="2302933"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12" name="Straight Connector 11"/>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13" name="Rectangle 12"/>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4" name="Oval 13"/>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5" name="Oval 14"/>
          <p:cNvSpPr/>
          <p:nvPr/>
        </p:nvSpPr>
        <p:spPr bwMode="auto">
          <a:xfrm>
            <a:off x="1765300" y="4867275"/>
            <a:ext cx="857251"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6" name="Oval 15"/>
          <p:cNvSpPr/>
          <p:nvPr/>
        </p:nvSpPr>
        <p:spPr bwMode="auto">
          <a:xfrm>
            <a:off x="1454151" y="5500689"/>
            <a:ext cx="184149"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7" name="Oval 16"/>
          <p:cNvSpPr/>
          <p:nvPr/>
        </p:nvSpPr>
        <p:spPr bwMode="auto">
          <a:xfrm>
            <a:off x="2218267" y="5791200"/>
            <a:ext cx="36618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8" name="Oval 17"/>
          <p:cNvSpPr/>
          <p:nvPr/>
        </p:nvSpPr>
        <p:spPr bwMode="auto">
          <a:xfrm>
            <a:off x="2506134" y="4479926"/>
            <a:ext cx="486833"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19" name="Straight Connector 18"/>
          <p:cNvSpPr>
            <a:spLocks noChangeShapeType="1"/>
          </p:cNvSpPr>
          <p:nvPr/>
        </p:nvSpPr>
        <p:spPr bwMode="auto">
          <a:xfrm>
            <a:off x="12130617"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charset="0"/>
              <a:ea typeface="+mn-ea"/>
              <a:cs typeface="Arial" charset="0"/>
            </a:endParaRPr>
          </a:p>
        </p:txBody>
      </p:sp>
      <p:sp>
        <p:nvSpPr>
          <p:cNvPr id="2" name="Title 1"/>
          <p:cNvSpPr>
            <a:spLocks noGrp="1"/>
          </p:cNvSpPr>
          <p:nvPr>
            <p:ph type="title"/>
          </p:nvPr>
        </p:nvSpPr>
        <p:spPr>
          <a:xfrm>
            <a:off x="3048000" y="2895600"/>
            <a:ext cx="82296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3048000" y="5010150"/>
            <a:ext cx="82296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p:cNvSpPr>
            <a:spLocks noGrp="1"/>
          </p:cNvSpPr>
          <p:nvPr>
            <p:ph type="dt" sz="half" idx="10"/>
          </p:nvPr>
        </p:nvSpPr>
        <p:spPr bwMode="auto">
          <a:xfrm rot="5400000">
            <a:off x="10731500" y="1106488"/>
            <a:ext cx="2286000" cy="508000"/>
          </a:xfrm>
        </p:spPr>
        <p:txBody>
          <a:bodyPr/>
          <a:lstStyle>
            <a:lvl1pPr>
              <a:defRPr/>
            </a:lvl1pPr>
          </a:lstStyle>
          <a:p>
            <a:pPr fontAlgn="base">
              <a:spcBef>
                <a:spcPct val="0"/>
              </a:spcBef>
              <a:spcAft>
                <a:spcPct val="0"/>
              </a:spcAft>
              <a:defRPr/>
            </a:pPr>
            <a:endParaRPr lang="en-US">
              <a:solidFill>
                <a:srgbClr val="FFF39D"/>
              </a:solidFill>
            </a:endParaRPr>
          </a:p>
        </p:txBody>
      </p:sp>
      <p:sp>
        <p:nvSpPr>
          <p:cNvPr id="21" name="Footer Placeholder 4"/>
          <p:cNvSpPr>
            <a:spLocks noGrp="1"/>
          </p:cNvSpPr>
          <p:nvPr>
            <p:ph type="ftr" sz="quarter" idx="11"/>
          </p:nvPr>
        </p:nvSpPr>
        <p:spPr bwMode="auto">
          <a:xfrm rot="5400000">
            <a:off x="10045701" y="4114272"/>
            <a:ext cx="3657600" cy="512233"/>
          </a:xfrm>
        </p:spPr>
        <p:txBody>
          <a:bodyPr/>
          <a:lstStyle>
            <a:lvl1pPr>
              <a:defRPr/>
            </a:lvl1pPr>
          </a:lstStyle>
          <a:p>
            <a:pPr fontAlgn="base">
              <a:spcBef>
                <a:spcPct val="0"/>
              </a:spcBef>
              <a:spcAft>
                <a:spcPct val="0"/>
              </a:spcAft>
              <a:defRPr/>
            </a:pPr>
            <a:endParaRPr lang="en-US">
              <a:solidFill>
                <a:srgbClr val="FFF39D"/>
              </a:solidFill>
            </a:endParaRPr>
          </a:p>
        </p:txBody>
      </p:sp>
      <p:sp>
        <p:nvSpPr>
          <p:cNvPr id="22" name="Slide Number Placeholder 5"/>
          <p:cNvSpPr>
            <a:spLocks noGrp="1"/>
          </p:cNvSpPr>
          <p:nvPr>
            <p:ph type="sldNum" sz="quarter" idx="12"/>
          </p:nvPr>
        </p:nvSpPr>
        <p:spPr bwMode="auto">
          <a:xfrm>
            <a:off x="1786467" y="4929189"/>
            <a:ext cx="812800" cy="517525"/>
          </a:xfrm>
        </p:spPr>
        <p:txBody>
          <a:bodyPr/>
          <a:lstStyle>
            <a:lvl1pPr>
              <a:defRPr/>
            </a:lvl1pPr>
          </a:lstStyle>
          <a:p>
            <a:pPr fontAlgn="base">
              <a:spcBef>
                <a:spcPct val="0"/>
              </a:spcBef>
              <a:spcAft>
                <a:spcPct val="0"/>
              </a:spcAft>
            </a:pPr>
            <a:fld id="{1DF01F61-5204-4C0C-8EE2-8A4F89475DF6}"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876747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600200"/>
            <a:ext cx="48768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5693664" y="1600200"/>
            <a:ext cx="48768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6" name="Footer Placeholder 2"/>
          <p:cNvSpPr>
            <a:spLocks noGrp="1"/>
          </p:cNvSpPr>
          <p:nvPr>
            <p:ph type="ftr" sz="quarter" idx="11"/>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7" name="Slide Number Placeholder 22"/>
          <p:cNvSpPr>
            <a:spLocks noGrp="1"/>
          </p:cNvSpPr>
          <p:nvPr>
            <p:ph type="sldNum" sz="quarter" idx="12"/>
          </p:nvPr>
        </p:nvSpPr>
        <p:spPr/>
        <p:txBody>
          <a:bodyPr/>
          <a:lstStyle>
            <a:lvl1pPr>
              <a:defRPr/>
            </a:lvl1pPr>
          </a:lstStyle>
          <a:p>
            <a:pPr fontAlgn="base">
              <a:spcBef>
                <a:spcPct val="0"/>
              </a:spcBef>
              <a:spcAft>
                <a:spcPct val="0"/>
              </a:spcAft>
            </a:pPr>
            <a:fld id="{D1B5DDB4-71BD-42AD-B966-36596619B5C3}"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6014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362200"/>
            <a:ext cx="4876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5829300" y="2362200"/>
            <a:ext cx="4876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8" name="Footer Placeholder 2"/>
          <p:cNvSpPr>
            <a:spLocks noGrp="1"/>
          </p:cNvSpPr>
          <p:nvPr>
            <p:ph type="ftr" sz="quarter" idx="11"/>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9" name="Slide Number Placeholder 22"/>
          <p:cNvSpPr>
            <a:spLocks noGrp="1"/>
          </p:cNvSpPr>
          <p:nvPr>
            <p:ph type="sldNum" sz="quarter" idx="12"/>
          </p:nvPr>
        </p:nvSpPr>
        <p:spPr/>
        <p:txBody>
          <a:bodyPr/>
          <a:lstStyle>
            <a:lvl1pPr>
              <a:defRPr/>
            </a:lvl1pPr>
          </a:lstStyle>
          <a:p>
            <a:pPr fontAlgn="base">
              <a:spcBef>
                <a:spcPct val="0"/>
              </a:spcBef>
              <a:spcAft>
                <a:spcPct val="0"/>
              </a:spcAft>
            </a:pPr>
            <a:fld id="{4D08F505-FC9D-4396-9365-8268E4B851DD}"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431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p:cNvSpPr>
            <a:spLocks noGrp="1"/>
          </p:cNvSpPr>
          <p:nvPr>
            <p:ph type="dt" sz="half" idx="10"/>
          </p:nvPr>
        </p:nvSpPr>
        <p:spPr/>
        <p:txBody>
          <a:bodyPr rtlCol="0"/>
          <a:lstStyle>
            <a:lvl1pPr>
              <a:defRPr/>
            </a:lvl1pPr>
          </a:lstStyle>
          <a:p>
            <a:pPr fontAlgn="base">
              <a:spcBef>
                <a:spcPct val="0"/>
              </a:spcBef>
              <a:spcAft>
                <a:spcPct val="0"/>
              </a:spcAft>
              <a:defRPr/>
            </a:pPr>
            <a:endParaRPr lang="en-US">
              <a:solidFill>
                <a:srgbClr val="575F6D"/>
              </a:solidFill>
            </a:endParaRPr>
          </a:p>
        </p:txBody>
      </p:sp>
      <p:sp>
        <p:nvSpPr>
          <p:cNvPr id="4" name="Slide Number Placeholder 6"/>
          <p:cNvSpPr>
            <a:spLocks noGrp="1"/>
          </p:cNvSpPr>
          <p:nvPr>
            <p:ph type="sldNum" sz="quarter" idx="11"/>
          </p:nvPr>
        </p:nvSpPr>
        <p:spPr/>
        <p:txBody>
          <a:bodyPr/>
          <a:lstStyle>
            <a:lvl1pPr>
              <a:defRPr/>
            </a:lvl1pPr>
          </a:lstStyle>
          <a:p>
            <a:pPr fontAlgn="base">
              <a:spcBef>
                <a:spcPct val="0"/>
              </a:spcBef>
              <a:spcAft>
                <a:spcPct val="0"/>
              </a:spcAft>
            </a:pPr>
            <a:fld id="{8746D2AE-4F2F-4D00-B22B-00FFD91F55A6}"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
        <p:nvSpPr>
          <p:cNvPr id="5" name="Footer Placeholder 7"/>
          <p:cNvSpPr>
            <a:spLocks noGrp="1"/>
          </p:cNvSpPr>
          <p:nvPr>
            <p:ph type="ftr" sz="quarter" idx="12"/>
          </p:nvPr>
        </p:nvSpPr>
        <p:spPr/>
        <p:txBody>
          <a:bodyPr rtlCol="0"/>
          <a:lstStyle>
            <a:lvl1pPr>
              <a:defRPr/>
            </a:lvl1pPr>
          </a:lstStyle>
          <a:p>
            <a:pPr fontAlgn="base">
              <a:spcBef>
                <a:spcPct val="0"/>
              </a:spcBef>
              <a:spcAft>
                <a:spcPct val="0"/>
              </a:spcAft>
              <a:defRPr/>
            </a:pPr>
            <a:endParaRPr lang="en-US">
              <a:solidFill>
                <a:srgbClr val="575F6D"/>
              </a:solidFill>
            </a:endParaRPr>
          </a:p>
        </p:txBody>
      </p:sp>
    </p:spTree>
    <p:extLst>
      <p:ext uri="{BB962C8B-B14F-4D97-AF65-F5344CB8AC3E}">
        <p14:creationId xmlns:p14="http://schemas.microsoft.com/office/powerpoint/2010/main" val="1124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3" name="Footer Placeholder 2"/>
          <p:cNvSpPr>
            <a:spLocks noGrp="1"/>
          </p:cNvSpPr>
          <p:nvPr>
            <p:ph type="ftr" sz="quarter" idx="11"/>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4" name="Slide Number Placeholder 22"/>
          <p:cNvSpPr>
            <a:spLocks noGrp="1"/>
          </p:cNvSpPr>
          <p:nvPr>
            <p:ph type="sldNum" sz="quarter" idx="12"/>
          </p:nvPr>
        </p:nvSpPr>
        <p:spPr/>
        <p:txBody>
          <a:bodyPr/>
          <a:lstStyle>
            <a:lvl1pPr>
              <a:defRPr/>
            </a:lvl1pPr>
          </a:lstStyle>
          <a:p>
            <a:pPr fontAlgn="base">
              <a:spcBef>
                <a:spcPct val="0"/>
              </a:spcBef>
              <a:spcAft>
                <a:spcPct val="0"/>
              </a:spcAft>
            </a:pPr>
            <a:fld id="{47825F5E-E271-41F9-9C16-972E1EA2F062}"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3968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6" name="Straight Connector 5"/>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7" name="Straight Connector 16"/>
          <p:cNvSpPr>
            <a:spLocks noChangeShapeType="1"/>
          </p:cNvSpPr>
          <p:nvPr/>
        </p:nvSpPr>
        <p:spPr bwMode="auto">
          <a:xfrm>
            <a:off x="8257117"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traight Connector 17"/>
          <p:cNvSpPr>
            <a:spLocks noChangeShapeType="1"/>
          </p:cNvSpPr>
          <p:nvPr/>
        </p:nvSpPr>
        <p:spPr bwMode="auto">
          <a:xfrm>
            <a:off x="119888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Rectangle 8"/>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10" name="Straight Connector 19"/>
          <p:cNvSpPr>
            <a:spLocks noChangeShapeType="1"/>
          </p:cNvSpPr>
          <p:nvPr/>
        </p:nvSpPr>
        <p:spPr bwMode="auto">
          <a:xfrm>
            <a:off x="118872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Oval 10"/>
          <p:cNvSpPr/>
          <p:nvPr/>
        </p:nvSpPr>
        <p:spPr>
          <a:xfrm>
            <a:off x="10875434" y="5715001"/>
            <a:ext cx="732367"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2" name="Title 1"/>
          <p:cNvSpPr>
            <a:spLocks noGrp="1"/>
          </p:cNvSpPr>
          <p:nvPr>
            <p:ph type="title"/>
          </p:nvPr>
        </p:nvSpPr>
        <p:spPr>
          <a:xfrm rot="5400000">
            <a:off x="5547360" y="3124200"/>
            <a:ext cx="6309360" cy="6096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406400" y="274320"/>
            <a:ext cx="75184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p:cNvSpPr>
            <a:spLocks noGrp="1"/>
          </p:cNvSpPr>
          <p:nvPr>
            <p:ph type="dt" sz="half" idx="10"/>
          </p:nvPr>
        </p:nvSpPr>
        <p:spPr/>
        <p:txBody>
          <a:bodyPr rtlCol="0"/>
          <a:lstStyle>
            <a:lvl1pPr>
              <a:defRPr/>
            </a:lvl1pPr>
          </a:lstStyle>
          <a:p>
            <a:pPr fontAlgn="base">
              <a:spcBef>
                <a:spcPct val="0"/>
              </a:spcBef>
              <a:spcAft>
                <a:spcPct val="0"/>
              </a:spcAft>
              <a:defRPr/>
            </a:pPr>
            <a:endParaRPr lang="en-US">
              <a:solidFill>
                <a:srgbClr val="575F6D"/>
              </a:solidFill>
            </a:endParaRPr>
          </a:p>
        </p:txBody>
      </p:sp>
      <p:sp>
        <p:nvSpPr>
          <p:cNvPr id="13" name="Slide Number Placeholder 21"/>
          <p:cNvSpPr>
            <a:spLocks noGrp="1"/>
          </p:cNvSpPr>
          <p:nvPr>
            <p:ph type="sldNum" sz="quarter" idx="11"/>
          </p:nvPr>
        </p:nvSpPr>
        <p:spPr/>
        <p:txBody>
          <a:bodyPr/>
          <a:lstStyle>
            <a:lvl1pPr>
              <a:defRPr/>
            </a:lvl1pPr>
          </a:lstStyle>
          <a:p>
            <a:pPr fontAlgn="base">
              <a:spcBef>
                <a:spcPct val="0"/>
              </a:spcBef>
              <a:spcAft>
                <a:spcPct val="0"/>
              </a:spcAft>
            </a:pPr>
            <a:fld id="{07DCCA88-431A-4F78-99EB-22FE5A8D0CC7}"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
        <p:nvSpPr>
          <p:cNvPr id="14" name="Footer Placeholder 22"/>
          <p:cNvSpPr>
            <a:spLocks noGrp="1"/>
          </p:cNvSpPr>
          <p:nvPr>
            <p:ph type="ftr" sz="quarter" idx="12"/>
          </p:nvPr>
        </p:nvSpPr>
        <p:spPr/>
        <p:txBody>
          <a:bodyPr rtlCol="0"/>
          <a:lstStyle>
            <a:lvl1pPr>
              <a:defRPr/>
            </a:lvl1pPr>
          </a:lstStyle>
          <a:p>
            <a:pPr fontAlgn="base">
              <a:spcBef>
                <a:spcPct val="0"/>
              </a:spcBef>
              <a:spcAft>
                <a:spcPct val="0"/>
              </a:spcAft>
              <a:defRPr/>
            </a:pPr>
            <a:endParaRPr lang="en-US">
              <a:solidFill>
                <a:srgbClr val="575F6D"/>
              </a:solidFill>
            </a:endParaRPr>
          </a:p>
        </p:txBody>
      </p:sp>
    </p:spTree>
    <p:extLst>
      <p:ext uri="{BB962C8B-B14F-4D97-AF65-F5344CB8AC3E}">
        <p14:creationId xmlns:p14="http://schemas.microsoft.com/office/powerpoint/2010/main" val="317135397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6" name="Oval 5"/>
          <p:cNvSpPr/>
          <p:nvPr/>
        </p:nvSpPr>
        <p:spPr>
          <a:xfrm>
            <a:off x="10875434" y="5715001"/>
            <a:ext cx="732367"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7" name="Straight Connector 16"/>
          <p:cNvSpPr>
            <a:spLocks noChangeShapeType="1"/>
          </p:cNvSpPr>
          <p:nvPr/>
        </p:nvSpPr>
        <p:spPr bwMode="auto">
          <a:xfrm>
            <a:off x="119888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Rectangle 7"/>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9" name="Straight Connector 18"/>
          <p:cNvSpPr>
            <a:spLocks noChangeShapeType="1"/>
          </p:cNvSpPr>
          <p:nvPr/>
        </p:nvSpPr>
        <p:spPr bwMode="auto">
          <a:xfrm>
            <a:off x="118872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traight Connector 9"/>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11" name="Straight Connector 20"/>
          <p:cNvSpPr>
            <a:spLocks noChangeShapeType="1"/>
          </p:cNvSpPr>
          <p:nvPr/>
        </p:nvSpPr>
        <p:spPr bwMode="auto">
          <a:xfrm>
            <a:off x="8257117"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a:xfrm rot="5400000">
            <a:off x="5518404" y="3124200"/>
            <a:ext cx="6309360" cy="6096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p:cNvSpPr>
            <a:spLocks noGrp="1"/>
          </p:cNvSpPr>
          <p:nvPr>
            <p:ph type="dt" sz="half" idx="10"/>
          </p:nvPr>
        </p:nvSpPr>
        <p:spPr/>
        <p:txBody>
          <a:bodyPr rtlCol="0"/>
          <a:lstStyle>
            <a:lvl1pPr>
              <a:defRPr/>
            </a:lvl1pPr>
          </a:lstStyle>
          <a:p>
            <a:pPr fontAlgn="base">
              <a:spcBef>
                <a:spcPct val="0"/>
              </a:spcBef>
              <a:spcAft>
                <a:spcPct val="0"/>
              </a:spcAft>
              <a:defRPr/>
            </a:pPr>
            <a:endParaRPr lang="en-US">
              <a:solidFill>
                <a:srgbClr val="575F6D"/>
              </a:solidFill>
            </a:endParaRPr>
          </a:p>
        </p:txBody>
      </p:sp>
      <p:sp>
        <p:nvSpPr>
          <p:cNvPr id="13" name="Slide Number Placeholder 17"/>
          <p:cNvSpPr>
            <a:spLocks noGrp="1"/>
          </p:cNvSpPr>
          <p:nvPr>
            <p:ph type="sldNum" sz="quarter" idx="11"/>
          </p:nvPr>
        </p:nvSpPr>
        <p:spPr/>
        <p:txBody>
          <a:bodyPr/>
          <a:lstStyle>
            <a:lvl1pPr>
              <a:defRPr/>
            </a:lvl1pPr>
          </a:lstStyle>
          <a:p>
            <a:pPr fontAlgn="base">
              <a:spcBef>
                <a:spcPct val="0"/>
              </a:spcBef>
              <a:spcAft>
                <a:spcPct val="0"/>
              </a:spcAft>
            </a:pPr>
            <a:fld id="{A3A5962E-361E-4471-B83F-DD5263912576}"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
        <p:nvSpPr>
          <p:cNvPr id="14" name="Footer Placeholder 20"/>
          <p:cNvSpPr>
            <a:spLocks noGrp="1"/>
          </p:cNvSpPr>
          <p:nvPr>
            <p:ph type="ftr" sz="quarter" idx="12"/>
          </p:nvPr>
        </p:nvSpPr>
        <p:spPr/>
        <p:txBody>
          <a:bodyPr rtlCol="0"/>
          <a:lstStyle>
            <a:lvl1pPr>
              <a:defRPr/>
            </a:lvl1pPr>
          </a:lstStyle>
          <a:p>
            <a:pPr fontAlgn="base">
              <a:spcBef>
                <a:spcPct val="0"/>
              </a:spcBef>
              <a:spcAft>
                <a:spcPct val="0"/>
              </a:spcAft>
              <a:defRPr/>
            </a:pPr>
            <a:endParaRPr lang="en-US">
              <a:solidFill>
                <a:srgbClr val="575F6D"/>
              </a:solidFill>
            </a:endParaRPr>
          </a:p>
        </p:txBody>
      </p:sp>
    </p:spTree>
    <p:extLst>
      <p:ext uri="{BB962C8B-B14F-4D97-AF65-F5344CB8AC3E}">
        <p14:creationId xmlns:p14="http://schemas.microsoft.com/office/powerpoint/2010/main" val="288355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5" name="Footer Placeholder 2"/>
          <p:cNvSpPr>
            <a:spLocks noGrp="1"/>
          </p:cNvSpPr>
          <p:nvPr>
            <p:ph type="ftr" sz="quarter" idx="11"/>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6" name="Slide Number Placeholder 22"/>
          <p:cNvSpPr>
            <a:spLocks noGrp="1"/>
          </p:cNvSpPr>
          <p:nvPr>
            <p:ph type="sldNum" sz="quarter" idx="12"/>
          </p:nvPr>
        </p:nvSpPr>
        <p:spPr/>
        <p:txBody>
          <a:bodyPr/>
          <a:lstStyle>
            <a:lvl1pPr>
              <a:defRPr/>
            </a:lvl1pPr>
          </a:lstStyle>
          <a:p>
            <a:pPr fontAlgn="base">
              <a:spcBef>
                <a:spcPct val="0"/>
              </a:spcBef>
              <a:spcAft>
                <a:spcPct val="0"/>
              </a:spcAft>
            </a:pPr>
            <a:fld id="{1A952CCA-40F6-4590-8F69-1632E27F857B}"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133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5" name="Footer Placeholder 2"/>
          <p:cNvSpPr>
            <a:spLocks noGrp="1"/>
          </p:cNvSpPr>
          <p:nvPr>
            <p:ph type="ftr" sz="quarter" idx="11"/>
          </p:nvPr>
        </p:nvSpPr>
        <p:spPr/>
        <p:txBody>
          <a:bodyPr/>
          <a:lstStyle>
            <a:lvl1pPr>
              <a:defRPr/>
            </a:lvl1pPr>
          </a:lstStyle>
          <a:p>
            <a:pPr fontAlgn="base">
              <a:spcBef>
                <a:spcPct val="0"/>
              </a:spcBef>
              <a:spcAft>
                <a:spcPct val="0"/>
              </a:spcAft>
              <a:defRPr/>
            </a:pPr>
            <a:endParaRPr lang="en-US">
              <a:solidFill>
                <a:srgbClr val="575F6D"/>
              </a:solidFill>
            </a:endParaRPr>
          </a:p>
        </p:txBody>
      </p:sp>
      <p:sp>
        <p:nvSpPr>
          <p:cNvPr id="6" name="Slide Number Placeholder 22"/>
          <p:cNvSpPr>
            <a:spLocks noGrp="1"/>
          </p:cNvSpPr>
          <p:nvPr>
            <p:ph type="sldNum" sz="quarter" idx="12"/>
          </p:nvPr>
        </p:nvSpPr>
        <p:spPr/>
        <p:txBody>
          <a:bodyPr/>
          <a:lstStyle>
            <a:lvl1pPr>
              <a:defRPr/>
            </a:lvl1pPr>
          </a:lstStyle>
          <a:p>
            <a:pPr fontAlgn="base">
              <a:spcBef>
                <a:spcPct val="0"/>
              </a:spcBef>
              <a:spcAft>
                <a:spcPct val="0"/>
              </a:spcAft>
            </a:pPr>
            <a:fld id="{C266685D-A4AD-4B15-9B22-9385D2B548A0}"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7158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8400"/>
            <a:ext cx="2844800" cy="457200"/>
          </a:xfrm>
        </p:spPr>
        <p:txBody>
          <a:bodyPr/>
          <a:lstStyle>
            <a:lvl1pPr>
              <a:defRPr/>
            </a:lvl1pPr>
          </a:lstStyle>
          <a:p>
            <a:pPr fontAlgn="base">
              <a:spcBef>
                <a:spcPct val="0"/>
              </a:spcBef>
              <a:spcAft>
                <a:spcPct val="0"/>
              </a:spcAft>
              <a:defRPr/>
            </a:pPr>
            <a:endParaRPr lang="en-US">
              <a:solidFill>
                <a:srgbClr val="575F6D"/>
              </a:solidFill>
            </a:endParaRP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fontAlgn="base">
              <a:spcBef>
                <a:spcPct val="0"/>
              </a:spcBef>
              <a:spcAft>
                <a:spcPct val="0"/>
              </a:spcAft>
              <a:defRPr/>
            </a:pPr>
            <a:endParaRPr lang="en-US">
              <a:solidFill>
                <a:srgbClr val="575F6D"/>
              </a:solidFill>
            </a:endParaRPr>
          </a:p>
        </p:txBody>
      </p:sp>
      <p:sp>
        <p:nvSpPr>
          <p:cNvPr id="8" name="Slide Number Placeholder 7"/>
          <p:cNvSpPr>
            <a:spLocks noGrp="1"/>
          </p:cNvSpPr>
          <p:nvPr>
            <p:ph type="sldNum" sz="quarter" idx="12"/>
          </p:nvPr>
        </p:nvSpPr>
        <p:spPr>
          <a:xfrm>
            <a:off x="8737600" y="6248400"/>
            <a:ext cx="2844800" cy="457200"/>
          </a:xfrm>
        </p:spPr>
        <p:txBody>
          <a:bodyPr/>
          <a:lstStyle>
            <a:lvl1pPr>
              <a:defRPr/>
            </a:lvl1pPr>
          </a:lstStyle>
          <a:p>
            <a:pPr fontAlgn="base">
              <a:spcBef>
                <a:spcPct val="0"/>
              </a:spcBef>
              <a:spcAft>
                <a:spcPct val="0"/>
              </a:spcAft>
            </a:pPr>
            <a:fld id="{29B5AB6F-3E43-4D26-A7A9-ED7387258FA9}"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02966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p:bgPr>
    </p:bg>
    <p:spTree>
      <p:nvGrpSpPr>
        <p:cNvPr id="1" name=""/>
        <p:cNvGrpSpPr/>
        <p:nvPr/>
      </p:nvGrpSpPr>
      <p:grpSpPr>
        <a:xfrm>
          <a:off x="0" y="0"/>
          <a:ext cx="0" cy="0"/>
          <a:chOff x="0" y="0"/>
          <a:chExt cx="0" cy="0"/>
        </a:xfrm>
      </p:grpSpPr>
      <p:sp>
        <p:nvSpPr>
          <p:cNvPr id="5122" name="Rectangle 5"/>
          <p:cNvSpPr>
            <a:spLocks noGrp="1" noChangeArrowheads="1"/>
          </p:cNvSpPr>
          <p:nvPr>
            <p:ph type="title"/>
          </p:nvPr>
        </p:nvSpPr>
        <p:spPr bwMode="auto">
          <a:xfrm>
            <a:off x="1422400" y="381000"/>
            <a:ext cx="1016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Rectangle 6"/>
          <p:cNvSpPr>
            <a:spLocks noGrp="1" noChangeArrowheads="1"/>
          </p:cNvSpPr>
          <p:nvPr>
            <p:ph type="body" idx="1"/>
          </p:nvPr>
        </p:nvSpPr>
        <p:spPr bwMode="auto">
          <a:xfrm>
            <a:off x="1422400" y="1524000"/>
            <a:ext cx="10058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Date Placeholder 6"/>
          <p:cNvSpPr>
            <a:spLocks noGrp="1"/>
          </p:cNvSpPr>
          <p:nvPr>
            <p:ph type="dt" sz="half" idx="2"/>
          </p:nvPr>
        </p:nvSpPr>
        <p:spPr>
          <a:xfrm>
            <a:off x="609600" y="6248400"/>
            <a:ext cx="2235200" cy="457200"/>
          </a:xfrm>
          <a:prstGeom prst="rect">
            <a:avLst/>
          </a:prstGeom>
        </p:spPr>
        <p:txBody>
          <a:bodyPr/>
          <a:lstStyle>
            <a:lvl1pPr eaLnBrk="0" hangingPunct="0">
              <a:defRPr sz="2800">
                <a:solidFill>
                  <a:srgbClr val="000000"/>
                </a:solidFill>
                <a:latin typeface=".VnTime" pitchFamily="34" charset="0"/>
                <a:cs typeface="+mn-cs"/>
              </a:defRPr>
            </a:lvl1pPr>
          </a:lstStyle>
          <a:p>
            <a:pPr fontAlgn="base">
              <a:spcBef>
                <a:spcPct val="0"/>
              </a:spcBef>
              <a:spcAft>
                <a:spcPct val="0"/>
              </a:spcAft>
              <a:defRPr/>
            </a:pPr>
            <a:endParaRPr lang="en-US"/>
          </a:p>
        </p:txBody>
      </p:sp>
      <p:sp>
        <p:nvSpPr>
          <p:cNvPr id="8" name="Footer Placeholder 7"/>
          <p:cNvSpPr>
            <a:spLocks noGrp="1"/>
          </p:cNvSpPr>
          <p:nvPr>
            <p:ph type="ftr" sz="quarter" idx="3"/>
          </p:nvPr>
        </p:nvSpPr>
        <p:spPr>
          <a:xfrm>
            <a:off x="4165600" y="6248400"/>
            <a:ext cx="3860800" cy="457200"/>
          </a:xfrm>
          <a:prstGeom prst="rect">
            <a:avLst/>
          </a:prstGeom>
        </p:spPr>
        <p:txBody>
          <a:bodyPr/>
          <a:lstStyle>
            <a:lvl1pPr eaLnBrk="0" hangingPunct="0">
              <a:defRPr sz="2800">
                <a:solidFill>
                  <a:srgbClr val="000000"/>
                </a:solidFill>
                <a:latin typeface=".VnTime" pitchFamily="34" charset="0"/>
                <a:cs typeface="+mn-cs"/>
              </a:defRPr>
            </a:lvl1pPr>
          </a:lstStyle>
          <a:p>
            <a:pPr fontAlgn="base">
              <a:spcBef>
                <a:spcPct val="0"/>
              </a:spcBef>
              <a:spcAft>
                <a:spcPct val="0"/>
              </a:spcAft>
              <a:defRPr/>
            </a:pPr>
            <a:endParaRPr lang="en-US"/>
          </a:p>
        </p:txBody>
      </p:sp>
      <p:sp>
        <p:nvSpPr>
          <p:cNvPr id="9" name="Slide Number Placeholder 8"/>
          <p:cNvSpPr>
            <a:spLocks noGrp="1"/>
          </p:cNvSpPr>
          <p:nvPr>
            <p:ph type="sldNum" sz="quarter" idx="4"/>
          </p:nvPr>
        </p:nvSpPr>
        <p:spPr>
          <a:xfrm>
            <a:off x="9042400" y="6248400"/>
            <a:ext cx="2540000" cy="457200"/>
          </a:xfrm>
          <a:prstGeom prst="rect">
            <a:avLst/>
          </a:prstGeom>
        </p:spPr>
        <p:txBody>
          <a:bodyPr vert="horz" wrap="square" lIns="91440" tIns="45720" rIns="91440" bIns="45720" numCol="1" anchor="t" anchorCtr="0" compatLnSpc="1">
            <a:prstTxWarp prst="textNoShape">
              <a:avLst/>
            </a:prstTxWarp>
          </a:bodyPr>
          <a:lstStyle>
            <a:lvl1pPr eaLnBrk="0" hangingPunct="0">
              <a:defRPr sz="2800">
                <a:solidFill>
                  <a:srgbClr val="000000"/>
                </a:solidFill>
                <a:latin typeface=".VnTime" pitchFamily="34" charset="0"/>
              </a:defRPr>
            </a:lvl1pPr>
          </a:lstStyle>
          <a:p>
            <a:pPr fontAlgn="base">
              <a:spcBef>
                <a:spcPct val="0"/>
              </a:spcBef>
              <a:spcAft>
                <a:spcPct val="0"/>
              </a:spcAft>
            </a:pPr>
            <a:fld id="{346A354C-5F64-4751-8DCF-282B3F099400}" type="slidenum">
              <a:rPr lang="en-US" altLang="en-US" smtClean="0">
                <a:cs typeface="Arial" panose="020B0604020202020204" pitchFamily="34" charset="0"/>
              </a:rPr>
              <a:pPr fontAlgn="base">
                <a:spcBef>
                  <a:spcPct val="0"/>
                </a:spcBef>
                <a:spcAft>
                  <a:spcPct val="0"/>
                </a:spcAft>
              </a:pPr>
              <a:t>‹#›</a:t>
            </a:fld>
            <a:endParaRPr lang="en-US" altLang="en-US">
              <a:cs typeface="Arial" panose="020B0604020202020204" pitchFamily="34" charset="0"/>
            </a:endParaRPr>
          </a:p>
        </p:txBody>
      </p:sp>
    </p:spTree>
    <p:extLst>
      <p:ext uri="{BB962C8B-B14F-4D97-AF65-F5344CB8AC3E}">
        <p14:creationId xmlns:p14="http://schemas.microsoft.com/office/powerpoint/2010/main" val="164650371"/>
      </p:ext>
    </p:extLst>
  </p:cSld>
  <p:clrMap bg1="lt1" tx1="dk1" bg2="lt2" tx2="dk2" accent1="accent1" accent2="accent2" accent3="accent3" accent4="accent4" accent5="accent5" accent6="accent6" hlink="hlink" folHlink="folHlink"/>
  <p:sldLayoutIdLst>
    <p:sldLayoutId id="2147483674" r:id="rId1"/>
  </p:sldLayoutIdLst>
  <p:transition spd="med">
    <p:comb/>
  </p:transition>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VnTime" pitchFamily="34" charset="0"/>
        </a:defRPr>
      </a:lvl6pPr>
      <a:lvl7pPr marL="914400" algn="ctr" rtl="0" fontAlgn="base">
        <a:spcBef>
          <a:spcPct val="0"/>
        </a:spcBef>
        <a:spcAft>
          <a:spcPct val="0"/>
        </a:spcAft>
        <a:defRPr sz="4400">
          <a:solidFill>
            <a:schemeClr val="tx2"/>
          </a:solidFill>
          <a:latin typeface=".VnTime" pitchFamily="34" charset="0"/>
        </a:defRPr>
      </a:lvl7pPr>
      <a:lvl8pPr marL="1371600" algn="ctr" rtl="0" fontAlgn="base">
        <a:spcBef>
          <a:spcPct val="0"/>
        </a:spcBef>
        <a:spcAft>
          <a:spcPct val="0"/>
        </a:spcAft>
        <a:defRPr sz="4400">
          <a:solidFill>
            <a:schemeClr val="tx2"/>
          </a:solidFill>
          <a:latin typeface=".VnTime" pitchFamily="34" charset="0"/>
        </a:defRPr>
      </a:lvl8pPr>
      <a:lvl9pPr marL="1828800" algn="ctr" rtl="0" fontAlgn="base">
        <a:spcBef>
          <a:spcPct val="0"/>
        </a:spcBef>
        <a:spcAft>
          <a:spcPct val="0"/>
        </a:spcAft>
        <a:defRPr sz="4400">
          <a:solidFill>
            <a:schemeClr val="tx2"/>
          </a:solidFill>
          <a:latin typeface=".VnTim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itchFamily="34" charset="0"/>
        </a:defRPr>
      </a:lvl2pPr>
      <a:lvl3pPr marL="1143000" indent="-228600" algn="l" rtl="0" eaLnBrk="0" fontAlgn="base" hangingPunct="0">
        <a:spcBef>
          <a:spcPct val="20000"/>
        </a:spcBef>
        <a:spcAft>
          <a:spcPct val="0"/>
        </a:spcAft>
        <a:buChar char="•"/>
        <a:defRPr sz="2400">
          <a:solidFill>
            <a:schemeClr val="tx1"/>
          </a:solidFill>
          <a:latin typeface="Arial" pitchFamily="34" charset="0"/>
        </a:defRPr>
      </a:lvl3pPr>
      <a:lvl4pPr marL="1600200" indent="-228600" algn="l" rtl="0" eaLnBrk="0" fontAlgn="base" hangingPunct="0">
        <a:spcBef>
          <a:spcPct val="20000"/>
        </a:spcBef>
        <a:spcAft>
          <a:spcPct val="0"/>
        </a:spcAft>
        <a:buChar char="–"/>
        <a:defRPr sz="2000">
          <a:solidFill>
            <a:schemeClr val="tx1"/>
          </a:solidFill>
          <a:latin typeface="Arial" pitchFamily="34" charset="0"/>
        </a:defRPr>
      </a:lvl4pPr>
      <a:lvl5pPr marL="2057400" indent="-228600" algn="l" rtl="0" eaLnBrk="0" fontAlgn="base" hangingPunct="0">
        <a:spcBef>
          <a:spcPct val="20000"/>
        </a:spcBef>
        <a:spcAft>
          <a:spcPct val="0"/>
        </a:spcAft>
        <a:buChar char="»"/>
        <a:defRPr sz="2000">
          <a:solidFill>
            <a:schemeClr val="tx1"/>
          </a:solidFill>
          <a:latin typeface="Arial"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lang="en-US"/>
              <a:t>Click to edit Master title style</a:t>
            </a:r>
          </a:p>
        </p:txBody>
      </p:sp>
      <p:sp>
        <p:nvSpPr>
          <p:cNvPr id="1028" name="Text Placeholder 12"/>
          <p:cNvSpPr>
            <a:spLocks noGrp="1"/>
          </p:cNvSpPr>
          <p:nvPr>
            <p:ph type="body" idx="1"/>
          </p:nvPr>
        </p:nvSpPr>
        <p:spPr bwMode="auto">
          <a:xfrm>
            <a:off x="609600" y="1600201"/>
            <a:ext cx="99568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rot="5400000">
            <a:off x="10453954" y="1017853"/>
            <a:ext cx="2011362" cy="512233"/>
          </a:xfrm>
          <a:prstGeom prst="rect">
            <a:avLst/>
          </a:prstGeom>
        </p:spPr>
        <p:txBody>
          <a:bodyPr vert="horz" anchor="ctr" anchorCtr="0"/>
          <a:lstStyle>
            <a:lvl1pPr algn="r" eaLnBrk="1" latinLnBrk="0" hangingPunct="1">
              <a:defRPr kumimoji="0" sz="1200">
                <a:solidFill>
                  <a:schemeClr val="tx2"/>
                </a:solidFill>
                <a:latin typeface="Arial" charset="0"/>
                <a:cs typeface="Arial" charset="0"/>
              </a:defRPr>
            </a:lvl1pPr>
          </a:lstStyle>
          <a:p>
            <a:pPr fontAlgn="base">
              <a:spcBef>
                <a:spcPct val="0"/>
              </a:spcBef>
              <a:spcAft>
                <a:spcPct val="0"/>
              </a:spcAft>
              <a:defRPr/>
            </a:pPr>
            <a:endParaRPr lang="en-US">
              <a:solidFill>
                <a:srgbClr val="575F6D"/>
              </a:solidFill>
            </a:endParaRPr>
          </a:p>
        </p:txBody>
      </p:sp>
      <p:sp>
        <p:nvSpPr>
          <p:cNvPr id="3" name="Footer Placeholder 2"/>
          <p:cNvSpPr>
            <a:spLocks noGrp="1"/>
          </p:cNvSpPr>
          <p:nvPr>
            <p:ph type="ftr" sz="quarter" idx="3"/>
          </p:nvPr>
        </p:nvSpPr>
        <p:spPr>
          <a:xfrm rot="5400000">
            <a:off x="9853084" y="3676121"/>
            <a:ext cx="3200400" cy="486833"/>
          </a:xfrm>
          <a:prstGeom prst="rect">
            <a:avLst/>
          </a:prstGeom>
        </p:spPr>
        <p:txBody>
          <a:bodyPr vert="horz" anchor="ctr" anchorCtr="0"/>
          <a:lstStyle>
            <a:lvl1pPr algn="l" eaLnBrk="1" latinLnBrk="0" hangingPunct="1">
              <a:defRPr kumimoji="0" sz="1200">
                <a:solidFill>
                  <a:schemeClr val="tx2"/>
                </a:solidFill>
                <a:latin typeface="Arial" charset="0"/>
                <a:cs typeface="Arial" charset="0"/>
              </a:defRPr>
            </a:lvl1pPr>
          </a:lstStyle>
          <a:p>
            <a:pPr fontAlgn="base">
              <a:spcBef>
                <a:spcPct val="0"/>
              </a:spcBef>
              <a:spcAft>
                <a:spcPct val="0"/>
              </a:spcAft>
              <a:defRPr/>
            </a:pPr>
            <a:endParaRPr lang="en-US">
              <a:solidFill>
                <a:srgbClr val="575F6D"/>
              </a:solidFill>
            </a:endParaRPr>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032" name="Straight Connector 8"/>
          <p:cNvSpPr>
            <a:spLocks noChangeShapeType="1"/>
          </p:cNvSpPr>
          <p:nvPr/>
        </p:nvSpPr>
        <p:spPr bwMode="auto">
          <a:xfrm>
            <a:off x="119888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1034" name="Straight Connector 10"/>
          <p:cNvSpPr>
            <a:spLocks noChangeShapeType="1"/>
          </p:cNvSpPr>
          <p:nvPr/>
        </p:nvSpPr>
        <p:spPr bwMode="auto">
          <a:xfrm>
            <a:off x="118872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Oval 11"/>
          <p:cNvSpPr/>
          <p:nvPr/>
        </p:nvSpPr>
        <p:spPr>
          <a:xfrm>
            <a:off x="10875434" y="5715001"/>
            <a:ext cx="732367"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Schoolbook"/>
              <a:ea typeface="+mn-ea"/>
              <a:cs typeface="+mn-cs"/>
            </a:endParaRPr>
          </a:p>
        </p:txBody>
      </p:sp>
      <p:sp>
        <p:nvSpPr>
          <p:cNvPr id="23" name="Slide Number Placeholder 22"/>
          <p:cNvSpPr>
            <a:spLocks noGrp="1"/>
          </p:cNvSpPr>
          <p:nvPr>
            <p:ph type="sldNum" sz="quarter" idx="4"/>
          </p:nvPr>
        </p:nvSpPr>
        <p:spPr>
          <a:xfrm>
            <a:off x="10839451" y="5734050"/>
            <a:ext cx="812800" cy="520700"/>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FFFFFF"/>
                </a:solidFill>
              </a:defRPr>
            </a:lvl1pPr>
          </a:lstStyle>
          <a:p>
            <a:pPr fontAlgn="base">
              <a:spcBef>
                <a:spcPct val="0"/>
              </a:spcBef>
              <a:spcAft>
                <a:spcPct val="0"/>
              </a:spcAft>
            </a:pPr>
            <a:fld id="{B16308E4-4A02-4CFB-B973-2794A50237C3}" type="slidenum">
              <a:rPr lang="en-US" altLang="en-US" smtClean="0">
                <a:latin typeface="Arial" panose="020B0604020202020204" pitchFamily="34" charset="0"/>
                <a:cs typeface="Arial" panose="020B0604020202020204" pitchFamily="34" charset="0"/>
              </a:rPr>
              <a:pPr fontAlgn="base">
                <a:spcBef>
                  <a:spcPct val="0"/>
                </a:spcBef>
                <a:spcAft>
                  <a:spcPct val="0"/>
                </a:spcAft>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67412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endParaRPr lang="en-US" altLang="en-US">
              <a:latin typeface=".VnTime" pitchFamily="34" charset="0"/>
            </a:endParaRPr>
          </a:p>
        </p:txBody>
      </p:sp>
      <p:sp>
        <p:nvSpPr>
          <p:cNvPr id="17411" name="Rectangle 3"/>
          <p:cNvSpPr>
            <a:spLocks noGrp="1" noChangeArrowheads="1"/>
          </p:cNvSpPr>
          <p:nvPr>
            <p:ph type="body" idx="4294967295"/>
          </p:nvPr>
        </p:nvSpPr>
        <p:spPr/>
        <p:txBody>
          <a:bodyPr/>
          <a:lstStyle/>
          <a:p>
            <a:endParaRPr lang="en-US" altLang="en-US">
              <a:latin typeface=".VnTime" pitchFamily="34" charset="0"/>
            </a:endParaRPr>
          </a:p>
        </p:txBody>
      </p:sp>
      <p:pic>
        <p:nvPicPr>
          <p:cNvPr id="17412" name="Picture 5" descr="hinh-nen-powerpoint-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 Box 7"/>
          <p:cNvSpPr txBox="1">
            <a:spLocks noChangeArrowheads="1"/>
          </p:cNvSpPr>
          <p:nvPr/>
        </p:nvSpPr>
        <p:spPr bwMode="auto">
          <a:xfrm>
            <a:off x="2743200" y="1295400"/>
            <a:ext cx="7239000" cy="3049588"/>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2400" b="1" dirty="0" err="1">
                <a:solidFill>
                  <a:srgbClr val="000000"/>
                </a:solidFill>
              </a:rPr>
              <a:t>Bài</a:t>
            </a:r>
            <a:r>
              <a:rPr lang="en-US" altLang="en-US" sz="2400" b="1" dirty="0">
                <a:solidFill>
                  <a:srgbClr val="000000"/>
                </a:solidFill>
              </a:rPr>
              <a:t> </a:t>
            </a:r>
            <a:r>
              <a:rPr lang="en-US" altLang="en-US" sz="2400" b="1" dirty="0" err="1">
                <a:solidFill>
                  <a:srgbClr val="000000"/>
                </a:solidFill>
              </a:rPr>
              <a:t>giảng</a:t>
            </a:r>
            <a:r>
              <a:rPr lang="en-US" altLang="en-US" sz="2400" b="1" dirty="0">
                <a:solidFill>
                  <a:srgbClr val="000000"/>
                </a:solidFill>
              </a:rPr>
              <a:t>:</a:t>
            </a:r>
          </a:p>
          <a:p>
            <a:pPr algn="ctr" eaLnBrk="1" fontAlgn="base" hangingPunct="1">
              <a:spcBef>
                <a:spcPct val="0"/>
              </a:spcBef>
              <a:spcAft>
                <a:spcPct val="0"/>
              </a:spcAft>
            </a:pPr>
            <a:endParaRPr lang="en-US" altLang="en-US" sz="2400" b="1" dirty="0">
              <a:solidFill>
                <a:srgbClr val="000000"/>
              </a:solidFill>
            </a:endParaRPr>
          </a:p>
          <a:p>
            <a:pPr algn="ctr" eaLnBrk="1" fontAlgn="base" hangingPunct="1">
              <a:spcBef>
                <a:spcPct val="0"/>
              </a:spcBef>
              <a:spcAft>
                <a:spcPct val="0"/>
              </a:spcAft>
            </a:pPr>
            <a:r>
              <a:rPr lang="en-US" altLang="en-US" sz="2800" b="1" dirty="0" err="1">
                <a:solidFill>
                  <a:srgbClr val="FF0000"/>
                </a:solidFill>
              </a:rPr>
              <a:t>Bài</a:t>
            </a:r>
            <a:r>
              <a:rPr lang="en-US" altLang="en-US" sz="2800" b="1" dirty="0">
                <a:solidFill>
                  <a:srgbClr val="FF0000"/>
                </a:solidFill>
              </a:rPr>
              <a:t> 20 : </a:t>
            </a:r>
            <a:r>
              <a:rPr lang="en-US" altLang="en-US" sz="2800" b="1" dirty="0" err="1">
                <a:solidFill>
                  <a:srgbClr val="FF0000"/>
                </a:solidFill>
              </a:rPr>
              <a:t>ÔN</a:t>
            </a:r>
            <a:r>
              <a:rPr lang="en-US" altLang="en-US" sz="2800" b="1" dirty="0">
                <a:solidFill>
                  <a:srgbClr val="FF0000"/>
                </a:solidFill>
              </a:rPr>
              <a:t> </a:t>
            </a:r>
            <a:r>
              <a:rPr lang="en-US" altLang="en-US" sz="2800" b="1" dirty="0" err="1">
                <a:solidFill>
                  <a:srgbClr val="FF0000"/>
                </a:solidFill>
              </a:rPr>
              <a:t>TẬP</a:t>
            </a:r>
            <a:r>
              <a:rPr lang="en-US" altLang="en-US" sz="2800" b="1" dirty="0">
                <a:solidFill>
                  <a:srgbClr val="FF0000"/>
                </a:solidFill>
              </a:rPr>
              <a:t> </a:t>
            </a:r>
            <a:r>
              <a:rPr lang="en-US" altLang="en-US" sz="2800" b="1" dirty="0" err="1">
                <a:solidFill>
                  <a:srgbClr val="FF0000"/>
                </a:solidFill>
              </a:rPr>
              <a:t>CHƯƠNG</a:t>
            </a:r>
            <a:r>
              <a:rPr lang="en-US" altLang="en-US" sz="2800" b="1" dirty="0">
                <a:solidFill>
                  <a:srgbClr val="FF0000"/>
                </a:solidFill>
              </a:rPr>
              <a:t> 6</a:t>
            </a:r>
          </a:p>
          <a:p>
            <a:pPr algn="ctr" eaLnBrk="1" fontAlgn="base" hangingPunct="1">
              <a:spcBef>
                <a:spcPct val="0"/>
              </a:spcBef>
              <a:spcAft>
                <a:spcPct val="0"/>
              </a:spcAft>
            </a:pPr>
            <a:endParaRPr lang="en-US" altLang="en-US" sz="2800" b="1" dirty="0">
              <a:solidFill>
                <a:srgbClr val="FF0000"/>
              </a:solidFill>
            </a:endParaRPr>
          </a:p>
          <a:p>
            <a:pPr algn="ctr" eaLnBrk="1" fontAlgn="base" hangingPunct="1">
              <a:spcBef>
                <a:spcPct val="0"/>
              </a:spcBef>
              <a:spcAft>
                <a:spcPct val="0"/>
              </a:spcAft>
            </a:pPr>
            <a:r>
              <a:rPr lang="en-US" altLang="en-US" b="1" dirty="0" err="1">
                <a:solidFill>
                  <a:srgbClr val="000000"/>
                </a:solidFill>
              </a:rPr>
              <a:t>Ch</a:t>
            </a:r>
            <a:r>
              <a:rPr lang="vi-VN" altLang="en-US" b="1" dirty="0">
                <a:solidFill>
                  <a:srgbClr val="000000"/>
                </a:solidFill>
              </a:rPr>
              <a:t>ươ</a:t>
            </a:r>
            <a:r>
              <a:rPr lang="en-US" altLang="en-US" b="1" dirty="0">
                <a:solidFill>
                  <a:srgbClr val="000000"/>
                </a:solidFill>
              </a:rPr>
              <a:t>ng </a:t>
            </a:r>
            <a:r>
              <a:rPr lang="en-US" altLang="en-US" b="1" dirty="0" err="1">
                <a:solidFill>
                  <a:srgbClr val="000000"/>
                </a:solidFill>
              </a:rPr>
              <a:t>trình</a:t>
            </a:r>
            <a:r>
              <a:rPr lang="en-US" altLang="en-US" b="1" dirty="0">
                <a:solidFill>
                  <a:srgbClr val="000000"/>
                </a:solidFill>
              </a:rPr>
              <a:t> </a:t>
            </a:r>
            <a:r>
              <a:rPr lang="en-US" altLang="en-US" b="1" dirty="0" err="1">
                <a:solidFill>
                  <a:srgbClr val="000000"/>
                </a:solidFill>
              </a:rPr>
              <a:t>Hóa</a:t>
            </a:r>
            <a:r>
              <a:rPr lang="en-US" altLang="en-US" b="1" dirty="0">
                <a:solidFill>
                  <a:srgbClr val="000000"/>
                </a:solidFill>
              </a:rPr>
              <a:t> </a:t>
            </a:r>
            <a:r>
              <a:rPr lang="en-US" altLang="en-US" b="1" dirty="0" err="1">
                <a:solidFill>
                  <a:srgbClr val="000000"/>
                </a:solidFill>
              </a:rPr>
              <a:t>học</a:t>
            </a:r>
            <a:r>
              <a:rPr lang="en-US" altLang="en-US" b="1" dirty="0">
                <a:solidFill>
                  <a:srgbClr val="000000"/>
                </a:solidFill>
              </a:rPr>
              <a:t>, </a:t>
            </a:r>
            <a:r>
              <a:rPr lang="en-US" altLang="en-US" b="1" dirty="0" err="1">
                <a:solidFill>
                  <a:srgbClr val="000000"/>
                </a:solidFill>
              </a:rPr>
              <a:t>lớp</a:t>
            </a:r>
            <a:r>
              <a:rPr lang="en-US" altLang="en-US" b="1" dirty="0">
                <a:solidFill>
                  <a:srgbClr val="000000"/>
                </a:solidFill>
              </a:rPr>
              <a:t> 10 </a:t>
            </a:r>
          </a:p>
          <a:p>
            <a:pPr eaLnBrk="1" fontAlgn="base" hangingPunct="1">
              <a:spcBef>
                <a:spcPct val="0"/>
              </a:spcBef>
              <a:spcAft>
                <a:spcPct val="0"/>
              </a:spcAft>
            </a:pPr>
            <a:endParaRPr lang="en-US" altLang="en-US" b="1" dirty="0">
              <a:solidFill>
                <a:srgbClr val="000000"/>
              </a:solidFill>
            </a:endParaRPr>
          </a:p>
          <a:p>
            <a:pPr eaLnBrk="1" fontAlgn="base" hangingPunct="1">
              <a:spcBef>
                <a:spcPct val="0"/>
              </a:spcBef>
              <a:spcAft>
                <a:spcPct val="0"/>
              </a:spcAft>
            </a:pPr>
            <a:endParaRPr lang="en-US" altLang="en-US" b="1" dirty="0">
              <a:solidFill>
                <a:srgbClr val="000000"/>
              </a:solidFill>
            </a:endParaRPr>
          </a:p>
          <a:p>
            <a:pPr eaLnBrk="1" fontAlgn="base" hangingPunct="1">
              <a:spcBef>
                <a:spcPct val="0"/>
              </a:spcBef>
              <a:spcAft>
                <a:spcPct val="0"/>
              </a:spcAft>
            </a:pPr>
            <a:endParaRPr lang="en-US" altLang="en-US" b="1" dirty="0">
              <a:solidFill>
                <a:srgbClr val="000000"/>
              </a:solidFill>
            </a:endParaRPr>
          </a:p>
          <a:p>
            <a:pPr eaLnBrk="1" fontAlgn="base" hangingPunct="1">
              <a:spcBef>
                <a:spcPct val="0"/>
              </a:spcBef>
              <a:spcAft>
                <a:spcPct val="0"/>
              </a:spcAft>
            </a:pPr>
            <a:endParaRPr lang="en-US" altLang="en-US" b="1" dirty="0">
              <a:solidFill>
                <a:srgbClr val="000000"/>
              </a:solidFill>
            </a:endParaRPr>
          </a:p>
        </p:txBody>
      </p:sp>
      <p:sp>
        <p:nvSpPr>
          <p:cNvPr id="17416" name="Rectangle 9"/>
          <p:cNvSpPr>
            <a:spLocks noChangeArrowheads="1"/>
          </p:cNvSpPr>
          <p:nvPr/>
        </p:nvSpPr>
        <p:spPr bwMode="auto">
          <a:xfrm>
            <a:off x="5257801" y="5791200"/>
            <a:ext cx="184731" cy="369332"/>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US" altLang="en-US" b="1" dirty="0">
              <a:solidFill>
                <a:srgbClr val="000000"/>
              </a:solidFill>
            </a:endParaRPr>
          </a:p>
        </p:txBody>
      </p:sp>
    </p:spTree>
    <p:extLst>
      <p:ext uri="{BB962C8B-B14F-4D97-AF65-F5344CB8AC3E}">
        <p14:creationId xmlns:p14="http://schemas.microsoft.com/office/powerpoint/2010/main" val="969695652"/>
      </p:ext>
    </p:extLst>
  </p:cSld>
  <p:clrMapOvr>
    <a:masterClrMapping/>
  </p:clrMapOvr>
  <p:transition spd="med">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057400" y="3657600"/>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2133600" y="5410200"/>
            <a:ext cx="16002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3733800" y="5410200"/>
            <a:ext cx="15240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5257800" y="5410200"/>
            <a:ext cx="14478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6705600" y="5410200"/>
            <a:ext cx="16764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8382000" y="5410200"/>
            <a:ext cx="18288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3" name="Straight Arrow Connector 12"/>
          <p:cNvCxnSpPr/>
          <p:nvPr/>
        </p:nvCxnSpPr>
        <p:spPr>
          <a:xfrm rot="5400000">
            <a:off x="2362994" y="4876006"/>
            <a:ext cx="1066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8" idx="0"/>
          </p:cNvCxnSpPr>
          <p:nvPr/>
        </p:nvCxnSpPr>
        <p:spPr>
          <a:xfrm rot="5400000">
            <a:off x="3962401" y="4876801"/>
            <a:ext cx="1066800" cy="31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5372894" y="4837906"/>
            <a:ext cx="1143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7011194" y="4876006"/>
            <a:ext cx="1066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8688388" y="4875213"/>
            <a:ext cx="1066800" cy="31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12" name="TextBox 38"/>
          <p:cNvSpPr txBox="1">
            <a:spLocks noChangeArrowheads="1"/>
          </p:cNvSpPr>
          <p:nvPr/>
        </p:nvSpPr>
        <p:spPr bwMode="auto">
          <a:xfrm>
            <a:off x="2209800" y="5562601"/>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400" dirty="0" err="1">
                <a:latin typeface="Times New Roman" panose="02020603050405020304" pitchFamily="18" charset="0"/>
                <a:cs typeface="Times New Roman" panose="02020603050405020304" pitchFamily="18" charset="0"/>
              </a:rPr>
              <a:t>Nồng</a:t>
            </a:r>
            <a:r>
              <a:rPr lang="en-US"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độ</a:t>
            </a:r>
            <a:endParaRPr lang="en-US" altLang="en-US" sz="2400" dirty="0">
              <a:latin typeface="Times New Roman" panose="02020603050405020304" pitchFamily="18" charset="0"/>
              <a:cs typeface="Times New Roman" panose="02020603050405020304" pitchFamily="18" charset="0"/>
            </a:endParaRPr>
          </a:p>
        </p:txBody>
      </p:sp>
      <p:sp>
        <p:nvSpPr>
          <p:cNvPr id="4113" name="TextBox 39"/>
          <p:cNvSpPr txBox="1">
            <a:spLocks noChangeArrowheads="1"/>
          </p:cNvSpPr>
          <p:nvPr/>
        </p:nvSpPr>
        <p:spPr bwMode="auto">
          <a:xfrm>
            <a:off x="5257800" y="5562601"/>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400" dirty="0" err="1">
                <a:latin typeface="Times New Roman" panose="02020603050405020304" pitchFamily="18" charset="0"/>
                <a:cs typeface="Times New Roman" panose="02020603050405020304" pitchFamily="18" charset="0"/>
              </a:rPr>
              <a:t>Nhiệt</a:t>
            </a:r>
            <a:r>
              <a:rPr lang="en-US"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độ</a:t>
            </a:r>
            <a:endParaRPr lang="en-US" altLang="en-US" sz="2400" dirty="0">
              <a:latin typeface="Times New Roman" panose="02020603050405020304" pitchFamily="18" charset="0"/>
              <a:cs typeface="Times New Roman" panose="02020603050405020304" pitchFamily="18" charset="0"/>
            </a:endParaRPr>
          </a:p>
        </p:txBody>
      </p:sp>
      <p:sp>
        <p:nvSpPr>
          <p:cNvPr id="4114" name="TextBox 40"/>
          <p:cNvSpPr txBox="1">
            <a:spLocks noChangeArrowheads="1"/>
          </p:cNvSpPr>
          <p:nvPr/>
        </p:nvSpPr>
        <p:spPr bwMode="auto">
          <a:xfrm>
            <a:off x="3886200" y="5562601"/>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400" dirty="0" err="1">
                <a:latin typeface="Times New Roman" panose="02020603050405020304" pitchFamily="18" charset="0"/>
                <a:cs typeface="Times New Roman" panose="02020603050405020304" pitchFamily="18" charset="0"/>
              </a:rPr>
              <a:t>Áp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suất</a:t>
            </a:r>
            <a:endParaRPr lang="en-US" altLang="en-US" sz="2400" dirty="0">
              <a:latin typeface="Times New Roman" panose="02020603050405020304" pitchFamily="18" charset="0"/>
              <a:cs typeface="Times New Roman" panose="02020603050405020304" pitchFamily="18" charset="0"/>
            </a:endParaRPr>
          </a:p>
        </p:txBody>
      </p:sp>
      <p:sp>
        <p:nvSpPr>
          <p:cNvPr id="4115" name="TextBox 41"/>
          <p:cNvSpPr txBox="1">
            <a:spLocks noChangeArrowheads="1"/>
          </p:cNvSpPr>
          <p:nvPr/>
        </p:nvSpPr>
        <p:spPr bwMode="auto">
          <a:xfrm>
            <a:off x="8382001" y="5562601"/>
            <a:ext cx="17203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400" dirty="0" err="1">
                <a:latin typeface="Times New Roman" panose="02020603050405020304" pitchFamily="18" charset="0"/>
                <a:cs typeface="Times New Roman" panose="02020603050405020304" pitchFamily="18" charset="0"/>
              </a:rPr>
              <a:t>Chất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xúc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tác</a:t>
            </a:r>
            <a:endParaRPr lang="en-US" altLang="en-US" sz="2400" dirty="0">
              <a:latin typeface="Times New Roman" panose="02020603050405020304" pitchFamily="18" charset="0"/>
              <a:cs typeface="Times New Roman" panose="02020603050405020304" pitchFamily="18" charset="0"/>
            </a:endParaRPr>
          </a:p>
        </p:txBody>
      </p:sp>
      <p:sp>
        <p:nvSpPr>
          <p:cNvPr id="4116" name="TextBox 42"/>
          <p:cNvSpPr txBox="1">
            <a:spLocks noChangeArrowheads="1"/>
          </p:cNvSpPr>
          <p:nvPr/>
        </p:nvSpPr>
        <p:spPr bwMode="auto">
          <a:xfrm>
            <a:off x="6705600" y="5410201"/>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400" dirty="0" err="1">
                <a:latin typeface="Times New Roman" panose="02020603050405020304" pitchFamily="18" charset="0"/>
                <a:cs typeface="Times New Roman" panose="02020603050405020304" pitchFamily="18" charset="0"/>
              </a:rPr>
              <a:t>Diện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tích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tiếp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xúc</a:t>
            </a:r>
            <a:endParaRPr lang="en-US" altLang="en-US" sz="2400" dirty="0">
              <a:latin typeface="Times New Roman" panose="02020603050405020304" pitchFamily="18" charset="0"/>
              <a:cs typeface="Times New Roman" panose="02020603050405020304" pitchFamily="18" charset="0"/>
            </a:endParaRPr>
          </a:p>
        </p:txBody>
      </p:sp>
      <p:sp>
        <p:nvSpPr>
          <p:cNvPr id="4117" name="TextBox 31"/>
          <p:cNvSpPr txBox="1">
            <a:spLocks noChangeArrowheads="1"/>
          </p:cNvSpPr>
          <p:nvPr/>
        </p:nvSpPr>
        <p:spPr bwMode="auto">
          <a:xfrm>
            <a:off x="2209800" y="3733801"/>
            <a:ext cx="762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yếu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tố</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ảnh</a:t>
            </a:r>
            <a:r>
              <a:rPr lang="en-US" altLang="en-US" sz="2400" dirty="0">
                <a:latin typeface="Times New Roman" panose="02020603050405020304" pitchFamily="18" charset="0"/>
                <a:cs typeface="Times New Roman" panose="02020603050405020304" pitchFamily="18" charset="0"/>
              </a:rPr>
              <a:t> h</a:t>
            </a:r>
            <a:r>
              <a:rPr lang="vi-VN" altLang="en-US" sz="2400" dirty="0">
                <a:latin typeface="Times New Roman" panose="02020603050405020304" pitchFamily="18" charset="0"/>
                <a:cs typeface="Times New Roman" panose="02020603050405020304" pitchFamily="18" charset="0"/>
              </a:rPr>
              <a:t>ưởng</a:t>
            </a:r>
            <a:r>
              <a:rPr lang="en-US"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đến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tốc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ưng</a:t>
            </a:r>
            <a:endParaRPr lang="en-US" altLang="en-US" sz="2400" dirty="0">
              <a:latin typeface="Times New Roman" panose="02020603050405020304" pitchFamily="18" charset="0"/>
              <a:cs typeface="Times New Roman" panose="02020603050405020304" pitchFamily="18" charset="0"/>
            </a:endParaRPr>
          </a:p>
        </p:txBody>
      </p:sp>
      <p:sp>
        <p:nvSpPr>
          <p:cNvPr id="7189" name="TextBox 21"/>
          <p:cNvSpPr txBox="1">
            <a:spLocks noChangeArrowheads="1"/>
          </p:cNvSpPr>
          <p:nvPr/>
        </p:nvSpPr>
        <p:spPr bwMode="auto">
          <a:xfrm>
            <a:off x="2057400" y="228601"/>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solidFill>
                  <a:srgbClr val="FF0000"/>
                </a:solidFill>
                <a:latin typeface="Times New Roman" panose="02020603050405020304" pitchFamily="18" charset="0"/>
                <a:cs typeface="Times New Roman" panose="02020603050405020304" pitchFamily="18" charset="0"/>
              </a:rPr>
              <a:t>BÀI</a:t>
            </a:r>
            <a:r>
              <a:rPr lang="en-US" altLang="en-US" sz="2800" dirty="0">
                <a:solidFill>
                  <a:srgbClr val="FF0000"/>
                </a:solidFill>
                <a:latin typeface="Times New Roman" panose="02020603050405020304" pitchFamily="18" charset="0"/>
                <a:cs typeface="Times New Roman" panose="02020603050405020304" pitchFamily="18" charset="0"/>
              </a:rPr>
              <a:t> 20: </a:t>
            </a:r>
            <a:r>
              <a:rPr lang="en-US" altLang="en-US" sz="2800" dirty="0" err="1">
                <a:solidFill>
                  <a:srgbClr val="FFFF00"/>
                </a:solidFill>
                <a:latin typeface="Times New Roman" panose="02020603050405020304" pitchFamily="18" charset="0"/>
                <a:cs typeface="Times New Roman" panose="02020603050405020304" pitchFamily="18" charset="0"/>
              </a:rPr>
              <a:t>ÔN</a:t>
            </a:r>
            <a:r>
              <a:rPr lang="en-US" altLang="en-US" sz="2800" dirty="0">
                <a:solidFill>
                  <a:srgbClr val="FFFF00"/>
                </a:solidFill>
                <a:latin typeface="Times New Roman" panose="02020603050405020304" pitchFamily="18" charset="0"/>
                <a:cs typeface="Times New Roman" panose="02020603050405020304" pitchFamily="18" charset="0"/>
              </a:rPr>
              <a:t> </a:t>
            </a:r>
            <a:r>
              <a:rPr lang="en-US" altLang="en-US" sz="2800" dirty="0" err="1">
                <a:solidFill>
                  <a:srgbClr val="FFFF00"/>
                </a:solidFill>
                <a:latin typeface="Times New Roman" panose="02020603050405020304" pitchFamily="18" charset="0"/>
                <a:cs typeface="Times New Roman" panose="02020603050405020304" pitchFamily="18" charset="0"/>
              </a:rPr>
              <a:t>TẬP</a:t>
            </a:r>
            <a:r>
              <a:rPr lang="en-US" altLang="en-US" sz="2800" dirty="0">
                <a:solidFill>
                  <a:srgbClr val="FFFF00"/>
                </a:solidFill>
                <a:latin typeface="Times New Roman" panose="02020603050405020304" pitchFamily="18" charset="0"/>
                <a:cs typeface="Times New Roman" panose="02020603050405020304" pitchFamily="18" charset="0"/>
              </a:rPr>
              <a:t> </a:t>
            </a:r>
            <a:r>
              <a:rPr lang="en-US" altLang="en-US" sz="2800" dirty="0" err="1">
                <a:solidFill>
                  <a:srgbClr val="FFFF00"/>
                </a:solidFill>
                <a:latin typeface="Times New Roman" panose="02020603050405020304" pitchFamily="18" charset="0"/>
                <a:cs typeface="Times New Roman" panose="02020603050405020304" pitchFamily="18" charset="0"/>
              </a:rPr>
              <a:t>CHƯƠNG</a:t>
            </a:r>
            <a:r>
              <a:rPr lang="en-US" altLang="en-US" sz="2800" dirty="0">
                <a:solidFill>
                  <a:srgbClr val="FFFF00"/>
                </a:solidFill>
                <a:latin typeface="Times New Roman" panose="02020603050405020304" pitchFamily="18" charset="0"/>
                <a:cs typeface="Times New Roman" panose="02020603050405020304" pitchFamily="18" charset="0"/>
              </a:rPr>
              <a:t> 6</a:t>
            </a:r>
          </a:p>
        </p:txBody>
      </p:sp>
      <p:sp>
        <p:nvSpPr>
          <p:cNvPr id="7190" name="Slide Number Placeholder 2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fld id="{C63D27AC-E49D-46DC-8662-3430327F7CAE}" type="slidenum">
              <a:rPr lang="en-US" altLang="en-US" sz="1200">
                <a:solidFill>
                  <a:srgbClr val="045C75"/>
                </a:solidFill>
                <a:latin typeface="Arial" panose="020B0604020202020204" pitchFamily="34" charset="0"/>
              </a:rPr>
              <a:pPr>
                <a:spcBef>
                  <a:spcPct val="0"/>
                </a:spcBef>
                <a:buClrTx/>
                <a:buSzTx/>
                <a:buFontTx/>
                <a:buNone/>
              </a:pPr>
              <a:t>2</a:t>
            </a:fld>
            <a:endParaRPr lang="en-US" altLang="en-US" sz="1200">
              <a:solidFill>
                <a:srgbClr val="045C75"/>
              </a:solidFill>
              <a:latin typeface="Arial" panose="020B0604020202020204" pitchFamily="34" charset="0"/>
            </a:endParaRPr>
          </a:p>
        </p:txBody>
      </p:sp>
      <p:sp>
        <p:nvSpPr>
          <p:cNvPr id="23" name="TextBox 21"/>
          <p:cNvSpPr txBox="1">
            <a:spLocks noChangeArrowheads="1"/>
          </p:cNvSpPr>
          <p:nvPr/>
        </p:nvSpPr>
        <p:spPr bwMode="auto">
          <a:xfrm>
            <a:off x="862149" y="785597"/>
            <a:ext cx="9348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400" dirty="0">
                <a:latin typeface="Times New Roman" panose="02020603050405020304" pitchFamily="18" charset="0"/>
                <a:cs typeface="Times New Roman" panose="02020603050405020304" pitchFamily="18" charset="0"/>
              </a:rPr>
              <a:t>I. </a:t>
            </a:r>
            <a:r>
              <a:rPr lang="en-US" altLang="en-US" sz="2400" dirty="0" err="1">
                <a:latin typeface="Times New Roman" panose="02020603050405020304" pitchFamily="18" charset="0"/>
                <a:cs typeface="Times New Roman" panose="02020603050405020304" pitchFamily="18" charset="0"/>
              </a:rPr>
              <a:t>HỆ</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THỐNG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HÓA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KIẾN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THỨC</a:t>
            </a:r>
            <a:endParaRPr lang="en-US" altLang="en-US" sz="2400" dirty="0">
              <a:latin typeface="Times New Roman" panose="02020603050405020304" pitchFamily="18" charset="0"/>
              <a:cs typeface="Times New Roman" panose="02020603050405020304" pitchFamily="18" charset="0"/>
            </a:endParaRPr>
          </a:p>
        </p:txBody>
      </p:sp>
      <p:sp>
        <p:nvSpPr>
          <p:cNvPr id="29" name="Rectangle 28"/>
          <p:cNvSpPr/>
          <p:nvPr/>
        </p:nvSpPr>
        <p:spPr>
          <a:xfrm>
            <a:off x="731520" y="1175658"/>
            <a:ext cx="10763793" cy="22581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mc:AlternateContent xmlns:mc="http://schemas.openxmlformats.org/markup-compatibility/2006" xmlns:a14="http://schemas.microsoft.com/office/drawing/2010/main">
        <mc:Choice Requires="a14">
          <p:sp>
            <p:nvSpPr>
              <p:cNvPr id="30" name="TextBox 31"/>
              <p:cNvSpPr txBox="1">
                <a:spLocks noChangeArrowheads="1"/>
              </p:cNvSpPr>
              <p:nvPr/>
            </p:nvSpPr>
            <p:spPr bwMode="auto">
              <a:xfrm>
                <a:off x="1036321" y="1144334"/>
                <a:ext cx="10173546" cy="26656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None/>
                </a:pPr>
                <a:r>
                  <a:rPr lang="en-US" altLang="en-US" sz="2400" dirty="0">
                    <a:latin typeface="Times New Roman" panose="02020603050405020304" pitchFamily="18" charset="0"/>
                    <a:cs typeface="Times New Roman" panose="02020603050405020304" pitchFamily="18" charset="0"/>
                  </a:rPr>
                  <a:t>1. </a:t>
                </a:r>
                <a:r>
                  <a:rPr lang="en-US" altLang="en-US" sz="2400" dirty="0" err="1">
                    <a:latin typeface="Times New Roman" panose="02020603050405020304" pitchFamily="18" charset="0"/>
                    <a:cs typeface="Times New Roman" panose="02020603050405020304" pitchFamily="18" charset="0"/>
                  </a:rPr>
                  <a:t>Tốc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ứng</a:t>
                </a:r>
                <a:endParaRPr lang="en-US" altLang="en-US" sz="2400" dirty="0">
                  <a:latin typeface="Times New Roman" panose="02020603050405020304" pitchFamily="18" charset="0"/>
                  <a:cs typeface="Times New Roman" panose="02020603050405020304" pitchFamily="18" charset="0"/>
                </a:endParaRPr>
              </a:p>
              <a:p>
                <a:pPr marR="124460" indent="22225" algn="just">
                  <a:lnSpc>
                    <a:spcPct val="130000"/>
                  </a:lnSpc>
                  <a:spcAft>
                    <a:spcPts val="0"/>
                  </a:spcAft>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nghĩa</a:t>
                </a:r>
                <a:r>
                  <a:rPr lang="en-US" altLang="en-US" sz="2400" dirty="0">
                    <a:latin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Tốc</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độ</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phản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ứng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thường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xác</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định</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bằng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độ</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biến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thiên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nồng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độ</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của</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trong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phản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ứng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hoặc</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sản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phẩm</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trong</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đơn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vị</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thời</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gian</a:t>
                </a:r>
                <a:r>
                  <a:rPr lang="en-US" sz="2400" dirty="0">
                    <a:solidFill>
                      <a:srgbClr val="242021"/>
                    </a:solidFill>
                    <a:latin typeface="Times New Roman" panose="02020603050405020304" pitchFamily="18" charset="0"/>
                    <a:ea typeface="Times New Roman" panose="02020603050405020304" pitchFamily="18" charset="0"/>
                    <a:cs typeface="Times New Roman" panose="02020603050405020304" pitchFamily="18" charset="0"/>
                  </a:rPr>
                  <a:t>.</a:t>
                </a:r>
              </a:p>
              <a:p>
                <a:pPr marR="124460" indent="22225" algn="just">
                  <a:lnSpc>
                    <a:spcPct val="130000"/>
                  </a:lnSpc>
                  <a:spcAft>
                    <a:spcPts val="0"/>
                  </a:spcAft>
                </a:pPr>
                <a:r>
                  <a:rPr lang="en-US" sz="2400" dirty="0">
                    <a:solidFill>
                      <a:srgbClr val="24202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a:solidFill>
                      <a:srgbClr val="242021"/>
                    </a:solidFill>
                    <a:latin typeface="Times New Roman" panose="02020603050405020304" pitchFamily="18" charset="0"/>
                    <a:ea typeface="Times New Roman" panose="02020603050405020304" pitchFamily="18" charset="0"/>
                  </a:rPr>
                  <a:t> </a:t>
                </a:r>
                <a:r>
                  <a:rPr lang="en-US" sz="2400" i="1" dirty="0" err="1">
                    <a:solidFill>
                      <a:srgbClr val="242021"/>
                    </a:solidFill>
                    <a:latin typeface="Times New Roman" panose="02020603050405020304" pitchFamily="18" charset="0"/>
                    <a:ea typeface="Times New Roman" panose="02020603050405020304" pitchFamily="18" charset="0"/>
                  </a:rPr>
                  <a:t>Biểu</a:t>
                </a:r>
                <a:r>
                  <a:rPr lang="en-US" sz="2400" i="1" dirty="0">
                    <a:solidFill>
                      <a:srgbClr val="242021"/>
                    </a:solidFill>
                    <a:latin typeface="Times New Roman" panose="02020603050405020304" pitchFamily="18" charset="0"/>
                    <a:ea typeface="Times New Roman" panose="02020603050405020304" pitchFamily="18" charset="0"/>
                  </a:rPr>
                  <a:t> </a:t>
                </a:r>
                <a:r>
                  <a:rPr lang="en-US" sz="2400" i="1" dirty="0" err="1">
                    <a:solidFill>
                      <a:srgbClr val="242021"/>
                    </a:solidFill>
                    <a:latin typeface="Times New Roman" panose="02020603050405020304" pitchFamily="18" charset="0"/>
                    <a:ea typeface="Times New Roman" panose="02020603050405020304" pitchFamily="18" charset="0"/>
                  </a:rPr>
                  <a:t>thức</a:t>
                </a:r>
                <a:r>
                  <a:rPr lang="en-US" sz="2400" i="1" dirty="0">
                    <a:solidFill>
                      <a:srgbClr val="242021"/>
                    </a:solidFill>
                    <a:latin typeface="Times New Roman" panose="02020603050405020304" pitchFamily="18" charset="0"/>
                    <a:ea typeface="Times New Roman" panose="02020603050405020304" pitchFamily="18" charset="0"/>
                  </a:rPr>
                  <a:t> </a:t>
                </a:r>
                <a:r>
                  <a:rPr lang="en-US" sz="2400" i="1" dirty="0" err="1">
                    <a:solidFill>
                      <a:srgbClr val="242021"/>
                    </a:solidFill>
                    <a:latin typeface="Times New Roman" panose="02020603050405020304" pitchFamily="18" charset="0"/>
                    <a:ea typeface="Times New Roman" panose="02020603050405020304" pitchFamily="18" charset="0"/>
                  </a:rPr>
                  <a:t>tính</a:t>
                </a:r>
                <a:r>
                  <a:rPr lang="en-US" sz="2400" i="1" dirty="0">
                    <a:solidFill>
                      <a:srgbClr val="242021"/>
                    </a:solidFill>
                    <a:latin typeface="Times New Roman" panose="02020603050405020304" pitchFamily="18" charset="0"/>
                    <a:ea typeface="Times New Roman" panose="02020603050405020304" pitchFamily="18" charset="0"/>
                  </a:rPr>
                  <a:t>: </a:t>
                </a:r>
                <a14:m>
                  <m:oMath xmlns:m="http://schemas.openxmlformats.org/officeDocument/2006/math">
                    <m:r>
                      <a:rPr lang="en-US" sz="2400" b="0" i="1" smtClean="0">
                        <a:solidFill>
                          <a:srgbClr val="242021"/>
                        </a:solidFill>
                        <a:latin typeface="Cambria Math" panose="02040503050406030204" pitchFamily="18" charset="0"/>
                        <a:ea typeface="Times New Roman" panose="02020603050405020304" pitchFamily="18" charset="0"/>
                      </a:rPr>
                      <m:t>𝑣</m:t>
                    </m:r>
                    <m:r>
                      <a:rPr lang="en-US" sz="2400" b="0" i="1" smtClean="0">
                        <a:solidFill>
                          <a:srgbClr val="242021"/>
                        </a:solidFill>
                        <a:latin typeface="Cambria Math" panose="02040503050406030204" pitchFamily="18" charset="0"/>
                        <a:ea typeface="Times New Roman" panose="02020603050405020304" pitchFamily="18" charset="0"/>
                      </a:rPr>
                      <m:t>=±</m:t>
                    </m:r>
                    <m:f>
                      <m:fPr>
                        <m:ctrlPr>
                          <a:rPr lang="en-US" sz="2400" b="0" i="1" smtClean="0">
                            <a:solidFill>
                              <a:srgbClr val="242021"/>
                            </a:solidFill>
                            <a:latin typeface="Cambria Math" panose="02040503050406030204" pitchFamily="18" charset="0"/>
                            <a:ea typeface="Cambria Math" panose="02040503050406030204" pitchFamily="18" charset="0"/>
                          </a:rPr>
                        </m:ctrlPr>
                      </m:fPr>
                      <m:num>
                        <m:r>
                          <a:rPr lang="en-US" sz="2400" b="0" i="1" smtClean="0">
                            <a:solidFill>
                              <a:srgbClr val="242021"/>
                            </a:solidFill>
                            <a:latin typeface="Cambria Math" panose="02040503050406030204" pitchFamily="18" charset="0"/>
                            <a:ea typeface="Cambria Math" panose="02040503050406030204" pitchFamily="18" charset="0"/>
                          </a:rPr>
                          <m:t>∆</m:t>
                        </m:r>
                        <m:r>
                          <a:rPr lang="en-US" sz="2400" b="0" i="1" smtClean="0">
                            <a:solidFill>
                              <a:srgbClr val="242021"/>
                            </a:solidFill>
                            <a:latin typeface="Cambria Math" panose="02040503050406030204" pitchFamily="18" charset="0"/>
                            <a:ea typeface="Cambria Math" panose="02040503050406030204" pitchFamily="18" charset="0"/>
                          </a:rPr>
                          <m:t>𝐶</m:t>
                        </m:r>
                      </m:num>
                      <m:den>
                        <m:r>
                          <a:rPr lang="en-US" sz="2400" b="0" i="1" smtClean="0">
                            <a:solidFill>
                              <a:srgbClr val="242021"/>
                            </a:solidFill>
                            <a:latin typeface="Cambria Math" panose="02040503050406030204" pitchFamily="18" charset="0"/>
                            <a:ea typeface="Cambria Math" panose="02040503050406030204" pitchFamily="18" charset="0"/>
                          </a:rPr>
                          <m:t>∆</m:t>
                        </m:r>
                        <m:r>
                          <a:rPr lang="en-US" sz="2400" b="0" i="1" smtClean="0">
                            <a:solidFill>
                              <a:srgbClr val="242021"/>
                            </a:solidFill>
                            <a:latin typeface="Cambria Math" panose="02040503050406030204" pitchFamily="18" charset="0"/>
                            <a:ea typeface="Cambria Math" panose="02040503050406030204" pitchFamily="18" charset="0"/>
                          </a:rPr>
                          <m:t>𝑡</m:t>
                        </m:r>
                      </m:den>
                    </m:f>
                  </m:oMath>
                </a14:m>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spcBef>
                    <a:spcPct val="0"/>
                  </a:spcBef>
                  <a:buClrTx/>
                  <a:buSzTx/>
                  <a:buNone/>
                </a:pPr>
                <a:endParaRPr lang="en-US" altLang="en-US" sz="2400" dirty="0">
                  <a:latin typeface="Times New Roman" panose="02020603050405020304" pitchFamily="18" charset="0"/>
                  <a:cs typeface="Times New Roman" panose="02020603050405020304" pitchFamily="18" charset="0"/>
                </a:endParaRPr>
              </a:p>
            </p:txBody>
          </p:sp>
        </mc:Choice>
        <mc:Fallback xmlns="">
          <p:sp>
            <p:nvSpPr>
              <p:cNvPr id="30" name="TextBox 31"/>
              <p:cNvSpPr txBox="1">
                <a:spLocks noRot="1" noChangeAspect="1" noMove="1" noResize="1" noEditPoints="1" noAdjustHandles="1" noChangeArrowheads="1" noChangeShapeType="1" noTextEdit="1"/>
              </p:cNvSpPr>
              <p:nvPr/>
            </p:nvSpPr>
            <p:spPr bwMode="auto">
              <a:xfrm>
                <a:off x="1036321" y="1144334"/>
                <a:ext cx="10173546" cy="2665666"/>
              </a:xfrm>
              <a:prstGeom prst="rect">
                <a:avLst/>
              </a:prstGeom>
              <a:blipFill>
                <a:blip r:embed="rId2"/>
                <a:stretch>
                  <a:fillRect l="-899" t="-18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7"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Tree>
    <p:extLst>
      <p:ext uri="{BB962C8B-B14F-4D97-AF65-F5344CB8AC3E}">
        <p14:creationId xmlns:p14="http://schemas.microsoft.com/office/powerpoint/2010/main" val="265338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
                                            <p:txEl>
                                              <p:pRg st="0" end="0"/>
                                            </p:txEl>
                                          </p:spTgt>
                                        </p:tgtEl>
                                        <p:attrNameLst>
                                          <p:attrName>style.visibility</p:attrName>
                                        </p:attrNameLst>
                                      </p:cBhvr>
                                      <p:to>
                                        <p:strVal val="visible"/>
                                      </p:to>
                                    </p:set>
                                    <p:anim calcmode="lin" valueType="num">
                                      <p:cBhvr additive="base">
                                        <p:cTn id="13"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 calcmode="lin" valueType="num">
                                      <p:cBhvr additive="base">
                                        <p:cTn id="19" dur="500" fill="hold"/>
                                        <p:tgtEl>
                                          <p:spTgt spid="3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xEl>
                                              <p:pRg st="2" end="2"/>
                                            </p:txEl>
                                          </p:spTgt>
                                        </p:tgtEl>
                                        <p:attrNameLst>
                                          <p:attrName>style.visibility</p:attrName>
                                        </p:attrNameLst>
                                      </p:cBhvr>
                                      <p:to>
                                        <p:strVal val="visible"/>
                                      </p:to>
                                    </p:set>
                                    <p:anim calcmode="lin" valueType="num">
                                      <p:cBhvr additive="base">
                                        <p:cTn id="25" dur="500" fill="hold"/>
                                        <p:tgtEl>
                                          <p:spTgt spid="3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17">
                                            <p:txEl>
                                              <p:pRg st="0" end="0"/>
                                            </p:txEl>
                                          </p:spTgt>
                                        </p:tgtEl>
                                        <p:attrNameLst>
                                          <p:attrName>style.visibility</p:attrName>
                                        </p:attrNameLst>
                                      </p:cBhvr>
                                      <p:to>
                                        <p:strVal val="visible"/>
                                      </p:to>
                                    </p:set>
                                    <p:anim calcmode="lin" valueType="num">
                                      <p:cBhvr additive="base">
                                        <p:cTn id="31" dur="500" fill="hold"/>
                                        <p:tgtEl>
                                          <p:spTgt spid="411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12">
                                            <p:txEl>
                                              <p:pRg st="0" end="0"/>
                                            </p:txEl>
                                          </p:spTgt>
                                        </p:tgtEl>
                                        <p:attrNameLst>
                                          <p:attrName>style.visibility</p:attrName>
                                        </p:attrNameLst>
                                      </p:cBhvr>
                                      <p:to>
                                        <p:strVal val="visible"/>
                                      </p:to>
                                    </p:set>
                                    <p:anim calcmode="lin" valueType="num">
                                      <p:cBhvr additive="base">
                                        <p:cTn id="37" dur="500" fill="hold"/>
                                        <p:tgtEl>
                                          <p:spTgt spid="411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114">
                                            <p:txEl>
                                              <p:pRg st="0" end="0"/>
                                            </p:txEl>
                                          </p:spTgt>
                                        </p:tgtEl>
                                        <p:attrNameLst>
                                          <p:attrName>style.visibility</p:attrName>
                                        </p:attrNameLst>
                                      </p:cBhvr>
                                      <p:to>
                                        <p:strVal val="visible"/>
                                      </p:to>
                                    </p:set>
                                    <p:anim calcmode="lin" valueType="num">
                                      <p:cBhvr additive="base">
                                        <p:cTn id="43" dur="500" fill="hold"/>
                                        <p:tgtEl>
                                          <p:spTgt spid="4114">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1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113">
                                            <p:txEl>
                                              <p:pRg st="0" end="0"/>
                                            </p:txEl>
                                          </p:spTgt>
                                        </p:tgtEl>
                                        <p:attrNameLst>
                                          <p:attrName>style.visibility</p:attrName>
                                        </p:attrNameLst>
                                      </p:cBhvr>
                                      <p:to>
                                        <p:strVal val="visible"/>
                                      </p:to>
                                    </p:set>
                                    <p:anim calcmode="lin" valueType="num">
                                      <p:cBhvr additive="base">
                                        <p:cTn id="49" dur="500" fill="hold"/>
                                        <p:tgtEl>
                                          <p:spTgt spid="4113">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1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116">
                                            <p:txEl>
                                              <p:pRg st="0" end="0"/>
                                            </p:txEl>
                                          </p:spTgt>
                                        </p:tgtEl>
                                        <p:attrNameLst>
                                          <p:attrName>style.visibility</p:attrName>
                                        </p:attrNameLst>
                                      </p:cBhvr>
                                      <p:to>
                                        <p:strVal val="visible"/>
                                      </p:to>
                                    </p:set>
                                    <p:anim calcmode="lin" valueType="num">
                                      <p:cBhvr additive="base">
                                        <p:cTn id="55" dur="500" fill="hold"/>
                                        <p:tgtEl>
                                          <p:spTgt spid="4116">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1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115">
                                            <p:txEl>
                                              <p:pRg st="0" end="0"/>
                                            </p:txEl>
                                          </p:spTgt>
                                        </p:tgtEl>
                                        <p:attrNameLst>
                                          <p:attrName>style.visibility</p:attrName>
                                        </p:attrNameLst>
                                      </p:cBhvr>
                                      <p:to>
                                        <p:strVal val="visible"/>
                                      </p:to>
                                    </p:set>
                                    <p:anim calcmode="lin" valueType="num">
                                      <p:cBhvr additive="base">
                                        <p:cTn id="61" dur="500" fill="hold"/>
                                        <p:tgtEl>
                                          <p:spTgt spid="4115">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1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marL="0" indent="0" algn="just">
              <a:lnSpc>
                <a:spcPct val="130000"/>
              </a:lnSpc>
              <a:spcAft>
                <a:spcPts val="0"/>
              </a:spcAft>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Hãy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chậm</a:t>
            </a:r>
            <a:r>
              <a:rPr lang="en-US" dirty="0">
                <a:latin typeface="Times New Roman" panose="02020603050405020304" pitchFamily="18" charset="0"/>
                <a:cs typeface="Times New Roman" panose="02020603050405020304" pitchFamily="18" charset="0"/>
              </a:rPr>
              <a:t>?</a:t>
            </a: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Đốt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(b) </a:t>
            </a:r>
            <a:r>
              <a:rPr lang="en-US" dirty="0" err="1">
                <a:latin typeface="Times New Roman" panose="02020603050405020304" pitchFamily="18" charset="0"/>
                <a:cs typeface="Times New Roman" panose="02020603050405020304" pitchFamily="18" charset="0"/>
              </a:rPr>
              <a:t>Sắt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gỉ</a:t>
            </a:r>
            <a:r>
              <a:rPr lang="en-US" dirty="0">
                <a:latin typeface="Times New Roman" panose="02020603050405020304" pitchFamily="18" charset="0"/>
                <a:cs typeface="Times New Roman" panose="02020603050405020304" pitchFamily="18" charset="0"/>
              </a:rPr>
              <a:t>.</a:t>
            </a: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Trung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hòa</a:t>
            </a:r>
            <a:r>
              <a:rPr lang="en-US" dirty="0">
                <a:latin typeface="Times New Roman" panose="02020603050405020304" pitchFamily="18" charset="0"/>
                <a:cs typeface="Times New Roman" panose="02020603050405020304" pitchFamily="18" charset="0"/>
              </a:rPr>
              <a:t> acid – base.</a:t>
            </a: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giải</a:t>
            </a:r>
            <a:endParaRPr lang="en-US" b="1"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nhanh</a:t>
            </a:r>
            <a:r>
              <a:rPr lang="en-US" dirty="0">
                <a:latin typeface="Times New Roman" panose="02020603050405020304" pitchFamily="18" charset="0"/>
                <a:cs typeface="Times New Roman" panose="02020603050405020304" pitchFamily="18" charset="0"/>
              </a:rPr>
              <a:t>: (a) (c)</a:t>
            </a: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chậm</a:t>
            </a:r>
            <a:r>
              <a:rPr lang="en-US" dirty="0">
                <a:latin typeface="Times New Roman" panose="02020603050405020304" pitchFamily="18" charset="0"/>
                <a:cs typeface="Times New Roman" panose="02020603050405020304" pitchFamily="18" charset="0"/>
              </a:rPr>
              <a:t>: (b).</a:t>
            </a: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522514" y="1495696"/>
            <a:ext cx="10972799" cy="49782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72264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marL="0" indent="0" algn="just">
              <a:lnSpc>
                <a:spcPct val="130000"/>
              </a:lnSpc>
              <a:spcAft>
                <a:spcPts val="0"/>
              </a:spcAft>
              <a:buNone/>
            </a:pPr>
            <a:r>
              <a:rPr lang="en-US" sz="2000" b="1" dirty="0" err="1">
                <a:latin typeface="Times New Roman" panose="02020603050405020304" pitchFamily="18" charset="0"/>
                <a:cs typeface="Times New Roman" panose="02020603050405020304" pitchFamily="18" charset="0"/>
              </a:rPr>
              <a:t>Bài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tập</a:t>
            </a:r>
            <a:r>
              <a:rPr lang="en-US" sz="2000" b="1" dirty="0">
                <a:latin typeface="Times New Roman" panose="02020603050405020304" pitchFamily="18" charset="0"/>
                <a:cs typeface="Times New Roman" panose="02020603050405020304" pitchFamily="18" charset="0"/>
              </a:rPr>
              <a:t> 2. </a:t>
            </a:r>
            <a:r>
              <a:rPr lang="en-US" sz="2000" dirty="0">
                <a:latin typeface="Times New Roman" panose="02020603050405020304" pitchFamily="18" charset="0"/>
                <a:ea typeface="Calibri" panose="020F0502020204030204" pitchFamily="34" charset="0"/>
                <a:cs typeface="Times New Roman" panose="02020603050405020304" pitchFamily="18" charset="0"/>
              </a:rPr>
              <a:t>Cho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khoảng</a:t>
            </a:r>
            <a:r>
              <a:rPr lang="en-US" sz="2000" dirty="0">
                <a:latin typeface="Times New Roman" panose="02020603050405020304" pitchFamily="18" charset="0"/>
                <a:ea typeface="Calibri" panose="020F0502020204030204" pitchFamily="34" charset="0"/>
                <a:cs typeface="Times New Roman" panose="02020603050405020304" pitchFamily="18" charset="0"/>
              </a:rPr>
              <a:t> 2 g zinc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dạng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hạt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vào</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một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cốc</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đựng</a:t>
            </a:r>
            <a:r>
              <a:rPr lang="en-US" sz="2000" dirty="0">
                <a:latin typeface="Times New Roman" panose="02020603050405020304" pitchFamily="18" charset="0"/>
                <a:ea typeface="Calibri" panose="020F0502020204030204" pitchFamily="34" charset="0"/>
                <a:cs typeface="Times New Roman" panose="02020603050405020304" pitchFamily="18" charset="0"/>
              </a:rPr>
              <a:t> dung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dịch</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sz="2000" dirty="0" err="1">
                <a:latin typeface="Times New Roman" panose="02020603050405020304" pitchFamily="18" charset="0"/>
                <a:ea typeface="Calibri" panose="020F0502020204030204" pitchFamily="34" charset="0"/>
                <a:cs typeface="Times New Roman" panose="02020603050405020304" pitchFamily="18" charset="0"/>
              </a:rPr>
              <a:t>SO</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4</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2M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dư</a:t>
            </a:r>
            <a:r>
              <a:rPr lang="en-US" sz="2000" dirty="0">
                <a:latin typeface="Times New Roman" panose="02020603050405020304" pitchFamily="18" charset="0"/>
                <a:ea typeface="Calibri" panose="020F0502020204030204" pitchFamily="34" charset="0"/>
                <a:cs typeface="Times New Roman" panose="02020603050405020304" pitchFamily="18" charset="0"/>
              </a:rPr>
              <a:t>) ở </a:t>
            </a:r>
            <a:r>
              <a:rPr lang="en-US" sz="2000" dirty="0" err="1">
                <a:latin typeface="Times New Roman" panose="02020603050405020304" pitchFamily="18" charset="0"/>
                <a:ea typeface="Calibri" panose="020F0502020204030204" pitchFamily="34" charset="0"/>
                <a:cs typeface="Times New Roman" panose="02020603050405020304" pitchFamily="18" charset="0"/>
              </a:rPr>
              <a:t>nhiệt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độ</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phòng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Nếu</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chỉ</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biến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đổi</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một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trong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các</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điều</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kiện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sau</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đây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các</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điều</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kiện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khác</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giữ</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nguyên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thì</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tốc</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độ</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phản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ứng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sẽ</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thay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đổi</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thế</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nào</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tăng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lên</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giảm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xuống</a:t>
            </a:r>
            <a:r>
              <a:rPr lang="en-US" sz="2000" dirty="0">
                <a:latin typeface="Times New Roman" panose="02020603050405020304" pitchFamily="18" charset="0"/>
                <a:ea typeface="Calibri" panose="020F0502020204030204" pitchFamily="34" charset="0"/>
                <a:cs typeface="Times New Roman" panose="02020603050405020304" pitchFamily="18" charset="0"/>
              </a:rPr>
              <a:t> hay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không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đổi</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sz="2000" dirty="0">
                <a:latin typeface="Times New Roman" panose="02020603050405020304" pitchFamily="18" charset="0"/>
                <a:ea typeface="Calibri" panose="020F0502020204030204" pitchFamily="34" charset="0"/>
                <a:cs typeface="Times New Roman" panose="02020603050405020304" pitchFamily="18" charset="0"/>
              </a:rPr>
              <a:t>(a)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Thay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kẽm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hạt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bằng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kẽm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bột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cùng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khối</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lượng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khuấy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đều</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sz="2000" dirty="0">
                <a:latin typeface="Times New Roman" panose="02020603050405020304" pitchFamily="18" charset="0"/>
                <a:ea typeface="Calibri" panose="020F0502020204030204" pitchFamily="34" charset="0"/>
                <a:cs typeface="Times New Roman" panose="02020603050405020304" pitchFamily="18" charset="0"/>
              </a:rPr>
              <a:t>(b)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Thay</a:t>
            </a:r>
            <a:r>
              <a:rPr lang="en-US" sz="2000" dirty="0">
                <a:latin typeface="Times New Roman" panose="02020603050405020304" pitchFamily="18" charset="0"/>
                <a:ea typeface="Calibri" panose="020F0502020204030204" pitchFamily="34" charset="0"/>
                <a:cs typeface="Times New Roman" panose="02020603050405020304" pitchFamily="18" charset="0"/>
              </a:rPr>
              <a:t> dung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dịch</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sz="2000" dirty="0" err="1">
                <a:latin typeface="Times New Roman" panose="02020603050405020304" pitchFamily="18" charset="0"/>
                <a:ea typeface="Calibri" panose="020F0502020204030204" pitchFamily="34" charset="0"/>
                <a:cs typeface="Times New Roman" panose="02020603050405020304" pitchFamily="18" charset="0"/>
              </a:rPr>
              <a:t>SO</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4</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2M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bằng</a:t>
            </a:r>
            <a:r>
              <a:rPr lang="en-US" sz="2000" dirty="0">
                <a:latin typeface="Times New Roman" panose="02020603050405020304" pitchFamily="18" charset="0"/>
                <a:ea typeface="Calibri" panose="020F0502020204030204" pitchFamily="34" charset="0"/>
                <a:cs typeface="Times New Roman" panose="02020603050405020304" pitchFamily="18" charset="0"/>
              </a:rPr>
              <a:t> dung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dịch</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sz="2000" dirty="0" err="1">
                <a:latin typeface="Times New Roman" panose="02020603050405020304" pitchFamily="18" charset="0"/>
                <a:ea typeface="Calibri" panose="020F0502020204030204" pitchFamily="34" charset="0"/>
                <a:cs typeface="Times New Roman" panose="02020603050405020304" pitchFamily="18" charset="0"/>
              </a:rPr>
              <a:t>SO</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4</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1M</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có</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cùng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thể</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tích</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000" dirty="0">
                <a:latin typeface="Times New Roman" panose="02020603050405020304" pitchFamily="18" charset="0"/>
                <a:ea typeface="Calibri" panose="020F0502020204030204" pitchFamily="34" charset="0"/>
              </a:rPr>
              <a:t>(c ) </a:t>
            </a:r>
            <a:r>
              <a:rPr lang="en-US" sz="2000" dirty="0" err="1">
                <a:latin typeface="Times New Roman" panose="02020603050405020304" pitchFamily="18" charset="0"/>
                <a:ea typeface="Calibri" panose="020F0502020204030204" pitchFamily="34" charset="0"/>
              </a:rPr>
              <a:t>Thực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hiện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phản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ứng</a:t>
            </a:r>
            <a:r>
              <a:rPr lang="en-US" sz="2000" dirty="0">
                <a:latin typeface="Times New Roman" panose="02020603050405020304" pitchFamily="18" charset="0"/>
                <a:ea typeface="Calibri" panose="020F0502020204030204" pitchFamily="34" charset="0"/>
              </a:rPr>
              <a:t> ở </a:t>
            </a:r>
            <a:r>
              <a:rPr lang="en-US" sz="2000" dirty="0" err="1">
                <a:latin typeface="Times New Roman" panose="02020603050405020304" pitchFamily="18" charset="0"/>
                <a:ea typeface="Calibri" panose="020F0502020204030204" pitchFamily="34" charset="0"/>
              </a:rPr>
              <a:t>nhiệt</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độ</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cao</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hơn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khoảng</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50</a:t>
            </a:r>
            <a:r>
              <a:rPr lang="en-US" sz="2000" baseline="30000" dirty="0" err="1">
                <a:latin typeface="Times New Roman" panose="02020603050405020304" pitchFamily="18" charset="0"/>
                <a:ea typeface="Calibri" panose="020F0502020204030204" pitchFamily="34" charset="0"/>
              </a:rPr>
              <a:t>o</a:t>
            </a:r>
            <a:r>
              <a:rPr lang="en-US" sz="2000" dirty="0" err="1">
                <a:latin typeface="Times New Roman" panose="02020603050405020304" pitchFamily="18" charset="0"/>
                <a:ea typeface="Calibri" panose="020F0502020204030204" pitchFamily="34" charset="0"/>
              </a:rPr>
              <a:t>C</a:t>
            </a:r>
            <a:r>
              <a:rPr lang="en-US" sz="2000" dirty="0">
                <a:latin typeface="Times New Roman" panose="02020603050405020304" pitchFamily="18" charset="0"/>
                <a:ea typeface="Calibri" panose="020F0502020204030204" pitchFamily="34" charset="0"/>
              </a:rPr>
              <a:t>).</a:t>
            </a:r>
            <a:endParaRPr lang="en-US" sz="2000" b="1" dirty="0">
              <a:latin typeface="Times New Roman" panose="02020603050405020304" pitchFamily="18" charset="0"/>
              <a:cs typeface="Times New Roman" panose="02020603050405020304" pitchFamily="18" charset="0"/>
            </a:endParaRPr>
          </a:p>
          <a:p>
            <a:pPr marL="0" indent="0" algn="ctr">
              <a:lnSpc>
                <a:spcPct val="130000"/>
              </a:lnSpc>
              <a:spcAft>
                <a:spcPts val="0"/>
              </a:spcAft>
              <a:buNone/>
            </a:pPr>
            <a:r>
              <a:rPr lang="en-US" sz="2000" b="1" dirty="0" err="1">
                <a:latin typeface="Times New Roman" panose="02020603050405020304" pitchFamily="18" charset="0"/>
                <a:cs typeface="Times New Roman" panose="02020603050405020304" pitchFamily="18" charset="0"/>
              </a:rPr>
              <a:t>Bài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giải</a:t>
            </a:r>
            <a:endParaRPr lang="en-US" sz="2000" b="1"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Tốc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lên</a:t>
            </a:r>
            <a:r>
              <a:rPr lang="en-US" sz="2000" dirty="0">
                <a:latin typeface="Times New Roman" panose="02020603050405020304" pitchFamily="18" charset="0"/>
                <a:cs typeface="Times New Roman" panose="02020603050405020304" pitchFamily="18" charset="0"/>
              </a:rPr>
              <a:t> do </a:t>
            </a:r>
            <a:r>
              <a:rPr lang="en-US" sz="2000" dirty="0" err="1">
                <a:latin typeface="Times New Roman" panose="02020603050405020304" pitchFamily="18" charset="0"/>
                <a:cs typeface="Times New Roman" panose="02020603050405020304" pitchFamily="18" charset="0"/>
              </a:rPr>
              <a:t>bề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mặt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tiếp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xúc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kẽm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lên</a:t>
            </a:r>
            <a:r>
              <a:rPr lang="en-US" sz="2000" dirty="0">
                <a:latin typeface="Times New Roman" panose="02020603050405020304" pitchFamily="18" charset="0"/>
                <a:cs typeface="Times New Roman" panose="02020603050405020304" pitchFamily="18" charset="0"/>
              </a:rPr>
              <a:t>.</a:t>
            </a:r>
          </a:p>
          <a:p>
            <a:pPr marL="0" indent="0" algn="just">
              <a:lnSpc>
                <a:spcPct val="130000"/>
              </a:lnSpc>
              <a:spcAft>
                <a:spcPts val="0"/>
              </a:spcAft>
              <a:buNone/>
            </a:pPr>
            <a:r>
              <a:rPr lang="en-US" sz="2000" dirty="0">
                <a:latin typeface="Times New Roman" panose="02020603050405020304" pitchFamily="18" charset="0"/>
                <a:cs typeface="Times New Roman" panose="02020603050405020304" pitchFamily="18" charset="0"/>
              </a:rPr>
              <a:t>(b) </a:t>
            </a:r>
            <a:r>
              <a:rPr lang="en-US" sz="2000" dirty="0" err="1">
                <a:latin typeface="Times New Roman" panose="02020603050405020304" pitchFamily="18" charset="0"/>
                <a:cs typeface="Times New Roman" panose="02020603050405020304" pitchFamily="18" charset="0"/>
              </a:rPr>
              <a:t>Tốc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xuống</a:t>
            </a:r>
            <a:r>
              <a:rPr lang="en-US" sz="2000" dirty="0">
                <a:latin typeface="Times New Roman" panose="02020603050405020304" pitchFamily="18" charset="0"/>
                <a:cs typeface="Times New Roman" panose="02020603050405020304" pitchFamily="18" charset="0"/>
              </a:rPr>
              <a:t> do </a:t>
            </a:r>
            <a:r>
              <a:rPr lang="en-US" sz="2000" dirty="0" err="1">
                <a:latin typeface="Times New Roman" panose="02020603050405020304" pitchFamily="18" charset="0"/>
                <a:cs typeface="Times New Roman" panose="02020603050405020304" pitchFamily="18" charset="0"/>
              </a:rPr>
              <a:t>giảm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nồng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a:t>
            </a:r>
          </a:p>
          <a:p>
            <a:pPr marL="0" indent="0" algn="just">
              <a:lnSpc>
                <a:spcPct val="130000"/>
              </a:lnSpc>
              <a:spcAft>
                <a:spcPts val="0"/>
              </a:spcAft>
              <a:buNone/>
            </a:pPr>
            <a:r>
              <a:rPr lang="en-US" sz="2000" dirty="0">
                <a:latin typeface="Times New Roman" panose="02020603050405020304" pitchFamily="18" charset="0"/>
                <a:cs typeface="Times New Roman" panose="02020603050405020304" pitchFamily="18" charset="0"/>
              </a:rPr>
              <a:t>(c ) </a:t>
            </a:r>
            <a:r>
              <a:rPr lang="en-US" sz="2000" dirty="0" err="1">
                <a:latin typeface="Times New Roman" panose="02020603050405020304" pitchFamily="18" charset="0"/>
                <a:cs typeface="Times New Roman" panose="02020603050405020304" pitchFamily="18" charset="0"/>
              </a:rPr>
              <a:t>Tốc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lên</a:t>
            </a:r>
            <a:r>
              <a:rPr lang="en-US" sz="2000" dirty="0">
                <a:latin typeface="Times New Roman" panose="02020603050405020304" pitchFamily="18" charset="0"/>
                <a:cs typeface="Times New Roman" panose="02020603050405020304" pitchFamily="18" charset="0"/>
              </a:rPr>
              <a:t> do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nhiệt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a:t>
            </a: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522514" y="1495696"/>
            <a:ext cx="10972799" cy="49782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370602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marL="0" indent="0" algn="just">
              <a:lnSpc>
                <a:spcPct val="130000"/>
              </a:lnSpc>
              <a:spcAft>
                <a:spcPts val="0"/>
              </a:spcAft>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3. </a:t>
            </a:r>
            <a:r>
              <a:rPr lang="en-US" dirty="0">
                <a:latin typeface="Times New Roman" panose="02020603050405020304" pitchFamily="18" charset="0"/>
                <a:ea typeface="Calibri" panose="020F0502020204030204" pitchFamily="34" charset="0"/>
                <a:cs typeface="Times New Roman" panose="02020603050405020304" pitchFamily="18" charset="0"/>
              </a:rPr>
              <a:t>Hydrogen peroxide </a:t>
            </a:r>
            <a:r>
              <a:rPr lang="en-US" dirty="0" err="1">
                <a:latin typeface="Times New Roman" panose="02020603050405020304" pitchFamily="18" charset="0"/>
                <a:ea typeface="Calibri" panose="020F0502020204030204" pitchFamily="34" charset="0"/>
                <a:cs typeface="Times New Roman" panose="02020603050405020304" pitchFamily="18" charset="0"/>
              </a:rPr>
              <a:t>phân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hủy</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2H</a:t>
            </a:r>
            <a:r>
              <a:rPr lang="en-US"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dirty="0" err="1">
                <a:latin typeface="Times New Roman" panose="02020603050405020304" pitchFamily="18" charset="0"/>
                <a:ea typeface="Calibri" panose="020F0502020204030204" pitchFamily="34" charset="0"/>
                <a:cs typeface="Times New Roman" panose="02020603050405020304" pitchFamily="18" charset="0"/>
              </a:rPr>
              <a:t>O</a:t>
            </a:r>
            <a:r>
              <a:rPr lang="en-US"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dirty="0">
                <a:latin typeface="Times New Roman" panose="02020603050405020304" pitchFamily="18" charset="0"/>
                <a:ea typeface="Calibri" panose="020F0502020204030204" pitchFamily="34" charset="0"/>
                <a:cs typeface="Times New Roman" panose="02020603050405020304" pitchFamily="18" charset="0"/>
              </a:rPr>
              <a:t> → </a:t>
            </a:r>
            <a:r>
              <a:rPr lang="en-US" dirty="0" err="1">
                <a:latin typeface="Times New Roman" panose="02020603050405020304" pitchFamily="18" charset="0"/>
                <a:ea typeface="Calibri" panose="020F0502020204030204" pitchFamily="34" charset="0"/>
                <a:cs typeface="Times New Roman" panose="02020603050405020304" pitchFamily="18" charset="0"/>
              </a:rPr>
              <a:t>2H</a:t>
            </a:r>
            <a:r>
              <a:rPr lang="en-US"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dirty="0" err="1">
                <a:latin typeface="Times New Roman" panose="02020603050405020304" pitchFamily="18" charset="0"/>
                <a:ea typeface="Calibri" panose="020F0502020204030204" pitchFamily="34" charset="0"/>
                <a:cs typeface="Times New Roman" panose="02020603050405020304" pitchFamily="18" charset="0"/>
              </a:rPr>
              <a:t>O</a:t>
            </a:r>
            <a:r>
              <a:rPr lang="en-US" dirty="0">
                <a:latin typeface="Times New Roman" panose="02020603050405020304" pitchFamily="18" charset="0"/>
                <a:ea typeface="Calibri" panose="020F0502020204030204" pitchFamily="34" charset="0"/>
                <a:cs typeface="Times New Roman" panose="02020603050405020304" pitchFamily="18" charset="0"/>
              </a:rPr>
              <a:t> + </a:t>
            </a:r>
            <a:r>
              <a:rPr lang="en-US" dirty="0" err="1">
                <a:latin typeface="Times New Roman" panose="02020603050405020304" pitchFamily="18" charset="0"/>
                <a:ea typeface="Calibri" panose="020F0502020204030204" pitchFamily="34" charset="0"/>
                <a:cs typeface="Times New Roman" panose="02020603050405020304" pitchFamily="18" charset="0"/>
              </a:rPr>
              <a:t>O</a:t>
            </a:r>
            <a:r>
              <a:rPr lang="en-US" baseline="-25000" dirty="0" err="1">
                <a:latin typeface="Times New Roman" panose="02020603050405020304" pitchFamily="18" charset="0"/>
                <a:ea typeface="Calibri" panose="020F0502020204030204" pitchFamily="34" charset="0"/>
                <a:cs typeface="Times New Roman" panose="02020603050405020304" pitchFamily="18" charset="0"/>
              </a:rPr>
              <a:t>2</a:t>
            </a:r>
            <a:r>
              <a:rPr lang="en-US" baseline="-25000" dirty="0">
                <a:latin typeface="Times New Roman" panose="02020603050405020304" pitchFamily="18" charset="0"/>
                <a:ea typeface="Calibri" panose="020F0502020204030204" pitchFamily="34"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err="1">
                <a:latin typeface="Times New Roman" panose="02020603050405020304" pitchFamily="18" charset="0"/>
                <a:ea typeface="Calibri" panose="020F0502020204030204" pitchFamily="34" charset="0"/>
                <a:cs typeface="Times New Roman" panose="02020603050405020304" pitchFamily="18" charset="0"/>
              </a:rPr>
              <a:t>Đo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tích</a:t>
            </a:r>
            <a:r>
              <a:rPr lang="en-US" dirty="0">
                <a:latin typeface="Times New Roman" panose="02020603050405020304" pitchFamily="18" charset="0"/>
                <a:ea typeface="Calibri" panose="020F0502020204030204" pitchFamily="34" charset="0"/>
                <a:cs typeface="Times New Roman" panose="02020603050405020304" pitchFamily="18" charset="0"/>
              </a:rPr>
              <a:t> oxygen </a:t>
            </a:r>
            <a:r>
              <a:rPr lang="en-US" dirty="0" err="1">
                <a:latin typeface="Times New Roman" panose="02020603050405020304" pitchFamily="18" charset="0"/>
                <a:ea typeface="Calibri" panose="020F0502020204030204" pitchFamily="34" charset="0"/>
                <a:cs typeface="Times New Roman" panose="02020603050405020304" pitchFamily="18" charset="0"/>
              </a:rPr>
              <a:t>thu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được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gian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kết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quả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được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ghi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sau</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a) </a:t>
            </a:r>
            <a:r>
              <a:rPr lang="en-US" dirty="0" err="1">
                <a:latin typeface="Times New Roman" panose="02020603050405020304" pitchFamily="18" charset="0"/>
                <a:ea typeface="Calibri" panose="020F0502020204030204" pitchFamily="34" charset="0"/>
                <a:cs typeface="Times New Roman" panose="02020603050405020304" pitchFamily="18" charset="0"/>
              </a:rPr>
              <a:t>Vẽ</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đồ</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thị</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mô</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sự</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phụ</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thuộc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tích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khí</a:t>
            </a:r>
            <a:r>
              <a:rPr lang="en-US" dirty="0">
                <a:latin typeface="Times New Roman" panose="02020603050405020304" pitchFamily="18" charset="0"/>
                <a:ea typeface="Calibri" panose="020F0502020204030204" pitchFamily="34" charset="0"/>
                <a:cs typeface="Times New Roman" panose="02020603050405020304" pitchFamily="18" charset="0"/>
              </a:rPr>
              <a:t> oxygen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gian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b) </a:t>
            </a:r>
            <a:r>
              <a:rPr lang="en-US" dirty="0" err="1">
                <a:latin typeface="Times New Roman" panose="02020603050405020304" pitchFamily="18" charset="0"/>
                <a:ea typeface="Calibri" panose="020F0502020204030204" pitchFamily="34" charset="0"/>
                <a:cs typeface="Times New Roman" panose="02020603050405020304" pitchFamily="18" charset="0"/>
              </a:rPr>
              <a:t>Tính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trung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cm</a:t>
            </a:r>
            <a:r>
              <a:rPr lang="en-US" baseline="30000" dirty="0" err="1">
                <a:latin typeface="Times New Roman" panose="02020603050405020304" pitchFamily="18" charset="0"/>
                <a:ea typeface="Calibri" panose="020F0502020204030204" pitchFamily="34" charset="0"/>
                <a:cs typeface="Times New Roman" panose="02020603050405020304" pitchFamily="18" charset="0"/>
              </a:rPr>
              <a:t>3</a:t>
            </a:r>
            <a:r>
              <a:rPr lang="en-US" dirty="0">
                <a:latin typeface="Times New Roman" panose="02020603050405020304" pitchFamily="18" charset="0"/>
                <a:ea typeface="Calibri" panose="020F0502020204030204" pitchFamily="34" charset="0"/>
                <a:cs typeface="Times New Roman" panose="02020603050405020304" pitchFamily="18" charset="0"/>
              </a:rPr>
              <a:t>/min)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khoảng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gian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Từ</a:t>
            </a:r>
            <a:r>
              <a:rPr lang="en-US" dirty="0">
                <a:latin typeface="Times New Roman" panose="02020603050405020304" pitchFamily="18" charset="0"/>
                <a:ea typeface="Calibri" panose="020F0502020204030204" pitchFamily="34" charset="0"/>
                <a:cs typeface="Times New Roman" panose="02020603050405020304" pitchFamily="18" charset="0"/>
              </a:rPr>
              <a:t> 0 ÷ 15 </a:t>
            </a:r>
            <a:r>
              <a:rPr lang="en-US" dirty="0" err="1">
                <a:latin typeface="Times New Roman" panose="02020603050405020304" pitchFamily="18" charset="0"/>
                <a:ea typeface="Calibri" panose="020F0502020204030204" pitchFamily="34" charset="0"/>
                <a:cs typeface="Times New Roman" panose="02020603050405020304" pitchFamily="18" charset="0"/>
              </a:rPr>
              <a:t>phút</a:t>
            </a:r>
            <a:r>
              <a:rPr lang="en-US" dirty="0">
                <a:latin typeface="Times New Roman" panose="02020603050405020304" pitchFamily="18" charset="0"/>
                <a:ea typeface="Calibri" panose="020F0502020204030204" pitchFamily="34" charset="0"/>
                <a:cs typeface="Times New Roman" panose="02020603050405020304" pitchFamily="18" charset="0"/>
              </a:rPr>
              <a:t>                      - </a:t>
            </a:r>
            <a:r>
              <a:rPr lang="en-US" dirty="0" err="1">
                <a:latin typeface="Times New Roman" panose="02020603050405020304" pitchFamily="18" charset="0"/>
                <a:ea typeface="Calibri" panose="020F0502020204030204" pitchFamily="34" charset="0"/>
                <a:cs typeface="Times New Roman" panose="02020603050405020304" pitchFamily="18" charset="0"/>
              </a:rPr>
              <a:t>Từ</a:t>
            </a:r>
            <a:r>
              <a:rPr lang="en-US" dirty="0">
                <a:latin typeface="Times New Roman" panose="02020603050405020304" pitchFamily="18" charset="0"/>
                <a:ea typeface="Calibri" panose="020F0502020204030204" pitchFamily="34" charset="0"/>
                <a:cs typeface="Times New Roman" panose="02020603050405020304" pitchFamily="18" charset="0"/>
              </a:rPr>
              <a:t> 15 ÷ 30 </a:t>
            </a:r>
            <a:r>
              <a:rPr lang="en-US" dirty="0" err="1">
                <a:latin typeface="Times New Roman" panose="02020603050405020304" pitchFamily="18" charset="0"/>
                <a:ea typeface="Calibri" panose="020F0502020204030204" pitchFamily="34" charset="0"/>
                <a:cs typeface="Times New Roman" panose="02020603050405020304" pitchFamily="18" charset="0"/>
              </a:rPr>
              <a:t>phút</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Từ</a:t>
            </a:r>
            <a:r>
              <a:rPr lang="en-US" dirty="0">
                <a:latin typeface="Times New Roman" panose="02020603050405020304" pitchFamily="18" charset="0"/>
                <a:ea typeface="Calibri" panose="020F0502020204030204" pitchFamily="34" charset="0"/>
                <a:cs typeface="Times New Roman" panose="02020603050405020304" pitchFamily="18" charset="0"/>
              </a:rPr>
              <a:t> 30 ÷ 45 </a:t>
            </a:r>
            <a:r>
              <a:rPr lang="en-US" dirty="0" err="1">
                <a:latin typeface="Times New Roman" panose="02020603050405020304" pitchFamily="18" charset="0"/>
                <a:ea typeface="Calibri" panose="020F0502020204030204" pitchFamily="34" charset="0"/>
                <a:cs typeface="Times New Roman" panose="02020603050405020304" pitchFamily="18" charset="0"/>
              </a:rPr>
              <a:t>phút</a:t>
            </a:r>
            <a:r>
              <a:rPr lang="en-US" dirty="0">
                <a:latin typeface="Times New Roman" panose="02020603050405020304" pitchFamily="18" charset="0"/>
                <a:ea typeface="Calibri" panose="020F0502020204030204" pitchFamily="34" charset="0"/>
                <a:cs typeface="Times New Roman" panose="02020603050405020304" pitchFamily="18" charset="0"/>
              </a:rPr>
              <a:t>                    - </a:t>
            </a:r>
            <a:r>
              <a:rPr lang="en-US" dirty="0" err="1">
                <a:latin typeface="Times New Roman" panose="02020603050405020304" pitchFamily="18" charset="0"/>
                <a:ea typeface="Calibri" panose="020F0502020204030204" pitchFamily="34" charset="0"/>
                <a:cs typeface="Times New Roman" panose="02020603050405020304" pitchFamily="18" charset="0"/>
              </a:rPr>
              <a:t>Từ</a:t>
            </a:r>
            <a:r>
              <a:rPr lang="en-US" dirty="0">
                <a:latin typeface="Times New Roman" panose="02020603050405020304" pitchFamily="18" charset="0"/>
                <a:ea typeface="Calibri" panose="020F0502020204030204" pitchFamily="34" charset="0"/>
                <a:cs typeface="Times New Roman" panose="02020603050405020304" pitchFamily="18" charset="0"/>
              </a:rPr>
              <a:t> 45 ÷ 60 </a:t>
            </a:r>
            <a:r>
              <a:rPr lang="en-US" dirty="0" err="1">
                <a:latin typeface="Times New Roman" panose="02020603050405020304" pitchFamily="18" charset="0"/>
                <a:ea typeface="Calibri" panose="020F0502020204030204" pitchFamily="34" charset="0"/>
                <a:cs typeface="Times New Roman" panose="02020603050405020304" pitchFamily="18" charset="0"/>
              </a:rPr>
              <a:t>phút</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r>
              <a:rPr lang="en-US" dirty="0" err="1">
                <a:latin typeface="Times New Roman" panose="02020603050405020304" pitchFamily="18" charset="0"/>
                <a:ea typeface="Calibri" panose="020F0502020204030204" pitchFamily="34" charset="0"/>
                <a:cs typeface="Times New Roman" panose="02020603050405020304" pitchFamily="18" charset="0"/>
              </a:rPr>
              <a:t>Nhận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xét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sự</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thay</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đổi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trung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gian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522514" y="1495696"/>
            <a:ext cx="10972799" cy="49782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7324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marL="0" indent="0" algn="just">
              <a:lnSpc>
                <a:spcPct val="130000"/>
              </a:lnSpc>
              <a:spcAft>
                <a:spcPts val="0"/>
              </a:spcAft>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3. </a:t>
            </a:r>
          </a:p>
          <a:p>
            <a:pPr marL="0" indent="0" algn="just">
              <a:lnSpc>
                <a:spcPct val="130000"/>
              </a:lnSpc>
              <a:spcAft>
                <a:spcPts val="0"/>
              </a:spcAft>
              <a:buNone/>
            </a:pPr>
            <a:r>
              <a:rPr lang="en-US" dirty="0">
                <a:latin typeface="Times New Roman" panose="02020603050405020304" pitchFamily="18" charset="0"/>
                <a:cs typeface="Times New Roman" panose="02020603050405020304" pitchFamily="18" charset="0"/>
              </a:rPr>
              <a:t>a.</a:t>
            </a: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9" name="Picture 8" descr="https://tech12h.com/sites/default/files/styles/inbody400/public/11_269.png?itok=9YSMHkue"/>
          <p:cNvPicPr/>
          <p:nvPr/>
        </p:nvPicPr>
        <p:blipFill>
          <a:blip r:embed="rId2">
            <a:extLst>
              <a:ext uri="{28A0092B-C50C-407E-A947-70E740481C1C}">
                <a14:useLocalDpi xmlns:a14="http://schemas.microsoft.com/office/drawing/2010/main" val="0"/>
              </a:ext>
            </a:extLst>
          </a:blip>
          <a:srcRect/>
          <a:stretch>
            <a:fillRect/>
          </a:stretch>
        </p:blipFill>
        <p:spPr bwMode="auto">
          <a:xfrm>
            <a:off x="3787140" y="2133600"/>
            <a:ext cx="4617720" cy="2590800"/>
          </a:xfrm>
          <a:prstGeom prst="rect">
            <a:avLst/>
          </a:prstGeom>
          <a:noFill/>
          <a:ln>
            <a:noFill/>
          </a:ln>
        </p:spPr>
      </p:pic>
    </p:spTree>
    <p:extLst>
      <p:ext uri="{BB962C8B-B14F-4D97-AF65-F5344CB8AC3E}">
        <p14:creationId xmlns:p14="http://schemas.microsoft.com/office/powerpoint/2010/main" val="3544458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09600" y="1417637"/>
                <a:ext cx="9956800" cy="5056315"/>
              </a:xfrm>
            </p:spPr>
            <p:txBody>
              <a:bodyPr/>
              <a:lstStyle/>
              <a:p>
                <a:pPr marL="0" indent="0" algn="just">
                  <a:spcAft>
                    <a:spcPts val="0"/>
                  </a:spcAft>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3. </a:t>
                </a:r>
              </a:p>
              <a:p>
                <a:pPr marL="0" indent="0" algn="just">
                  <a:spcAft>
                    <a:spcPts val="0"/>
                  </a:spcAft>
                  <a:buNone/>
                </a:pPr>
                <a:r>
                  <a:rPr lang="en-US"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trung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bình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của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phản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ứng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trong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thời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gian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từ</a:t>
                </a:r>
                <a:r>
                  <a:rPr lang="en-US" dirty="0">
                    <a:latin typeface="Times New Roman" panose="02020603050405020304" pitchFamily="18" charset="0"/>
                    <a:ea typeface="Times New Roman" panose="02020603050405020304" pitchFamily="18" charset="0"/>
                    <a:cs typeface="Times New Roman" panose="02020603050405020304" pitchFamily="18" charset="0"/>
                  </a:rPr>
                  <a:t> 0 ÷ 15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phút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là</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0"/>
                  </a:spcAft>
                  <a:buNone/>
                </a:pP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sub>
                        <m:r>
                          <a:rPr lang="en-US" i="1">
                            <a:latin typeface="Cambria Math" panose="02040503050406030204" pitchFamily="18" charset="0"/>
                            <a:ea typeface="Times New Roman" panose="02020603050405020304" pitchFamily="18" charset="0"/>
                            <a:cs typeface="Times New Roman" panose="02020603050405020304" pitchFamily="18" charset="0"/>
                          </a:rPr>
                          <m:t>𝑡𝑏</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16</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m:t>
                        </m:r>
                      </m:num>
                      <m:den>
                        <m:r>
                          <a:rPr lang="en-US" i="1">
                            <a:latin typeface="Cambria Math" panose="02040503050406030204" pitchFamily="18" charset="0"/>
                            <a:ea typeface="Times New Roman" panose="02020603050405020304" pitchFamily="18" charset="0"/>
                            <a:cs typeface="Times New Roman" panose="02020603050405020304" pitchFamily="18" charset="0"/>
                          </a:rPr>
                          <m:t>15</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m:t>
                        </m:r>
                      </m:den>
                    </m:f>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1</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06</m:t>
                    </m:r>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trung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bình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của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phản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ứng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trong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thời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gian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từ</a:t>
                </a:r>
                <a:r>
                  <a:rPr lang="en-US" dirty="0">
                    <a:latin typeface="Times New Roman" panose="02020603050405020304" pitchFamily="18" charset="0"/>
                    <a:ea typeface="Times New Roman" panose="02020603050405020304" pitchFamily="18" charset="0"/>
                    <a:cs typeface="Times New Roman" panose="02020603050405020304" pitchFamily="18" charset="0"/>
                  </a:rPr>
                  <a:t> 15 ÷ 30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phút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là</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0"/>
                  </a:spcAft>
                  <a:buNone/>
                </a:pP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sub>
                        <m:r>
                          <a:rPr lang="en-US" i="1">
                            <a:latin typeface="Cambria Math" panose="02040503050406030204" pitchFamily="18" charset="0"/>
                            <a:ea typeface="Times New Roman" panose="02020603050405020304" pitchFamily="18" charset="0"/>
                            <a:cs typeface="Times New Roman" panose="02020603050405020304" pitchFamily="18" charset="0"/>
                          </a:rPr>
                          <m:t>𝑡𝑏</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30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16</m:t>
                        </m:r>
                      </m:num>
                      <m:den>
                        <m:r>
                          <a:rPr lang="en-US" i="1">
                            <a:latin typeface="Cambria Math" panose="02040503050406030204" pitchFamily="18" charset="0"/>
                            <a:ea typeface="Times New Roman" panose="02020603050405020304" pitchFamily="18" charset="0"/>
                            <a:cs typeface="Times New Roman" panose="02020603050405020304" pitchFamily="18" charset="0"/>
                          </a:rPr>
                          <m:t>30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15</m:t>
                        </m:r>
                      </m:den>
                    </m:f>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93</m:t>
                    </m:r>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trung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bình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của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phản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ứng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trong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thời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gian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từ</a:t>
                </a:r>
                <a:r>
                  <a:rPr lang="en-US" dirty="0">
                    <a:latin typeface="Times New Roman" panose="02020603050405020304" pitchFamily="18" charset="0"/>
                    <a:ea typeface="Times New Roman" panose="02020603050405020304" pitchFamily="18" charset="0"/>
                    <a:cs typeface="Times New Roman" panose="02020603050405020304" pitchFamily="18" charset="0"/>
                  </a:rPr>
                  <a:t> 30 ÷ 45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phút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là</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0"/>
                  </a:spcAft>
                  <a:buNone/>
                </a:pP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sub>
                        <m:r>
                          <a:rPr lang="en-US" i="1">
                            <a:latin typeface="Cambria Math" panose="02040503050406030204" pitchFamily="18" charset="0"/>
                            <a:ea typeface="Times New Roman" panose="02020603050405020304" pitchFamily="18" charset="0"/>
                            <a:cs typeface="Times New Roman" panose="02020603050405020304" pitchFamily="18" charset="0"/>
                          </a:rPr>
                          <m:t>𝑡𝑏</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40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30</m:t>
                        </m:r>
                      </m:num>
                      <m:den>
                        <m:r>
                          <a:rPr lang="en-US" i="1">
                            <a:latin typeface="Cambria Math" panose="02040503050406030204" pitchFamily="18" charset="0"/>
                            <a:ea typeface="Times New Roman" panose="02020603050405020304" pitchFamily="18" charset="0"/>
                            <a:cs typeface="Times New Roman" panose="02020603050405020304" pitchFamily="18" charset="0"/>
                          </a:rPr>
                          <m:t>45</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30</m:t>
                        </m:r>
                      </m:den>
                    </m:f>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67</m:t>
                    </m:r>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trung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bình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của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phản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ứng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trong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thời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gian</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từ</a:t>
                </a:r>
                <a:r>
                  <a:rPr lang="en-US" dirty="0">
                    <a:latin typeface="Times New Roman" panose="02020603050405020304" pitchFamily="18" charset="0"/>
                    <a:ea typeface="Times New Roman" panose="02020603050405020304" pitchFamily="18" charset="0"/>
                    <a:cs typeface="Times New Roman" panose="02020603050405020304" pitchFamily="18" charset="0"/>
                  </a:rPr>
                  <a:t> 45 ÷ 60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phút</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là</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0"/>
                  </a:spcAft>
                  <a:buNone/>
                </a:pP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sub>
                        <m:r>
                          <a:rPr lang="en-US" i="1">
                            <a:latin typeface="Cambria Math" panose="02040503050406030204" pitchFamily="18" charset="0"/>
                            <a:ea typeface="Times New Roman" panose="02020603050405020304" pitchFamily="18" charset="0"/>
                            <a:cs typeface="Times New Roman" panose="02020603050405020304" pitchFamily="18" charset="0"/>
                          </a:rPr>
                          <m:t>𝑡𝑏</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48</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40</m:t>
                        </m:r>
                      </m:num>
                      <m:den>
                        <m:r>
                          <a:rPr lang="en-US" i="1">
                            <a:latin typeface="Cambria Math" panose="02040503050406030204" pitchFamily="18" charset="0"/>
                            <a:ea typeface="Times New Roman" panose="02020603050405020304" pitchFamily="18" charset="0"/>
                            <a:cs typeface="Times New Roman" panose="02020603050405020304" pitchFamily="18" charset="0"/>
                          </a:rPr>
                          <m:t>60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45</m:t>
                        </m:r>
                      </m:den>
                    </m:f>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53</m:t>
                    </m:r>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0"/>
                  </a:spcAft>
                  <a:buNone/>
                </a:pPr>
                <a:r>
                  <a:rPr lang="en-US" b="1"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trung</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bình</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theo</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thời</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gian</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giảm</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dần</a:t>
                </a:r>
                <a:r>
                  <a:rPr lang="en-US"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09600" y="1417637"/>
                <a:ext cx="9956800" cy="5056315"/>
              </a:xfrm>
              <a:blipFill>
                <a:blip r:embed="rId2"/>
                <a:stretch>
                  <a:fillRect l="-919" t="-965" b="-2774"/>
                </a:stretch>
              </a:blipFill>
            </p:spPr>
            <p:txBody>
              <a:bodyPr/>
              <a:lstStyle/>
              <a:p>
                <a:r>
                  <a:rPr lang="en-US">
                    <a:noFill/>
                  </a:rPr>
                  <a:t> </a:t>
                </a:r>
              </a:p>
            </p:txBody>
          </p:sp>
        </mc:Fallback>
      </mc:AlternateContent>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361789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09599" y="1417637"/>
                <a:ext cx="10659291" cy="5056315"/>
              </a:xfrm>
            </p:spPr>
            <p:txBody>
              <a:bodyPr/>
              <a:lstStyle/>
              <a:p>
                <a:pPr marL="0" indent="0" algn="just">
                  <a:lnSpc>
                    <a:spcPct val="135000"/>
                  </a:lnSpc>
                  <a:spcAft>
                    <a:spcPts val="0"/>
                  </a:spcAft>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ở </a:t>
                </a:r>
                <a:r>
                  <a:rPr lang="en-US" dirty="0" err="1">
                    <a:latin typeface="Times New Roman" panose="02020603050405020304" pitchFamily="18" charset="0"/>
                    <a:ea typeface="Calibri" panose="020F0502020204030204" pitchFamily="34" charset="0"/>
                    <a:cs typeface="Times New Roman" panose="02020603050405020304" pitchFamily="18" charset="0"/>
                  </a:rPr>
                  <a:t>45</a:t>
                </a:r>
                <a:r>
                  <a:rPr lang="en-US" baseline="30000" dirty="0" err="1">
                    <a:latin typeface="Times New Roman" panose="02020603050405020304" pitchFamily="18" charset="0"/>
                    <a:ea typeface="Calibri" panose="020F0502020204030204" pitchFamily="34" charset="0"/>
                    <a:cs typeface="Times New Roman" panose="02020603050405020304" pitchFamily="18" charset="0"/>
                  </a:rPr>
                  <a:t>o</a:t>
                </a:r>
                <a:r>
                  <a:rPr lang="en-US" dirty="0" err="1">
                    <a:latin typeface="Times New Roman" panose="02020603050405020304" pitchFamily="18" charset="0"/>
                    <a:ea typeface="Calibri" panose="020F0502020204030204" pitchFamily="34" charset="0"/>
                    <a:cs typeface="Times New Roman" panose="02020603050405020304" pitchFamily="18" charset="0"/>
                  </a:rPr>
                  <a:t>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0.068 </a:t>
                </a:r>
                <a:r>
                  <a:rPr lang="en-US" dirty="0" err="1">
                    <a:latin typeface="Times New Roman" panose="02020603050405020304" pitchFamily="18" charset="0"/>
                    <a:ea typeface="Calibri" panose="020F0502020204030204" pitchFamily="34" charset="0"/>
                    <a:cs typeface="Times New Roman" panose="02020603050405020304" pitchFamily="18" charset="0"/>
                  </a:rPr>
                  <a:t>mol</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en-US" dirty="0" err="1">
                    <a:latin typeface="Times New Roman" panose="02020603050405020304" pitchFamily="18" charset="0"/>
                    <a:ea typeface="Calibri" panose="020F0502020204030204" pitchFamily="34" charset="0"/>
                    <a:cs typeface="Times New Roman" panose="02020603050405020304" pitchFamily="18" charset="0"/>
                  </a:rPr>
                  <a:t>L.min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Hỏi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giảm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xuống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nhiệt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bao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nhiêu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0,017 </a:t>
                </a:r>
                <a:r>
                  <a:rPr lang="en-US" dirty="0" err="1">
                    <a:latin typeface="Times New Roman" panose="02020603050405020304" pitchFamily="18" charset="0"/>
                    <a:ea typeface="Calibri" panose="020F0502020204030204" pitchFamily="34" charset="0"/>
                    <a:cs typeface="Times New Roman" panose="02020603050405020304" pitchFamily="18" charset="0"/>
                  </a:rPr>
                  <a:t>mol</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en-US" dirty="0" err="1">
                    <a:latin typeface="Times New Roman" panose="02020603050405020304" pitchFamily="18" charset="0"/>
                    <a:ea typeface="Calibri" panose="020F0502020204030204" pitchFamily="34" charset="0"/>
                    <a:cs typeface="Times New Roman" panose="02020603050405020304" pitchFamily="18" charset="0"/>
                  </a:rPr>
                  <a:t>L.min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khoảng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nhiệt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nghiệm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hệ</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số</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nhiệt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độ</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Van’t</a:t>
                </a:r>
                <a:r>
                  <a:rPr lang="en-US" dirty="0">
                    <a:latin typeface="Times New Roman" panose="02020603050405020304" pitchFamily="18" charset="0"/>
                    <a:ea typeface="Calibri" panose="020F0502020204030204" pitchFamily="34" charset="0"/>
                    <a:cs typeface="Times New Roman" panose="02020603050405020304" pitchFamily="18" charset="0"/>
                  </a:rPr>
                  <a:t> Hof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bằng</a:t>
                </a:r>
                <a:r>
                  <a:rPr lang="en-US" dirty="0">
                    <a:latin typeface="Times New Roman" panose="02020603050405020304" pitchFamily="18" charset="0"/>
                    <a:ea typeface="Calibri" panose="020F0502020204030204" pitchFamily="34" charset="0"/>
                    <a:cs typeface="Times New Roman" panose="02020603050405020304" pitchFamily="18" charset="0"/>
                  </a:rPr>
                  <a:t> 2.</a:t>
                </a:r>
              </a:p>
              <a:p>
                <a:pPr marL="0" indent="0" algn="just">
                  <a:lnSpc>
                    <a:spcPct val="135000"/>
                  </a:lnSpc>
                  <a:spcAft>
                    <a:spcPts val="0"/>
                  </a:spcAft>
                  <a:buNone/>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Bài</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giải</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5000"/>
                  </a:lnSpc>
                  <a:spcAft>
                    <a:spcPts val="0"/>
                  </a:spcAft>
                  <a:buNone/>
                </a:pPr>
                <a:r>
                  <a:rPr lang="en-US" sz="2800" dirty="0">
                    <a:latin typeface="Times New Roman" panose="02020603050405020304" pitchFamily="18" charset="0"/>
                    <a:ea typeface="Calibri" panose="020F0502020204030204" pitchFamily="34" charset="0"/>
                    <a:cs typeface="Times New Roman" panose="02020603050405020304" pitchFamily="18" charset="0"/>
                  </a:rPr>
                  <a:t>Ta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có</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sub>
                                <m:r>
                                  <a:rPr lang="en-US" i="1">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US" i="1">
                                <a:latin typeface="Cambria Math" panose="02040503050406030204" pitchFamily="18" charset="0"/>
                                <a:ea typeface="Times New Roman" panose="02020603050405020304" pitchFamily="18" charset="0"/>
                                <a:cs typeface="Times New Roman" panose="02020603050405020304" pitchFamily="18" charset="0"/>
                              </a:rPr>
                              <m:t>𝑣</m:t>
                            </m:r>
                          </m:den>
                        </m:f>
                      </m:e>
                      <m:sub>
                        <m:r>
                          <a:rPr lang="en-US"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𝑎</m:t>
                        </m:r>
                      </m:e>
                      <m:sup>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latin typeface="Cambria Math" panose="02040503050406030204" pitchFamily="18" charset="0"/>
                                    <a:ea typeface="Times New Roman" panose="02020603050405020304" pitchFamily="18" charset="0"/>
                                    <a:cs typeface="Times New Roman" panose="02020603050405020304" pitchFamily="18" charset="0"/>
                                  </a:rPr>
                                  <m:t>1</m:t>
                                </m:r>
                              </m:sub>
                            </m:sSub>
                          </m:num>
                          <m:den>
                            <m:r>
                              <a:rPr lang="en-US" i="1">
                                <a:latin typeface="Cambria Math" panose="02040503050406030204" pitchFamily="18" charset="0"/>
                                <a:ea typeface="Times New Roman" panose="02020603050405020304" pitchFamily="18" charset="0"/>
                                <a:cs typeface="Times New Roman" panose="02020603050405020304" pitchFamily="18" charset="0"/>
                              </a:rPr>
                              <m:t>10</m:t>
                            </m:r>
                          </m:den>
                        </m:f>
                      </m:sup>
                    </m:sSup>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35000"/>
                  </a:lnSpc>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0,068</m:t>
                        </m:r>
                      </m:num>
                      <m:den>
                        <m:r>
                          <a:rPr lang="en-US" i="1">
                            <a:latin typeface="Cambria Math" panose="02040503050406030204" pitchFamily="18" charset="0"/>
                            <a:ea typeface="Times New Roman" panose="02020603050405020304" pitchFamily="18" charset="0"/>
                            <a:cs typeface="Times New Roman" panose="02020603050405020304" pitchFamily="18" charset="0"/>
                          </a:rPr>
                          <m:t>0,017</m:t>
                        </m:r>
                      </m:den>
                    </m:f>
                    <m:r>
                      <a:rPr lang="en-US"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2</m:t>
                        </m:r>
                      </m:e>
                      <m:sup>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45−</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US" i="1">
                                <a:latin typeface="Cambria Math" panose="02040503050406030204" pitchFamily="18" charset="0"/>
                                <a:ea typeface="Times New Roman" panose="02020603050405020304" pitchFamily="18" charset="0"/>
                                <a:cs typeface="Times New Roman" panose="02020603050405020304" pitchFamily="18" charset="0"/>
                              </a:rPr>
                              <m:t>10</m:t>
                            </m:r>
                          </m:den>
                        </m:f>
                      </m:sup>
                    </m:sSup>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i="1">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25</m:t>
                        </m:r>
                      </m:e>
                      <m:sup>
                        <m:r>
                          <a:rPr lang="en-US" i="1">
                            <a:latin typeface="Cambria Math" panose="02040503050406030204" pitchFamily="18" charset="0"/>
                            <a:ea typeface="Times New Roman" panose="02020603050405020304" pitchFamily="18" charset="0"/>
                            <a:cs typeface="Times New Roman" panose="02020603050405020304" pitchFamily="18" charset="0"/>
                          </a:rPr>
                          <m:t>0</m:t>
                        </m:r>
                      </m:sup>
                    </m:sSup>
                    <m:r>
                      <a:rPr lang="en-US" i="1">
                        <a:latin typeface="Cambria Math" panose="02040503050406030204" pitchFamily="18" charset="0"/>
                        <a:ea typeface="Times New Roman" panose="02020603050405020304" pitchFamily="18" charset="0"/>
                        <a:cs typeface="Times New Roman" panose="02020603050405020304" pitchFamily="18" charset="0"/>
                      </a:rPr>
                      <m:t>𝐶</m:t>
                    </m:r>
                  </m:oMath>
                </a14:m>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35000"/>
                  </a:lnSpc>
                  <a:spcAft>
                    <a:spcPts val="0"/>
                  </a:spcAft>
                  <a:buNone/>
                </a:pPr>
                <a:r>
                  <a:rPr lang="en-US" i="1" dirty="0">
                    <a:latin typeface="Cambria Math" panose="02040503050406030204" pitchFamily="18" charset="0"/>
                    <a:ea typeface="Times New Roman" panose="02020603050405020304" pitchFamily="18" charset="0"/>
                    <a:cs typeface="Cambria Math" panose="02040503050406030204" pitchFamily="18" charset="0"/>
                  </a:rPr>
                  <a:t>⇒</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Vậy</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phải</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giảm</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xuống</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đến</a:t>
                </a:r>
                <a:r>
                  <a:rPr lang="en-US" i="1" dirty="0">
                    <a:latin typeface="Times New Roman" panose="02020603050405020304" pitchFamily="18" charset="0"/>
                    <a:ea typeface="Times New Roman" panose="02020603050405020304" pitchFamily="18" charset="0"/>
                    <a:cs typeface="Times New Roman" panose="02020603050405020304" pitchFamily="18" charset="0"/>
                  </a:rPr>
                  <a:t> 25 </a:t>
                </a:r>
                <a:r>
                  <a:rPr lang="en-US" i="1" baseline="30000" dirty="0" err="1">
                    <a:latin typeface="Times New Roman" panose="02020603050405020304" pitchFamily="18" charset="0"/>
                    <a:ea typeface="Times New Roman" panose="02020603050405020304" pitchFamily="18" charset="0"/>
                    <a:cs typeface="Times New Roman" panose="02020603050405020304" pitchFamily="18" charset="0"/>
                  </a:rPr>
                  <a:t>o</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C</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thì</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tốc</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độ</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phản</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ứng</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là</a:t>
                </a:r>
                <a:r>
                  <a:rPr lang="en-US" i="1" dirty="0">
                    <a:latin typeface="Times New Roman" panose="02020603050405020304" pitchFamily="18" charset="0"/>
                    <a:ea typeface="Times New Roman" panose="02020603050405020304" pitchFamily="18" charset="0"/>
                    <a:cs typeface="Times New Roman" panose="02020603050405020304" pitchFamily="18" charset="0"/>
                  </a:rPr>
                  <a:t> 0,017 </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mol</a:t>
                </a:r>
                <a:r>
                  <a:rPr lang="en-US" i="1" dirty="0">
                    <a:latin typeface="Times New Roman" panose="02020603050405020304" pitchFamily="18" charset="0"/>
                    <a:ea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ea typeface="Times New Roman" panose="02020603050405020304" pitchFamily="18" charset="0"/>
                    <a:cs typeface="Times New Roman" panose="02020603050405020304" pitchFamily="18" charset="0"/>
                  </a:rPr>
                  <a:t>L.min</a:t>
                </a:r>
                <a:r>
                  <a:rPr lang="en-US" i="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a:p>
                <a:pPr marL="0" indent="0" algn="just">
                  <a:lnSpc>
                    <a:spcPct val="130000"/>
                  </a:lnSpc>
                  <a:spcAft>
                    <a:spcPts val="0"/>
                  </a:spcAf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09599" y="1417637"/>
                <a:ext cx="10659291" cy="5056315"/>
              </a:xfrm>
              <a:blipFill>
                <a:blip r:embed="rId2"/>
                <a:stretch>
                  <a:fillRect l="-1144" r="-800"/>
                </a:stretch>
              </a:blipFill>
            </p:spPr>
            <p:txBody>
              <a:bodyPr/>
              <a:lstStyle/>
              <a:p>
                <a:r>
                  <a:rPr lang="en-US">
                    <a:noFill/>
                  </a:rPr>
                  <a:t> </a:t>
                </a:r>
              </a:p>
            </p:txBody>
          </p:sp>
        </mc:Fallback>
      </mc:AlternateContent>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179239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09599" y="1417637"/>
            <a:ext cx="10772504" cy="5056315"/>
          </a:xfrm>
        </p:spPr>
        <p:txBody>
          <a:bodyPr/>
          <a:lstStyle/>
          <a:p>
            <a:pPr marL="0" indent="0">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5. </a:t>
            </a:r>
            <a:r>
              <a:rPr lang="vi-VN" dirty="0"/>
              <a:t>Hãy cho biết người ta tận dụng yếu tố nào để tăng tốc độ phản ứng trong các trường hợp sau:</a:t>
            </a:r>
            <a:endParaRPr lang="en-US" dirty="0"/>
          </a:p>
          <a:p>
            <a:pPr marL="0" indent="0">
              <a:buNone/>
            </a:pPr>
            <a:r>
              <a:rPr lang="vi-VN" dirty="0"/>
              <a:t>a. Dùng không khí nén, nóng thổi vào lò cao để đốt cháy than cốc (trong sản xuất gang).</a:t>
            </a:r>
            <a:endParaRPr lang="en-US" dirty="0"/>
          </a:p>
          <a:p>
            <a:pPr marL="0" indent="0">
              <a:buNone/>
            </a:pPr>
            <a:r>
              <a:rPr lang="vi-VN" dirty="0"/>
              <a:t>b. Ninh xương cần chặt nhỏ và dùng nồi áp suất.</a:t>
            </a:r>
            <a:endParaRPr lang="en-US" dirty="0"/>
          </a:p>
          <a:p>
            <a:pPr marL="0" indent="0">
              <a:buNone/>
            </a:pPr>
            <a:r>
              <a:rPr lang="vi-VN" dirty="0"/>
              <a:t>c. Khi đốt than, sự cháy diễn ra nhanh và mạnh khi các viên than được tạo các lỗ rỗng.</a:t>
            </a:r>
            <a:endParaRPr lang="en-US" dirty="0"/>
          </a:p>
          <a:p>
            <a:pPr marL="0" indent="0">
              <a:buNone/>
            </a:pPr>
            <a:r>
              <a:rPr lang="vi-VN" dirty="0"/>
              <a:t>d. Phản ứng oxi hoá lưu huỳnh đioxit tạo thành lưu huỳnh trioxit diễn ra nhanh hơn khi có mặt vanađi (V) oxit V</a:t>
            </a:r>
            <a:r>
              <a:rPr lang="vi-VN" baseline="-25000" dirty="0"/>
              <a:t>2</a:t>
            </a:r>
            <a:r>
              <a:rPr lang="vi-VN" dirty="0"/>
              <a:t>O</a:t>
            </a:r>
            <a:r>
              <a:rPr lang="vi-VN" baseline="-25000" dirty="0"/>
              <a:t>5</a:t>
            </a:r>
            <a:r>
              <a:rPr lang="vi-VN" dirty="0"/>
              <a:t>.</a:t>
            </a:r>
            <a:endParaRPr lang="en-US" dirty="0"/>
          </a:p>
          <a:p>
            <a:pPr marL="0" indent="0">
              <a:buNone/>
            </a:pPr>
            <a:r>
              <a:rPr lang="vi-VN" dirty="0"/>
              <a:t>e. Dùng quạt thông gió trong bễ lò rèn.</a:t>
            </a:r>
            <a:endParaRPr lang="en-US" dirty="0"/>
          </a:p>
          <a:p>
            <a:pPr marL="0" indent="0">
              <a:buNone/>
            </a:pPr>
            <a:r>
              <a:rPr lang="vi-VN" dirty="0"/>
              <a:t>g. Dùng phương pháp ngược dòng , trong sản xuất axit sunfuric, hơi SO</a:t>
            </a:r>
            <a:r>
              <a:rPr lang="vi-VN" baseline="-25000" dirty="0"/>
              <a:t>3</a:t>
            </a:r>
            <a:r>
              <a:rPr lang="vi-VN" dirty="0"/>
              <a:t> đi từ dưới đi lên, dung dịch H</a:t>
            </a:r>
            <a:r>
              <a:rPr lang="vi-VN" baseline="-25000" dirty="0"/>
              <a:t>2</a:t>
            </a:r>
            <a:r>
              <a:rPr lang="vi-VN" dirty="0"/>
              <a:t>SO</a:t>
            </a:r>
            <a:r>
              <a:rPr lang="vi-VN" baseline="-25000" dirty="0"/>
              <a:t>4</a:t>
            </a:r>
            <a:r>
              <a:rPr lang="vi-VN" dirty="0"/>
              <a:t> đặc đi từ trên đi xuống.</a:t>
            </a:r>
            <a:endParaRPr lang="en-US" dirty="0"/>
          </a:p>
          <a:p>
            <a:pPr marL="0" indent="0" algn="just">
              <a:lnSpc>
                <a:spcPct val="135000"/>
              </a:lnSpc>
              <a:spcAft>
                <a:spcPts val="0"/>
              </a:spcAft>
              <a:buNone/>
            </a:pPr>
            <a:endParaRPr lang="en-US" b="1"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1352819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09599" y="1417637"/>
            <a:ext cx="10772504" cy="5056315"/>
          </a:xfrm>
        </p:spPr>
        <p:txBody>
          <a:bodyPr/>
          <a:lstStyle/>
          <a:p>
            <a:pPr marL="0" indent="0">
              <a:buNone/>
            </a:pPr>
            <a:r>
              <a:rPr lang="en-US" sz="2000" b="1" dirty="0" err="1">
                <a:latin typeface="Times New Roman" panose="02020603050405020304" pitchFamily="18" charset="0"/>
                <a:cs typeface="Times New Roman" panose="02020603050405020304" pitchFamily="18" charset="0"/>
              </a:rPr>
              <a:t>Bài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tập</a:t>
            </a:r>
            <a:r>
              <a:rPr lang="en-US" sz="2000" b="1" dirty="0">
                <a:latin typeface="Times New Roman" panose="02020603050405020304" pitchFamily="18" charset="0"/>
                <a:cs typeface="Times New Roman" panose="02020603050405020304" pitchFamily="18" charset="0"/>
              </a:rPr>
              <a:t> 5. </a:t>
            </a:r>
          </a:p>
          <a:p>
            <a:pPr marL="0" indent="0">
              <a:buNone/>
            </a:pPr>
            <a:r>
              <a:rPr lang="vi-VN" sz="2000" dirty="0"/>
              <a:t>a. "Không khí nén" có nồng độ oxi cao hơn không khí thường nên tốc độ phản ứng tăng. "Không khí nóng" sẵn từ trước khi thổi vào lò cao sẽ làm toàn bộ nguyên vật liệu trong lò được sấy nóng, đến khi than cốc trong lò cháy toả nhiệt, sẽ làm cho nhiệt độ trong lò cao hơn nữa, tiết kiệm nhiên liệu, rút ngắn thời gian luyện gang.</a:t>
            </a:r>
            <a:endParaRPr lang="en-US" sz="2000" dirty="0"/>
          </a:p>
          <a:p>
            <a:pPr marL="0" indent="0">
              <a:buNone/>
            </a:pPr>
            <a:r>
              <a:rPr lang="vi-VN" sz="2000" dirty="0">
                <a:sym typeface="Symbol" panose="05050102010706020507" pitchFamily="18" charset="2"/>
              </a:rPr>
              <a:t></a:t>
            </a:r>
            <a:r>
              <a:rPr lang="vi-VN" sz="2000" dirty="0"/>
              <a:t> Tận dụng yếu tố nồng độ, nhiệt độ.</a:t>
            </a:r>
            <a:endParaRPr lang="en-US" sz="2000" dirty="0"/>
          </a:p>
          <a:p>
            <a:pPr marL="0" indent="0">
              <a:buNone/>
            </a:pPr>
            <a:r>
              <a:rPr lang="vi-VN" sz="2000" dirty="0"/>
              <a:t>b. "Chặt nhỏ" xương để tăng diện tích tiếp xúc nên tốc độ phản ứng tăng. Nấu bằng "nồi áp suất" làm tăng áp suất nên tốc độ phản ứng tăng.</a:t>
            </a:r>
            <a:endParaRPr lang="en-US" sz="2000" dirty="0"/>
          </a:p>
          <a:p>
            <a:pPr marL="0" indent="0">
              <a:buNone/>
            </a:pPr>
            <a:r>
              <a:rPr lang="vi-VN" sz="2000" dirty="0"/>
              <a:t>c. Khi tạo lỗ rộng trên viên than tổ ong làm tăng diện tích tiếp xúc giữa cacbon và oxi không khí nên tốc độ phản ứng tăng.</a:t>
            </a:r>
            <a:endParaRPr lang="en-US" sz="2000" dirty="0"/>
          </a:p>
          <a:p>
            <a:pPr marL="0" indent="0">
              <a:buNone/>
            </a:pPr>
            <a:r>
              <a:rPr lang="vi-VN" sz="2000" dirty="0"/>
              <a:t>d. V</a:t>
            </a:r>
            <a:r>
              <a:rPr lang="vi-VN" sz="2000" baseline="-25000" dirty="0"/>
              <a:t>2</a:t>
            </a:r>
            <a:r>
              <a:rPr lang="vi-VN" sz="2000" dirty="0"/>
              <a:t>O</a:t>
            </a:r>
            <a:r>
              <a:rPr lang="vi-VN" sz="2000" baseline="-25000" dirty="0"/>
              <a:t>5</a:t>
            </a:r>
            <a:r>
              <a:rPr lang="vi-VN" sz="2000" dirty="0"/>
              <a:t> là xúc tác của phản ứng oxi hoá SO</a:t>
            </a:r>
            <a:r>
              <a:rPr lang="vi-VN" sz="2000" baseline="-25000" dirty="0"/>
              <a:t>2</a:t>
            </a:r>
            <a:r>
              <a:rPr lang="vi-VN" sz="2000" dirty="0"/>
              <a:t> và O</a:t>
            </a:r>
            <a:r>
              <a:rPr lang="vi-VN" sz="2000" baseline="-25000" dirty="0"/>
              <a:t>2</a:t>
            </a:r>
            <a:r>
              <a:rPr lang="vi-VN" sz="2000" dirty="0"/>
              <a:t>.</a:t>
            </a:r>
            <a:endParaRPr lang="en-US" sz="2000" dirty="0"/>
          </a:p>
          <a:p>
            <a:pPr marL="0" indent="0">
              <a:buNone/>
            </a:pPr>
            <a:r>
              <a:rPr lang="vi-VN" sz="2000" dirty="0"/>
              <a:t>e. Quạt thông gió trong bễ lò rèn để thổi không khí từ ngoài vào, làm tăng nồng độ oxi, do đó tốc độ phản ứng cháy của than đá tăng.</a:t>
            </a:r>
            <a:endParaRPr lang="en-US" sz="2000" dirty="0"/>
          </a:p>
          <a:p>
            <a:pPr marL="0" indent="0">
              <a:buNone/>
            </a:pPr>
            <a:r>
              <a:rPr lang="vi-VN" sz="2000" dirty="0"/>
              <a:t>g. Khi hơi SO</a:t>
            </a:r>
            <a:r>
              <a:rPr lang="vi-VN" sz="2000" baseline="-25000" dirty="0"/>
              <a:t>3</a:t>
            </a:r>
            <a:r>
              <a:rPr lang="vi-VN" sz="2000" dirty="0"/>
              <a:t> đi từ dưới đi lên, dung dịch H</a:t>
            </a:r>
            <a:r>
              <a:rPr lang="vi-VN" sz="2000" baseline="-25000" dirty="0"/>
              <a:t>2</a:t>
            </a:r>
            <a:r>
              <a:rPr lang="vi-VN" sz="2000" dirty="0"/>
              <a:t>SO</a:t>
            </a:r>
            <a:r>
              <a:rPr lang="vi-VN" sz="2000" baseline="-25000" dirty="0"/>
              <a:t>4</a:t>
            </a:r>
            <a:r>
              <a:rPr lang="vi-VN" sz="2000" dirty="0"/>
              <a:t> đặc đi từ trên đi xuống thì diện tích tiếp xúc giữa các chất tăng nên tốc độ phản ứng tăng.</a:t>
            </a:r>
            <a:endParaRPr lang="en-US" sz="2000" dirty="0"/>
          </a:p>
          <a:p>
            <a:pPr marL="0" indent="0">
              <a:buNone/>
            </a:pPr>
            <a:endParaRPr lang="en-US" b="1" dirty="0">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70341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09599" y="1417637"/>
            <a:ext cx="10772504" cy="5056315"/>
          </a:xfrm>
        </p:spPr>
        <p:txBody>
          <a:bodyPr/>
          <a:lstStyle/>
          <a:p>
            <a:pPr marL="0" indent="0">
              <a:buNone/>
            </a:pPr>
            <a:r>
              <a:rPr lang="en-US" b="1" dirty="0" err="1">
                <a:latin typeface="Times New Roman" panose="02020603050405020304" pitchFamily="18" charset="0"/>
                <a:cs typeface="Times New Roman" panose="02020603050405020304" pitchFamily="18" charset="0"/>
              </a:rPr>
              <a:t>Bài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6. </a:t>
            </a:r>
            <a:r>
              <a:rPr lang="vi-VN" dirty="0">
                <a:cs typeface="Times New Roman" panose="02020603050405020304" pitchFamily="18" charset="0"/>
              </a:rPr>
              <a:t>Hãy nhận định đúng (Đ) hay sai (S) cho các phát biểu sau:</a:t>
            </a:r>
          </a:p>
          <a:p>
            <a:pPr marL="0" indent="0">
              <a:buNone/>
            </a:pPr>
            <a:r>
              <a:rPr lang="vi-VN" dirty="0">
                <a:cs typeface="Times New Roman" panose="02020603050405020304" pitchFamily="18" charset="0"/>
              </a:rPr>
              <a:t>(1) Khi đốt củi, nếu thêm một ít dầu hỏa lửa sẽ cháy to hơn. Như vậy, dầu hỏa đóng vai trò xúc tác cho quá trình này.	</a:t>
            </a:r>
          </a:p>
          <a:p>
            <a:pPr marL="0" indent="0">
              <a:buNone/>
            </a:pPr>
            <a:r>
              <a:rPr lang="vi-VN" dirty="0">
                <a:cs typeface="Times New Roman" panose="02020603050405020304" pitchFamily="18" charset="0"/>
              </a:rPr>
              <a:t>(2) Để thực phẩm tươi lâu, người ta dùng phương pháp bảo quản lạnh. Ở nhiệt độ thấp, quá trình phân hủy các chất diễn ra chậm hơn	</a:t>
            </a:r>
          </a:p>
          <a:p>
            <a:pPr marL="0" indent="0">
              <a:buNone/>
            </a:pPr>
            <a:r>
              <a:rPr lang="vi-VN" dirty="0">
                <a:cs typeface="Times New Roman" panose="02020603050405020304" pitchFamily="18" charset="0"/>
              </a:rPr>
              <a:t>(3) Trong quá trình làm sữa chua, lúc đầu người ta phải pha sữa trong nước ấm và thêm men lactic là để tăng tốc độ quá trình gây chua. Sau đó làm lạnh để kìm hãm quá trình này.	</a:t>
            </a:r>
          </a:p>
          <a:p>
            <a:pPr marL="0" indent="0">
              <a:buNone/>
            </a:pPr>
            <a:r>
              <a:rPr lang="vi-VN" dirty="0">
                <a:cs typeface="Times New Roman" panose="02020603050405020304" pitchFamily="18" charset="0"/>
              </a:rPr>
              <a:t>(4) Tùy theo phản ứng mà có thể dùng một, một số hoặc tất cả yếu tố để tăng tốc độ phản ứng.	</a:t>
            </a: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209963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 </a:t>
            </a:r>
            <a:r>
              <a:rPr lang="en-US" dirty="0" err="1">
                <a:solidFill>
                  <a:schemeClr val="tx1"/>
                </a:solidFill>
                <a:latin typeface="Times New Roman" panose="02020603050405020304" pitchFamily="18" charset="0"/>
                <a:cs typeface="Times New Roman" panose="02020603050405020304" pitchFamily="18" charset="0"/>
              </a:rPr>
              <a:t>BÀI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TẬP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09599" y="1417637"/>
            <a:ext cx="10772504" cy="5056315"/>
          </a:xfrm>
        </p:spPr>
        <p:txBody>
          <a:bodyPr/>
          <a:lstStyle/>
          <a:p>
            <a:pPr marL="0" indent="0">
              <a:buNone/>
            </a:pPr>
            <a:r>
              <a:rPr lang="en-US" sz="2000" b="1" dirty="0" err="1">
                <a:latin typeface="Times New Roman" panose="02020603050405020304" pitchFamily="18" charset="0"/>
                <a:cs typeface="Times New Roman" panose="02020603050405020304" pitchFamily="18" charset="0"/>
              </a:rPr>
              <a:t>Bài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tập</a:t>
            </a:r>
            <a:r>
              <a:rPr lang="en-US" sz="2000" b="1" dirty="0">
                <a:latin typeface="Times New Roman" panose="02020603050405020304" pitchFamily="18" charset="0"/>
                <a:cs typeface="Times New Roman" panose="02020603050405020304" pitchFamily="18" charset="0"/>
              </a:rPr>
              <a:t> 6. </a:t>
            </a:r>
          </a:p>
          <a:p>
            <a:pPr marL="0" indent="0">
              <a:buNone/>
            </a:pPr>
            <a:r>
              <a:rPr lang="vi-VN" sz="2000" dirty="0">
                <a:cs typeface="Times New Roman" panose="02020603050405020304" pitchFamily="18" charset="0"/>
              </a:rPr>
              <a:t>(1) Sai do chất xúc tác là chất làm tăng tốc độ phản ứng nhưng không bị tiêu hao trong quá trình phản ứng. Khi đốt củi, nếu dùng thêm dầu hoả thì dầu hoả là các hiđrocacbon khi cháy sinh nhiệt lớn làm phản ứng đốt cháy củi xảy ra nhanh hơn.</a:t>
            </a:r>
          </a:p>
          <a:p>
            <a:pPr marL="0" indent="0">
              <a:buNone/>
            </a:pPr>
            <a:r>
              <a:rPr lang="vi-VN" sz="2000" dirty="0">
                <a:cs typeface="Times New Roman" panose="02020603050405020304" pitchFamily="18" charset="0"/>
              </a:rPr>
              <a:t>		Sau khi cháy thì các hiđrocacbon trong dầu hoả đã bị tiêu hao.</a:t>
            </a:r>
          </a:p>
          <a:p>
            <a:pPr marL="0" indent="0">
              <a:buNone/>
            </a:pPr>
            <a:r>
              <a:rPr lang="vi-VN" sz="2000" dirty="0">
                <a:cs typeface="Times New Roman" panose="02020603050405020304" pitchFamily="18" charset="0"/>
              </a:rPr>
              <a:t>(2) Đúng do nhiệt độ thấp nên tốc độ phản ứng phân huỷ chậm lại.</a:t>
            </a:r>
          </a:p>
          <a:p>
            <a:pPr marL="0" indent="0">
              <a:buNone/>
            </a:pPr>
            <a:r>
              <a:rPr lang="vi-VN" sz="2000" dirty="0">
                <a:cs typeface="Times New Roman" panose="02020603050405020304" pitchFamily="18" charset="0"/>
              </a:rPr>
              <a:t>(3) Đúng do ban đầu men lactic là chất xúc tác và sử dụng nước ấm là yếu tố nhiệt độ cho phản ứng lên men nên tốc độ phản ứng nhanh. Sau đó cho vào tủ lạnh để hạ nhiệt độ phản ứng làm tốc độ phản ứng phân huỷ bị chậm lại kìm hãm quá trình lên men.</a:t>
            </a:r>
          </a:p>
          <a:p>
            <a:pPr marL="0" indent="0">
              <a:buNone/>
            </a:pPr>
            <a:r>
              <a:rPr lang="vi-VN" sz="2000" dirty="0">
                <a:cs typeface="Times New Roman" panose="02020603050405020304" pitchFamily="18" charset="0"/>
              </a:rPr>
              <a:t>(4) Đúng do tuỳ thuộc vào tính chất của phản ứng, trạng thái của chất tham gia, chất sản phẩm mà áp dụng một, một số hoặc tất cả các yếu tố để tăng tốc độ phản ứng. Ví dụ: </a:t>
            </a:r>
          </a:p>
          <a:p>
            <a:pPr marL="0" indent="0">
              <a:buNone/>
            </a:pPr>
            <a:r>
              <a:rPr lang="vi-VN" sz="2000" dirty="0">
                <a:cs typeface="Times New Roman" panose="02020603050405020304" pitchFamily="18" charset="0"/>
              </a:rPr>
              <a:t>	Phản ứng đốt cháy than: C(r) + O2(k)¬  CO2(k) </a:t>
            </a:r>
          </a:p>
          <a:p>
            <a:pPr marL="0" indent="0">
              <a:buNone/>
            </a:pPr>
            <a:r>
              <a:rPr lang="vi-VN" sz="2000" dirty="0">
                <a:cs typeface="Times New Roman" panose="02020603050405020304" pitchFamily="18" charset="0"/>
              </a:rPr>
              <a:t>	thì do C(r) nên ta áp dụng yếu tố diện tích tiếp xúc bề mặt để tăng tốc độ phản ứng bằng cách đập nhỏ than; O2(k) nên ta áp dụng yếu tố áp suất khí để tác động đến tốc độ phản ứng.</a:t>
            </a:r>
          </a:p>
          <a:p>
            <a:pPr marL="0" indent="0">
              <a:buNone/>
            </a:pPr>
            <a:endParaRPr lang="vi-VN" sz="2000" dirty="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216909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III. </a:t>
            </a:r>
            <a:r>
              <a:rPr lang="en-US" dirty="0" err="1">
                <a:solidFill>
                  <a:schemeClr val="tx1"/>
                </a:solidFill>
                <a:latin typeface="Times New Roman" panose="02020603050405020304" pitchFamily="18" charset="0"/>
                <a:cs typeface="Times New Roman" panose="02020603050405020304" pitchFamily="18" charset="0"/>
              </a:rPr>
              <a:t>CỦNG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CỐ</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20" name="Content Placeholder 19"/>
          <p:cNvPicPr>
            <a:picLocks noGrp="1" noChangeAspect="1"/>
          </p:cNvPicPr>
          <p:nvPr>
            <p:ph sz="quarter" idx="1"/>
          </p:nvPr>
        </p:nvPicPr>
        <p:blipFill>
          <a:blip r:embed="rId2"/>
          <a:stretch>
            <a:fillRect/>
          </a:stretch>
        </p:blipFill>
        <p:spPr>
          <a:xfrm>
            <a:off x="400594" y="1495697"/>
            <a:ext cx="11094719" cy="5209903"/>
          </a:xfrm>
          <a:prstGeom prst="rect">
            <a:avLst/>
          </a:prstGeom>
        </p:spPr>
      </p:pic>
    </p:spTree>
    <p:extLst>
      <p:ext uri="{BB962C8B-B14F-4D97-AF65-F5344CB8AC3E}">
        <p14:creationId xmlns:p14="http://schemas.microsoft.com/office/powerpoint/2010/main" val="3140811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III. </a:t>
            </a:r>
            <a:r>
              <a:rPr lang="en-US" dirty="0" err="1">
                <a:solidFill>
                  <a:schemeClr val="tx1"/>
                </a:solidFill>
                <a:latin typeface="Times New Roman" panose="02020603050405020304" pitchFamily="18" charset="0"/>
                <a:cs typeface="Times New Roman" panose="02020603050405020304" pitchFamily="18" charset="0"/>
              </a:rPr>
              <a:t>CỦNG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CỐ</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ctr" eaLnBrk="1" hangingPunct="1">
              <a:spcBef>
                <a:spcPct val="0"/>
              </a:spcBef>
              <a:buClrTx/>
              <a:buSzTx/>
              <a:buFontTx/>
              <a:buNone/>
            </a:pPr>
            <a:r>
              <a:rPr lang="en-US" altLang="en-US" sz="2800" dirty="0" err="1">
                <a:latin typeface="Times New Roman" panose="02020603050405020304" pitchFamily="18" charset="0"/>
                <a:cs typeface="Times New Roman" panose="02020603050405020304" pitchFamily="18" charset="0"/>
              </a:rPr>
              <a:t>BÀI</a:t>
            </a:r>
            <a:r>
              <a:rPr lang="en-US" altLang="en-US" sz="2800" dirty="0">
                <a:latin typeface="Times New Roman" panose="02020603050405020304" pitchFamily="18" charset="0"/>
                <a:cs typeface="Times New Roman" panose="02020603050405020304" pitchFamily="18" charset="0"/>
              </a:rPr>
              <a:t> 20: </a:t>
            </a:r>
            <a:r>
              <a:rPr lang="en-US" altLang="en-US" sz="2800" dirty="0" err="1">
                <a:latin typeface="Times New Roman" panose="02020603050405020304" pitchFamily="18" charset="0"/>
                <a:cs typeface="Times New Roman" panose="02020603050405020304" pitchFamily="18" charset="0"/>
              </a:rPr>
              <a:t>ÔN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TẬP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CHƯƠNG</a:t>
            </a:r>
            <a:r>
              <a:rPr lang="en-US" altLang="en-US" sz="2800" dirty="0">
                <a:latin typeface="Times New Roman" panose="02020603050405020304" pitchFamily="18" charset="0"/>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4" name="Content Placeholder 3"/>
          <p:cNvPicPr>
            <a:picLocks noGrp="1" noChangeAspect="1"/>
          </p:cNvPicPr>
          <p:nvPr>
            <p:ph sz="quarter" idx="1"/>
          </p:nvPr>
        </p:nvPicPr>
        <p:blipFill>
          <a:blip r:embed="rId2"/>
          <a:stretch>
            <a:fillRect/>
          </a:stretch>
        </p:blipFill>
        <p:spPr>
          <a:xfrm>
            <a:off x="461554" y="1417637"/>
            <a:ext cx="11033759" cy="5148943"/>
          </a:xfrm>
          <a:prstGeom prst="rect">
            <a:avLst/>
          </a:prstGeom>
        </p:spPr>
      </p:pic>
    </p:spTree>
    <p:extLst>
      <p:ext uri="{BB962C8B-B14F-4D97-AF65-F5344CB8AC3E}">
        <p14:creationId xmlns:p14="http://schemas.microsoft.com/office/powerpoint/2010/main" val="2136198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III. </a:t>
            </a:r>
            <a:r>
              <a:rPr lang="en-US" dirty="0" err="1">
                <a:solidFill>
                  <a:schemeClr val="tx1"/>
                </a:solidFill>
                <a:latin typeface="Times New Roman" panose="02020603050405020304" pitchFamily="18" charset="0"/>
                <a:cs typeface="Times New Roman" panose="02020603050405020304" pitchFamily="18" charset="0"/>
              </a:rPr>
              <a:t>CỦNG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CỐ</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ÔN</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TẬP</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3" name="Content Placeholder 2"/>
          <p:cNvSpPr>
            <a:spLocks noGrp="1"/>
          </p:cNvSpPr>
          <p:nvPr>
            <p:ph sz="quarter" idx="1"/>
          </p:nvPr>
        </p:nvSpPr>
        <p:spPr>
          <a:xfrm>
            <a:off x="400595" y="1600200"/>
            <a:ext cx="11007634" cy="4873752"/>
          </a:xfrm>
        </p:spPr>
        <p:txBody>
          <a:bodyPr/>
          <a:lstStyle/>
          <a:p>
            <a:pPr marL="0" indent="0">
              <a:buNone/>
            </a:pPr>
            <a:r>
              <a:rPr lang="vi-VN" b="1" dirty="0"/>
              <a:t>Câu 5:</a:t>
            </a:r>
            <a:r>
              <a:rPr lang="vi-VN" dirty="0"/>
              <a:t> So sánh tốc độ của 2 phản ứng sau (thực hiện ở cùng nhiệt độ, khối lượng Zn sử dụng là như nhau) : </a:t>
            </a:r>
          </a:p>
          <a:p>
            <a:pPr marL="0" indent="0">
              <a:buNone/>
            </a:pPr>
            <a:r>
              <a:rPr lang="vi-VN" dirty="0"/>
              <a:t>	Zn (bột) + dung dịch CuSO4 1M 	(1) 		</a:t>
            </a:r>
          </a:p>
          <a:p>
            <a:pPr marL="0" indent="0">
              <a:buNone/>
            </a:pPr>
            <a:r>
              <a:rPr lang="vi-VN" dirty="0"/>
              <a:t>	Zn (hạt) + dung dịch CuSO4 1M 	(2)</a:t>
            </a:r>
          </a:p>
          <a:p>
            <a:pPr marL="0" indent="0">
              <a:buNone/>
            </a:pPr>
            <a:r>
              <a:rPr lang="vi-VN" dirty="0"/>
              <a:t>Kết quả thu được là :</a:t>
            </a:r>
          </a:p>
          <a:p>
            <a:pPr marL="0" indent="0">
              <a:buNone/>
            </a:pPr>
            <a:r>
              <a:rPr lang="vi-VN" dirty="0"/>
              <a:t>A. (1) nhanh hơn (2).	B. (2) nhanh hơn (1).</a:t>
            </a:r>
          </a:p>
          <a:p>
            <a:pPr marL="0" indent="0">
              <a:buNone/>
            </a:pPr>
            <a:r>
              <a:rPr lang="vi-VN" dirty="0"/>
              <a:t>C. như nhau.		D. ban đầu như nhau, sau đó (2) nhanh hơn(1).</a:t>
            </a:r>
          </a:p>
          <a:p>
            <a:pPr marL="0" indent="0">
              <a:buNone/>
            </a:pPr>
            <a:r>
              <a:rPr lang="vi-VN" b="1" dirty="0"/>
              <a:t>Câu 6:</a:t>
            </a:r>
            <a:r>
              <a:rPr lang="vi-VN" dirty="0"/>
              <a:t> Khi cho cùng một lượng nhôm vào cốc đựng dung dịch axit HCl 0,1M, tốc độ phản ứng sẽ lớn nhất khi dùng nhôm ở dạng nào sau đây ? </a:t>
            </a:r>
          </a:p>
          <a:p>
            <a:pPr marL="0" indent="0">
              <a:buNone/>
            </a:pPr>
            <a:r>
              <a:rPr lang="vi-VN" dirty="0"/>
              <a:t>A. Dạng viên nhỏ.		B. Dạng bột mịn, khuấy đều.</a:t>
            </a:r>
          </a:p>
          <a:p>
            <a:pPr marL="0" indent="0">
              <a:buNone/>
            </a:pPr>
            <a:r>
              <a:rPr lang="vi-VN" dirty="0"/>
              <a:t>C. Dạng tấm mỏng.		D. Dạng nhôm dây.</a:t>
            </a:r>
          </a:p>
          <a:p>
            <a:endParaRPr lang="en-US" dirty="0"/>
          </a:p>
        </p:txBody>
      </p:sp>
    </p:spTree>
    <p:extLst>
      <p:ext uri="{BB962C8B-B14F-4D97-AF65-F5344CB8AC3E}">
        <p14:creationId xmlns:p14="http://schemas.microsoft.com/office/powerpoint/2010/main" val="878031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III. </a:t>
            </a:r>
            <a:r>
              <a:rPr lang="en-US" dirty="0" err="1">
                <a:solidFill>
                  <a:schemeClr val="tx1"/>
                </a:solidFill>
                <a:latin typeface="Times New Roman" panose="02020603050405020304" pitchFamily="18" charset="0"/>
                <a:cs typeface="Times New Roman" panose="02020603050405020304" pitchFamily="18" charset="0"/>
              </a:rPr>
              <a:t>CỦNG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CỐ</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ÔN</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TẬP</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pic>
        <p:nvPicPr>
          <p:cNvPr id="13" name="Content Placeholder 12"/>
          <p:cNvPicPr>
            <a:picLocks noGrp="1" noChangeAspect="1"/>
          </p:cNvPicPr>
          <p:nvPr>
            <p:ph sz="quarter" idx="1"/>
          </p:nvPr>
        </p:nvPicPr>
        <p:blipFill>
          <a:blip r:embed="rId2"/>
          <a:stretch>
            <a:fillRect/>
          </a:stretch>
        </p:blipFill>
        <p:spPr>
          <a:xfrm>
            <a:off x="792480" y="1733005"/>
            <a:ext cx="10380617" cy="4432663"/>
          </a:xfrm>
          <a:prstGeom prst="rect">
            <a:avLst/>
          </a:prstGeom>
        </p:spPr>
      </p:pic>
    </p:spTree>
    <p:extLst>
      <p:ext uri="{BB962C8B-B14F-4D97-AF65-F5344CB8AC3E}">
        <p14:creationId xmlns:p14="http://schemas.microsoft.com/office/powerpoint/2010/main" val="2049471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9896"/>
            <a:ext cx="9956800" cy="607741"/>
          </a:xfrm>
        </p:spPr>
        <p:txBody>
          <a:bodyPr/>
          <a:lstStyle/>
          <a:p>
            <a:r>
              <a:rPr lang="en-US" dirty="0">
                <a:solidFill>
                  <a:schemeClr val="tx1"/>
                </a:solidFill>
                <a:latin typeface="Times New Roman" panose="02020603050405020304" pitchFamily="18" charset="0"/>
                <a:cs typeface="Times New Roman" panose="02020603050405020304" pitchFamily="18" charset="0"/>
              </a:rPr>
              <a:t>III. </a:t>
            </a:r>
            <a:r>
              <a:rPr lang="en-US" dirty="0" err="1">
                <a:solidFill>
                  <a:schemeClr val="tx1"/>
                </a:solidFill>
                <a:latin typeface="Times New Roman" panose="02020603050405020304" pitchFamily="18" charset="0"/>
                <a:cs typeface="Times New Roman" panose="02020603050405020304" pitchFamily="18" charset="0"/>
              </a:rPr>
              <a:t>CỦNG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CỐ</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ÔN</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TẬP</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pic>
        <p:nvPicPr>
          <p:cNvPr id="9" name="Content Placeholder 8"/>
          <p:cNvPicPr>
            <a:picLocks noGrp="1" noChangeAspect="1"/>
          </p:cNvPicPr>
          <p:nvPr>
            <p:ph sz="quarter" idx="1"/>
          </p:nvPr>
        </p:nvPicPr>
        <p:blipFill>
          <a:blip r:embed="rId2"/>
          <a:stretch>
            <a:fillRect/>
          </a:stretch>
        </p:blipFill>
        <p:spPr>
          <a:xfrm>
            <a:off x="775063" y="1767840"/>
            <a:ext cx="10389326" cy="4406537"/>
          </a:xfrm>
          <a:prstGeom prst="rect">
            <a:avLst/>
          </a:prstGeom>
        </p:spPr>
      </p:pic>
    </p:spTree>
    <p:extLst>
      <p:ext uri="{BB962C8B-B14F-4D97-AF65-F5344CB8AC3E}">
        <p14:creationId xmlns:p14="http://schemas.microsoft.com/office/powerpoint/2010/main" val="3827463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1"/>
          <p:cNvSpPr txBox="1">
            <a:spLocks noChangeArrowheads="1"/>
          </p:cNvSpPr>
          <p:nvPr/>
        </p:nvSpPr>
        <p:spPr bwMode="auto">
          <a:xfrm>
            <a:off x="2057400" y="262377"/>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ÔN</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TẬP</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a:t>
            </a:r>
          </a:p>
        </p:txBody>
      </p:sp>
      <p:sp>
        <p:nvSpPr>
          <p:cNvPr id="7" name="Rectangle 6"/>
          <p:cNvSpPr/>
          <p:nvPr/>
        </p:nvSpPr>
        <p:spPr>
          <a:xfrm>
            <a:off x="2211977" y="124096"/>
            <a:ext cx="7924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8" name="Rectangle 7"/>
          <p:cNvSpPr/>
          <p:nvPr/>
        </p:nvSpPr>
        <p:spPr>
          <a:xfrm>
            <a:off x="400594" y="1441936"/>
            <a:ext cx="11094719" cy="52636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
        <p:nvSpPr>
          <p:cNvPr id="3" name="Content Placeholder 2"/>
          <p:cNvSpPr>
            <a:spLocks noGrp="1"/>
          </p:cNvSpPr>
          <p:nvPr>
            <p:ph sz="quarter" idx="1"/>
          </p:nvPr>
        </p:nvSpPr>
        <p:spPr/>
        <p:txBody>
          <a:bodyPr/>
          <a:lstStyle/>
          <a:p>
            <a:pPr marL="0" indent="0" algn="ctr">
              <a:buNone/>
            </a:pPr>
            <a:r>
              <a:rPr lang="en-US" sz="4800" dirty="0" err="1">
                <a:latin typeface="Times New Roman" panose="02020603050405020304" pitchFamily="18" charset="0"/>
                <a:cs typeface="Times New Roman" panose="02020603050405020304" pitchFamily="18" charset="0"/>
              </a:rPr>
              <a:t>TIẾT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HỌC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HÔM</a:t>
            </a:r>
            <a:r>
              <a:rPr lang="en-US" sz="4800" dirty="0">
                <a:latin typeface="Times New Roman" panose="02020603050405020304" pitchFamily="18" charset="0"/>
                <a:cs typeface="Times New Roman" panose="02020603050405020304" pitchFamily="18" charset="0"/>
              </a:rPr>
              <a:t> NAY </a:t>
            </a:r>
            <a:r>
              <a:rPr lang="en-US" sz="4800" dirty="0" err="1">
                <a:latin typeface="Times New Roman" panose="02020603050405020304" pitchFamily="18" charset="0"/>
                <a:cs typeface="Times New Roman" panose="02020603050405020304" pitchFamily="18" charset="0"/>
              </a:rPr>
              <a:t>ĐẾN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ĐÂY</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KẾT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THÚC</a:t>
            </a:r>
            <a:endParaRPr lang="en-US" sz="4800" dirty="0">
              <a:latin typeface="Times New Roman" panose="02020603050405020304" pitchFamily="18" charset="0"/>
              <a:cs typeface="Times New Roman" panose="02020603050405020304" pitchFamily="18" charset="0"/>
            </a:endParaRPr>
          </a:p>
          <a:p>
            <a:pPr marL="0" indent="0" algn="ctr">
              <a:buNone/>
            </a:pPr>
            <a:endParaRPr lang="en-US" sz="4800">
              <a:latin typeface="Times New Roman" panose="02020603050405020304" pitchFamily="18" charset="0"/>
              <a:cs typeface="Times New Roman" panose="02020603050405020304" pitchFamily="18" charset="0"/>
            </a:endParaRPr>
          </a:p>
          <a:p>
            <a:pPr marL="0" indent="0" algn="ctr">
              <a:buNone/>
            </a:pPr>
            <a:r>
              <a:rPr lang="en-US" sz="4800">
                <a:latin typeface="Times New Roman" panose="02020603050405020304" pitchFamily="18" charset="0"/>
                <a:cs typeface="Times New Roman" panose="02020603050405020304" pitchFamily="18" charset="0"/>
              </a:rPr>
              <a:t>XIN </a:t>
            </a:r>
            <a:r>
              <a:rPr lang="en-US" sz="4800" dirty="0" err="1">
                <a:latin typeface="Times New Roman" panose="02020603050405020304" pitchFamily="18" charset="0"/>
                <a:cs typeface="Times New Roman" panose="02020603050405020304" pitchFamily="18" charset="0"/>
              </a:rPr>
              <a:t>CẢM</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ƠN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CÁC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THẦY</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CÔ</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VÀ</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TẤT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CẢ</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CÁC</a:t>
            </a:r>
            <a:r>
              <a:rPr lang="en-US" sz="4800" dirty="0">
                <a:latin typeface="Times New Roman" panose="02020603050405020304" pitchFamily="18" charset="0"/>
                <a:cs typeface="Times New Roman" panose="02020603050405020304" pitchFamily="18" charset="0"/>
              </a:rPr>
              <a:t> EM</a:t>
            </a:r>
          </a:p>
        </p:txBody>
      </p:sp>
      <p:sp>
        <p:nvSpPr>
          <p:cNvPr id="4" name="Title 3"/>
          <p:cNvSpPr>
            <a:spLocks noGrp="1"/>
          </p:cNvSpPr>
          <p:nvPr>
            <p:ph type="title"/>
          </p:nvPr>
        </p:nvSpPr>
        <p:spPr/>
        <p:txBody>
          <a:bodyPr/>
          <a:lstStyle/>
          <a:p>
            <a:endParaRPr lang="en-US" dirty="0"/>
          </a:p>
        </p:txBody>
      </p:sp>
    </p:spTree>
    <p:extLst>
      <p:ext uri="{BB962C8B-B14F-4D97-AF65-F5344CB8AC3E}">
        <p14:creationId xmlns:p14="http://schemas.microsoft.com/office/powerpoint/2010/main" val="305721430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3_Slide mau">
  <a:themeElements>
    <a:clrScheme name="2_Slide mau 4">
      <a:dk1>
        <a:srgbClr val="000000"/>
      </a:dk1>
      <a:lt1>
        <a:srgbClr val="C5FBED"/>
      </a:lt1>
      <a:dk2>
        <a:srgbClr val="221304"/>
      </a:dk2>
      <a:lt2>
        <a:srgbClr val="CBBD83"/>
      </a:lt2>
      <a:accent1>
        <a:srgbClr val="A1BD69"/>
      </a:accent1>
      <a:accent2>
        <a:srgbClr val="3694B6"/>
      </a:accent2>
      <a:accent3>
        <a:srgbClr val="DFFDF4"/>
      </a:accent3>
      <a:accent4>
        <a:srgbClr val="000000"/>
      </a:accent4>
      <a:accent5>
        <a:srgbClr val="CDDBB9"/>
      </a:accent5>
      <a:accent6>
        <a:srgbClr val="3086A5"/>
      </a:accent6>
      <a:hlink>
        <a:srgbClr val="660066"/>
      </a:hlink>
      <a:folHlink>
        <a:srgbClr val="666699"/>
      </a:folHlink>
    </a:clrScheme>
    <a:fontScheme name="3_Slide mau">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alpha val="84000"/>
          </a:schemeClr>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nTime" pitchFamily="34" charset="0"/>
          </a:defRPr>
        </a:defPPr>
      </a:lstStyle>
    </a:spDef>
    <a:lnDef>
      <a:spPr bwMode="auto">
        <a:xfrm>
          <a:off x="0" y="0"/>
          <a:ext cx="1" cy="1"/>
        </a:xfrm>
        <a:custGeom>
          <a:avLst/>
          <a:gdLst/>
          <a:ahLst/>
          <a:cxnLst/>
          <a:rect l="0" t="0" r="0" b="0"/>
          <a:pathLst/>
        </a:custGeom>
        <a:solidFill>
          <a:schemeClr val="accent1">
            <a:alpha val="84000"/>
          </a:schemeClr>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VnTime" pitchFamily="34" charset="0"/>
          </a:defRPr>
        </a:defPPr>
      </a:lstStyle>
    </a:lnDef>
  </a:objectDefaults>
  <a:extraClrSchemeLst>
    <a:extraClrScheme>
      <a:clrScheme name="Slide mau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Slide mau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Slide mau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2_Slide mau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2_Slide mau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2_Slide mau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2_Slide mau 4">
        <a:dk1>
          <a:srgbClr val="000000"/>
        </a:dk1>
        <a:lt1>
          <a:srgbClr val="C5FBED"/>
        </a:lt1>
        <a:dk2>
          <a:srgbClr val="221304"/>
        </a:dk2>
        <a:lt2>
          <a:srgbClr val="CBBD83"/>
        </a:lt2>
        <a:accent1>
          <a:srgbClr val="A1BD69"/>
        </a:accent1>
        <a:accent2>
          <a:srgbClr val="3694B6"/>
        </a:accent2>
        <a:accent3>
          <a:srgbClr val="DFFDF4"/>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2_Slide mau 5">
        <a:dk1>
          <a:srgbClr val="000000"/>
        </a:dk1>
        <a:lt1>
          <a:srgbClr val="3BF1C1"/>
        </a:lt1>
        <a:dk2>
          <a:srgbClr val="221304"/>
        </a:dk2>
        <a:lt2>
          <a:srgbClr val="CBBD83"/>
        </a:lt2>
        <a:accent1>
          <a:srgbClr val="A1BD69"/>
        </a:accent1>
        <a:accent2>
          <a:srgbClr val="3694B6"/>
        </a:accent2>
        <a:accent3>
          <a:srgbClr val="AFF7DD"/>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otalTime>122</TotalTime>
  <Words>1918</Words>
  <Application>Microsoft Office PowerPoint</Application>
  <PresentationFormat>Widescreen</PresentationFormat>
  <Paragraphs>137</Paragraphs>
  <Slides>18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.VnTime</vt:lpstr>
      <vt:lpstr>Arial</vt:lpstr>
      <vt:lpstr>Calibri</vt:lpstr>
      <vt:lpstr>Cambria Math</vt:lpstr>
      <vt:lpstr>Century Schoolbook</vt:lpstr>
      <vt:lpstr>Times New Roman</vt:lpstr>
      <vt:lpstr>Wingdings</vt:lpstr>
      <vt:lpstr>Wingdings 2</vt:lpstr>
      <vt:lpstr>3_Slide mau</vt:lpstr>
      <vt:lpstr>Oriel</vt:lpstr>
      <vt:lpstr>PowerPoint Presentation</vt:lpstr>
      <vt:lpstr>PowerPoint Presentation</vt:lpstr>
      <vt:lpstr>II. BÀI TẬP</vt:lpstr>
      <vt:lpstr>II. BÀI TẬP</vt:lpstr>
      <vt:lpstr>II. BÀI TẬP</vt:lpstr>
      <vt:lpstr>II. BÀI TẬP</vt:lpstr>
      <vt:lpstr>II. BÀI TẬP</vt:lpstr>
      <vt:lpstr>II. BÀI TẬP</vt:lpstr>
      <vt:lpstr>II. BÀI TẬP</vt:lpstr>
      <vt:lpstr>II. BÀI TẬP</vt:lpstr>
      <vt:lpstr>II. BÀI TẬP</vt:lpstr>
      <vt:lpstr>II. BÀI TẬP</vt:lpstr>
      <vt:lpstr>III. CỦNG CỐ</vt:lpstr>
      <vt:lpstr>III. CỦNG CỐ</vt:lpstr>
      <vt:lpstr>III. CỦNG CỐ</vt:lpstr>
      <vt:lpstr>III. CỦNG CỐ</vt:lpstr>
      <vt:lpstr>III. CỦNG CỐ</vt:lpstr>
      <vt:lpstr>PowerPoint Presentation</vt:lpstr>
    </vt:vector>
  </TitlesOfParts>
  <Manager>TV_STEM</Manager>
  <Company>TV_STEM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TV_STEMTV_STEM</dc:title>
  <dc:subject>TV_STEM</dc:subject>
  <dc:creator>TV_STEM</dc:creator>
  <cp:keywords>TV_STEM</cp:keywords>
  <dc:description>TV_STEM</dc:description>
  <cp:lastModifiedBy>Nghiêm Xuân</cp:lastModifiedBy>
  <cp:revision>21</cp:revision>
  <dcterms:created xsi:type="dcterms:W3CDTF">2022-08-08T03:49:01Z</dcterms:created>
  <dcterms:modified xsi:type="dcterms:W3CDTF">2022-08-28T02:47:21Z</dcterms:modified>
  <cp:category>TV_STEM</cp:category>
</cp:coreProperties>
</file>