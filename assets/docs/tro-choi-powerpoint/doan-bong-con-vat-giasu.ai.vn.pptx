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4.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7.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ĐOÁN BÓNG CON VẬT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ô bí ẩn, trả lời đúng để biết con vật đang ẩn mình.</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ĐOÁN BÓNG CON VẬT</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3F3D8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lớn nhất có hai chữ số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90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98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99</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sư tử</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tam giác có mấy góc?</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3</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2</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voi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Bài thơ "Tre Việt Nam" là của nhà thơ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Tố Hữu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Nguyễn Duy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Xuân Quỳnh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Huy Cận</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khỉ</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 km bằng bao nhiêu mét?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 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1000 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10 000 m</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gấu trúc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Động vật nào là loài ăn cỏ?</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Hổ</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Sói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Cá sấu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Trâu</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hươu cao cổ</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Trung Quốc là thành phố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Bắc Kinh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Thượng Hải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Hồng Kông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Quảng Châu</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hổ</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Bắc Kinh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địa cầu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Hình vuông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Hình cầu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Hình tam giác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Hình trụ</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cáo</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Hình cầu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La Mã X bằng số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100</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thỏ</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Mùa nào hoa mai, hoa đào nở rộ ở nước ta?</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Mùa hè</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Mùa thu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Mùa đông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Mùa xuân</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ếch</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7</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con gấu</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Việt Nam là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Huế</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Hà Nội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Đà Nẵng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TP. Hồ Chí Minh</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ngựa vằn</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Hà Nội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7 × 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54</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64</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 Đó là chim cánh cụt</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Đoán bóng con vật</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