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8.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1.xml"/><Relationship Id="rId3" Type="http://schemas.openxmlformats.org/officeDocument/2006/relationships/slide" Target="slide11.xml"/><Relationship Id="rId4" Type="http://schemas.openxmlformats.org/officeDocument/2006/relationships/slide" Target="slide1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6.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20.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3.xml"/><Relationship Id="rId3" Type="http://schemas.openxmlformats.org/officeDocument/2006/relationships/slide" Target="slide23.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 Target="slide26.xml"/><Relationship Id="rId3" Type="http://schemas.openxmlformats.org/officeDocument/2006/relationships/slide" Target="slide26.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8.xml"/><Relationship Id="rId3" Type="http://schemas.openxmlformats.org/officeDocument/2006/relationships/slide" Target="slide2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2.xml"/><Relationship Id="rId3" Type="http://schemas.openxmlformats.org/officeDocument/2006/relationships/slide" Target="slide31.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5.xml"/><Relationship Id="rId3" Type="http://schemas.openxmlformats.org/officeDocument/2006/relationships/slide" Target="slide35.xml"/><Relationship Id="rId4" Type="http://schemas.openxmlformats.org/officeDocument/2006/relationships/slide" Target="slide34.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7.xml"/><Relationship Id="rId2" Type="http://schemas.openxmlformats.org/officeDocument/2006/relationships/slide" Target="slide38.xml"/><Relationship Id="rId3" Type="http://schemas.openxmlformats.org/officeDocument/2006/relationships/slide" Target="slide38.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BẮT BƯỚM</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chú bướm muốn bắt, trả lời đúng để đưa bướm về vợt của mình.</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BẮT BƯỚM</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giờ có bao nhiêu phút?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60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24</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60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Cơ quan nào giúp ta hít thở?</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Tim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Dạ dày</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Phổi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Gan</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Phổi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Số lớn nhất có hai chữ số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90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98</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99</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99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Hình tam giác có mấy góc?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2</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Bài thơ "Tre Việt Nam" là của nhà thơ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Tố Hữu</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Nguyễn Duy</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Xuân Quỳnh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Huy Cận</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Nguyễn Duy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1 km bằng bao nhiêu mét?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 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 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1000 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10 000 m</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1000 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Động vật nào là loài ăn cỏ?</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Hổ</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Sói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Cá sấu</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Trâu</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Trâu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Thủ đô của Trung Quốc là thành phố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Bắc Kinh</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Thượng Hải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Hồng Kông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Quảng Châu</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Bắc Kinh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địa cầu có hình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Hình vuông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Hình cầu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Hình tam giác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Hình trụ</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Hình cầu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Số La Mã X bằng số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50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100</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Mùa nào hoa mai, hoa đào nở rộ ở nước ta?</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Mùa hè</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Mùa thu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Mùa đông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Mùa xuân</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Mùa xuân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Có 45 quyển vở chia đều cho 5 bạn. Mỗi bạn được mấy quyển?</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9</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8</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7</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Bắt bướm</dc:title>
  <dc:subject>Trò chơi PowerPoint học tập</dc:subject>
  <dc:creator>giasu.ai.vn</dc:creator>
  <cp:lastModifiedBy>giasu.ai.vn</cp:lastModifiedBy>
  <cp:revision>1</cp:revision>
  <dcterms:created xsi:type="dcterms:W3CDTF">2026-10-19T03:29:12Z</dcterms:created>
  <dcterms:modified xsi:type="dcterms:W3CDTF">2026-10-19T03:29:12Z</dcterms:modified>
</cp:coreProperties>
</file>