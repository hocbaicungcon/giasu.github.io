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 Target="slide8.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0.xml"/><Relationship Id="rId3" Type="http://schemas.openxmlformats.org/officeDocument/2006/relationships/slide" Target="slide11.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2.xml"/><Relationship Id="rId3" Type="http://schemas.openxmlformats.org/officeDocument/2006/relationships/slide" Target="slide2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9.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8.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1.xml"/><Relationship Id="rId2" Type="http://schemas.openxmlformats.org/officeDocument/2006/relationships/slide" Target="slide32.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4.xml"/><Relationship Id="rId3" Type="http://schemas.openxmlformats.org/officeDocument/2006/relationships/slide" Target="slide35.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7.xml"/><Relationship Id="rId4" Type="http://schemas.openxmlformats.org/officeDocument/2006/relationships/slide" Target="slide38.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ĐÀO VÀNG</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cục vàng để đào, trả lời đúng để kéo vàng về nhận điểm.</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ĐÀO VÀNG</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9A6700"/>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Hành tinh nào gần Mặt Trời nhất?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Sao Kim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Trái Đất</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Thủy</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Sao Thủy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trái nghĩa với "chăm chỉ"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Lười biếng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Siêng năng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Cần cù</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Chịu khó</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Lười biếng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90°C</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100°C</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50°C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0°C</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100°C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có chiếc vòi dài?</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Hươu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Gấu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Voi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Khỉ</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Voi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24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36</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36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Giữa quốc kỳ Việt Nam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Ngôi sao vàng năm cánh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Búa liềm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Bông hoa</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năm có mấy tháng?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11</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13</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KHÔNG phải là loài chim?</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Én</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Chim sẻ</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Dơi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Bồ câu</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nào viết đúng chính tả?</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Chăm chỉ</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Trăm chỉ</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Chăm chĩ</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Chăm trỉ</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Chăm chỉ</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Trái Đất quay quanh vật thể nào?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Mặt Trăng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Trời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Thổ</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23F"/>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Hình vuông có mấy cạnh bằng nhau?</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2</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9A6700"/>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5</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23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5C3D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23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Đào vàng</dc:title>
  <dc:subject>Trò chơi PowerPoint học tập</dc:subject>
  <dc:creator>giasu.ai.vn</dc:creator>
  <cp:lastModifiedBy>giasu.ai.vn</cp:lastModifiedBy>
  <cp:revision>1</cp:revision>
  <dcterms:created xsi:type="dcterms:W3CDTF">2026-10-19T03:29:12Z</dcterms:created>
  <dcterms:modified xsi:type="dcterms:W3CDTF">2026-10-19T03:29:12Z</dcterms:modified>
</cp:coreProperties>
</file>