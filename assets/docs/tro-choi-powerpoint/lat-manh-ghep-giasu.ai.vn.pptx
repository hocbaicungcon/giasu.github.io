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6.xml"/><Relationship Id="rId3" Type="http://schemas.openxmlformats.org/officeDocument/2006/relationships/slide" Target="slide9.xml"/><Relationship Id="rId4" Type="http://schemas.openxmlformats.org/officeDocument/2006/relationships/slide" Target="slide12.xml"/><Relationship Id="rId5" Type="http://schemas.openxmlformats.org/officeDocument/2006/relationships/slide" Target="slide15.xml"/><Relationship Id="rId6" Type="http://schemas.openxmlformats.org/officeDocument/2006/relationships/slide" Target="slide18.xml"/><Relationship Id="rId7" Type="http://schemas.openxmlformats.org/officeDocument/2006/relationships/slide" Target="slide21.xml"/><Relationship Id="rId8" Type="http://schemas.openxmlformats.org/officeDocument/2006/relationships/slide" Target="slide24.xml"/><Relationship Id="rId9" Type="http://schemas.openxmlformats.org/officeDocument/2006/relationships/slide" Target="slide27.xml"/><Relationship Id="rId10" Type="http://schemas.openxmlformats.org/officeDocument/2006/relationships/slide" Target="slide30.xml"/><Relationship Id="rId11" Type="http://schemas.openxmlformats.org/officeDocument/2006/relationships/slide" Target="slide33.xml"/><Relationship Id="rId12" Type="http://schemas.openxmlformats.org/officeDocument/2006/relationships/slide" Target="slide36.xml"/><Relationship Id="rId13" Type="http://schemas.openxmlformats.org/officeDocument/2006/relationships/slide" Target="slide39.xml"/><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5.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9.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8.xml"/><Relationship Id="rId3" Type="http://schemas.openxmlformats.org/officeDocument/2006/relationships/slide" Target="slide7.xml"/><Relationship Id="rId4" Type="http://schemas.openxmlformats.org/officeDocument/2006/relationships/slide" Target="slide8.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9.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1.xml"/><Relationship Id="rId3" Type="http://schemas.openxmlformats.org/officeDocument/2006/relationships/slide" Target="slide11.xml"/><Relationship Id="rId4" Type="http://schemas.openxmlformats.org/officeDocument/2006/relationships/slide" Target="slide10.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9.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3.xml"/><Relationship Id="rId2" Type="http://schemas.openxmlformats.org/officeDocument/2006/relationships/slide" Target="slide14.xml"/><Relationship Id="rId3" Type="http://schemas.openxmlformats.org/officeDocument/2006/relationships/slide" Target="slide14.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9.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6.xml"/><Relationship Id="rId3" Type="http://schemas.openxmlformats.org/officeDocument/2006/relationships/slide" Target="slide1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9.xm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 Target="slide20.xml"/><Relationship Id="rId3" Type="http://schemas.openxmlformats.org/officeDocument/2006/relationships/slide" Target="slide19.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9.xm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23.xml"/><Relationship Id="rId3" Type="http://schemas.openxmlformats.org/officeDocument/2006/relationships/slide" Target="slide23.xml"/><Relationship Id="rId4" Type="http://schemas.openxmlformats.org/officeDocument/2006/relationships/slide" Target="slide22.xm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9.xm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5.xml"/><Relationship Id="rId2" Type="http://schemas.openxmlformats.org/officeDocument/2006/relationships/slide" Target="slide26.xml"/><Relationship Id="rId3" Type="http://schemas.openxmlformats.org/officeDocument/2006/relationships/slide" Target="slide26.xml"/><Relationship Id="rId4" Type="http://schemas.openxmlformats.org/officeDocument/2006/relationships/slide" Target="slide26.xm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9.xml"/><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9.xml"/><Relationship Id="rId2" Type="http://schemas.openxmlformats.org/officeDocument/2006/relationships/slide" Target="slide28.xml"/><Relationship Id="rId3" Type="http://schemas.openxmlformats.org/officeDocument/2006/relationships/slide" Target="slide29.xml"/><Relationship Id="rId4" Type="http://schemas.openxmlformats.org/officeDocument/2006/relationships/slide" Target="slide29.xml"/><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9.xml"/><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32.xml"/><Relationship Id="rId2" Type="http://schemas.openxmlformats.org/officeDocument/2006/relationships/slide" Target="slide32.xml"/><Relationship Id="rId3" Type="http://schemas.openxmlformats.org/officeDocument/2006/relationships/slide" Target="slide31.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9.xml"/><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35.xml"/><Relationship Id="rId2" Type="http://schemas.openxmlformats.org/officeDocument/2006/relationships/slide" Target="slide35.xml"/><Relationship Id="rId3" Type="http://schemas.openxmlformats.org/officeDocument/2006/relationships/slide" Target="slide35.xml"/><Relationship Id="rId4" Type="http://schemas.openxmlformats.org/officeDocument/2006/relationships/slide" Target="slide34.xml"/><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9.xml"/><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37.xml"/><Relationship Id="rId2" Type="http://schemas.openxmlformats.org/officeDocument/2006/relationships/slide" Target="slide38.xml"/><Relationship Id="rId3" Type="http://schemas.openxmlformats.org/officeDocument/2006/relationships/slide" Target="slide38.xml"/><Relationship Id="rId4" Type="http://schemas.openxmlformats.org/officeDocument/2006/relationships/slide" Target="slide38.xml"/><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9.xml"/><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LẬT MẢNH GHÉP</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Chọn một mảnh ghép và trả lời câu hỏi. Đúng thì mảnh ghép mở ra. Đoán được bức tranh sớm nhất sẽ thắng.</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LẬT MẢNH GHÉP</a:t>
            </a:r>
            <a:endParaRPr lang="en-US" sz="3200" dirty="0"/>
          </a:p>
        </p:txBody>
      </p:sp>
      <p:sp>
        <p:nvSpPr>
          <p:cNvPr id="3" name="Shape 1"/>
          <p:cNvSpPr/>
          <p:nvPr/>
        </p:nvSpPr>
        <p:spPr>
          <a:xfrm>
            <a:off x="3538728" y="1371600"/>
            <a:ext cx="5120640" cy="3840480"/>
          </a:xfrm>
          <a:prstGeom prst="roundRect">
            <a:avLst>
              <a:gd name="adj" fmla="val 2381"/>
            </a:avLst>
          </a:prstGeom>
          <a:solidFill>
            <a:srgbClr val="FFFFFF"/>
          </a:solidFill>
          <a:ln/>
        </p:spPr>
      </p:sp>
      <p:sp>
        <p:nvSpPr>
          <p:cNvPr id="4" name="Text 2"/>
          <p:cNvSpPr txBox="1"/>
          <p:nvPr/>
        </p:nvSpPr>
        <p:spPr>
          <a:xfrm>
            <a:off x="3538728" y="1371600"/>
            <a:ext cx="5120640" cy="3840480"/>
          </a:xfrm>
          <a:prstGeom prst="rect">
            <a:avLst/>
          </a:prstGeom>
          <a:noFill/>
          <a:ln/>
        </p:spPr>
        <p:txBody>
          <a:bodyPr wrap="square" lIns="0" tIns="0" rIns="0" bIns="0" rtlCol="0" anchor="ctr"/>
          <a:lstStyle/>
          <a:p>
            <a:pPr algn="ctr" indent="0" marL="0">
              <a:buNone/>
            </a:pPr>
            <a:r>
              <a:rPr lang="en-US" sz="25000" dirty="0">
                <a:solidFill>
                  <a:srgbClr val="000000"/>
                </a:solidFill>
                <a:latin typeface="Arial" pitchFamily="34" charset="0"/>
                <a:ea typeface="Arial" pitchFamily="34" charset="-122"/>
                <a:cs typeface="Arial" pitchFamily="34" charset="-120"/>
              </a:rPr>
              <a:t>🐘</a:t>
            </a:r>
            <a:endParaRPr lang="en-US" sz="25000" dirty="0"/>
          </a:p>
        </p:txBody>
      </p:sp>
      <p:sp>
        <p:nvSpPr>
          <p:cNvPr id="5" name="Text 3">
            <a:hlinkClick r:id="rId1" tooltip="Bấm để chọn" action="ppaction://hlinksldjump"/>
          </p:cNvPr>
          <p:cNvSpPr txBox="1"/>
          <p:nvPr/>
        </p:nvSpPr>
        <p:spPr>
          <a:xfrm>
            <a:off x="3538728"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6" name="Text 4">
            <a:hlinkClick r:id="rId2" tooltip="Bấm để chọn" action="ppaction://hlinksldjump"/>
          </p:cNvPr>
          <p:cNvSpPr txBox="1"/>
          <p:nvPr/>
        </p:nvSpPr>
        <p:spPr>
          <a:xfrm>
            <a:off x="4828032"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7" name="Text 5">
            <a:hlinkClick r:id="rId3" tooltip="Bấm để chọn" action="ppaction://hlinksldjump"/>
          </p:cNvPr>
          <p:cNvSpPr txBox="1"/>
          <p:nvPr/>
        </p:nvSpPr>
        <p:spPr>
          <a:xfrm>
            <a:off x="6117336"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8" name="Text 6">
            <a:hlinkClick r:id="rId4" tooltip="Bấm để chọn" action="ppaction://hlinksldjump"/>
          </p:cNvPr>
          <p:cNvSpPr txBox="1"/>
          <p:nvPr/>
        </p:nvSpPr>
        <p:spPr>
          <a:xfrm>
            <a:off x="7406640"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9" name="Text 7">
            <a:hlinkClick r:id="rId5" tooltip="Bấm để chọn" action="ppaction://hlinksldjump"/>
          </p:cNvPr>
          <p:cNvSpPr txBox="1"/>
          <p:nvPr/>
        </p:nvSpPr>
        <p:spPr>
          <a:xfrm>
            <a:off x="3538728"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10" name="Text 8">
            <a:hlinkClick r:id="rId6" tooltip="Bấm để chọn" action="ppaction://hlinksldjump"/>
          </p:cNvPr>
          <p:cNvSpPr txBox="1"/>
          <p:nvPr/>
        </p:nvSpPr>
        <p:spPr>
          <a:xfrm>
            <a:off x="4828032"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11" name="Text 9">
            <a:hlinkClick r:id="rId7" tooltip="Bấm để chọn" action="ppaction://hlinksldjump"/>
          </p:cNvPr>
          <p:cNvSpPr txBox="1"/>
          <p:nvPr/>
        </p:nvSpPr>
        <p:spPr>
          <a:xfrm>
            <a:off x="6117336"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12" name="Text 10">
            <a:hlinkClick r:id="rId8" tooltip="Bấm để chọn" action="ppaction://hlinksldjump"/>
          </p:cNvPr>
          <p:cNvSpPr txBox="1"/>
          <p:nvPr/>
        </p:nvSpPr>
        <p:spPr>
          <a:xfrm>
            <a:off x="7406640"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8</a:t>
            </a:r>
            <a:endParaRPr lang="en-US" sz="3000" dirty="0"/>
          </a:p>
        </p:txBody>
      </p:sp>
      <p:sp>
        <p:nvSpPr>
          <p:cNvPr id="13" name="Text 11">
            <a:hlinkClick r:id="rId9" tooltip="Bấm để chọn" action="ppaction://hlinksldjump"/>
          </p:cNvPr>
          <p:cNvSpPr txBox="1"/>
          <p:nvPr/>
        </p:nvSpPr>
        <p:spPr>
          <a:xfrm>
            <a:off x="3538728"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9</a:t>
            </a:r>
            <a:endParaRPr lang="en-US" sz="3000" dirty="0"/>
          </a:p>
        </p:txBody>
      </p:sp>
      <p:sp>
        <p:nvSpPr>
          <p:cNvPr id="14" name="Text 12">
            <a:hlinkClick r:id="rId10" tooltip="Bấm để chọn" action="ppaction://hlinksldjump"/>
          </p:cNvPr>
          <p:cNvSpPr txBox="1"/>
          <p:nvPr/>
        </p:nvSpPr>
        <p:spPr>
          <a:xfrm>
            <a:off x="4828032"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10</a:t>
            </a:r>
            <a:endParaRPr lang="en-US" sz="3000" dirty="0"/>
          </a:p>
        </p:txBody>
      </p:sp>
      <p:sp>
        <p:nvSpPr>
          <p:cNvPr id="15" name="Text 13">
            <a:hlinkClick r:id="rId11" tooltip="Bấm để chọn" action="ppaction://hlinksldjump"/>
          </p:cNvPr>
          <p:cNvSpPr txBox="1"/>
          <p:nvPr/>
        </p:nvSpPr>
        <p:spPr>
          <a:xfrm>
            <a:off x="6117336"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11</a:t>
            </a:r>
            <a:endParaRPr lang="en-US" sz="3000" dirty="0"/>
          </a:p>
        </p:txBody>
      </p:sp>
      <p:sp>
        <p:nvSpPr>
          <p:cNvPr id="16" name="Text 14">
            <a:hlinkClick r:id="rId12" tooltip="Bấm để chọn" action="ppaction://hlinksldjump"/>
          </p:cNvPr>
          <p:cNvSpPr txBox="1"/>
          <p:nvPr/>
        </p:nvSpPr>
        <p:spPr>
          <a:xfrm>
            <a:off x="7406640"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12</a:t>
            </a:r>
            <a:endParaRPr lang="en-US" sz="3000" dirty="0"/>
          </a:p>
        </p:txBody>
      </p:sp>
      <p:sp>
        <p:nvSpPr>
          <p:cNvPr id="17" name="Text 15">
            <a:hlinkClick r:id="rId13" tooltip="Bấm để chọn" action="ppaction://hlinksldjump"/>
          </p:cNvPr>
          <p:cNvSpPr txBox="1"/>
          <p:nvPr/>
        </p:nvSpPr>
        <p:spPr>
          <a:xfrm>
            <a:off x="4449928" y="5577840"/>
            <a:ext cx="3291840" cy="868680"/>
          </a:xfrm>
          <a:prstGeom prst="roundRect">
            <a:avLst>
              <a:gd name="adj" fmla="val 18947"/>
            </a:avLst>
          </a:prstGeom>
          <a:solidFill>
            <a:srgbClr val="FFC145"/>
          </a:solidFill>
          <a:ln/>
        </p:spPr>
        <p:txBody>
          <a:bodyPr wrap="square" lIns="1270" tIns="1270" rIns="1270" bIns="1270" rtlCol="0" anchor="ctr"/>
          <a:lstStyle/>
          <a:p>
            <a:pPr algn="ctr" indent="0" marL="0">
              <a:buNone/>
            </a:pPr>
            <a:r>
              <a:rPr lang="en-US" sz="2600" b="1" dirty="0">
                <a:solidFill>
                  <a:srgbClr val="1F2937"/>
                </a:solidFill>
                <a:latin typeface="Arial" pitchFamily="34" charset="0"/>
                <a:ea typeface="Arial" pitchFamily="34" charset="-122"/>
                <a:cs typeface="Arial" pitchFamily="34" charset="-120"/>
              </a:rPr>
              <a:t>🔍  Đoán tranh</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1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Thủ đô của Việt Nam là gì?</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Huế</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Hà Nội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Đà Nẵng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TP. Hồ Chí Minh</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822960"/>
          </a:xfrm>
          <a:prstGeom prst="rect">
            <a:avLst/>
          </a:prstGeom>
          <a:noFill/>
          <a:ln/>
        </p:spPr>
        <p:txBody>
          <a:bodyPr wrap="square" rtlCol="0" anchor="ctr"/>
          <a:lstStyle/>
          <a:p>
            <a:pPr algn="ctr" indent="0" marL="0">
              <a:buNone/>
            </a:pPr>
            <a:r>
              <a:rPr lang="en-US" sz="2800" b="1" dirty="0">
                <a:solidFill>
                  <a:srgbClr val="FFC145"/>
                </a:solidFill>
                <a:latin typeface="Arial" pitchFamily="34" charset="0"/>
                <a:ea typeface="Arial" pitchFamily="34" charset="-122"/>
                <a:cs typeface="Arial" pitchFamily="34" charset="-120"/>
              </a:rPr>
              <a:t>Chính xác! Mảnh ghép số 1 đã mở. Đoán xem đây là gì?</a:t>
            </a:r>
            <a:endParaRPr lang="en-US" sz="2800" dirty="0"/>
          </a:p>
        </p:txBody>
      </p:sp>
      <p:sp>
        <p:nvSpPr>
          <p:cNvPr id="3" name="Shape 1"/>
          <p:cNvSpPr/>
          <p:nvPr/>
        </p:nvSpPr>
        <p:spPr>
          <a:xfrm>
            <a:off x="3538728" y="1371600"/>
            <a:ext cx="5120640" cy="3840480"/>
          </a:xfrm>
          <a:prstGeom prst="roundRect">
            <a:avLst>
              <a:gd name="adj" fmla="val 2381"/>
            </a:avLst>
          </a:prstGeom>
          <a:solidFill>
            <a:srgbClr val="FFFFFF"/>
          </a:solidFill>
          <a:ln/>
        </p:spPr>
      </p:sp>
      <p:sp>
        <p:nvSpPr>
          <p:cNvPr id="4" name="Text 2"/>
          <p:cNvSpPr txBox="1"/>
          <p:nvPr/>
        </p:nvSpPr>
        <p:spPr>
          <a:xfrm>
            <a:off x="3538728" y="1371600"/>
            <a:ext cx="5120640" cy="3840480"/>
          </a:xfrm>
          <a:prstGeom prst="rect">
            <a:avLst/>
          </a:prstGeom>
          <a:noFill/>
          <a:ln/>
        </p:spPr>
        <p:txBody>
          <a:bodyPr wrap="square" lIns="0" tIns="0" rIns="0" bIns="0" rtlCol="0" anchor="ctr"/>
          <a:lstStyle/>
          <a:p>
            <a:pPr algn="ctr" indent="0" marL="0">
              <a:buNone/>
            </a:pPr>
            <a:r>
              <a:rPr lang="en-US" sz="25000" dirty="0">
                <a:solidFill>
                  <a:srgbClr val="000000"/>
                </a:solidFill>
                <a:latin typeface="Arial" pitchFamily="34" charset="0"/>
                <a:ea typeface="Arial" pitchFamily="34" charset="-122"/>
                <a:cs typeface="Arial" pitchFamily="34" charset="-120"/>
              </a:rPr>
              <a:t>🐘</a:t>
            </a:r>
            <a:endParaRPr lang="en-US" sz="25000" dirty="0"/>
          </a:p>
        </p:txBody>
      </p:sp>
      <p:sp>
        <p:nvSpPr>
          <p:cNvPr id="5" name="Text 3"/>
          <p:cNvSpPr txBox="1"/>
          <p:nvPr/>
        </p:nvSpPr>
        <p:spPr>
          <a:xfrm>
            <a:off x="4828032"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6" name="Text 4"/>
          <p:cNvSpPr txBox="1"/>
          <p:nvPr/>
        </p:nvSpPr>
        <p:spPr>
          <a:xfrm>
            <a:off x="6117336"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7" name="Text 5"/>
          <p:cNvSpPr txBox="1"/>
          <p:nvPr/>
        </p:nvSpPr>
        <p:spPr>
          <a:xfrm>
            <a:off x="7406640"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8" name="Text 6"/>
          <p:cNvSpPr txBox="1"/>
          <p:nvPr/>
        </p:nvSpPr>
        <p:spPr>
          <a:xfrm>
            <a:off x="3538728"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9" name="Text 7"/>
          <p:cNvSpPr txBox="1"/>
          <p:nvPr/>
        </p:nvSpPr>
        <p:spPr>
          <a:xfrm>
            <a:off x="4828032"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10" name="Text 8"/>
          <p:cNvSpPr txBox="1"/>
          <p:nvPr/>
        </p:nvSpPr>
        <p:spPr>
          <a:xfrm>
            <a:off x="6117336"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11" name="Text 9"/>
          <p:cNvSpPr txBox="1"/>
          <p:nvPr/>
        </p:nvSpPr>
        <p:spPr>
          <a:xfrm>
            <a:off x="7406640"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8</a:t>
            </a:r>
            <a:endParaRPr lang="en-US" sz="3000" dirty="0"/>
          </a:p>
        </p:txBody>
      </p:sp>
      <p:sp>
        <p:nvSpPr>
          <p:cNvPr id="12" name="Text 10"/>
          <p:cNvSpPr txBox="1"/>
          <p:nvPr/>
        </p:nvSpPr>
        <p:spPr>
          <a:xfrm>
            <a:off x="3538728"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9</a:t>
            </a:r>
            <a:endParaRPr lang="en-US" sz="3000" dirty="0"/>
          </a:p>
        </p:txBody>
      </p:sp>
      <p:sp>
        <p:nvSpPr>
          <p:cNvPr id="13" name="Text 11"/>
          <p:cNvSpPr txBox="1"/>
          <p:nvPr/>
        </p:nvSpPr>
        <p:spPr>
          <a:xfrm>
            <a:off x="4828032"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10</a:t>
            </a:r>
            <a:endParaRPr lang="en-US" sz="3000" dirty="0"/>
          </a:p>
        </p:txBody>
      </p:sp>
      <p:sp>
        <p:nvSpPr>
          <p:cNvPr id="14" name="Text 12"/>
          <p:cNvSpPr txBox="1"/>
          <p:nvPr/>
        </p:nvSpPr>
        <p:spPr>
          <a:xfrm>
            <a:off x="6117336"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11</a:t>
            </a:r>
            <a:endParaRPr lang="en-US" sz="3000" dirty="0"/>
          </a:p>
        </p:txBody>
      </p:sp>
      <p:sp>
        <p:nvSpPr>
          <p:cNvPr id="15" name="Text 13"/>
          <p:cNvSpPr txBox="1"/>
          <p:nvPr/>
        </p:nvSpPr>
        <p:spPr>
          <a:xfrm>
            <a:off x="7406640"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12</a:t>
            </a:r>
            <a:endParaRPr lang="en-US" sz="3000" dirty="0"/>
          </a:p>
        </p:txBody>
      </p:sp>
      <p:sp>
        <p:nvSpPr>
          <p:cNvPr id="16" name="Text 14">
            <a:hlinkClick r:id="rId1" tooltip="Bấm để chọn" action="ppaction://hlinksldjump"/>
          </p:cNvPr>
          <p:cNvSpPr txBox="1"/>
          <p:nvPr/>
        </p:nvSpPr>
        <p:spPr>
          <a:xfrm>
            <a:off x="2103120" y="5577840"/>
            <a:ext cx="3474720" cy="868680"/>
          </a:xfrm>
          <a:prstGeom prst="roundRect">
            <a:avLst>
              <a:gd name="adj" fmla="val 18947"/>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
        <p:nvSpPr>
          <p:cNvPr id="17" name="Text 15">
            <a:hlinkClick r:id="rId2" tooltip="Bấm để chọn" action="ppaction://hlinksldjump"/>
          </p:cNvPr>
          <p:cNvSpPr txBox="1"/>
          <p:nvPr/>
        </p:nvSpPr>
        <p:spPr>
          <a:xfrm>
            <a:off x="6583680" y="5577840"/>
            <a:ext cx="3474720" cy="868680"/>
          </a:xfrm>
          <a:prstGeom prst="roundRect">
            <a:avLst>
              <a:gd name="adj" fmla="val 18947"/>
            </a:avLst>
          </a:prstGeom>
          <a:solidFill>
            <a:srgbClr val="1C7293"/>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  Đoán tranh</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Hà Nội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2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7 × 8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54</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48</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56</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64</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822960"/>
          </a:xfrm>
          <a:prstGeom prst="rect">
            <a:avLst/>
          </a:prstGeom>
          <a:noFill/>
          <a:ln/>
        </p:spPr>
        <p:txBody>
          <a:bodyPr wrap="square" rtlCol="0" anchor="ctr"/>
          <a:lstStyle/>
          <a:p>
            <a:pPr algn="ctr" indent="0" marL="0">
              <a:buNone/>
            </a:pPr>
            <a:r>
              <a:rPr lang="en-US" sz="2800" b="1" dirty="0">
                <a:solidFill>
                  <a:srgbClr val="FFC145"/>
                </a:solidFill>
                <a:latin typeface="Arial" pitchFamily="34" charset="0"/>
                <a:ea typeface="Arial" pitchFamily="34" charset="-122"/>
                <a:cs typeface="Arial" pitchFamily="34" charset="-120"/>
              </a:rPr>
              <a:t>Chính xác! Mảnh ghép số 2 đã mở. Đoán xem đây là gì?</a:t>
            </a:r>
            <a:endParaRPr lang="en-US" sz="2800" dirty="0"/>
          </a:p>
        </p:txBody>
      </p:sp>
      <p:sp>
        <p:nvSpPr>
          <p:cNvPr id="3" name="Shape 1"/>
          <p:cNvSpPr/>
          <p:nvPr/>
        </p:nvSpPr>
        <p:spPr>
          <a:xfrm>
            <a:off x="3538728" y="1371600"/>
            <a:ext cx="5120640" cy="3840480"/>
          </a:xfrm>
          <a:prstGeom prst="roundRect">
            <a:avLst>
              <a:gd name="adj" fmla="val 2381"/>
            </a:avLst>
          </a:prstGeom>
          <a:solidFill>
            <a:srgbClr val="FFFFFF"/>
          </a:solidFill>
          <a:ln/>
        </p:spPr>
      </p:sp>
      <p:sp>
        <p:nvSpPr>
          <p:cNvPr id="4" name="Text 2"/>
          <p:cNvSpPr txBox="1"/>
          <p:nvPr/>
        </p:nvSpPr>
        <p:spPr>
          <a:xfrm>
            <a:off x="3538728" y="1371600"/>
            <a:ext cx="5120640" cy="3840480"/>
          </a:xfrm>
          <a:prstGeom prst="rect">
            <a:avLst/>
          </a:prstGeom>
          <a:noFill/>
          <a:ln/>
        </p:spPr>
        <p:txBody>
          <a:bodyPr wrap="square" lIns="0" tIns="0" rIns="0" bIns="0" rtlCol="0" anchor="ctr"/>
          <a:lstStyle/>
          <a:p>
            <a:pPr algn="ctr" indent="0" marL="0">
              <a:buNone/>
            </a:pPr>
            <a:r>
              <a:rPr lang="en-US" sz="25000" dirty="0">
                <a:solidFill>
                  <a:srgbClr val="000000"/>
                </a:solidFill>
                <a:latin typeface="Arial" pitchFamily="34" charset="0"/>
                <a:ea typeface="Arial" pitchFamily="34" charset="-122"/>
                <a:cs typeface="Arial" pitchFamily="34" charset="-120"/>
              </a:rPr>
              <a:t>🐘</a:t>
            </a:r>
            <a:endParaRPr lang="en-US" sz="25000" dirty="0"/>
          </a:p>
        </p:txBody>
      </p:sp>
      <p:sp>
        <p:nvSpPr>
          <p:cNvPr id="5" name="Text 3"/>
          <p:cNvSpPr txBox="1"/>
          <p:nvPr/>
        </p:nvSpPr>
        <p:spPr>
          <a:xfrm>
            <a:off x="3538728"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6" name="Text 4"/>
          <p:cNvSpPr txBox="1"/>
          <p:nvPr/>
        </p:nvSpPr>
        <p:spPr>
          <a:xfrm>
            <a:off x="6117336"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7" name="Text 5"/>
          <p:cNvSpPr txBox="1"/>
          <p:nvPr/>
        </p:nvSpPr>
        <p:spPr>
          <a:xfrm>
            <a:off x="7406640"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8" name="Text 6"/>
          <p:cNvSpPr txBox="1"/>
          <p:nvPr/>
        </p:nvSpPr>
        <p:spPr>
          <a:xfrm>
            <a:off x="3538728"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9" name="Text 7"/>
          <p:cNvSpPr txBox="1"/>
          <p:nvPr/>
        </p:nvSpPr>
        <p:spPr>
          <a:xfrm>
            <a:off x="4828032"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10" name="Text 8"/>
          <p:cNvSpPr txBox="1"/>
          <p:nvPr/>
        </p:nvSpPr>
        <p:spPr>
          <a:xfrm>
            <a:off x="6117336"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11" name="Text 9"/>
          <p:cNvSpPr txBox="1"/>
          <p:nvPr/>
        </p:nvSpPr>
        <p:spPr>
          <a:xfrm>
            <a:off x="7406640"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8</a:t>
            </a:r>
            <a:endParaRPr lang="en-US" sz="3000" dirty="0"/>
          </a:p>
        </p:txBody>
      </p:sp>
      <p:sp>
        <p:nvSpPr>
          <p:cNvPr id="12" name="Text 10"/>
          <p:cNvSpPr txBox="1"/>
          <p:nvPr/>
        </p:nvSpPr>
        <p:spPr>
          <a:xfrm>
            <a:off x="3538728"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9</a:t>
            </a:r>
            <a:endParaRPr lang="en-US" sz="3000" dirty="0"/>
          </a:p>
        </p:txBody>
      </p:sp>
      <p:sp>
        <p:nvSpPr>
          <p:cNvPr id="13" name="Text 11"/>
          <p:cNvSpPr txBox="1"/>
          <p:nvPr/>
        </p:nvSpPr>
        <p:spPr>
          <a:xfrm>
            <a:off x="4828032"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10</a:t>
            </a:r>
            <a:endParaRPr lang="en-US" sz="3000" dirty="0"/>
          </a:p>
        </p:txBody>
      </p:sp>
      <p:sp>
        <p:nvSpPr>
          <p:cNvPr id="14" name="Text 12"/>
          <p:cNvSpPr txBox="1"/>
          <p:nvPr/>
        </p:nvSpPr>
        <p:spPr>
          <a:xfrm>
            <a:off x="6117336"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11</a:t>
            </a:r>
            <a:endParaRPr lang="en-US" sz="3000" dirty="0"/>
          </a:p>
        </p:txBody>
      </p:sp>
      <p:sp>
        <p:nvSpPr>
          <p:cNvPr id="15" name="Text 13"/>
          <p:cNvSpPr txBox="1"/>
          <p:nvPr/>
        </p:nvSpPr>
        <p:spPr>
          <a:xfrm>
            <a:off x="7406640"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12</a:t>
            </a:r>
            <a:endParaRPr lang="en-US" sz="3000" dirty="0"/>
          </a:p>
        </p:txBody>
      </p:sp>
      <p:sp>
        <p:nvSpPr>
          <p:cNvPr id="16" name="Text 14">
            <a:hlinkClick r:id="rId1" tooltip="Bấm để chọn" action="ppaction://hlinksldjump"/>
          </p:cNvPr>
          <p:cNvSpPr txBox="1"/>
          <p:nvPr/>
        </p:nvSpPr>
        <p:spPr>
          <a:xfrm>
            <a:off x="2103120" y="5577840"/>
            <a:ext cx="3474720" cy="868680"/>
          </a:xfrm>
          <a:prstGeom prst="roundRect">
            <a:avLst>
              <a:gd name="adj" fmla="val 18947"/>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
        <p:nvSpPr>
          <p:cNvPr id="17" name="Text 15">
            <a:hlinkClick r:id="rId2" tooltip="Bấm để chọn" action="ppaction://hlinksldjump"/>
          </p:cNvPr>
          <p:cNvSpPr txBox="1"/>
          <p:nvPr/>
        </p:nvSpPr>
        <p:spPr>
          <a:xfrm>
            <a:off x="6583680" y="5577840"/>
            <a:ext cx="3474720" cy="868680"/>
          </a:xfrm>
          <a:prstGeom prst="roundRect">
            <a:avLst>
              <a:gd name="adj" fmla="val 18947"/>
            </a:avLst>
          </a:prstGeom>
          <a:solidFill>
            <a:srgbClr val="1C7293"/>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  Đoán tranh</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56</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3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Hành tinh nào gần Mặt Trời nhất?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Sao Kim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Trái Đất</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Sao Hỏa</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Sao Thủy</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822960"/>
          </a:xfrm>
          <a:prstGeom prst="rect">
            <a:avLst/>
          </a:prstGeom>
          <a:noFill/>
          <a:ln/>
        </p:spPr>
        <p:txBody>
          <a:bodyPr wrap="square" rtlCol="0" anchor="ctr"/>
          <a:lstStyle/>
          <a:p>
            <a:pPr algn="ctr" indent="0" marL="0">
              <a:buNone/>
            </a:pPr>
            <a:r>
              <a:rPr lang="en-US" sz="2800" b="1" dirty="0">
                <a:solidFill>
                  <a:srgbClr val="FFC145"/>
                </a:solidFill>
                <a:latin typeface="Arial" pitchFamily="34" charset="0"/>
                <a:ea typeface="Arial" pitchFamily="34" charset="-122"/>
                <a:cs typeface="Arial" pitchFamily="34" charset="-120"/>
              </a:rPr>
              <a:t>Chính xác! Mảnh ghép số 3 đã mở. Đoán xem đây là gì?</a:t>
            </a:r>
            <a:endParaRPr lang="en-US" sz="2800" dirty="0"/>
          </a:p>
        </p:txBody>
      </p:sp>
      <p:sp>
        <p:nvSpPr>
          <p:cNvPr id="3" name="Shape 1"/>
          <p:cNvSpPr/>
          <p:nvPr/>
        </p:nvSpPr>
        <p:spPr>
          <a:xfrm>
            <a:off x="3538728" y="1371600"/>
            <a:ext cx="5120640" cy="3840480"/>
          </a:xfrm>
          <a:prstGeom prst="roundRect">
            <a:avLst>
              <a:gd name="adj" fmla="val 2381"/>
            </a:avLst>
          </a:prstGeom>
          <a:solidFill>
            <a:srgbClr val="FFFFFF"/>
          </a:solidFill>
          <a:ln/>
        </p:spPr>
      </p:sp>
      <p:sp>
        <p:nvSpPr>
          <p:cNvPr id="4" name="Text 2"/>
          <p:cNvSpPr txBox="1"/>
          <p:nvPr/>
        </p:nvSpPr>
        <p:spPr>
          <a:xfrm>
            <a:off x="3538728" y="1371600"/>
            <a:ext cx="5120640" cy="3840480"/>
          </a:xfrm>
          <a:prstGeom prst="rect">
            <a:avLst/>
          </a:prstGeom>
          <a:noFill/>
          <a:ln/>
        </p:spPr>
        <p:txBody>
          <a:bodyPr wrap="square" lIns="0" tIns="0" rIns="0" bIns="0" rtlCol="0" anchor="ctr"/>
          <a:lstStyle/>
          <a:p>
            <a:pPr algn="ctr" indent="0" marL="0">
              <a:buNone/>
            </a:pPr>
            <a:r>
              <a:rPr lang="en-US" sz="25000" dirty="0">
                <a:solidFill>
                  <a:srgbClr val="000000"/>
                </a:solidFill>
                <a:latin typeface="Arial" pitchFamily="34" charset="0"/>
                <a:ea typeface="Arial" pitchFamily="34" charset="-122"/>
                <a:cs typeface="Arial" pitchFamily="34" charset="-120"/>
              </a:rPr>
              <a:t>🐘</a:t>
            </a:r>
            <a:endParaRPr lang="en-US" sz="25000" dirty="0"/>
          </a:p>
        </p:txBody>
      </p:sp>
      <p:sp>
        <p:nvSpPr>
          <p:cNvPr id="5" name="Text 3"/>
          <p:cNvSpPr txBox="1"/>
          <p:nvPr/>
        </p:nvSpPr>
        <p:spPr>
          <a:xfrm>
            <a:off x="3538728"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6" name="Text 4"/>
          <p:cNvSpPr txBox="1"/>
          <p:nvPr/>
        </p:nvSpPr>
        <p:spPr>
          <a:xfrm>
            <a:off x="4828032"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7" name="Text 5"/>
          <p:cNvSpPr txBox="1"/>
          <p:nvPr/>
        </p:nvSpPr>
        <p:spPr>
          <a:xfrm>
            <a:off x="7406640"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8" name="Text 6"/>
          <p:cNvSpPr txBox="1"/>
          <p:nvPr/>
        </p:nvSpPr>
        <p:spPr>
          <a:xfrm>
            <a:off x="3538728"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9" name="Text 7"/>
          <p:cNvSpPr txBox="1"/>
          <p:nvPr/>
        </p:nvSpPr>
        <p:spPr>
          <a:xfrm>
            <a:off x="4828032"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10" name="Text 8"/>
          <p:cNvSpPr txBox="1"/>
          <p:nvPr/>
        </p:nvSpPr>
        <p:spPr>
          <a:xfrm>
            <a:off x="6117336"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11" name="Text 9"/>
          <p:cNvSpPr txBox="1"/>
          <p:nvPr/>
        </p:nvSpPr>
        <p:spPr>
          <a:xfrm>
            <a:off x="7406640"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8</a:t>
            </a:r>
            <a:endParaRPr lang="en-US" sz="3000" dirty="0"/>
          </a:p>
        </p:txBody>
      </p:sp>
      <p:sp>
        <p:nvSpPr>
          <p:cNvPr id="12" name="Text 10"/>
          <p:cNvSpPr txBox="1"/>
          <p:nvPr/>
        </p:nvSpPr>
        <p:spPr>
          <a:xfrm>
            <a:off x="3538728"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9</a:t>
            </a:r>
            <a:endParaRPr lang="en-US" sz="3000" dirty="0"/>
          </a:p>
        </p:txBody>
      </p:sp>
      <p:sp>
        <p:nvSpPr>
          <p:cNvPr id="13" name="Text 11"/>
          <p:cNvSpPr txBox="1"/>
          <p:nvPr/>
        </p:nvSpPr>
        <p:spPr>
          <a:xfrm>
            <a:off x="4828032"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10</a:t>
            </a:r>
            <a:endParaRPr lang="en-US" sz="3000" dirty="0"/>
          </a:p>
        </p:txBody>
      </p:sp>
      <p:sp>
        <p:nvSpPr>
          <p:cNvPr id="14" name="Text 12"/>
          <p:cNvSpPr txBox="1"/>
          <p:nvPr/>
        </p:nvSpPr>
        <p:spPr>
          <a:xfrm>
            <a:off x="6117336"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11</a:t>
            </a:r>
            <a:endParaRPr lang="en-US" sz="3000" dirty="0"/>
          </a:p>
        </p:txBody>
      </p:sp>
      <p:sp>
        <p:nvSpPr>
          <p:cNvPr id="15" name="Text 13"/>
          <p:cNvSpPr txBox="1"/>
          <p:nvPr/>
        </p:nvSpPr>
        <p:spPr>
          <a:xfrm>
            <a:off x="7406640"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12</a:t>
            </a:r>
            <a:endParaRPr lang="en-US" sz="3000" dirty="0"/>
          </a:p>
        </p:txBody>
      </p:sp>
      <p:sp>
        <p:nvSpPr>
          <p:cNvPr id="16" name="Text 14">
            <a:hlinkClick r:id="rId1" tooltip="Bấm để chọn" action="ppaction://hlinksldjump"/>
          </p:cNvPr>
          <p:cNvSpPr txBox="1"/>
          <p:nvPr/>
        </p:nvSpPr>
        <p:spPr>
          <a:xfrm>
            <a:off x="2103120" y="5577840"/>
            <a:ext cx="3474720" cy="868680"/>
          </a:xfrm>
          <a:prstGeom prst="roundRect">
            <a:avLst>
              <a:gd name="adj" fmla="val 18947"/>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
        <p:nvSpPr>
          <p:cNvPr id="17" name="Text 15">
            <a:hlinkClick r:id="rId2" tooltip="Bấm để chọn" action="ppaction://hlinksldjump"/>
          </p:cNvPr>
          <p:cNvSpPr txBox="1"/>
          <p:nvPr/>
        </p:nvSpPr>
        <p:spPr>
          <a:xfrm>
            <a:off x="6583680" y="5577840"/>
            <a:ext cx="3474720" cy="868680"/>
          </a:xfrm>
          <a:prstGeom prst="roundRect">
            <a:avLst>
              <a:gd name="adj" fmla="val 18947"/>
            </a:avLst>
          </a:prstGeom>
          <a:solidFill>
            <a:srgbClr val="1C7293"/>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  Đoán tranh</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Sao Thủy</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4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trái nghĩa với "chăm chỉ" là?</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Lười biếng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Siêng năng</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Cần cù</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Chịu khó</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822960"/>
          </a:xfrm>
          <a:prstGeom prst="rect">
            <a:avLst/>
          </a:prstGeom>
          <a:noFill/>
          <a:ln/>
        </p:spPr>
        <p:txBody>
          <a:bodyPr wrap="square" rtlCol="0" anchor="ctr"/>
          <a:lstStyle/>
          <a:p>
            <a:pPr algn="ctr" indent="0" marL="0">
              <a:buNone/>
            </a:pPr>
            <a:r>
              <a:rPr lang="en-US" sz="2800" b="1" dirty="0">
                <a:solidFill>
                  <a:srgbClr val="FFC145"/>
                </a:solidFill>
                <a:latin typeface="Arial" pitchFamily="34" charset="0"/>
                <a:ea typeface="Arial" pitchFamily="34" charset="-122"/>
                <a:cs typeface="Arial" pitchFamily="34" charset="-120"/>
              </a:rPr>
              <a:t>Chính xác! Mảnh ghép số 4 đã mở. Đoán xem đây là gì?</a:t>
            </a:r>
            <a:endParaRPr lang="en-US" sz="2800" dirty="0"/>
          </a:p>
        </p:txBody>
      </p:sp>
      <p:sp>
        <p:nvSpPr>
          <p:cNvPr id="3" name="Shape 1"/>
          <p:cNvSpPr/>
          <p:nvPr/>
        </p:nvSpPr>
        <p:spPr>
          <a:xfrm>
            <a:off x="3538728" y="1371600"/>
            <a:ext cx="5120640" cy="3840480"/>
          </a:xfrm>
          <a:prstGeom prst="roundRect">
            <a:avLst>
              <a:gd name="adj" fmla="val 2381"/>
            </a:avLst>
          </a:prstGeom>
          <a:solidFill>
            <a:srgbClr val="FFFFFF"/>
          </a:solidFill>
          <a:ln/>
        </p:spPr>
      </p:sp>
      <p:sp>
        <p:nvSpPr>
          <p:cNvPr id="4" name="Text 2"/>
          <p:cNvSpPr txBox="1"/>
          <p:nvPr/>
        </p:nvSpPr>
        <p:spPr>
          <a:xfrm>
            <a:off x="3538728" y="1371600"/>
            <a:ext cx="5120640" cy="3840480"/>
          </a:xfrm>
          <a:prstGeom prst="rect">
            <a:avLst/>
          </a:prstGeom>
          <a:noFill/>
          <a:ln/>
        </p:spPr>
        <p:txBody>
          <a:bodyPr wrap="square" lIns="0" tIns="0" rIns="0" bIns="0" rtlCol="0" anchor="ctr"/>
          <a:lstStyle/>
          <a:p>
            <a:pPr algn="ctr" indent="0" marL="0">
              <a:buNone/>
            </a:pPr>
            <a:r>
              <a:rPr lang="en-US" sz="25000" dirty="0">
                <a:solidFill>
                  <a:srgbClr val="000000"/>
                </a:solidFill>
                <a:latin typeface="Arial" pitchFamily="34" charset="0"/>
                <a:ea typeface="Arial" pitchFamily="34" charset="-122"/>
                <a:cs typeface="Arial" pitchFamily="34" charset="-120"/>
              </a:rPr>
              <a:t>🐘</a:t>
            </a:r>
            <a:endParaRPr lang="en-US" sz="25000" dirty="0"/>
          </a:p>
        </p:txBody>
      </p:sp>
      <p:sp>
        <p:nvSpPr>
          <p:cNvPr id="5" name="Text 3"/>
          <p:cNvSpPr txBox="1"/>
          <p:nvPr/>
        </p:nvSpPr>
        <p:spPr>
          <a:xfrm>
            <a:off x="3538728"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6" name="Text 4"/>
          <p:cNvSpPr txBox="1"/>
          <p:nvPr/>
        </p:nvSpPr>
        <p:spPr>
          <a:xfrm>
            <a:off x="4828032"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7" name="Text 5"/>
          <p:cNvSpPr txBox="1"/>
          <p:nvPr/>
        </p:nvSpPr>
        <p:spPr>
          <a:xfrm>
            <a:off x="6117336"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8" name="Text 6"/>
          <p:cNvSpPr txBox="1"/>
          <p:nvPr/>
        </p:nvSpPr>
        <p:spPr>
          <a:xfrm>
            <a:off x="3538728"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9" name="Text 7"/>
          <p:cNvSpPr txBox="1"/>
          <p:nvPr/>
        </p:nvSpPr>
        <p:spPr>
          <a:xfrm>
            <a:off x="4828032"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10" name="Text 8"/>
          <p:cNvSpPr txBox="1"/>
          <p:nvPr/>
        </p:nvSpPr>
        <p:spPr>
          <a:xfrm>
            <a:off x="6117336"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11" name="Text 9"/>
          <p:cNvSpPr txBox="1"/>
          <p:nvPr/>
        </p:nvSpPr>
        <p:spPr>
          <a:xfrm>
            <a:off x="7406640"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8</a:t>
            </a:r>
            <a:endParaRPr lang="en-US" sz="3000" dirty="0"/>
          </a:p>
        </p:txBody>
      </p:sp>
      <p:sp>
        <p:nvSpPr>
          <p:cNvPr id="12" name="Text 10"/>
          <p:cNvSpPr txBox="1"/>
          <p:nvPr/>
        </p:nvSpPr>
        <p:spPr>
          <a:xfrm>
            <a:off x="3538728"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9</a:t>
            </a:r>
            <a:endParaRPr lang="en-US" sz="3000" dirty="0"/>
          </a:p>
        </p:txBody>
      </p:sp>
      <p:sp>
        <p:nvSpPr>
          <p:cNvPr id="13" name="Text 11"/>
          <p:cNvSpPr txBox="1"/>
          <p:nvPr/>
        </p:nvSpPr>
        <p:spPr>
          <a:xfrm>
            <a:off x="4828032"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10</a:t>
            </a:r>
            <a:endParaRPr lang="en-US" sz="3000" dirty="0"/>
          </a:p>
        </p:txBody>
      </p:sp>
      <p:sp>
        <p:nvSpPr>
          <p:cNvPr id="14" name="Text 12"/>
          <p:cNvSpPr txBox="1"/>
          <p:nvPr/>
        </p:nvSpPr>
        <p:spPr>
          <a:xfrm>
            <a:off x="6117336"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11</a:t>
            </a:r>
            <a:endParaRPr lang="en-US" sz="3000" dirty="0"/>
          </a:p>
        </p:txBody>
      </p:sp>
      <p:sp>
        <p:nvSpPr>
          <p:cNvPr id="15" name="Text 13"/>
          <p:cNvSpPr txBox="1"/>
          <p:nvPr/>
        </p:nvSpPr>
        <p:spPr>
          <a:xfrm>
            <a:off x="7406640"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12</a:t>
            </a:r>
            <a:endParaRPr lang="en-US" sz="3000" dirty="0"/>
          </a:p>
        </p:txBody>
      </p:sp>
      <p:sp>
        <p:nvSpPr>
          <p:cNvPr id="16" name="Text 14">
            <a:hlinkClick r:id="rId1" tooltip="Bấm để chọn" action="ppaction://hlinksldjump"/>
          </p:cNvPr>
          <p:cNvSpPr txBox="1"/>
          <p:nvPr/>
        </p:nvSpPr>
        <p:spPr>
          <a:xfrm>
            <a:off x="2103120" y="5577840"/>
            <a:ext cx="3474720" cy="868680"/>
          </a:xfrm>
          <a:prstGeom prst="roundRect">
            <a:avLst>
              <a:gd name="adj" fmla="val 18947"/>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
        <p:nvSpPr>
          <p:cNvPr id="17" name="Text 15">
            <a:hlinkClick r:id="rId2" tooltip="Bấm để chọn" action="ppaction://hlinksldjump"/>
          </p:cNvPr>
          <p:cNvSpPr txBox="1"/>
          <p:nvPr/>
        </p:nvSpPr>
        <p:spPr>
          <a:xfrm>
            <a:off x="6583680" y="5577840"/>
            <a:ext cx="3474720" cy="868680"/>
          </a:xfrm>
          <a:prstGeom prst="roundRect">
            <a:avLst>
              <a:gd name="adj" fmla="val 18947"/>
            </a:avLst>
          </a:prstGeom>
          <a:solidFill>
            <a:srgbClr val="1C7293"/>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  Đoán tranh</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Lười biếng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5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Nước sôi ở bao nhiêu độ C (điều kiện thường)?</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90°C</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100°C</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50°C</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0°C</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822960"/>
          </a:xfrm>
          <a:prstGeom prst="rect">
            <a:avLst/>
          </a:prstGeom>
          <a:noFill/>
          <a:ln/>
        </p:spPr>
        <p:txBody>
          <a:bodyPr wrap="square" rtlCol="0" anchor="ctr"/>
          <a:lstStyle/>
          <a:p>
            <a:pPr algn="ctr" indent="0" marL="0">
              <a:buNone/>
            </a:pPr>
            <a:r>
              <a:rPr lang="en-US" sz="2800" b="1" dirty="0">
                <a:solidFill>
                  <a:srgbClr val="FFC145"/>
                </a:solidFill>
                <a:latin typeface="Arial" pitchFamily="34" charset="0"/>
                <a:ea typeface="Arial" pitchFamily="34" charset="-122"/>
                <a:cs typeface="Arial" pitchFamily="34" charset="-120"/>
              </a:rPr>
              <a:t>Chính xác! Mảnh ghép số 5 đã mở. Đoán xem đây là gì?</a:t>
            </a:r>
            <a:endParaRPr lang="en-US" sz="2800" dirty="0"/>
          </a:p>
        </p:txBody>
      </p:sp>
      <p:sp>
        <p:nvSpPr>
          <p:cNvPr id="3" name="Shape 1"/>
          <p:cNvSpPr/>
          <p:nvPr/>
        </p:nvSpPr>
        <p:spPr>
          <a:xfrm>
            <a:off x="3538728" y="1371600"/>
            <a:ext cx="5120640" cy="3840480"/>
          </a:xfrm>
          <a:prstGeom prst="roundRect">
            <a:avLst>
              <a:gd name="adj" fmla="val 2381"/>
            </a:avLst>
          </a:prstGeom>
          <a:solidFill>
            <a:srgbClr val="FFFFFF"/>
          </a:solidFill>
          <a:ln/>
        </p:spPr>
      </p:sp>
      <p:sp>
        <p:nvSpPr>
          <p:cNvPr id="4" name="Text 2"/>
          <p:cNvSpPr txBox="1"/>
          <p:nvPr/>
        </p:nvSpPr>
        <p:spPr>
          <a:xfrm>
            <a:off x="3538728" y="1371600"/>
            <a:ext cx="5120640" cy="3840480"/>
          </a:xfrm>
          <a:prstGeom prst="rect">
            <a:avLst/>
          </a:prstGeom>
          <a:noFill/>
          <a:ln/>
        </p:spPr>
        <p:txBody>
          <a:bodyPr wrap="square" lIns="0" tIns="0" rIns="0" bIns="0" rtlCol="0" anchor="ctr"/>
          <a:lstStyle/>
          <a:p>
            <a:pPr algn="ctr" indent="0" marL="0">
              <a:buNone/>
            </a:pPr>
            <a:r>
              <a:rPr lang="en-US" sz="25000" dirty="0">
                <a:solidFill>
                  <a:srgbClr val="000000"/>
                </a:solidFill>
                <a:latin typeface="Arial" pitchFamily="34" charset="0"/>
                <a:ea typeface="Arial" pitchFamily="34" charset="-122"/>
                <a:cs typeface="Arial" pitchFamily="34" charset="-120"/>
              </a:rPr>
              <a:t>🐘</a:t>
            </a:r>
            <a:endParaRPr lang="en-US" sz="25000" dirty="0"/>
          </a:p>
        </p:txBody>
      </p:sp>
      <p:sp>
        <p:nvSpPr>
          <p:cNvPr id="5" name="Text 3"/>
          <p:cNvSpPr txBox="1"/>
          <p:nvPr/>
        </p:nvSpPr>
        <p:spPr>
          <a:xfrm>
            <a:off x="3538728"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6" name="Text 4"/>
          <p:cNvSpPr txBox="1"/>
          <p:nvPr/>
        </p:nvSpPr>
        <p:spPr>
          <a:xfrm>
            <a:off x="4828032"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7" name="Text 5"/>
          <p:cNvSpPr txBox="1"/>
          <p:nvPr/>
        </p:nvSpPr>
        <p:spPr>
          <a:xfrm>
            <a:off x="6117336"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8" name="Text 6"/>
          <p:cNvSpPr txBox="1"/>
          <p:nvPr/>
        </p:nvSpPr>
        <p:spPr>
          <a:xfrm>
            <a:off x="7406640"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9" name="Text 7"/>
          <p:cNvSpPr txBox="1"/>
          <p:nvPr/>
        </p:nvSpPr>
        <p:spPr>
          <a:xfrm>
            <a:off x="4828032"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10" name="Text 8"/>
          <p:cNvSpPr txBox="1"/>
          <p:nvPr/>
        </p:nvSpPr>
        <p:spPr>
          <a:xfrm>
            <a:off x="6117336"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11" name="Text 9"/>
          <p:cNvSpPr txBox="1"/>
          <p:nvPr/>
        </p:nvSpPr>
        <p:spPr>
          <a:xfrm>
            <a:off x="7406640"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8</a:t>
            </a:r>
            <a:endParaRPr lang="en-US" sz="3000" dirty="0"/>
          </a:p>
        </p:txBody>
      </p:sp>
      <p:sp>
        <p:nvSpPr>
          <p:cNvPr id="12" name="Text 10"/>
          <p:cNvSpPr txBox="1"/>
          <p:nvPr/>
        </p:nvSpPr>
        <p:spPr>
          <a:xfrm>
            <a:off x="3538728"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9</a:t>
            </a:r>
            <a:endParaRPr lang="en-US" sz="3000" dirty="0"/>
          </a:p>
        </p:txBody>
      </p:sp>
      <p:sp>
        <p:nvSpPr>
          <p:cNvPr id="13" name="Text 11"/>
          <p:cNvSpPr txBox="1"/>
          <p:nvPr/>
        </p:nvSpPr>
        <p:spPr>
          <a:xfrm>
            <a:off x="4828032"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10</a:t>
            </a:r>
            <a:endParaRPr lang="en-US" sz="3000" dirty="0"/>
          </a:p>
        </p:txBody>
      </p:sp>
      <p:sp>
        <p:nvSpPr>
          <p:cNvPr id="14" name="Text 12"/>
          <p:cNvSpPr txBox="1"/>
          <p:nvPr/>
        </p:nvSpPr>
        <p:spPr>
          <a:xfrm>
            <a:off x="6117336"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11</a:t>
            </a:r>
            <a:endParaRPr lang="en-US" sz="3000" dirty="0"/>
          </a:p>
        </p:txBody>
      </p:sp>
      <p:sp>
        <p:nvSpPr>
          <p:cNvPr id="15" name="Text 13"/>
          <p:cNvSpPr txBox="1"/>
          <p:nvPr/>
        </p:nvSpPr>
        <p:spPr>
          <a:xfrm>
            <a:off x="7406640"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12</a:t>
            </a:r>
            <a:endParaRPr lang="en-US" sz="3000" dirty="0"/>
          </a:p>
        </p:txBody>
      </p:sp>
      <p:sp>
        <p:nvSpPr>
          <p:cNvPr id="16" name="Text 14">
            <a:hlinkClick r:id="rId1" tooltip="Bấm để chọn" action="ppaction://hlinksldjump"/>
          </p:cNvPr>
          <p:cNvSpPr txBox="1"/>
          <p:nvPr/>
        </p:nvSpPr>
        <p:spPr>
          <a:xfrm>
            <a:off x="2103120" y="5577840"/>
            <a:ext cx="3474720" cy="868680"/>
          </a:xfrm>
          <a:prstGeom prst="roundRect">
            <a:avLst>
              <a:gd name="adj" fmla="val 18947"/>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
        <p:nvSpPr>
          <p:cNvPr id="17" name="Text 15">
            <a:hlinkClick r:id="rId2" tooltip="Bấm để chọn" action="ppaction://hlinksldjump"/>
          </p:cNvPr>
          <p:cNvSpPr txBox="1"/>
          <p:nvPr/>
        </p:nvSpPr>
        <p:spPr>
          <a:xfrm>
            <a:off x="6583680" y="5577840"/>
            <a:ext cx="3474720" cy="868680"/>
          </a:xfrm>
          <a:prstGeom prst="roundRect">
            <a:avLst>
              <a:gd name="adj" fmla="val 18947"/>
            </a:avLst>
          </a:prstGeom>
          <a:solidFill>
            <a:srgbClr val="1C7293"/>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  Đoán tranh</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100°C</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6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Con vật nào có chiếc vòi dài?</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Hươu</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Gấu</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Voi</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Khỉ</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822960"/>
          </a:xfrm>
          <a:prstGeom prst="rect">
            <a:avLst/>
          </a:prstGeom>
          <a:noFill/>
          <a:ln/>
        </p:spPr>
        <p:txBody>
          <a:bodyPr wrap="square" rtlCol="0" anchor="ctr"/>
          <a:lstStyle/>
          <a:p>
            <a:pPr algn="ctr" indent="0" marL="0">
              <a:buNone/>
            </a:pPr>
            <a:r>
              <a:rPr lang="en-US" sz="2800" b="1" dirty="0">
                <a:solidFill>
                  <a:srgbClr val="FFC145"/>
                </a:solidFill>
                <a:latin typeface="Arial" pitchFamily="34" charset="0"/>
                <a:ea typeface="Arial" pitchFamily="34" charset="-122"/>
                <a:cs typeface="Arial" pitchFamily="34" charset="-120"/>
              </a:rPr>
              <a:t>Chính xác! Mảnh ghép số 6 đã mở. Đoán xem đây là gì?</a:t>
            </a:r>
            <a:endParaRPr lang="en-US" sz="2800" dirty="0"/>
          </a:p>
        </p:txBody>
      </p:sp>
      <p:sp>
        <p:nvSpPr>
          <p:cNvPr id="3" name="Shape 1"/>
          <p:cNvSpPr/>
          <p:nvPr/>
        </p:nvSpPr>
        <p:spPr>
          <a:xfrm>
            <a:off x="3538728" y="1371600"/>
            <a:ext cx="5120640" cy="3840480"/>
          </a:xfrm>
          <a:prstGeom prst="roundRect">
            <a:avLst>
              <a:gd name="adj" fmla="val 2381"/>
            </a:avLst>
          </a:prstGeom>
          <a:solidFill>
            <a:srgbClr val="FFFFFF"/>
          </a:solidFill>
          <a:ln/>
        </p:spPr>
      </p:sp>
      <p:sp>
        <p:nvSpPr>
          <p:cNvPr id="4" name="Text 2"/>
          <p:cNvSpPr txBox="1"/>
          <p:nvPr/>
        </p:nvSpPr>
        <p:spPr>
          <a:xfrm>
            <a:off x="3538728" y="1371600"/>
            <a:ext cx="5120640" cy="3840480"/>
          </a:xfrm>
          <a:prstGeom prst="rect">
            <a:avLst/>
          </a:prstGeom>
          <a:noFill/>
          <a:ln/>
        </p:spPr>
        <p:txBody>
          <a:bodyPr wrap="square" lIns="0" tIns="0" rIns="0" bIns="0" rtlCol="0" anchor="ctr"/>
          <a:lstStyle/>
          <a:p>
            <a:pPr algn="ctr" indent="0" marL="0">
              <a:buNone/>
            </a:pPr>
            <a:r>
              <a:rPr lang="en-US" sz="25000" dirty="0">
                <a:solidFill>
                  <a:srgbClr val="000000"/>
                </a:solidFill>
                <a:latin typeface="Arial" pitchFamily="34" charset="0"/>
                <a:ea typeface="Arial" pitchFamily="34" charset="-122"/>
                <a:cs typeface="Arial" pitchFamily="34" charset="-120"/>
              </a:rPr>
              <a:t>🐘</a:t>
            </a:r>
            <a:endParaRPr lang="en-US" sz="25000" dirty="0"/>
          </a:p>
        </p:txBody>
      </p:sp>
      <p:sp>
        <p:nvSpPr>
          <p:cNvPr id="5" name="Text 3"/>
          <p:cNvSpPr txBox="1"/>
          <p:nvPr/>
        </p:nvSpPr>
        <p:spPr>
          <a:xfrm>
            <a:off x="3538728"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6" name="Text 4"/>
          <p:cNvSpPr txBox="1"/>
          <p:nvPr/>
        </p:nvSpPr>
        <p:spPr>
          <a:xfrm>
            <a:off x="4828032"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7" name="Text 5"/>
          <p:cNvSpPr txBox="1"/>
          <p:nvPr/>
        </p:nvSpPr>
        <p:spPr>
          <a:xfrm>
            <a:off x="6117336"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8" name="Text 6"/>
          <p:cNvSpPr txBox="1"/>
          <p:nvPr/>
        </p:nvSpPr>
        <p:spPr>
          <a:xfrm>
            <a:off x="7406640"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9" name="Text 7"/>
          <p:cNvSpPr txBox="1"/>
          <p:nvPr/>
        </p:nvSpPr>
        <p:spPr>
          <a:xfrm>
            <a:off x="3538728"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10" name="Text 8"/>
          <p:cNvSpPr txBox="1"/>
          <p:nvPr/>
        </p:nvSpPr>
        <p:spPr>
          <a:xfrm>
            <a:off x="6117336"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11" name="Text 9"/>
          <p:cNvSpPr txBox="1"/>
          <p:nvPr/>
        </p:nvSpPr>
        <p:spPr>
          <a:xfrm>
            <a:off x="7406640"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8</a:t>
            </a:r>
            <a:endParaRPr lang="en-US" sz="3000" dirty="0"/>
          </a:p>
        </p:txBody>
      </p:sp>
      <p:sp>
        <p:nvSpPr>
          <p:cNvPr id="12" name="Text 10"/>
          <p:cNvSpPr txBox="1"/>
          <p:nvPr/>
        </p:nvSpPr>
        <p:spPr>
          <a:xfrm>
            <a:off x="3538728"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9</a:t>
            </a:r>
            <a:endParaRPr lang="en-US" sz="3000" dirty="0"/>
          </a:p>
        </p:txBody>
      </p:sp>
      <p:sp>
        <p:nvSpPr>
          <p:cNvPr id="13" name="Text 11"/>
          <p:cNvSpPr txBox="1"/>
          <p:nvPr/>
        </p:nvSpPr>
        <p:spPr>
          <a:xfrm>
            <a:off x="4828032"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10</a:t>
            </a:r>
            <a:endParaRPr lang="en-US" sz="3000" dirty="0"/>
          </a:p>
        </p:txBody>
      </p:sp>
      <p:sp>
        <p:nvSpPr>
          <p:cNvPr id="14" name="Text 12"/>
          <p:cNvSpPr txBox="1"/>
          <p:nvPr/>
        </p:nvSpPr>
        <p:spPr>
          <a:xfrm>
            <a:off x="6117336"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11</a:t>
            </a:r>
            <a:endParaRPr lang="en-US" sz="3000" dirty="0"/>
          </a:p>
        </p:txBody>
      </p:sp>
      <p:sp>
        <p:nvSpPr>
          <p:cNvPr id="15" name="Text 13"/>
          <p:cNvSpPr txBox="1"/>
          <p:nvPr/>
        </p:nvSpPr>
        <p:spPr>
          <a:xfrm>
            <a:off x="7406640"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12</a:t>
            </a:r>
            <a:endParaRPr lang="en-US" sz="3000" dirty="0"/>
          </a:p>
        </p:txBody>
      </p:sp>
      <p:sp>
        <p:nvSpPr>
          <p:cNvPr id="16" name="Text 14">
            <a:hlinkClick r:id="rId1" tooltip="Bấm để chọn" action="ppaction://hlinksldjump"/>
          </p:cNvPr>
          <p:cNvSpPr txBox="1"/>
          <p:nvPr/>
        </p:nvSpPr>
        <p:spPr>
          <a:xfrm>
            <a:off x="2103120" y="5577840"/>
            <a:ext cx="3474720" cy="868680"/>
          </a:xfrm>
          <a:prstGeom prst="roundRect">
            <a:avLst>
              <a:gd name="adj" fmla="val 18947"/>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
        <p:nvSpPr>
          <p:cNvPr id="17" name="Text 15">
            <a:hlinkClick r:id="rId2" tooltip="Bấm để chọn" action="ppaction://hlinksldjump"/>
          </p:cNvPr>
          <p:cNvSpPr txBox="1"/>
          <p:nvPr/>
        </p:nvSpPr>
        <p:spPr>
          <a:xfrm>
            <a:off x="6583680" y="5577840"/>
            <a:ext cx="3474720" cy="868680"/>
          </a:xfrm>
          <a:prstGeom prst="roundRect">
            <a:avLst>
              <a:gd name="adj" fmla="val 18947"/>
            </a:avLst>
          </a:prstGeom>
          <a:solidFill>
            <a:srgbClr val="1C7293"/>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  Đoán tranh</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Voi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7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Có 3 hộp, mỗi hộp 12 cái kẹo. Tất cả có bao nhiêu cái kẹo?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24</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48</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36</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822960"/>
          </a:xfrm>
          <a:prstGeom prst="rect">
            <a:avLst/>
          </a:prstGeom>
          <a:noFill/>
          <a:ln/>
        </p:spPr>
        <p:txBody>
          <a:bodyPr wrap="square" rtlCol="0" anchor="ctr"/>
          <a:lstStyle/>
          <a:p>
            <a:pPr algn="ctr" indent="0" marL="0">
              <a:buNone/>
            </a:pPr>
            <a:r>
              <a:rPr lang="en-US" sz="2800" b="1" dirty="0">
                <a:solidFill>
                  <a:srgbClr val="FFC145"/>
                </a:solidFill>
                <a:latin typeface="Arial" pitchFamily="34" charset="0"/>
                <a:ea typeface="Arial" pitchFamily="34" charset="-122"/>
                <a:cs typeface="Arial" pitchFamily="34" charset="-120"/>
              </a:rPr>
              <a:t>Chính xác! Mảnh ghép số 7 đã mở. Đoán xem đây là gì?</a:t>
            </a:r>
            <a:endParaRPr lang="en-US" sz="2800" dirty="0"/>
          </a:p>
        </p:txBody>
      </p:sp>
      <p:sp>
        <p:nvSpPr>
          <p:cNvPr id="3" name="Shape 1"/>
          <p:cNvSpPr/>
          <p:nvPr/>
        </p:nvSpPr>
        <p:spPr>
          <a:xfrm>
            <a:off x="3538728" y="1371600"/>
            <a:ext cx="5120640" cy="3840480"/>
          </a:xfrm>
          <a:prstGeom prst="roundRect">
            <a:avLst>
              <a:gd name="adj" fmla="val 2381"/>
            </a:avLst>
          </a:prstGeom>
          <a:solidFill>
            <a:srgbClr val="FFFFFF"/>
          </a:solidFill>
          <a:ln/>
        </p:spPr>
      </p:sp>
      <p:sp>
        <p:nvSpPr>
          <p:cNvPr id="4" name="Text 2"/>
          <p:cNvSpPr txBox="1"/>
          <p:nvPr/>
        </p:nvSpPr>
        <p:spPr>
          <a:xfrm>
            <a:off x="3538728" y="1371600"/>
            <a:ext cx="5120640" cy="3840480"/>
          </a:xfrm>
          <a:prstGeom prst="rect">
            <a:avLst/>
          </a:prstGeom>
          <a:noFill/>
          <a:ln/>
        </p:spPr>
        <p:txBody>
          <a:bodyPr wrap="square" lIns="0" tIns="0" rIns="0" bIns="0" rtlCol="0" anchor="ctr"/>
          <a:lstStyle/>
          <a:p>
            <a:pPr algn="ctr" indent="0" marL="0">
              <a:buNone/>
            </a:pPr>
            <a:r>
              <a:rPr lang="en-US" sz="25000" dirty="0">
                <a:solidFill>
                  <a:srgbClr val="000000"/>
                </a:solidFill>
                <a:latin typeface="Arial" pitchFamily="34" charset="0"/>
                <a:ea typeface="Arial" pitchFamily="34" charset="-122"/>
                <a:cs typeface="Arial" pitchFamily="34" charset="-120"/>
              </a:rPr>
              <a:t>🐘</a:t>
            </a:r>
            <a:endParaRPr lang="en-US" sz="25000" dirty="0"/>
          </a:p>
        </p:txBody>
      </p:sp>
      <p:sp>
        <p:nvSpPr>
          <p:cNvPr id="5" name="Text 3"/>
          <p:cNvSpPr txBox="1"/>
          <p:nvPr/>
        </p:nvSpPr>
        <p:spPr>
          <a:xfrm>
            <a:off x="3538728"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6" name="Text 4"/>
          <p:cNvSpPr txBox="1"/>
          <p:nvPr/>
        </p:nvSpPr>
        <p:spPr>
          <a:xfrm>
            <a:off x="4828032"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7" name="Text 5"/>
          <p:cNvSpPr txBox="1"/>
          <p:nvPr/>
        </p:nvSpPr>
        <p:spPr>
          <a:xfrm>
            <a:off x="6117336"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8" name="Text 6"/>
          <p:cNvSpPr txBox="1"/>
          <p:nvPr/>
        </p:nvSpPr>
        <p:spPr>
          <a:xfrm>
            <a:off x="7406640"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9" name="Text 7"/>
          <p:cNvSpPr txBox="1"/>
          <p:nvPr/>
        </p:nvSpPr>
        <p:spPr>
          <a:xfrm>
            <a:off x="3538728"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10" name="Text 8"/>
          <p:cNvSpPr txBox="1"/>
          <p:nvPr/>
        </p:nvSpPr>
        <p:spPr>
          <a:xfrm>
            <a:off x="4828032"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11" name="Text 9"/>
          <p:cNvSpPr txBox="1"/>
          <p:nvPr/>
        </p:nvSpPr>
        <p:spPr>
          <a:xfrm>
            <a:off x="7406640"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8</a:t>
            </a:r>
            <a:endParaRPr lang="en-US" sz="3000" dirty="0"/>
          </a:p>
        </p:txBody>
      </p:sp>
      <p:sp>
        <p:nvSpPr>
          <p:cNvPr id="12" name="Text 10"/>
          <p:cNvSpPr txBox="1"/>
          <p:nvPr/>
        </p:nvSpPr>
        <p:spPr>
          <a:xfrm>
            <a:off x="3538728"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9</a:t>
            </a:r>
            <a:endParaRPr lang="en-US" sz="3000" dirty="0"/>
          </a:p>
        </p:txBody>
      </p:sp>
      <p:sp>
        <p:nvSpPr>
          <p:cNvPr id="13" name="Text 11"/>
          <p:cNvSpPr txBox="1"/>
          <p:nvPr/>
        </p:nvSpPr>
        <p:spPr>
          <a:xfrm>
            <a:off x="4828032"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10</a:t>
            </a:r>
            <a:endParaRPr lang="en-US" sz="3000" dirty="0"/>
          </a:p>
        </p:txBody>
      </p:sp>
      <p:sp>
        <p:nvSpPr>
          <p:cNvPr id="14" name="Text 12"/>
          <p:cNvSpPr txBox="1"/>
          <p:nvPr/>
        </p:nvSpPr>
        <p:spPr>
          <a:xfrm>
            <a:off x="6117336"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11</a:t>
            </a:r>
            <a:endParaRPr lang="en-US" sz="3000" dirty="0"/>
          </a:p>
        </p:txBody>
      </p:sp>
      <p:sp>
        <p:nvSpPr>
          <p:cNvPr id="15" name="Text 13"/>
          <p:cNvSpPr txBox="1"/>
          <p:nvPr/>
        </p:nvSpPr>
        <p:spPr>
          <a:xfrm>
            <a:off x="7406640"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12</a:t>
            </a:r>
            <a:endParaRPr lang="en-US" sz="3000" dirty="0"/>
          </a:p>
        </p:txBody>
      </p:sp>
      <p:sp>
        <p:nvSpPr>
          <p:cNvPr id="16" name="Text 14">
            <a:hlinkClick r:id="rId1" tooltip="Bấm để chọn" action="ppaction://hlinksldjump"/>
          </p:cNvPr>
          <p:cNvSpPr txBox="1"/>
          <p:nvPr/>
        </p:nvSpPr>
        <p:spPr>
          <a:xfrm>
            <a:off x="2103120" y="5577840"/>
            <a:ext cx="3474720" cy="868680"/>
          </a:xfrm>
          <a:prstGeom prst="roundRect">
            <a:avLst>
              <a:gd name="adj" fmla="val 18947"/>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
        <p:nvSpPr>
          <p:cNvPr id="17" name="Text 15">
            <a:hlinkClick r:id="rId2" tooltip="Bấm để chọn" action="ppaction://hlinksldjump"/>
          </p:cNvPr>
          <p:cNvSpPr txBox="1"/>
          <p:nvPr/>
        </p:nvSpPr>
        <p:spPr>
          <a:xfrm>
            <a:off x="6583680" y="5577840"/>
            <a:ext cx="3474720" cy="868680"/>
          </a:xfrm>
          <a:prstGeom prst="roundRect">
            <a:avLst>
              <a:gd name="adj" fmla="val 18947"/>
            </a:avLst>
          </a:prstGeom>
          <a:solidFill>
            <a:srgbClr val="1C7293"/>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  Đoán tranh</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36</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8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Giữa quốc kỳ Việt Nam có hình gì?</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Ngôi sao vàng năm cánh</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Mặt trăng</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Búa liềm</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Bông hoa</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822960"/>
          </a:xfrm>
          <a:prstGeom prst="rect">
            <a:avLst/>
          </a:prstGeom>
          <a:noFill/>
          <a:ln/>
        </p:spPr>
        <p:txBody>
          <a:bodyPr wrap="square" rtlCol="0" anchor="ctr"/>
          <a:lstStyle/>
          <a:p>
            <a:pPr algn="ctr" indent="0" marL="0">
              <a:buNone/>
            </a:pPr>
            <a:r>
              <a:rPr lang="en-US" sz="2800" b="1" dirty="0">
                <a:solidFill>
                  <a:srgbClr val="FFC145"/>
                </a:solidFill>
                <a:latin typeface="Arial" pitchFamily="34" charset="0"/>
                <a:ea typeface="Arial" pitchFamily="34" charset="-122"/>
                <a:cs typeface="Arial" pitchFamily="34" charset="-120"/>
              </a:rPr>
              <a:t>Chính xác! Mảnh ghép số 8 đã mở. Đoán xem đây là gì?</a:t>
            </a:r>
            <a:endParaRPr lang="en-US" sz="2800" dirty="0"/>
          </a:p>
        </p:txBody>
      </p:sp>
      <p:sp>
        <p:nvSpPr>
          <p:cNvPr id="3" name="Shape 1"/>
          <p:cNvSpPr/>
          <p:nvPr/>
        </p:nvSpPr>
        <p:spPr>
          <a:xfrm>
            <a:off x="3538728" y="1371600"/>
            <a:ext cx="5120640" cy="3840480"/>
          </a:xfrm>
          <a:prstGeom prst="roundRect">
            <a:avLst>
              <a:gd name="adj" fmla="val 2381"/>
            </a:avLst>
          </a:prstGeom>
          <a:solidFill>
            <a:srgbClr val="FFFFFF"/>
          </a:solidFill>
          <a:ln/>
        </p:spPr>
      </p:sp>
      <p:sp>
        <p:nvSpPr>
          <p:cNvPr id="4" name="Text 2"/>
          <p:cNvSpPr txBox="1"/>
          <p:nvPr/>
        </p:nvSpPr>
        <p:spPr>
          <a:xfrm>
            <a:off x="3538728" y="1371600"/>
            <a:ext cx="5120640" cy="3840480"/>
          </a:xfrm>
          <a:prstGeom prst="rect">
            <a:avLst/>
          </a:prstGeom>
          <a:noFill/>
          <a:ln/>
        </p:spPr>
        <p:txBody>
          <a:bodyPr wrap="square" lIns="0" tIns="0" rIns="0" bIns="0" rtlCol="0" anchor="ctr"/>
          <a:lstStyle/>
          <a:p>
            <a:pPr algn="ctr" indent="0" marL="0">
              <a:buNone/>
            </a:pPr>
            <a:r>
              <a:rPr lang="en-US" sz="25000" dirty="0">
                <a:solidFill>
                  <a:srgbClr val="000000"/>
                </a:solidFill>
                <a:latin typeface="Arial" pitchFamily="34" charset="0"/>
                <a:ea typeface="Arial" pitchFamily="34" charset="-122"/>
                <a:cs typeface="Arial" pitchFamily="34" charset="-120"/>
              </a:rPr>
              <a:t>🐘</a:t>
            </a:r>
            <a:endParaRPr lang="en-US" sz="25000" dirty="0"/>
          </a:p>
        </p:txBody>
      </p:sp>
      <p:sp>
        <p:nvSpPr>
          <p:cNvPr id="5" name="Text 3"/>
          <p:cNvSpPr txBox="1"/>
          <p:nvPr/>
        </p:nvSpPr>
        <p:spPr>
          <a:xfrm>
            <a:off x="3538728"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6" name="Text 4"/>
          <p:cNvSpPr txBox="1"/>
          <p:nvPr/>
        </p:nvSpPr>
        <p:spPr>
          <a:xfrm>
            <a:off x="4828032"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7" name="Text 5"/>
          <p:cNvSpPr txBox="1"/>
          <p:nvPr/>
        </p:nvSpPr>
        <p:spPr>
          <a:xfrm>
            <a:off x="6117336"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8" name="Text 6"/>
          <p:cNvSpPr txBox="1"/>
          <p:nvPr/>
        </p:nvSpPr>
        <p:spPr>
          <a:xfrm>
            <a:off x="7406640"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9" name="Text 7"/>
          <p:cNvSpPr txBox="1"/>
          <p:nvPr/>
        </p:nvSpPr>
        <p:spPr>
          <a:xfrm>
            <a:off x="3538728"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10" name="Text 8"/>
          <p:cNvSpPr txBox="1"/>
          <p:nvPr/>
        </p:nvSpPr>
        <p:spPr>
          <a:xfrm>
            <a:off x="4828032"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11" name="Text 9"/>
          <p:cNvSpPr txBox="1"/>
          <p:nvPr/>
        </p:nvSpPr>
        <p:spPr>
          <a:xfrm>
            <a:off x="6117336"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12" name="Text 10"/>
          <p:cNvSpPr txBox="1"/>
          <p:nvPr/>
        </p:nvSpPr>
        <p:spPr>
          <a:xfrm>
            <a:off x="3538728"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9</a:t>
            </a:r>
            <a:endParaRPr lang="en-US" sz="3000" dirty="0"/>
          </a:p>
        </p:txBody>
      </p:sp>
      <p:sp>
        <p:nvSpPr>
          <p:cNvPr id="13" name="Text 11"/>
          <p:cNvSpPr txBox="1"/>
          <p:nvPr/>
        </p:nvSpPr>
        <p:spPr>
          <a:xfrm>
            <a:off x="4828032"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10</a:t>
            </a:r>
            <a:endParaRPr lang="en-US" sz="3000" dirty="0"/>
          </a:p>
        </p:txBody>
      </p:sp>
      <p:sp>
        <p:nvSpPr>
          <p:cNvPr id="14" name="Text 12"/>
          <p:cNvSpPr txBox="1"/>
          <p:nvPr/>
        </p:nvSpPr>
        <p:spPr>
          <a:xfrm>
            <a:off x="6117336"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11</a:t>
            </a:r>
            <a:endParaRPr lang="en-US" sz="3000" dirty="0"/>
          </a:p>
        </p:txBody>
      </p:sp>
      <p:sp>
        <p:nvSpPr>
          <p:cNvPr id="15" name="Text 13"/>
          <p:cNvSpPr txBox="1"/>
          <p:nvPr/>
        </p:nvSpPr>
        <p:spPr>
          <a:xfrm>
            <a:off x="7406640"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12</a:t>
            </a:r>
            <a:endParaRPr lang="en-US" sz="3000" dirty="0"/>
          </a:p>
        </p:txBody>
      </p:sp>
      <p:sp>
        <p:nvSpPr>
          <p:cNvPr id="16" name="Text 14">
            <a:hlinkClick r:id="rId1" tooltip="Bấm để chọn" action="ppaction://hlinksldjump"/>
          </p:cNvPr>
          <p:cNvSpPr txBox="1"/>
          <p:nvPr/>
        </p:nvSpPr>
        <p:spPr>
          <a:xfrm>
            <a:off x="2103120" y="5577840"/>
            <a:ext cx="3474720" cy="868680"/>
          </a:xfrm>
          <a:prstGeom prst="roundRect">
            <a:avLst>
              <a:gd name="adj" fmla="val 18947"/>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
        <p:nvSpPr>
          <p:cNvPr id="17" name="Text 15">
            <a:hlinkClick r:id="rId2" tooltip="Bấm để chọn" action="ppaction://hlinksldjump"/>
          </p:cNvPr>
          <p:cNvSpPr txBox="1"/>
          <p:nvPr/>
        </p:nvSpPr>
        <p:spPr>
          <a:xfrm>
            <a:off x="6583680" y="5577840"/>
            <a:ext cx="3474720" cy="868680"/>
          </a:xfrm>
          <a:prstGeom prst="roundRect">
            <a:avLst>
              <a:gd name="adj" fmla="val 18947"/>
            </a:avLst>
          </a:prstGeom>
          <a:solidFill>
            <a:srgbClr val="1C7293"/>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  Đoán tranh</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Ngôi sao vàng năm cánh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9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Một năm có mấy tháng?</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12</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11</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13</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822960"/>
          </a:xfrm>
          <a:prstGeom prst="rect">
            <a:avLst/>
          </a:prstGeom>
          <a:noFill/>
          <a:ln/>
        </p:spPr>
        <p:txBody>
          <a:bodyPr wrap="square" rtlCol="0" anchor="ctr"/>
          <a:lstStyle/>
          <a:p>
            <a:pPr algn="ctr" indent="0" marL="0">
              <a:buNone/>
            </a:pPr>
            <a:r>
              <a:rPr lang="en-US" sz="2800" b="1" dirty="0">
                <a:solidFill>
                  <a:srgbClr val="FFC145"/>
                </a:solidFill>
                <a:latin typeface="Arial" pitchFamily="34" charset="0"/>
                <a:ea typeface="Arial" pitchFamily="34" charset="-122"/>
                <a:cs typeface="Arial" pitchFamily="34" charset="-120"/>
              </a:rPr>
              <a:t>Chính xác! Mảnh ghép số 9 đã mở. Đoán xem đây là gì?</a:t>
            </a:r>
            <a:endParaRPr lang="en-US" sz="2800" dirty="0"/>
          </a:p>
        </p:txBody>
      </p:sp>
      <p:sp>
        <p:nvSpPr>
          <p:cNvPr id="3" name="Shape 1"/>
          <p:cNvSpPr/>
          <p:nvPr/>
        </p:nvSpPr>
        <p:spPr>
          <a:xfrm>
            <a:off x="3538728" y="1371600"/>
            <a:ext cx="5120640" cy="3840480"/>
          </a:xfrm>
          <a:prstGeom prst="roundRect">
            <a:avLst>
              <a:gd name="adj" fmla="val 2381"/>
            </a:avLst>
          </a:prstGeom>
          <a:solidFill>
            <a:srgbClr val="FFFFFF"/>
          </a:solidFill>
          <a:ln/>
        </p:spPr>
      </p:sp>
      <p:sp>
        <p:nvSpPr>
          <p:cNvPr id="4" name="Text 2"/>
          <p:cNvSpPr txBox="1"/>
          <p:nvPr/>
        </p:nvSpPr>
        <p:spPr>
          <a:xfrm>
            <a:off x="3538728" y="1371600"/>
            <a:ext cx="5120640" cy="3840480"/>
          </a:xfrm>
          <a:prstGeom prst="rect">
            <a:avLst/>
          </a:prstGeom>
          <a:noFill/>
          <a:ln/>
        </p:spPr>
        <p:txBody>
          <a:bodyPr wrap="square" lIns="0" tIns="0" rIns="0" bIns="0" rtlCol="0" anchor="ctr"/>
          <a:lstStyle/>
          <a:p>
            <a:pPr algn="ctr" indent="0" marL="0">
              <a:buNone/>
            </a:pPr>
            <a:r>
              <a:rPr lang="en-US" sz="25000" dirty="0">
                <a:solidFill>
                  <a:srgbClr val="000000"/>
                </a:solidFill>
                <a:latin typeface="Arial" pitchFamily="34" charset="0"/>
                <a:ea typeface="Arial" pitchFamily="34" charset="-122"/>
                <a:cs typeface="Arial" pitchFamily="34" charset="-120"/>
              </a:rPr>
              <a:t>🐘</a:t>
            </a:r>
            <a:endParaRPr lang="en-US" sz="25000" dirty="0"/>
          </a:p>
        </p:txBody>
      </p:sp>
      <p:sp>
        <p:nvSpPr>
          <p:cNvPr id="5" name="Text 3"/>
          <p:cNvSpPr txBox="1"/>
          <p:nvPr/>
        </p:nvSpPr>
        <p:spPr>
          <a:xfrm>
            <a:off x="3538728"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6" name="Text 4"/>
          <p:cNvSpPr txBox="1"/>
          <p:nvPr/>
        </p:nvSpPr>
        <p:spPr>
          <a:xfrm>
            <a:off x="4828032"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7" name="Text 5"/>
          <p:cNvSpPr txBox="1"/>
          <p:nvPr/>
        </p:nvSpPr>
        <p:spPr>
          <a:xfrm>
            <a:off x="6117336"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8" name="Text 6"/>
          <p:cNvSpPr txBox="1"/>
          <p:nvPr/>
        </p:nvSpPr>
        <p:spPr>
          <a:xfrm>
            <a:off x="7406640"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9" name="Text 7"/>
          <p:cNvSpPr txBox="1"/>
          <p:nvPr/>
        </p:nvSpPr>
        <p:spPr>
          <a:xfrm>
            <a:off x="3538728"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10" name="Text 8"/>
          <p:cNvSpPr txBox="1"/>
          <p:nvPr/>
        </p:nvSpPr>
        <p:spPr>
          <a:xfrm>
            <a:off x="4828032"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11" name="Text 9"/>
          <p:cNvSpPr txBox="1"/>
          <p:nvPr/>
        </p:nvSpPr>
        <p:spPr>
          <a:xfrm>
            <a:off x="6117336"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12" name="Text 10"/>
          <p:cNvSpPr txBox="1"/>
          <p:nvPr/>
        </p:nvSpPr>
        <p:spPr>
          <a:xfrm>
            <a:off x="7406640"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8</a:t>
            </a:r>
            <a:endParaRPr lang="en-US" sz="3000" dirty="0"/>
          </a:p>
        </p:txBody>
      </p:sp>
      <p:sp>
        <p:nvSpPr>
          <p:cNvPr id="13" name="Text 11"/>
          <p:cNvSpPr txBox="1"/>
          <p:nvPr/>
        </p:nvSpPr>
        <p:spPr>
          <a:xfrm>
            <a:off x="4828032"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10</a:t>
            </a:r>
            <a:endParaRPr lang="en-US" sz="3000" dirty="0"/>
          </a:p>
        </p:txBody>
      </p:sp>
      <p:sp>
        <p:nvSpPr>
          <p:cNvPr id="14" name="Text 12"/>
          <p:cNvSpPr txBox="1"/>
          <p:nvPr/>
        </p:nvSpPr>
        <p:spPr>
          <a:xfrm>
            <a:off x="6117336"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11</a:t>
            </a:r>
            <a:endParaRPr lang="en-US" sz="3000" dirty="0"/>
          </a:p>
        </p:txBody>
      </p:sp>
      <p:sp>
        <p:nvSpPr>
          <p:cNvPr id="15" name="Text 13"/>
          <p:cNvSpPr txBox="1"/>
          <p:nvPr/>
        </p:nvSpPr>
        <p:spPr>
          <a:xfrm>
            <a:off x="7406640"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12</a:t>
            </a:r>
            <a:endParaRPr lang="en-US" sz="3000" dirty="0"/>
          </a:p>
        </p:txBody>
      </p:sp>
      <p:sp>
        <p:nvSpPr>
          <p:cNvPr id="16" name="Text 14">
            <a:hlinkClick r:id="rId1" tooltip="Bấm để chọn" action="ppaction://hlinksldjump"/>
          </p:cNvPr>
          <p:cNvSpPr txBox="1"/>
          <p:nvPr/>
        </p:nvSpPr>
        <p:spPr>
          <a:xfrm>
            <a:off x="2103120" y="5577840"/>
            <a:ext cx="3474720" cy="868680"/>
          </a:xfrm>
          <a:prstGeom prst="roundRect">
            <a:avLst>
              <a:gd name="adj" fmla="val 18947"/>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
        <p:nvSpPr>
          <p:cNvPr id="17" name="Text 15">
            <a:hlinkClick r:id="rId2" tooltip="Bấm để chọn" action="ppaction://hlinksldjump"/>
          </p:cNvPr>
          <p:cNvSpPr txBox="1"/>
          <p:nvPr/>
        </p:nvSpPr>
        <p:spPr>
          <a:xfrm>
            <a:off x="6583680" y="5577840"/>
            <a:ext cx="3474720" cy="868680"/>
          </a:xfrm>
          <a:prstGeom prst="roundRect">
            <a:avLst>
              <a:gd name="adj" fmla="val 18947"/>
            </a:avLst>
          </a:prstGeom>
          <a:solidFill>
            <a:srgbClr val="1C7293"/>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  Đoán tranh</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12</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10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Con vật nào KHÔNG phải là loài chim?</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Én</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Chim sẻ</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Dơi</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Bồ câu</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822960"/>
          </a:xfrm>
          <a:prstGeom prst="rect">
            <a:avLst/>
          </a:prstGeom>
          <a:noFill/>
          <a:ln/>
        </p:spPr>
        <p:txBody>
          <a:bodyPr wrap="square" rtlCol="0" anchor="ctr"/>
          <a:lstStyle/>
          <a:p>
            <a:pPr algn="ctr" indent="0" marL="0">
              <a:buNone/>
            </a:pPr>
            <a:r>
              <a:rPr lang="en-US" sz="2800" b="1" dirty="0">
                <a:solidFill>
                  <a:srgbClr val="FFC145"/>
                </a:solidFill>
                <a:latin typeface="Arial" pitchFamily="34" charset="0"/>
                <a:ea typeface="Arial" pitchFamily="34" charset="-122"/>
                <a:cs typeface="Arial" pitchFamily="34" charset="-120"/>
              </a:rPr>
              <a:t>Chính xác! Mảnh ghép số 10 đã mở. Đoán xem đây là gì?</a:t>
            </a:r>
            <a:endParaRPr lang="en-US" sz="2800" dirty="0"/>
          </a:p>
        </p:txBody>
      </p:sp>
      <p:sp>
        <p:nvSpPr>
          <p:cNvPr id="3" name="Shape 1"/>
          <p:cNvSpPr/>
          <p:nvPr/>
        </p:nvSpPr>
        <p:spPr>
          <a:xfrm>
            <a:off x="3538728" y="1371600"/>
            <a:ext cx="5120640" cy="3840480"/>
          </a:xfrm>
          <a:prstGeom prst="roundRect">
            <a:avLst>
              <a:gd name="adj" fmla="val 2381"/>
            </a:avLst>
          </a:prstGeom>
          <a:solidFill>
            <a:srgbClr val="FFFFFF"/>
          </a:solidFill>
          <a:ln/>
        </p:spPr>
      </p:sp>
      <p:sp>
        <p:nvSpPr>
          <p:cNvPr id="4" name="Text 2"/>
          <p:cNvSpPr txBox="1"/>
          <p:nvPr/>
        </p:nvSpPr>
        <p:spPr>
          <a:xfrm>
            <a:off x="3538728" y="1371600"/>
            <a:ext cx="5120640" cy="3840480"/>
          </a:xfrm>
          <a:prstGeom prst="rect">
            <a:avLst/>
          </a:prstGeom>
          <a:noFill/>
          <a:ln/>
        </p:spPr>
        <p:txBody>
          <a:bodyPr wrap="square" lIns="0" tIns="0" rIns="0" bIns="0" rtlCol="0" anchor="ctr"/>
          <a:lstStyle/>
          <a:p>
            <a:pPr algn="ctr" indent="0" marL="0">
              <a:buNone/>
            </a:pPr>
            <a:r>
              <a:rPr lang="en-US" sz="25000" dirty="0">
                <a:solidFill>
                  <a:srgbClr val="000000"/>
                </a:solidFill>
                <a:latin typeface="Arial" pitchFamily="34" charset="0"/>
                <a:ea typeface="Arial" pitchFamily="34" charset="-122"/>
                <a:cs typeface="Arial" pitchFamily="34" charset="-120"/>
              </a:rPr>
              <a:t>🐘</a:t>
            </a:r>
            <a:endParaRPr lang="en-US" sz="25000" dirty="0"/>
          </a:p>
        </p:txBody>
      </p:sp>
      <p:sp>
        <p:nvSpPr>
          <p:cNvPr id="5" name="Text 3"/>
          <p:cNvSpPr txBox="1"/>
          <p:nvPr/>
        </p:nvSpPr>
        <p:spPr>
          <a:xfrm>
            <a:off x="3538728"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6" name="Text 4"/>
          <p:cNvSpPr txBox="1"/>
          <p:nvPr/>
        </p:nvSpPr>
        <p:spPr>
          <a:xfrm>
            <a:off x="4828032"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7" name="Text 5"/>
          <p:cNvSpPr txBox="1"/>
          <p:nvPr/>
        </p:nvSpPr>
        <p:spPr>
          <a:xfrm>
            <a:off x="6117336"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8" name="Text 6"/>
          <p:cNvSpPr txBox="1"/>
          <p:nvPr/>
        </p:nvSpPr>
        <p:spPr>
          <a:xfrm>
            <a:off x="7406640"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9" name="Text 7"/>
          <p:cNvSpPr txBox="1"/>
          <p:nvPr/>
        </p:nvSpPr>
        <p:spPr>
          <a:xfrm>
            <a:off x="3538728"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10" name="Text 8"/>
          <p:cNvSpPr txBox="1"/>
          <p:nvPr/>
        </p:nvSpPr>
        <p:spPr>
          <a:xfrm>
            <a:off x="4828032"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11" name="Text 9"/>
          <p:cNvSpPr txBox="1"/>
          <p:nvPr/>
        </p:nvSpPr>
        <p:spPr>
          <a:xfrm>
            <a:off x="6117336"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12" name="Text 10"/>
          <p:cNvSpPr txBox="1"/>
          <p:nvPr/>
        </p:nvSpPr>
        <p:spPr>
          <a:xfrm>
            <a:off x="7406640"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8</a:t>
            </a:r>
            <a:endParaRPr lang="en-US" sz="3000" dirty="0"/>
          </a:p>
        </p:txBody>
      </p:sp>
      <p:sp>
        <p:nvSpPr>
          <p:cNvPr id="13" name="Text 11"/>
          <p:cNvSpPr txBox="1"/>
          <p:nvPr/>
        </p:nvSpPr>
        <p:spPr>
          <a:xfrm>
            <a:off x="3538728"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9</a:t>
            </a:r>
            <a:endParaRPr lang="en-US" sz="3000" dirty="0"/>
          </a:p>
        </p:txBody>
      </p:sp>
      <p:sp>
        <p:nvSpPr>
          <p:cNvPr id="14" name="Text 12"/>
          <p:cNvSpPr txBox="1"/>
          <p:nvPr/>
        </p:nvSpPr>
        <p:spPr>
          <a:xfrm>
            <a:off x="6117336"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11</a:t>
            </a:r>
            <a:endParaRPr lang="en-US" sz="3000" dirty="0"/>
          </a:p>
        </p:txBody>
      </p:sp>
      <p:sp>
        <p:nvSpPr>
          <p:cNvPr id="15" name="Text 13"/>
          <p:cNvSpPr txBox="1"/>
          <p:nvPr/>
        </p:nvSpPr>
        <p:spPr>
          <a:xfrm>
            <a:off x="7406640"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12</a:t>
            </a:r>
            <a:endParaRPr lang="en-US" sz="3000" dirty="0"/>
          </a:p>
        </p:txBody>
      </p:sp>
      <p:sp>
        <p:nvSpPr>
          <p:cNvPr id="16" name="Text 14">
            <a:hlinkClick r:id="rId1" tooltip="Bấm để chọn" action="ppaction://hlinksldjump"/>
          </p:cNvPr>
          <p:cNvSpPr txBox="1"/>
          <p:nvPr/>
        </p:nvSpPr>
        <p:spPr>
          <a:xfrm>
            <a:off x="2103120" y="5577840"/>
            <a:ext cx="3474720" cy="868680"/>
          </a:xfrm>
          <a:prstGeom prst="roundRect">
            <a:avLst>
              <a:gd name="adj" fmla="val 18947"/>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
        <p:nvSpPr>
          <p:cNvPr id="17" name="Text 15">
            <a:hlinkClick r:id="rId2" tooltip="Bấm để chọn" action="ppaction://hlinksldjump"/>
          </p:cNvPr>
          <p:cNvSpPr txBox="1"/>
          <p:nvPr/>
        </p:nvSpPr>
        <p:spPr>
          <a:xfrm>
            <a:off x="6583680" y="5577840"/>
            <a:ext cx="3474720" cy="868680"/>
          </a:xfrm>
          <a:prstGeom prst="roundRect">
            <a:avLst>
              <a:gd name="adj" fmla="val 18947"/>
            </a:avLst>
          </a:prstGeom>
          <a:solidFill>
            <a:srgbClr val="1C7293"/>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  Đoán tranh</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Dơi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11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Tìm x: x + 15 = 40. Vậy x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30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35</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25</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822960"/>
          </a:xfrm>
          <a:prstGeom prst="rect">
            <a:avLst/>
          </a:prstGeom>
          <a:noFill/>
          <a:ln/>
        </p:spPr>
        <p:txBody>
          <a:bodyPr wrap="square" rtlCol="0" anchor="ctr"/>
          <a:lstStyle/>
          <a:p>
            <a:pPr algn="ctr" indent="0" marL="0">
              <a:buNone/>
            </a:pPr>
            <a:r>
              <a:rPr lang="en-US" sz="2800" b="1" dirty="0">
                <a:solidFill>
                  <a:srgbClr val="FFC145"/>
                </a:solidFill>
                <a:latin typeface="Arial" pitchFamily="34" charset="0"/>
                <a:ea typeface="Arial" pitchFamily="34" charset="-122"/>
                <a:cs typeface="Arial" pitchFamily="34" charset="-120"/>
              </a:rPr>
              <a:t>Chính xác! Mảnh ghép số 11 đã mở. Đoán xem đây là gì?</a:t>
            </a:r>
            <a:endParaRPr lang="en-US" sz="2800" dirty="0"/>
          </a:p>
        </p:txBody>
      </p:sp>
      <p:sp>
        <p:nvSpPr>
          <p:cNvPr id="3" name="Shape 1"/>
          <p:cNvSpPr/>
          <p:nvPr/>
        </p:nvSpPr>
        <p:spPr>
          <a:xfrm>
            <a:off x="3538728" y="1371600"/>
            <a:ext cx="5120640" cy="3840480"/>
          </a:xfrm>
          <a:prstGeom prst="roundRect">
            <a:avLst>
              <a:gd name="adj" fmla="val 2381"/>
            </a:avLst>
          </a:prstGeom>
          <a:solidFill>
            <a:srgbClr val="FFFFFF"/>
          </a:solidFill>
          <a:ln/>
        </p:spPr>
      </p:sp>
      <p:sp>
        <p:nvSpPr>
          <p:cNvPr id="4" name="Text 2"/>
          <p:cNvSpPr txBox="1"/>
          <p:nvPr/>
        </p:nvSpPr>
        <p:spPr>
          <a:xfrm>
            <a:off x="3538728" y="1371600"/>
            <a:ext cx="5120640" cy="3840480"/>
          </a:xfrm>
          <a:prstGeom prst="rect">
            <a:avLst/>
          </a:prstGeom>
          <a:noFill/>
          <a:ln/>
        </p:spPr>
        <p:txBody>
          <a:bodyPr wrap="square" lIns="0" tIns="0" rIns="0" bIns="0" rtlCol="0" anchor="ctr"/>
          <a:lstStyle/>
          <a:p>
            <a:pPr algn="ctr" indent="0" marL="0">
              <a:buNone/>
            </a:pPr>
            <a:r>
              <a:rPr lang="en-US" sz="25000" dirty="0">
                <a:solidFill>
                  <a:srgbClr val="000000"/>
                </a:solidFill>
                <a:latin typeface="Arial" pitchFamily="34" charset="0"/>
                <a:ea typeface="Arial" pitchFamily="34" charset="-122"/>
                <a:cs typeface="Arial" pitchFamily="34" charset="-120"/>
              </a:rPr>
              <a:t>🐘</a:t>
            </a:r>
            <a:endParaRPr lang="en-US" sz="25000" dirty="0"/>
          </a:p>
        </p:txBody>
      </p:sp>
      <p:sp>
        <p:nvSpPr>
          <p:cNvPr id="5" name="Text 3"/>
          <p:cNvSpPr txBox="1"/>
          <p:nvPr/>
        </p:nvSpPr>
        <p:spPr>
          <a:xfrm>
            <a:off x="3538728"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6" name="Text 4"/>
          <p:cNvSpPr txBox="1"/>
          <p:nvPr/>
        </p:nvSpPr>
        <p:spPr>
          <a:xfrm>
            <a:off x="4828032"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7" name="Text 5"/>
          <p:cNvSpPr txBox="1"/>
          <p:nvPr/>
        </p:nvSpPr>
        <p:spPr>
          <a:xfrm>
            <a:off x="6117336"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8" name="Text 6"/>
          <p:cNvSpPr txBox="1"/>
          <p:nvPr/>
        </p:nvSpPr>
        <p:spPr>
          <a:xfrm>
            <a:off x="7406640"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9" name="Text 7"/>
          <p:cNvSpPr txBox="1"/>
          <p:nvPr/>
        </p:nvSpPr>
        <p:spPr>
          <a:xfrm>
            <a:off x="3538728"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10" name="Text 8"/>
          <p:cNvSpPr txBox="1"/>
          <p:nvPr/>
        </p:nvSpPr>
        <p:spPr>
          <a:xfrm>
            <a:off x="4828032"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11" name="Text 9"/>
          <p:cNvSpPr txBox="1"/>
          <p:nvPr/>
        </p:nvSpPr>
        <p:spPr>
          <a:xfrm>
            <a:off x="6117336"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12" name="Text 10"/>
          <p:cNvSpPr txBox="1"/>
          <p:nvPr/>
        </p:nvSpPr>
        <p:spPr>
          <a:xfrm>
            <a:off x="7406640"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8</a:t>
            </a:r>
            <a:endParaRPr lang="en-US" sz="3000" dirty="0"/>
          </a:p>
        </p:txBody>
      </p:sp>
      <p:sp>
        <p:nvSpPr>
          <p:cNvPr id="13" name="Text 11"/>
          <p:cNvSpPr txBox="1"/>
          <p:nvPr/>
        </p:nvSpPr>
        <p:spPr>
          <a:xfrm>
            <a:off x="3538728"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9</a:t>
            </a:r>
            <a:endParaRPr lang="en-US" sz="3000" dirty="0"/>
          </a:p>
        </p:txBody>
      </p:sp>
      <p:sp>
        <p:nvSpPr>
          <p:cNvPr id="14" name="Text 12"/>
          <p:cNvSpPr txBox="1"/>
          <p:nvPr/>
        </p:nvSpPr>
        <p:spPr>
          <a:xfrm>
            <a:off x="4828032"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10</a:t>
            </a:r>
            <a:endParaRPr lang="en-US" sz="3000" dirty="0"/>
          </a:p>
        </p:txBody>
      </p:sp>
      <p:sp>
        <p:nvSpPr>
          <p:cNvPr id="15" name="Text 13"/>
          <p:cNvSpPr txBox="1"/>
          <p:nvPr/>
        </p:nvSpPr>
        <p:spPr>
          <a:xfrm>
            <a:off x="7406640"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12</a:t>
            </a:r>
            <a:endParaRPr lang="en-US" sz="3000" dirty="0"/>
          </a:p>
        </p:txBody>
      </p:sp>
      <p:sp>
        <p:nvSpPr>
          <p:cNvPr id="16" name="Text 14">
            <a:hlinkClick r:id="rId1" tooltip="Bấm để chọn" action="ppaction://hlinksldjump"/>
          </p:cNvPr>
          <p:cNvSpPr txBox="1"/>
          <p:nvPr/>
        </p:nvSpPr>
        <p:spPr>
          <a:xfrm>
            <a:off x="2103120" y="5577840"/>
            <a:ext cx="3474720" cy="868680"/>
          </a:xfrm>
          <a:prstGeom prst="roundRect">
            <a:avLst>
              <a:gd name="adj" fmla="val 18947"/>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
        <p:nvSpPr>
          <p:cNvPr id="17" name="Text 15">
            <a:hlinkClick r:id="rId2" tooltip="Bấm để chọn" action="ppaction://hlinksldjump"/>
          </p:cNvPr>
          <p:cNvSpPr txBox="1"/>
          <p:nvPr/>
        </p:nvSpPr>
        <p:spPr>
          <a:xfrm>
            <a:off x="6583680" y="5577840"/>
            <a:ext cx="3474720" cy="868680"/>
          </a:xfrm>
          <a:prstGeom prst="roundRect">
            <a:avLst>
              <a:gd name="adj" fmla="val 18947"/>
            </a:avLst>
          </a:prstGeom>
          <a:solidFill>
            <a:srgbClr val="1C7293"/>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  Đoán tranh</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25</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12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nào viết đúng chính tả?</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Chăm chỉ</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Trăm chỉ</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Chăm chĩ</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Chăm trỉ</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822960"/>
          </a:xfrm>
          <a:prstGeom prst="rect">
            <a:avLst/>
          </a:prstGeom>
          <a:noFill/>
          <a:ln/>
        </p:spPr>
        <p:txBody>
          <a:bodyPr wrap="square" rtlCol="0" anchor="ctr"/>
          <a:lstStyle/>
          <a:p>
            <a:pPr algn="ctr" indent="0" marL="0">
              <a:buNone/>
            </a:pPr>
            <a:r>
              <a:rPr lang="en-US" sz="2800" b="1" dirty="0">
                <a:solidFill>
                  <a:srgbClr val="FFC145"/>
                </a:solidFill>
                <a:latin typeface="Arial" pitchFamily="34" charset="0"/>
                <a:ea typeface="Arial" pitchFamily="34" charset="-122"/>
                <a:cs typeface="Arial" pitchFamily="34" charset="-120"/>
              </a:rPr>
              <a:t>Chính xác! Mảnh ghép số 12 đã mở. Đoán xem đây là gì?</a:t>
            </a:r>
            <a:endParaRPr lang="en-US" sz="2800" dirty="0"/>
          </a:p>
        </p:txBody>
      </p:sp>
      <p:sp>
        <p:nvSpPr>
          <p:cNvPr id="3" name="Shape 1"/>
          <p:cNvSpPr/>
          <p:nvPr/>
        </p:nvSpPr>
        <p:spPr>
          <a:xfrm>
            <a:off x="3538728" y="1371600"/>
            <a:ext cx="5120640" cy="3840480"/>
          </a:xfrm>
          <a:prstGeom prst="roundRect">
            <a:avLst>
              <a:gd name="adj" fmla="val 2381"/>
            </a:avLst>
          </a:prstGeom>
          <a:solidFill>
            <a:srgbClr val="FFFFFF"/>
          </a:solidFill>
          <a:ln/>
        </p:spPr>
      </p:sp>
      <p:sp>
        <p:nvSpPr>
          <p:cNvPr id="4" name="Text 2"/>
          <p:cNvSpPr txBox="1"/>
          <p:nvPr/>
        </p:nvSpPr>
        <p:spPr>
          <a:xfrm>
            <a:off x="3538728" y="1371600"/>
            <a:ext cx="5120640" cy="3840480"/>
          </a:xfrm>
          <a:prstGeom prst="rect">
            <a:avLst/>
          </a:prstGeom>
          <a:noFill/>
          <a:ln/>
        </p:spPr>
        <p:txBody>
          <a:bodyPr wrap="square" lIns="0" tIns="0" rIns="0" bIns="0" rtlCol="0" anchor="ctr"/>
          <a:lstStyle/>
          <a:p>
            <a:pPr algn="ctr" indent="0" marL="0">
              <a:buNone/>
            </a:pPr>
            <a:r>
              <a:rPr lang="en-US" sz="25000" dirty="0">
                <a:solidFill>
                  <a:srgbClr val="000000"/>
                </a:solidFill>
                <a:latin typeface="Arial" pitchFamily="34" charset="0"/>
                <a:ea typeface="Arial" pitchFamily="34" charset="-122"/>
                <a:cs typeface="Arial" pitchFamily="34" charset="-120"/>
              </a:rPr>
              <a:t>🐘</a:t>
            </a:r>
            <a:endParaRPr lang="en-US" sz="25000" dirty="0"/>
          </a:p>
        </p:txBody>
      </p:sp>
      <p:sp>
        <p:nvSpPr>
          <p:cNvPr id="5" name="Text 3"/>
          <p:cNvSpPr txBox="1"/>
          <p:nvPr/>
        </p:nvSpPr>
        <p:spPr>
          <a:xfrm>
            <a:off x="3538728"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6" name="Text 4"/>
          <p:cNvSpPr txBox="1"/>
          <p:nvPr/>
        </p:nvSpPr>
        <p:spPr>
          <a:xfrm>
            <a:off x="4828032"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7" name="Text 5"/>
          <p:cNvSpPr txBox="1"/>
          <p:nvPr/>
        </p:nvSpPr>
        <p:spPr>
          <a:xfrm>
            <a:off x="6117336"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8" name="Text 6"/>
          <p:cNvSpPr txBox="1"/>
          <p:nvPr/>
        </p:nvSpPr>
        <p:spPr>
          <a:xfrm>
            <a:off x="7406640" y="1371600"/>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9" name="Text 7"/>
          <p:cNvSpPr txBox="1"/>
          <p:nvPr/>
        </p:nvSpPr>
        <p:spPr>
          <a:xfrm>
            <a:off x="3538728"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10" name="Text 8"/>
          <p:cNvSpPr txBox="1"/>
          <p:nvPr/>
        </p:nvSpPr>
        <p:spPr>
          <a:xfrm>
            <a:off x="4828032"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11" name="Text 9"/>
          <p:cNvSpPr txBox="1"/>
          <p:nvPr/>
        </p:nvSpPr>
        <p:spPr>
          <a:xfrm>
            <a:off x="6117336"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12" name="Text 10"/>
          <p:cNvSpPr txBox="1"/>
          <p:nvPr/>
        </p:nvSpPr>
        <p:spPr>
          <a:xfrm>
            <a:off x="7406640" y="2663952"/>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8</a:t>
            </a:r>
            <a:endParaRPr lang="en-US" sz="3000" dirty="0"/>
          </a:p>
        </p:txBody>
      </p:sp>
      <p:sp>
        <p:nvSpPr>
          <p:cNvPr id="13" name="Text 11"/>
          <p:cNvSpPr txBox="1"/>
          <p:nvPr/>
        </p:nvSpPr>
        <p:spPr>
          <a:xfrm>
            <a:off x="3538728"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9</a:t>
            </a:r>
            <a:endParaRPr lang="en-US" sz="3000" dirty="0"/>
          </a:p>
        </p:txBody>
      </p:sp>
      <p:sp>
        <p:nvSpPr>
          <p:cNvPr id="14" name="Text 12"/>
          <p:cNvSpPr txBox="1"/>
          <p:nvPr/>
        </p:nvSpPr>
        <p:spPr>
          <a:xfrm>
            <a:off x="4828032"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10</a:t>
            </a:r>
            <a:endParaRPr lang="en-US" sz="3000" dirty="0"/>
          </a:p>
        </p:txBody>
      </p:sp>
      <p:sp>
        <p:nvSpPr>
          <p:cNvPr id="15" name="Text 13"/>
          <p:cNvSpPr txBox="1"/>
          <p:nvPr/>
        </p:nvSpPr>
        <p:spPr>
          <a:xfrm>
            <a:off x="6117336" y="3956304"/>
            <a:ext cx="1252728" cy="1255776"/>
          </a:xfrm>
          <a:prstGeom prst="roundRect">
            <a:avLst>
              <a:gd name="adj" fmla="val 3650"/>
            </a:avLst>
          </a:prstGeom>
          <a:solidFill>
            <a:srgbClr val="1C7293"/>
          </a:solidFill>
          <a:ln w="12700">
            <a:solidFill>
              <a:srgbClr val="FFFFFF"/>
            </a:solidFill>
          </a:ln>
        </p:spPr>
        <p:txBody>
          <a:bodyPr wrap="square" lIns="1270" tIns="1270" rIns="1270" bIns="127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11</a:t>
            </a:r>
            <a:endParaRPr lang="en-US" sz="3000" dirty="0"/>
          </a:p>
        </p:txBody>
      </p:sp>
      <p:sp>
        <p:nvSpPr>
          <p:cNvPr id="16" name="Text 14">
            <a:hlinkClick r:id="rId1" tooltip="Bấm để chọn" action="ppaction://hlinksldjump"/>
          </p:cNvPr>
          <p:cNvSpPr txBox="1"/>
          <p:nvPr/>
        </p:nvSpPr>
        <p:spPr>
          <a:xfrm>
            <a:off x="2103120" y="5577840"/>
            <a:ext cx="3474720" cy="868680"/>
          </a:xfrm>
          <a:prstGeom prst="roundRect">
            <a:avLst>
              <a:gd name="adj" fmla="val 18947"/>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
        <p:nvSpPr>
          <p:cNvPr id="17" name="Text 15">
            <a:hlinkClick r:id="rId2" tooltip="Bấm để chọn" action="ppaction://hlinksldjump"/>
          </p:cNvPr>
          <p:cNvSpPr txBox="1"/>
          <p:nvPr/>
        </p:nvSpPr>
        <p:spPr>
          <a:xfrm>
            <a:off x="6583680" y="5577840"/>
            <a:ext cx="3474720" cy="868680"/>
          </a:xfrm>
          <a:prstGeom prst="roundRect">
            <a:avLst>
              <a:gd name="adj" fmla="val 18947"/>
            </a:avLst>
          </a:prstGeom>
          <a:solidFill>
            <a:srgbClr val="1C7293"/>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  Đoán tranh</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Chăm chỉ</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457200"/>
            <a:ext cx="12191695" cy="4206240"/>
          </a:xfrm>
          <a:prstGeom prst="rect">
            <a:avLst/>
          </a:prstGeom>
          <a:noFill/>
          <a:ln/>
        </p:spPr>
        <p:txBody>
          <a:bodyPr wrap="square" rtlCol="0" anchor="ctr"/>
          <a:lstStyle/>
          <a:p>
            <a:pPr algn="ctr" indent="0" marL="0">
              <a:buNone/>
            </a:pPr>
            <a:r>
              <a:rPr lang="en-US" sz="26000" dirty="0">
                <a:solidFill>
                  <a:srgbClr val="000000"/>
                </a:solidFill>
                <a:latin typeface="Arial" pitchFamily="34" charset="0"/>
                <a:ea typeface="Arial" pitchFamily="34" charset="-122"/>
                <a:cs typeface="Arial" pitchFamily="34" charset="-120"/>
              </a:rPr>
              <a:t>🐘</a:t>
            </a:r>
            <a:endParaRPr lang="en-US" sz="26000" dirty="0"/>
          </a:p>
        </p:txBody>
      </p:sp>
      <p:sp>
        <p:nvSpPr>
          <p:cNvPr id="3" name="Text 1"/>
          <p:cNvSpPr txBox="1"/>
          <p:nvPr/>
        </p:nvSpPr>
        <p:spPr>
          <a:xfrm>
            <a:off x="548640" y="4572000"/>
            <a:ext cx="11094415" cy="822960"/>
          </a:xfrm>
          <a:prstGeom prst="rect">
            <a:avLst/>
          </a:prstGeom>
          <a:noFill/>
          <a:ln/>
        </p:spPr>
        <p:txBody>
          <a:bodyPr wrap="square" rtlCol="0" anchor="ctr"/>
          <a:lstStyle/>
          <a:p>
            <a:pPr algn="ctr" indent="0" marL="0">
              <a:buNone/>
            </a:pPr>
            <a:r>
              <a:rPr lang="en-US" sz="4000" b="1" dirty="0">
                <a:solidFill>
                  <a:srgbClr val="FFC145"/>
                </a:solidFill>
                <a:latin typeface="Arial" pitchFamily="34" charset="0"/>
                <a:ea typeface="Arial" pitchFamily="34" charset="-122"/>
                <a:cs typeface="Arial" pitchFamily="34" charset="-120"/>
              </a:rPr>
              <a:t>Đáp án: Con voi</a:t>
            </a:r>
            <a:endParaRPr lang="en-US" sz="4000" dirty="0"/>
          </a:p>
        </p:txBody>
      </p:sp>
      <p:sp>
        <p:nvSpPr>
          <p:cNvPr id="4" name="Text 2">
            <a:hlinkClick r:id="rId1" tooltip="Bấm để chọn" action="ppaction://hlinksldjump"/>
          </p:cNvPr>
          <p:cNvSpPr txBox="1"/>
          <p:nvPr/>
        </p:nvSpPr>
        <p:spPr>
          <a:xfrm>
            <a:off x="4449928" y="5577840"/>
            <a:ext cx="3291840" cy="868680"/>
          </a:xfrm>
          <a:prstGeom prst="roundRect">
            <a:avLst>
              <a:gd name="adj" fmla="val 18947"/>
            </a:avLst>
          </a:prstGeom>
          <a:solidFill>
            <a:srgbClr val="1C7293"/>
          </a:solidFill>
          <a:ln w="19050">
            <a:solidFill>
              <a:srgbClr val="FFFFFF"/>
            </a:solidFill>
          </a:ln>
        </p:spPr>
        <p:txBody>
          <a:bodyPr wrap="square" lIns="1270" tIns="1270" rIns="1270" bIns="127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Chơi lại</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Lật mảnh ghép</dc:title>
  <dc:subject>Trò chơi PowerPoint học tập</dc:subject>
  <dc:creator>giasu.ai.vn</dc:creator>
  <cp:lastModifiedBy>giasu.ai.vn</cp:lastModifiedBy>
  <cp:revision>1</cp:revision>
  <dcterms:created xsi:type="dcterms:W3CDTF">2026-10-19T03:29:12Z</dcterms:created>
  <dcterms:modified xsi:type="dcterms:W3CDTF">2026-10-19T03:29:12Z</dcterms:modified>
</cp:coreProperties>
</file>