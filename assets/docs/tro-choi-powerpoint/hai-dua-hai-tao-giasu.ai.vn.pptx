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8.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6.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3.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8.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2.xml"/><Relationship Id="rId3" Type="http://schemas.openxmlformats.org/officeDocument/2006/relationships/slide" Target="slide31.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5.xml"/><Relationship Id="rId4" Type="http://schemas.openxmlformats.org/officeDocument/2006/relationships/slide" Target="slide34.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HÁI DỪA – HÁI TÁO</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một trái trên cây, trả lời đúng để hái trái về giỏ.</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HÁI DỪA – HÁI TÁO</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2D6A4F"/>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Bài thơ "Tre Việt Nam" là của nhà thơ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Tố Hữu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Nguyễn Duy</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Xuân Quỳnh</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Huy Cận</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1 km bằng bao nhiêu mét?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100 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 m</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1000 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10 000 m</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Động vật nào là loài ăn cỏ?</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Hổ</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Sói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Cá sấu</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Trâu</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Trung Quốc là thành phố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Bắc Kinh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Thượng Hải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Hồng Kông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Quảng Châu</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Quả địa cầu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Hình vuông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Hình cầu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Hình tam giác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Hình trụ</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Số La Mã X bằng số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50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100</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Mùa nào hoa mai, hoa đào nở rộ ở nước ta?</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Mùa hè</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Mùa thu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Mùa đông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Mùa xuân</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7</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Việt Nam là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Huế</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Hà Nội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Đà Nẵng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TP. Hồ Chí Minh</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7 × 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54</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64</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Hành tinh nào gần Mặt Trời nhất?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Sao Kim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Trái Đất</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Thủy</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Sao Thủy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trái nghĩa với "chăm chỉ"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Lười biếng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Siêng năng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Cần cù</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Chịu khó</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Hái dừa – Hái táo</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