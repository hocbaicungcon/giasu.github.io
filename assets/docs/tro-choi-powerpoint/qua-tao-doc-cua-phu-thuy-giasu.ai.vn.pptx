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 Target="slide5.xml"/><Relationship Id="rId3" Type="http://schemas.openxmlformats.org/officeDocument/2006/relationships/slide" Target="slide5.xml"/><Relationship Id="rId4" Type="http://schemas.openxmlformats.org/officeDocument/2006/relationships/slide" Target="slide5.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7.xml"/><Relationship Id="rId3" Type="http://schemas.openxmlformats.org/officeDocument/2006/relationships/slide" Target="slide8.xml"/><Relationship Id="rId4" Type="http://schemas.openxmlformats.org/officeDocument/2006/relationships/slide" Target="slide8.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11.xml"/><Relationship Id="rId3" Type="http://schemas.openxmlformats.org/officeDocument/2006/relationships/slide" Target="slide10.xml"/><Relationship Id="rId4" Type="http://schemas.openxmlformats.org/officeDocument/2006/relationships/slide" Target="slide11.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14.xml"/><Relationship Id="rId3" Type="http://schemas.openxmlformats.org/officeDocument/2006/relationships/slide" Target="slide14.xml"/><Relationship Id="rId4" Type="http://schemas.openxmlformats.org/officeDocument/2006/relationships/slide" Target="slide13.xml"/><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 Target="slide17.xml"/><Relationship Id="rId3" Type="http://schemas.openxmlformats.org/officeDocument/2006/relationships/slide" Target="slide17.xml"/><Relationship Id="rId4" Type="http://schemas.openxmlformats.org/officeDocument/2006/relationships/slide" Target="slide17.xml"/><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20.xml"/><Relationship Id="rId2" Type="http://schemas.openxmlformats.org/officeDocument/2006/relationships/slide" Target="slide19.xml"/><Relationship Id="rId3" Type="http://schemas.openxmlformats.org/officeDocument/2006/relationships/slide" Target="slide20.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3.xml"/><Relationship Id="rId2" Type="http://schemas.openxmlformats.org/officeDocument/2006/relationships/slide" Target="slide23.xml"/><Relationship Id="rId3" Type="http://schemas.openxmlformats.org/officeDocument/2006/relationships/slide" Target="slide22.xml"/><Relationship Id="rId4" Type="http://schemas.openxmlformats.org/officeDocument/2006/relationships/slide" Target="slide23.xml"/><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6.xml"/><Relationship Id="rId2" Type="http://schemas.openxmlformats.org/officeDocument/2006/relationships/slide" Target="slide26.xml"/><Relationship Id="rId3" Type="http://schemas.openxmlformats.org/officeDocument/2006/relationships/slide" Target="slide26.xml"/><Relationship Id="rId4" Type="http://schemas.openxmlformats.org/officeDocument/2006/relationships/slide" Target="slide25.xml"/><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28.xml"/><Relationship Id="rId2" Type="http://schemas.openxmlformats.org/officeDocument/2006/relationships/slide" Target="slide29.xml"/><Relationship Id="rId3" Type="http://schemas.openxmlformats.org/officeDocument/2006/relationships/slide" Target="slide29.xml"/><Relationship Id="rId4" Type="http://schemas.openxmlformats.org/officeDocument/2006/relationships/slide" Target="slide29.xml"/><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32.xml"/><Relationship Id="rId2" Type="http://schemas.openxmlformats.org/officeDocument/2006/relationships/slide" Target="slide31.xml"/><Relationship Id="rId3" Type="http://schemas.openxmlformats.org/officeDocument/2006/relationships/slide" Target="slide32.xml"/><Relationship Id="rId4" Type="http://schemas.openxmlformats.org/officeDocument/2006/relationships/slide" Target="slide32.xml"/><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 Target="slide35.xml"/><Relationship Id="rId2" Type="http://schemas.openxmlformats.org/officeDocument/2006/relationships/slide" Target="slide35.xml"/><Relationship Id="rId3" Type="http://schemas.openxmlformats.org/officeDocument/2006/relationships/slide" Target="slide34.xml"/><Relationship Id="rId4" Type="http://schemas.openxmlformats.org/officeDocument/2006/relationships/slide" Target="slide35.xml"/><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 Target="slide38.xml"/><Relationship Id="rId2" Type="http://schemas.openxmlformats.org/officeDocument/2006/relationships/slide" Target="slide38.xml"/><Relationship Id="rId3" Type="http://schemas.openxmlformats.org/officeDocument/2006/relationships/slide" Target="slide38.xml"/><Relationship Id="rId4" Type="http://schemas.openxmlformats.org/officeDocument/2006/relationships/slide" Target="slide37.xml"/><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QUẢ TÁO ĐỘC CỦA PHÙ THỦY</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Chọn một quả táo, trả lời đúng để tránh quả táo độc của phù thủy.</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548640" y="228600"/>
            <a:ext cx="11094415"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QUẢ TÁO ĐỘC CỦA PHÙ THỦY</a:t>
            </a:r>
            <a:endParaRPr lang="en-US" sz="3200" dirty="0"/>
          </a:p>
        </p:txBody>
      </p:sp>
      <p:sp>
        <p:nvSpPr>
          <p:cNvPr id="3" name="Text 1">
            <a:hlinkClick r:id="rIdundefined" tooltip="Chọn ô 1" action="ppaction://hlinksldjump"/>
          </p:cNvPr>
          <p:cNvSpPr txBox="1"/>
          <p:nvPr/>
        </p:nvSpPr>
        <p:spPr>
          <a:xfrm>
            <a:off x="998068" y="128016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4" name="Text 2">
            <a:hlinkClick r:id="rIdundefined" tooltip="Chọn ô 2" action="ppaction://hlinksldjump"/>
          </p:cNvPr>
          <p:cNvSpPr txBox="1"/>
          <p:nvPr/>
        </p:nvSpPr>
        <p:spPr>
          <a:xfrm>
            <a:off x="3604108" y="128016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5" name="Text 3">
            <a:hlinkClick r:id="rIdundefined" tooltip="Chọn ô 3" action="ppaction://hlinksldjump"/>
          </p:cNvPr>
          <p:cNvSpPr txBox="1"/>
          <p:nvPr/>
        </p:nvSpPr>
        <p:spPr>
          <a:xfrm>
            <a:off x="6210148" y="128016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6" name="Text 4">
            <a:hlinkClick r:id="rIdundefined" tooltip="Chọn ô 4" action="ppaction://hlinksldjump"/>
          </p:cNvPr>
          <p:cNvSpPr txBox="1"/>
          <p:nvPr/>
        </p:nvSpPr>
        <p:spPr>
          <a:xfrm>
            <a:off x="8816188" y="128016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7" name="Text 5">
            <a:hlinkClick r:id="rIdundefined" tooltip="Chọn ô 5" action="ppaction://hlinksldjump"/>
          </p:cNvPr>
          <p:cNvSpPr txBox="1"/>
          <p:nvPr/>
        </p:nvSpPr>
        <p:spPr>
          <a:xfrm>
            <a:off x="998068" y="292608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8" name="Text 6">
            <a:hlinkClick r:id="rIdundefined" tooltip="Chọn ô 6" action="ppaction://hlinksldjump"/>
          </p:cNvPr>
          <p:cNvSpPr txBox="1"/>
          <p:nvPr/>
        </p:nvSpPr>
        <p:spPr>
          <a:xfrm>
            <a:off x="3604108" y="292608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6</a:t>
            </a:r>
            <a:endParaRPr lang="en-US" sz="2400" dirty="0"/>
          </a:p>
        </p:txBody>
      </p:sp>
      <p:sp>
        <p:nvSpPr>
          <p:cNvPr id="9" name="Text 7">
            <a:hlinkClick r:id="rIdundefined" tooltip="Chọn ô 7" action="ppaction://hlinksldjump"/>
          </p:cNvPr>
          <p:cNvSpPr txBox="1"/>
          <p:nvPr/>
        </p:nvSpPr>
        <p:spPr>
          <a:xfrm>
            <a:off x="6210148" y="292608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7</a:t>
            </a:r>
            <a:endParaRPr lang="en-US" sz="2400" dirty="0"/>
          </a:p>
        </p:txBody>
      </p:sp>
      <p:sp>
        <p:nvSpPr>
          <p:cNvPr id="10" name="Text 8">
            <a:hlinkClick r:id="rIdundefined" tooltip="Chọn ô 8" action="ppaction://hlinksldjump"/>
          </p:cNvPr>
          <p:cNvSpPr txBox="1"/>
          <p:nvPr/>
        </p:nvSpPr>
        <p:spPr>
          <a:xfrm>
            <a:off x="8816188" y="292608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8</a:t>
            </a:r>
            <a:endParaRPr lang="en-US" sz="2400" dirty="0"/>
          </a:p>
        </p:txBody>
      </p:sp>
      <p:sp>
        <p:nvSpPr>
          <p:cNvPr id="11" name="Text 9">
            <a:hlinkClick r:id="rIdundefined" tooltip="Chọn ô 9" action="ppaction://hlinksldjump"/>
          </p:cNvPr>
          <p:cNvSpPr txBox="1"/>
          <p:nvPr/>
        </p:nvSpPr>
        <p:spPr>
          <a:xfrm>
            <a:off x="998068" y="457200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9</a:t>
            </a:r>
            <a:endParaRPr lang="en-US" sz="2400" dirty="0"/>
          </a:p>
        </p:txBody>
      </p:sp>
      <p:sp>
        <p:nvSpPr>
          <p:cNvPr id="12" name="Text 10">
            <a:hlinkClick r:id="rIdundefined" tooltip="Chọn ô 10" action="ppaction://hlinksldjump"/>
          </p:cNvPr>
          <p:cNvSpPr txBox="1"/>
          <p:nvPr/>
        </p:nvSpPr>
        <p:spPr>
          <a:xfrm>
            <a:off x="3604108" y="457200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10</a:t>
            </a:r>
            <a:endParaRPr lang="en-US" sz="2400" dirty="0"/>
          </a:p>
        </p:txBody>
      </p:sp>
      <p:sp>
        <p:nvSpPr>
          <p:cNvPr id="13" name="Text 11">
            <a:hlinkClick r:id="rIdundefined" tooltip="Chọn ô 11" action="ppaction://hlinksldjump"/>
          </p:cNvPr>
          <p:cNvSpPr txBox="1"/>
          <p:nvPr/>
        </p:nvSpPr>
        <p:spPr>
          <a:xfrm>
            <a:off x="6210148" y="457200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11</a:t>
            </a:r>
            <a:endParaRPr lang="en-US" sz="2400" dirty="0"/>
          </a:p>
        </p:txBody>
      </p:sp>
      <p:sp>
        <p:nvSpPr>
          <p:cNvPr id="14" name="Text 12">
            <a:hlinkClick r:id="rIdundefined" tooltip="Chọn ô 12" action="ppaction://hlinksldjump"/>
          </p:cNvPr>
          <p:cNvSpPr txBox="1"/>
          <p:nvPr/>
        </p:nvSpPr>
        <p:spPr>
          <a:xfrm>
            <a:off x="8816188" y="457200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12</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1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Quả nào có màu da cam và chứa nhiều vitamin C?</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Cam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Chuối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Nho</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Dưa hấu</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Cam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2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Một tuần có mấy ngày?</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7</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6</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8</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7</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3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Vịnh Hạ Long thuộc tỉnh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Thanh Hóa</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Nghệ An</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Quảng Ninh</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Khánh Hòa</a:t>
            </a: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Quảng Ninh</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4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Loài vật nào sống dưới nước?</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Mèo</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Gà</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Bò</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Cá</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Cá</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5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100 − 37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63</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73</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67</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57</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63</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6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Từ nào là danh từ?</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Chạy</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Cái bàn</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Đẹp</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Nhanh</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Cái bàn</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7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Chủ tịch Hồ Chí Minh sinh năm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1911</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1945</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1890</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1900</a:t>
            </a:r>
            <a:endParaRPr lang="en-US"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1890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8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Chu vi hình vuông có cạnh 5 cm là?</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25 cm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10 cm</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15 cm</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20 cm</a:t>
            </a:r>
            <a:endParaRPr lang="en-US"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20 cm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9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Ban ngày, ngôi sao nào chiếu sáng cho Trái Đất?</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Mặt Trời</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Sao Hôm</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Sao Bắc Đẩu</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Sao Hỏa</a:t>
            </a:r>
            <a:endParaRPr lang="en-US" sz="2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Mặt Trời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10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Âm thanh KHÔNG thể truyền qua môi trường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Không khí</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Chân không</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Nước</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Gỗ</a:t>
            </a:r>
            <a:endParaRPr 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Chân không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11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9 × 6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56</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45</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54</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63</a:t>
            </a:r>
            <a:endParaRPr lang="en-US" sz="2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54</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12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Tết Trung thu vào ngày nào của âm lịch?</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15 tháng Giêng</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5 tháng 5</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Mùng 1 tháng Giêng</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15 tháng 8</a:t>
            </a:r>
            <a:endParaRPr lang="en-US" sz="2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15 tháng 8</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Quả táo độc của phù thủy</dc:title>
  <dc:subject>Trò chơi PowerPoint học tập</dc:subject>
  <dc:creator>giasu.ai.vn</dc:creator>
  <cp:lastModifiedBy>giasu.ai.vn</cp:lastModifiedBy>
  <cp:revision>1</cp:revision>
  <dcterms:created xsi:type="dcterms:W3CDTF">2026-10-19T03:29:13Z</dcterms:created>
  <dcterms:modified xsi:type="dcterms:W3CDTF">2026-10-19T03:29:13Z</dcterms:modified>
</cp:coreProperties>
</file>