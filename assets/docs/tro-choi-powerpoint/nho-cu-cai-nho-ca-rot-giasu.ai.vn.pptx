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5.xml"/><Relationship Id="rId3" Type="http://schemas.openxmlformats.org/officeDocument/2006/relationships/slide" Target="slide5.xml"/><Relationship Id="rId4" Type="http://schemas.openxmlformats.org/officeDocument/2006/relationships/slide" Target="slide4.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 Target="slide8.xml"/><Relationship Id="rId3" Type="http://schemas.openxmlformats.org/officeDocument/2006/relationships/slide" Target="slide8.xml"/><Relationship Id="rId4" Type="http://schemas.openxmlformats.org/officeDocument/2006/relationships/slide" Target="slide8.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0.xml"/><Relationship Id="rId3" Type="http://schemas.openxmlformats.org/officeDocument/2006/relationships/slide" Target="slide11.xml"/><Relationship Id="rId4" Type="http://schemas.openxmlformats.org/officeDocument/2006/relationships/slide" Target="slide11.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7.xml"/><Relationship Id="rId3" Type="http://schemas.openxmlformats.org/officeDocument/2006/relationships/slide" Target="slide17.xml"/><Relationship Id="rId4" Type="http://schemas.openxmlformats.org/officeDocument/2006/relationships/slide" Target="slide16.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 Target="slide20.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22.xml"/><Relationship Id="rId3" Type="http://schemas.openxmlformats.org/officeDocument/2006/relationships/slide" Target="slide23.xml"/><Relationship Id="rId4" Type="http://schemas.openxmlformats.org/officeDocument/2006/relationships/slide" Target="slide23.xm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6.xml"/><Relationship Id="rId2" Type="http://schemas.openxmlformats.org/officeDocument/2006/relationships/slide" Target="slide26.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9.xml"/><Relationship Id="rId2" Type="http://schemas.openxmlformats.org/officeDocument/2006/relationships/slide" Target="slide29.xml"/><Relationship Id="rId3" Type="http://schemas.openxmlformats.org/officeDocument/2006/relationships/slide" Target="slide29.xml"/><Relationship Id="rId4" Type="http://schemas.openxmlformats.org/officeDocument/2006/relationships/slide" Target="slide28.xml"/><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31.xml"/><Relationship Id="rId2" Type="http://schemas.openxmlformats.org/officeDocument/2006/relationships/slide" Target="slide32.xml"/><Relationship Id="rId3" Type="http://schemas.openxmlformats.org/officeDocument/2006/relationships/slide" Target="slide32.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35.xml"/><Relationship Id="rId2" Type="http://schemas.openxmlformats.org/officeDocument/2006/relationships/slide" Target="slide34.xml"/><Relationship Id="rId3" Type="http://schemas.openxmlformats.org/officeDocument/2006/relationships/slide" Target="slide35.xml"/><Relationship Id="rId4" Type="http://schemas.openxmlformats.org/officeDocument/2006/relationships/slide" Target="slide35.xml"/><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38.xml"/><Relationship Id="rId2" Type="http://schemas.openxmlformats.org/officeDocument/2006/relationships/slide" Target="slide38.xml"/><Relationship Id="rId3" Type="http://schemas.openxmlformats.org/officeDocument/2006/relationships/slide" Target="slide37.xml"/><Relationship Id="rId4" Type="http://schemas.openxmlformats.org/officeDocument/2006/relationships/slide" Target="slide38.xml"/><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NHỔ CỦ CẢI – NHỔ CÀ RỐT</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Chọn một củ cà rốt, trả lời đúng để nhổ củ lên khỏi mặt đất.</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NHỔ CỦ CẢI – NHỔ CÀ RỐT</a:t>
            </a:r>
            <a:endParaRPr lang="en-US" sz="3200" dirty="0"/>
          </a:p>
        </p:txBody>
      </p:sp>
      <p:sp>
        <p:nvSpPr>
          <p:cNvPr id="3" name="Text 1">
            <a:hlinkClick r:id="rIdundefined" tooltip="Chọn ô 1" action="ppaction://hlinksldjump"/>
          </p:cNvPr>
          <p:cNvSpPr txBox="1"/>
          <p:nvPr/>
        </p:nvSpPr>
        <p:spPr>
          <a:xfrm>
            <a:off x="998068" y="128016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 2">
            <a:hlinkClick r:id="rIdundefined" tooltip="Chọn ô 2" action="ppaction://hlinksldjump"/>
          </p:cNvPr>
          <p:cNvSpPr txBox="1"/>
          <p:nvPr/>
        </p:nvSpPr>
        <p:spPr>
          <a:xfrm>
            <a:off x="3604108" y="128016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5" name="Text 3">
            <a:hlinkClick r:id="rIdundefined" tooltip="Chọn ô 3" action="ppaction://hlinksldjump"/>
          </p:cNvPr>
          <p:cNvSpPr txBox="1"/>
          <p:nvPr/>
        </p:nvSpPr>
        <p:spPr>
          <a:xfrm>
            <a:off x="6210148" y="128016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6" name="Text 4">
            <a:hlinkClick r:id="rIdundefined" tooltip="Chọn ô 4" action="ppaction://hlinksldjump"/>
          </p:cNvPr>
          <p:cNvSpPr txBox="1"/>
          <p:nvPr/>
        </p:nvSpPr>
        <p:spPr>
          <a:xfrm>
            <a:off x="8816188" y="128016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7" name="Text 5">
            <a:hlinkClick r:id="rIdundefined" tooltip="Chọn ô 5" action="ppaction://hlinksldjump"/>
          </p:cNvPr>
          <p:cNvSpPr txBox="1"/>
          <p:nvPr/>
        </p:nvSpPr>
        <p:spPr>
          <a:xfrm>
            <a:off x="998068" y="292608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8" name="Text 6">
            <a:hlinkClick r:id="rIdundefined" tooltip="Chọn ô 6" action="ppaction://hlinksldjump"/>
          </p:cNvPr>
          <p:cNvSpPr txBox="1"/>
          <p:nvPr/>
        </p:nvSpPr>
        <p:spPr>
          <a:xfrm>
            <a:off x="3604108" y="292608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9" name="Text 7">
            <a:hlinkClick r:id="rIdundefined" tooltip="Chọn ô 7" action="ppaction://hlinksldjump"/>
          </p:cNvPr>
          <p:cNvSpPr txBox="1"/>
          <p:nvPr/>
        </p:nvSpPr>
        <p:spPr>
          <a:xfrm>
            <a:off x="6210148" y="292608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7</a:t>
            </a:r>
            <a:endParaRPr lang="en-US" sz="2400" dirty="0"/>
          </a:p>
        </p:txBody>
      </p:sp>
      <p:sp>
        <p:nvSpPr>
          <p:cNvPr id="10" name="Text 8">
            <a:hlinkClick r:id="rIdundefined" tooltip="Chọn ô 8" action="ppaction://hlinksldjump"/>
          </p:cNvPr>
          <p:cNvSpPr txBox="1"/>
          <p:nvPr/>
        </p:nvSpPr>
        <p:spPr>
          <a:xfrm>
            <a:off x="8816188" y="292608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8</a:t>
            </a:r>
            <a:endParaRPr lang="en-US" sz="2400" dirty="0"/>
          </a:p>
        </p:txBody>
      </p:sp>
      <p:sp>
        <p:nvSpPr>
          <p:cNvPr id="11" name="Text 9">
            <a:hlinkClick r:id="rIdundefined" tooltip="Chọn ô 9" action="ppaction://hlinksldjump"/>
          </p:cNvPr>
          <p:cNvSpPr txBox="1"/>
          <p:nvPr/>
        </p:nvSpPr>
        <p:spPr>
          <a:xfrm>
            <a:off x="998068" y="457200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9</a:t>
            </a:r>
            <a:endParaRPr lang="en-US" sz="2400" dirty="0"/>
          </a:p>
        </p:txBody>
      </p:sp>
      <p:sp>
        <p:nvSpPr>
          <p:cNvPr id="12" name="Text 10">
            <a:hlinkClick r:id="rIdundefined" tooltip="Chọn ô 10" action="ppaction://hlinksldjump"/>
          </p:cNvPr>
          <p:cNvSpPr txBox="1"/>
          <p:nvPr/>
        </p:nvSpPr>
        <p:spPr>
          <a:xfrm>
            <a:off x="3604108" y="457200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10</a:t>
            </a:r>
            <a:endParaRPr lang="en-US" sz="2400" dirty="0"/>
          </a:p>
        </p:txBody>
      </p:sp>
      <p:sp>
        <p:nvSpPr>
          <p:cNvPr id="13" name="Text 11">
            <a:hlinkClick r:id="rIdundefined" tooltip="Chọn ô 11" action="ppaction://hlinksldjump"/>
          </p:cNvPr>
          <p:cNvSpPr txBox="1"/>
          <p:nvPr/>
        </p:nvSpPr>
        <p:spPr>
          <a:xfrm>
            <a:off x="6210148" y="457200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11</a:t>
            </a:r>
            <a:endParaRPr lang="en-US" sz="2400" dirty="0"/>
          </a:p>
        </p:txBody>
      </p:sp>
      <p:sp>
        <p:nvSpPr>
          <p:cNvPr id="14" name="Text 12">
            <a:hlinkClick r:id="rIdundefined" tooltip="Chọn ô 12" action="ppaction://hlinksldjump"/>
          </p:cNvPr>
          <p:cNvSpPr txBox="1"/>
          <p:nvPr/>
        </p:nvSpPr>
        <p:spPr>
          <a:xfrm>
            <a:off x="8816188" y="4572000"/>
            <a:ext cx="2377440" cy="1417320"/>
          </a:xfrm>
          <a:prstGeom prst="roundRect">
            <a:avLst>
              <a:gd name="adj" fmla="val 11613"/>
            </a:avLst>
          </a:prstGeom>
          <a:solidFill>
            <a:srgbClr val="B5446E"/>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12</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1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Động vật nào là loài ăn cỏ?</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Hổ</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Sói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Cá sấu</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Trâu</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Trâu</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2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Thủ đô của Trung Quốc là thành phố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Bắc Kinh</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Thượng Hải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Hồng Kông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Quảng Châu</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Bắc Kinh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3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Quả địa cầu có hình gì?</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Hình vuông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Hình cầu</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Hình tam giác</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Hình trụ</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Hình cầu</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4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Số La Mã X bằng số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50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100</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5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Mùa nào hoa mai, hoa đào nở rộ ở nước ta?</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Mùa hè</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Mùa thu</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Mùa đông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Mùa xuân</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Mùa xuân</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6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Có 45 quyển vở chia đều cho 5 bạn. Mỗi bạn được mấy quyển?</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9</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8</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7</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9</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7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Thủ đô của Việt Nam là gì?</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Huế</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Hà Nội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Đà Nẵng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TP. Hồ Chí Minh</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Hà Nội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8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7 × 8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54</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48</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56</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64</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56</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9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Hành tinh nào gần Mặt Trời nhất?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Sao Kim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Trái Đất</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Sao Hỏa</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Sao Thủy</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Sao Thủy</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10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trái nghĩa với "chăm chỉ" là?</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Lười biếng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Siêng năng</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Cần cù</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Chịu khó</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Lười biếng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11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Nước sôi ở bao nhiêu độ C (điều kiện thường)?</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90°C</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100°C</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50°C</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0°C</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100°C</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B703"/>
                </a:solidFill>
                <a:latin typeface="Arial" pitchFamily="34" charset="0"/>
                <a:ea typeface="Arial" pitchFamily="34" charset="-122"/>
                <a:cs typeface="Arial" pitchFamily="34" charset="-120"/>
              </a:rPr>
              <a:t>Ô số 12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Con vật nào có chiếc vòi dài?</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Hươu</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Gấu</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Voi</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B5446E"/>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Khỉ</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B703"/>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7A1F3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Voi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B703"/>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Nhổ củ cải – Nhổ cà rốt</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