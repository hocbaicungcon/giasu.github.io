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 Target="slide5.xml"/><Relationship Id="rId3" Type="http://schemas.openxmlformats.org/officeDocument/2006/relationships/slide" Target="slide5.xml"/><Relationship Id="rId4" Type="http://schemas.openxmlformats.org/officeDocument/2006/relationships/slide" Target="slide5.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7.xml"/><Relationship Id="rId3" Type="http://schemas.openxmlformats.org/officeDocument/2006/relationships/slide" Target="slide8.xml"/><Relationship Id="rId4" Type="http://schemas.openxmlformats.org/officeDocument/2006/relationships/slide" Target="slide8.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11.xml"/><Relationship Id="rId3" Type="http://schemas.openxmlformats.org/officeDocument/2006/relationships/slide" Target="slide10.xml"/><Relationship Id="rId4" Type="http://schemas.openxmlformats.org/officeDocument/2006/relationships/slide" Target="slide11.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4.xml"/><Relationship Id="rId3" Type="http://schemas.openxmlformats.org/officeDocument/2006/relationships/slide" Target="slide14.xml"/><Relationship Id="rId4" Type="http://schemas.openxmlformats.org/officeDocument/2006/relationships/slide" Target="slide13.xm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17.xml"/><Relationship Id="rId3" Type="http://schemas.openxmlformats.org/officeDocument/2006/relationships/slide" Target="slide17.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 Target="slide19.xml"/><Relationship Id="rId3" Type="http://schemas.openxmlformats.org/officeDocument/2006/relationships/slide" Target="slide2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 Target="slide23.xml"/><Relationship Id="rId3" Type="http://schemas.openxmlformats.org/officeDocument/2006/relationships/slide" Target="slide22.xml"/><Relationship Id="rId4" Type="http://schemas.openxmlformats.org/officeDocument/2006/relationships/slide" Target="slide23.xm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6.xml"/><Relationship Id="rId2" Type="http://schemas.openxmlformats.org/officeDocument/2006/relationships/slide" Target="slide26.xml"/><Relationship Id="rId3" Type="http://schemas.openxmlformats.org/officeDocument/2006/relationships/slide" Target="slide26.xml"/><Relationship Id="rId4" Type="http://schemas.openxmlformats.org/officeDocument/2006/relationships/slide" Target="slide25.xm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28.xml"/><Relationship Id="rId2" Type="http://schemas.openxmlformats.org/officeDocument/2006/relationships/slide" Target="slide29.xml"/><Relationship Id="rId3" Type="http://schemas.openxmlformats.org/officeDocument/2006/relationships/slide" Target="slide29.xml"/><Relationship Id="rId4" Type="http://schemas.openxmlformats.org/officeDocument/2006/relationships/slide" Target="slide29.xml"/><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32.xml"/><Relationship Id="rId2" Type="http://schemas.openxmlformats.org/officeDocument/2006/relationships/slide" Target="slide31.xml"/><Relationship Id="rId3" Type="http://schemas.openxmlformats.org/officeDocument/2006/relationships/slide" Target="slide32.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35.xml"/><Relationship Id="rId2" Type="http://schemas.openxmlformats.org/officeDocument/2006/relationships/slide" Target="slide35.xml"/><Relationship Id="rId3" Type="http://schemas.openxmlformats.org/officeDocument/2006/relationships/slide" Target="slide34.xml"/><Relationship Id="rId4" Type="http://schemas.openxmlformats.org/officeDocument/2006/relationships/slide" Target="slide35.xml"/><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38.xml"/><Relationship Id="rId2" Type="http://schemas.openxmlformats.org/officeDocument/2006/relationships/slide" Target="slide38.xml"/><Relationship Id="rId3" Type="http://schemas.openxmlformats.org/officeDocument/2006/relationships/slide" Target="slide38.xml"/><Relationship Id="rId4" Type="http://schemas.openxmlformats.org/officeDocument/2006/relationships/slide" Target="slide37.xml"/><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CON BỌ TÌM THỨC ĂN</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Chọn chiếc lá, trả lời đúng để con bọ tìm được thức ăn.</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548640" y="228600"/>
            <a:ext cx="1109441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CON BỌ TÌM THỨC ĂN</a:t>
            </a:r>
            <a:endParaRPr lang="en-US" sz="3200" dirty="0"/>
          </a:p>
        </p:txBody>
      </p:sp>
      <p:sp>
        <p:nvSpPr>
          <p:cNvPr id="3" name="Text 1">
            <a:hlinkClick r:id="rIdundefined" tooltip="Chọn ô 1" action="ppaction://hlinksldjump"/>
          </p:cNvPr>
          <p:cNvSpPr txBox="1"/>
          <p:nvPr/>
        </p:nvSpPr>
        <p:spPr>
          <a:xfrm>
            <a:off x="998068" y="1280160"/>
            <a:ext cx="2377440" cy="1417320"/>
          </a:xfrm>
          <a:prstGeom prst="roundRect">
            <a:avLst>
              <a:gd name="adj" fmla="val 11613"/>
            </a:avLst>
          </a:prstGeom>
          <a:solidFill>
            <a:srgbClr val="00796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4" name="Text 2">
            <a:hlinkClick r:id="rIdundefined" tooltip="Chọn ô 2" action="ppaction://hlinksldjump"/>
          </p:cNvPr>
          <p:cNvSpPr txBox="1"/>
          <p:nvPr/>
        </p:nvSpPr>
        <p:spPr>
          <a:xfrm>
            <a:off x="3604108" y="1280160"/>
            <a:ext cx="2377440" cy="1417320"/>
          </a:xfrm>
          <a:prstGeom prst="roundRect">
            <a:avLst>
              <a:gd name="adj" fmla="val 11613"/>
            </a:avLst>
          </a:prstGeom>
          <a:solidFill>
            <a:srgbClr val="00796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5" name="Text 3">
            <a:hlinkClick r:id="rIdundefined" tooltip="Chọn ô 3" action="ppaction://hlinksldjump"/>
          </p:cNvPr>
          <p:cNvSpPr txBox="1"/>
          <p:nvPr/>
        </p:nvSpPr>
        <p:spPr>
          <a:xfrm>
            <a:off x="6210148" y="1280160"/>
            <a:ext cx="2377440" cy="1417320"/>
          </a:xfrm>
          <a:prstGeom prst="roundRect">
            <a:avLst>
              <a:gd name="adj" fmla="val 11613"/>
            </a:avLst>
          </a:prstGeom>
          <a:solidFill>
            <a:srgbClr val="00796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6" name="Text 4">
            <a:hlinkClick r:id="rIdundefined" tooltip="Chọn ô 4" action="ppaction://hlinksldjump"/>
          </p:cNvPr>
          <p:cNvSpPr txBox="1"/>
          <p:nvPr/>
        </p:nvSpPr>
        <p:spPr>
          <a:xfrm>
            <a:off x="8816188" y="1280160"/>
            <a:ext cx="2377440" cy="1417320"/>
          </a:xfrm>
          <a:prstGeom prst="roundRect">
            <a:avLst>
              <a:gd name="adj" fmla="val 11613"/>
            </a:avLst>
          </a:prstGeom>
          <a:solidFill>
            <a:srgbClr val="00796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7" name="Text 5">
            <a:hlinkClick r:id="rIdundefined" tooltip="Chọn ô 5" action="ppaction://hlinksldjump"/>
          </p:cNvPr>
          <p:cNvSpPr txBox="1"/>
          <p:nvPr/>
        </p:nvSpPr>
        <p:spPr>
          <a:xfrm>
            <a:off x="998068" y="2926080"/>
            <a:ext cx="2377440" cy="1417320"/>
          </a:xfrm>
          <a:prstGeom prst="roundRect">
            <a:avLst>
              <a:gd name="adj" fmla="val 11613"/>
            </a:avLst>
          </a:prstGeom>
          <a:solidFill>
            <a:srgbClr val="00796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8" name="Text 6">
            <a:hlinkClick r:id="rIdundefined" tooltip="Chọn ô 6" action="ppaction://hlinksldjump"/>
          </p:cNvPr>
          <p:cNvSpPr txBox="1"/>
          <p:nvPr/>
        </p:nvSpPr>
        <p:spPr>
          <a:xfrm>
            <a:off x="3604108" y="2926080"/>
            <a:ext cx="2377440" cy="1417320"/>
          </a:xfrm>
          <a:prstGeom prst="roundRect">
            <a:avLst>
              <a:gd name="adj" fmla="val 11613"/>
            </a:avLst>
          </a:prstGeom>
          <a:solidFill>
            <a:srgbClr val="00796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9" name="Text 7">
            <a:hlinkClick r:id="rIdundefined" tooltip="Chọn ô 7" action="ppaction://hlinksldjump"/>
          </p:cNvPr>
          <p:cNvSpPr txBox="1"/>
          <p:nvPr/>
        </p:nvSpPr>
        <p:spPr>
          <a:xfrm>
            <a:off x="6210148" y="2926080"/>
            <a:ext cx="2377440" cy="1417320"/>
          </a:xfrm>
          <a:prstGeom prst="roundRect">
            <a:avLst>
              <a:gd name="adj" fmla="val 11613"/>
            </a:avLst>
          </a:prstGeom>
          <a:solidFill>
            <a:srgbClr val="00796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7</a:t>
            </a:r>
            <a:endParaRPr lang="en-US" sz="2400" dirty="0"/>
          </a:p>
        </p:txBody>
      </p:sp>
      <p:sp>
        <p:nvSpPr>
          <p:cNvPr id="10" name="Text 8">
            <a:hlinkClick r:id="rIdundefined" tooltip="Chọn ô 8" action="ppaction://hlinksldjump"/>
          </p:cNvPr>
          <p:cNvSpPr txBox="1"/>
          <p:nvPr/>
        </p:nvSpPr>
        <p:spPr>
          <a:xfrm>
            <a:off x="8816188" y="2926080"/>
            <a:ext cx="2377440" cy="1417320"/>
          </a:xfrm>
          <a:prstGeom prst="roundRect">
            <a:avLst>
              <a:gd name="adj" fmla="val 11613"/>
            </a:avLst>
          </a:prstGeom>
          <a:solidFill>
            <a:srgbClr val="00796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8</a:t>
            </a:r>
            <a:endParaRPr lang="en-US" sz="2400" dirty="0"/>
          </a:p>
        </p:txBody>
      </p:sp>
      <p:sp>
        <p:nvSpPr>
          <p:cNvPr id="11" name="Text 9">
            <a:hlinkClick r:id="rIdundefined" tooltip="Chọn ô 9" action="ppaction://hlinksldjump"/>
          </p:cNvPr>
          <p:cNvSpPr txBox="1"/>
          <p:nvPr/>
        </p:nvSpPr>
        <p:spPr>
          <a:xfrm>
            <a:off x="998068" y="4572000"/>
            <a:ext cx="2377440" cy="1417320"/>
          </a:xfrm>
          <a:prstGeom prst="roundRect">
            <a:avLst>
              <a:gd name="adj" fmla="val 11613"/>
            </a:avLst>
          </a:prstGeom>
          <a:solidFill>
            <a:srgbClr val="00796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9</a:t>
            </a:r>
            <a:endParaRPr lang="en-US" sz="2400" dirty="0"/>
          </a:p>
        </p:txBody>
      </p:sp>
      <p:sp>
        <p:nvSpPr>
          <p:cNvPr id="12" name="Text 10">
            <a:hlinkClick r:id="rIdundefined" tooltip="Chọn ô 10" action="ppaction://hlinksldjump"/>
          </p:cNvPr>
          <p:cNvSpPr txBox="1"/>
          <p:nvPr/>
        </p:nvSpPr>
        <p:spPr>
          <a:xfrm>
            <a:off x="3604108" y="4572000"/>
            <a:ext cx="2377440" cy="1417320"/>
          </a:xfrm>
          <a:prstGeom prst="roundRect">
            <a:avLst>
              <a:gd name="adj" fmla="val 11613"/>
            </a:avLst>
          </a:prstGeom>
          <a:solidFill>
            <a:srgbClr val="00796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10</a:t>
            </a:r>
            <a:endParaRPr lang="en-US" sz="2400" dirty="0"/>
          </a:p>
        </p:txBody>
      </p:sp>
      <p:sp>
        <p:nvSpPr>
          <p:cNvPr id="13" name="Text 11">
            <a:hlinkClick r:id="rIdundefined" tooltip="Chọn ô 11" action="ppaction://hlinksldjump"/>
          </p:cNvPr>
          <p:cNvSpPr txBox="1"/>
          <p:nvPr/>
        </p:nvSpPr>
        <p:spPr>
          <a:xfrm>
            <a:off x="6210148" y="4572000"/>
            <a:ext cx="2377440" cy="1417320"/>
          </a:xfrm>
          <a:prstGeom prst="roundRect">
            <a:avLst>
              <a:gd name="adj" fmla="val 11613"/>
            </a:avLst>
          </a:prstGeom>
          <a:solidFill>
            <a:srgbClr val="00796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11</a:t>
            </a:r>
            <a:endParaRPr lang="en-US" sz="2400" dirty="0"/>
          </a:p>
        </p:txBody>
      </p:sp>
      <p:sp>
        <p:nvSpPr>
          <p:cNvPr id="14" name="Text 12">
            <a:hlinkClick r:id="rIdundefined" tooltip="Chọn ô 12" action="ppaction://hlinksldjump"/>
          </p:cNvPr>
          <p:cNvSpPr txBox="1"/>
          <p:nvPr/>
        </p:nvSpPr>
        <p:spPr>
          <a:xfrm>
            <a:off x="8816188" y="4572000"/>
            <a:ext cx="2377440" cy="1417320"/>
          </a:xfrm>
          <a:prstGeom prst="roundRect">
            <a:avLst>
              <a:gd name="adj" fmla="val 11613"/>
            </a:avLst>
          </a:prstGeom>
          <a:solidFill>
            <a:srgbClr val="00796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12</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Ô số 1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Ban ngày, ngôi sao nào chiếu sáng cho Trái Đất?</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Mặt Trời</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Sao Hôm</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Sao Bắc Đẩu</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Sao Hỏa</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Mặt Trời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Ô số 2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Âm thanh KHÔNG thể truyền qua môi trường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Không khí</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Chân không</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Nước</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Gỗ</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Chân không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Ô số 3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9 × 6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56</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45</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54</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63</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54</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Ô số 4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Tết Trung thu vào ngày nào của âm lịch?</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15 tháng Giêng</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5 tháng 5</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Mùng 1 tháng Giêng</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15 tháng 8</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15 tháng 8</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Ô số 5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đồng nghĩa với "to lớn" là?</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Khổng lồ</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Nhỏ bé</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Tí hon</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Bé xíu</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Khổng lồ</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Ô số 6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Một giờ có bao nhiêu phút?</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100</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60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30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24</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60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Ô số 7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Cơ quan nào giúp ta hít thở?</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Tim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Dạ dày</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Phổi</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Gan</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Phổi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Ô số 8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Số lớn nhất có hai chữ số là?</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100</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90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98</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99</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99</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Ô số 9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Hình tam giác có mấy góc?</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3</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4</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2</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5</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Ô số 10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Bài thơ "Tre Việt Nam" là của nhà thơ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Tố Hữu</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Nguyễn Duy</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Xuân Quỳnh</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Huy Cận</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Nguyễn Duy</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Ô số 11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1 km bằng bao nhiêu mét?</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100 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10 m</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1000 m</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10 000 m</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1000 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Ô số 12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Động vật nào là loài ăn cỏ?</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Hổ</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Sói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Cá sấu</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Trâu</a:t>
            </a:r>
            <a:endParaRPr lang="en-US"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Trâu</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 bọ tìm thức ăn</dc:title>
  <dc:subject>Trò chơi PowerPoint học tập</dc:subject>
  <dc:creator>giasu.ai.vn</dc:creator>
  <cp:lastModifiedBy>giasu.ai.vn</cp:lastModifiedBy>
  <cp:revision>1</cp:revision>
  <dcterms:created xsi:type="dcterms:W3CDTF">2026-10-19T03:29:12Z</dcterms:created>
  <dcterms:modified xsi:type="dcterms:W3CDTF">2026-10-19T03:29:12Z</dcterms:modified>
</cp:coreProperties>
</file>