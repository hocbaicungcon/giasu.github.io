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13.xml"/><Relationship Id="rId3" Type="http://schemas.openxmlformats.org/officeDocument/2006/relationships/slide" Target="slide13.xml"/><Relationship Id="rId4" Type="http://schemas.openxmlformats.org/officeDocument/2006/relationships/slide" Target="slide13.xm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24.xml"/><Relationship Id="rId3" Type="http://schemas.openxmlformats.org/officeDocument/2006/relationships/slide" Target="slide14.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15.xml"/><Relationship Id="rId2" Type="http://schemas.openxmlformats.org/officeDocument/2006/relationships/slide" Target="slide15.xml"/><Relationship Id="rId3" Type="http://schemas.openxmlformats.org/officeDocument/2006/relationships/slide" Target="slide25.xml"/><Relationship Id="rId4" Type="http://schemas.openxmlformats.org/officeDocument/2006/relationships/slide" Target="slide15.xm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16.xml"/><Relationship Id="rId3" Type="http://schemas.openxmlformats.org/officeDocument/2006/relationships/slide" Target="slide16.xml"/><Relationship Id="rId4" Type="http://schemas.openxmlformats.org/officeDocument/2006/relationships/slide" Target="slide26.xm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7.xml"/><Relationship Id="rId2" Type="http://schemas.openxmlformats.org/officeDocument/2006/relationships/slide" Target="slide17.xml"/><Relationship Id="rId3" Type="http://schemas.openxmlformats.org/officeDocument/2006/relationships/slide" Target="slide1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 Target="slide28.xml"/><Relationship Id="rId3" Type="http://schemas.openxmlformats.org/officeDocument/2006/relationships/slide" Target="slide18.xml"/><Relationship Id="rId4" Type="http://schemas.openxmlformats.org/officeDocument/2006/relationships/slide" Target="slide18.xml"/><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 Target="slide19.xml"/><Relationship Id="rId3" Type="http://schemas.openxmlformats.org/officeDocument/2006/relationships/slide" Target="slide29.xml"/><Relationship Id="rId4" Type="http://schemas.openxmlformats.org/officeDocument/2006/relationships/slide" Target="slide19.xm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20.xml"/><Relationship Id="rId3" Type="http://schemas.openxmlformats.org/officeDocument/2006/relationships/slide" Target="slide20.xml"/><Relationship Id="rId4" Type="http://schemas.openxmlformats.org/officeDocument/2006/relationships/slide" Target="slide30.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31.xml"/><Relationship Id="rId2" Type="http://schemas.openxmlformats.org/officeDocument/2006/relationships/slide" Target="slide21.xml"/><Relationship Id="rId3" Type="http://schemas.openxmlformats.org/officeDocument/2006/relationships/slide" Target="slide21.xml"/><Relationship Id="rId4" Type="http://schemas.openxmlformats.org/officeDocument/2006/relationships/slide" Target="slide21.xml"/><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2.xml"/><Relationship Id="rId2" Type="http://schemas.openxmlformats.org/officeDocument/2006/relationships/slide" Target="slide32.xml"/><Relationship Id="rId3" Type="http://schemas.openxmlformats.org/officeDocument/2006/relationships/slide" Target="slide22.xml"/><Relationship Id="rId4" Type="http://schemas.openxmlformats.org/officeDocument/2006/relationships/slide" Target="slide22.xm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AI LÊN CAO HƠN</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Mỗi câu đúng đưa đội tiến thêm một nấc lên đỉnh núi. Sai thì thử lại.</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1/10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Thủ đô của Trung Quốc là thành phố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Bắc Kinh</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Thượng Hải</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Hồng Kông</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Quảng Châu</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Độ cao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Độ cao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Độ cao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Độ cao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Độ cao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Độ cao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Độ cao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Độ cao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Độ cao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   Độ cao 1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2/10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Quả địa cầu có hình gì?</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Hình vuông</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Hình cầu</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Hình tam giác</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Hình trụ</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Độ cao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Độ cao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Độ cao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Độ cao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Độ cao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Độ cao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Độ cao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Độ cao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2   Độ cao 2  🏔️</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Độ cao 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3/10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Số La Mã X bằng số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50</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10</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100</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Độ cao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Độ cao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Độ cao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Độ cao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Độ cao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Độ cao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Độ cao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3   Độ cao 3  🏔️</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Độ cao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Độ cao 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4/10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Mùa nào hoa mai, hoa đào nở rộ ở nước ta?</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Mùa hè</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Mùa thu</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Mùa đông</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Mùa xuân</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Độ cao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Độ cao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Độ cao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Độ cao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Độ cao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Độ cao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4   Độ cao 4  🏔️</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Độ cao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Độ cao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Độ cao 1</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5/10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Có 45 quyển vở chia đều cho 5 bạn. Mỗi bạn được mấy quyển?</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9</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8</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10</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7</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Độ cao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Độ cao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Độ cao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Độ cao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Độ cao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5   Độ cao 5  🏔️</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Độ cao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Độ cao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Độ cao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Độ cao 1</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6/10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Thủ đô của Việt Nam là gì?</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Huế</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Hà Nội</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Đà Nẵng</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TP. Hồ Chí Minh</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Độ cao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Độ cao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Độ cao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Độ cao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6   Độ cao 6  🏔️</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Độ cao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Độ cao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Độ cao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Độ cao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Độ cao 1</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7/10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7 × 8 = ?</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54</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48</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56</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64</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Độ cao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Độ cao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Độ cao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7   Độ cao 7  🏔️</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Độ cao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Độ cao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Độ cao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Độ cao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Độ cao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Độ cao 1</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8/10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Hành tinh nào gần Mặt Trời nhất?</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Sao Kim</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Trái Đất</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Sao Hỏa</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Sao Thủy</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Độ cao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Độ cao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8   Độ cao 8  🏔️</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Độ cao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Độ cao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Độ cao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Độ cao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Độ cao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Độ cao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Độ cao 1</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9/10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Từ trái nghĩa với "chăm chỉ" là?</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Lười biếng</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Siêng năng</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Cần cù</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Chịu khó</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Độ cao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9   Độ cao 9  🏔️</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Độ cao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Độ cao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Độ cao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Độ cao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Độ cao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Độ cao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Độ cao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Độ cao 1</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10/10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Nước sôi ở bao nhiêu độ C (điều kiện thường)?</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90°C</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100°C</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50°C</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0°C</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10   Độ cao 10  🏔️</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Độ cao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Độ cao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Độ cao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Độ cao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Độ cao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Độ cao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Độ cao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Độ cao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Độ cao 1</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Chiến thắng!</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hoàn thành cả 10 bậc!</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độ cao 1 (1/10)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độ cao 2 (2/10)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độ cao 3 (3/10)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độ cao 4 (4/10)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độ cao 5 (5/10)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độ cao 6 (6/10)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độ cao 7 (7/10)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độ cao 8 (8/10)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độ cao 9 (9/10)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độ cao 10 (10/10)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Nhận chiến thắng</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lên cao hơn</dc:title>
  <dc:subject>Trò chơi PowerPoint học tập</dc:subject>
  <dc:creator>giasu.ai.vn</dc:creator>
  <cp:lastModifiedBy>giasu.ai.vn</cp:lastModifiedBy>
  <cp:revision>1</cp:revision>
  <dcterms:created xsi:type="dcterms:W3CDTF">2026-10-19T03:29:12Z</dcterms:created>
  <dcterms:modified xsi:type="dcterms:W3CDTF">2026-10-19T03:29:12Z</dcterms:modified>
</cp:coreProperties>
</file>