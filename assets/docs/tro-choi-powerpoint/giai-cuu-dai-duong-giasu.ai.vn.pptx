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5.xml"/><Relationship Id="rId3" Type="http://schemas.openxmlformats.org/officeDocument/2006/relationships/slide" Target="slide5.xml"/><Relationship Id="rId4" Type="http://schemas.openxmlformats.org/officeDocument/2006/relationships/slide" Target="slide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 Target="slide8.xml"/><Relationship Id="rId3" Type="http://schemas.openxmlformats.org/officeDocument/2006/relationships/slide" Target="slide8.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0.xml"/><Relationship Id="rId3" Type="http://schemas.openxmlformats.org/officeDocument/2006/relationships/slide" Target="slide11.xml"/><Relationship Id="rId4" Type="http://schemas.openxmlformats.org/officeDocument/2006/relationships/slide" Target="slide11.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16.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20.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2.xml"/><Relationship Id="rId3" Type="http://schemas.openxmlformats.org/officeDocument/2006/relationships/slide" Target="slide23.xml"/><Relationship Id="rId4" Type="http://schemas.openxmlformats.org/officeDocument/2006/relationships/slide" Target="slide23.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26.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29.xml"/><Relationship Id="rId3" Type="http://schemas.openxmlformats.org/officeDocument/2006/relationships/slide" Target="slide29.xml"/><Relationship Id="rId4" Type="http://schemas.openxmlformats.org/officeDocument/2006/relationships/slide" Target="slide28.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1.xml"/><Relationship Id="rId2" Type="http://schemas.openxmlformats.org/officeDocument/2006/relationships/slide" Target="slide32.xml"/><Relationship Id="rId3" Type="http://schemas.openxmlformats.org/officeDocument/2006/relationships/slide" Target="slide32.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5.xml"/><Relationship Id="rId2" Type="http://schemas.openxmlformats.org/officeDocument/2006/relationships/slide" Target="slide34.xml"/><Relationship Id="rId3" Type="http://schemas.openxmlformats.org/officeDocument/2006/relationships/slide" Target="slide35.xml"/><Relationship Id="rId4" Type="http://schemas.openxmlformats.org/officeDocument/2006/relationships/slide" Target="slide35.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8.xml"/><Relationship Id="rId2" Type="http://schemas.openxmlformats.org/officeDocument/2006/relationships/slide" Target="slide38.xml"/><Relationship Id="rId3" Type="http://schemas.openxmlformats.org/officeDocument/2006/relationships/slide" Target="slide37.xml"/><Relationship Id="rId4" Type="http://schemas.openxmlformats.org/officeDocument/2006/relationships/slide" Target="slide38.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GIẢI CỨU ĐẠI DƯƠNG</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Mỗi sinh vật biển đang gặp nguy. Trả lời đúng để giải cứu chúng.</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GIẢI CỨU ĐẠI DƯƠNG</a:t>
            </a:r>
            <a:endParaRPr lang="en-US" sz="3200" dirty="0"/>
          </a:p>
        </p:txBody>
      </p:sp>
      <p:sp>
        <p:nvSpPr>
          <p:cNvPr id="3" name="Text 1">
            <a:hlinkClick r:id="rIdundefined" tooltip="Chọn ô 1" action="ppaction://hlinksldjump"/>
          </p:cNvPr>
          <p:cNvSpPr txBox="1"/>
          <p:nvPr/>
        </p:nvSpPr>
        <p:spPr>
          <a:xfrm>
            <a:off x="998068" y="128016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a:hlinkClick r:id="rIdundefined" tooltip="Chọn ô 2" action="ppaction://hlinksldjump"/>
          </p:cNvPr>
          <p:cNvSpPr txBox="1"/>
          <p:nvPr/>
        </p:nvSpPr>
        <p:spPr>
          <a:xfrm>
            <a:off x="3604108" y="128016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a:hlinkClick r:id="rIdundefined" tooltip="Chọn ô 3" action="ppaction://hlinksldjump"/>
          </p:cNvPr>
          <p:cNvSpPr txBox="1"/>
          <p:nvPr/>
        </p:nvSpPr>
        <p:spPr>
          <a:xfrm>
            <a:off x="6210148" y="128016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6" name="Text 4">
            <a:hlinkClick r:id="rIdundefined" tooltip="Chọn ô 4" action="ppaction://hlinksldjump"/>
          </p:cNvPr>
          <p:cNvSpPr txBox="1"/>
          <p:nvPr/>
        </p:nvSpPr>
        <p:spPr>
          <a:xfrm>
            <a:off x="8816188" y="128016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7" name="Text 5">
            <a:hlinkClick r:id="rIdundefined" tooltip="Chọn ô 5" action="ppaction://hlinksldjump"/>
          </p:cNvPr>
          <p:cNvSpPr txBox="1"/>
          <p:nvPr/>
        </p:nvSpPr>
        <p:spPr>
          <a:xfrm>
            <a:off x="998068" y="292608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8" name="Text 6">
            <a:hlinkClick r:id="rIdundefined" tooltip="Chọn ô 6" action="ppaction://hlinksldjump"/>
          </p:cNvPr>
          <p:cNvSpPr txBox="1"/>
          <p:nvPr/>
        </p:nvSpPr>
        <p:spPr>
          <a:xfrm>
            <a:off x="3604108" y="292608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9" name="Text 7">
            <a:hlinkClick r:id="rIdundefined" tooltip="Chọn ô 7" action="ppaction://hlinksldjump"/>
          </p:cNvPr>
          <p:cNvSpPr txBox="1"/>
          <p:nvPr/>
        </p:nvSpPr>
        <p:spPr>
          <a:xfrm>
            <a:off x="6210148" y="292608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10" name="Text 8">
            <a:hlinkClick r:id="rIdundefined" tooltip="Chọn ô 8" action="ppaction://hlinksldjump"/>
          </p:cNvPr>
          <p:cNvSpPr txBox="1"/>
          <p:nvPr/>
        </p:nvSpPr>
        <p:spPr>
          <a:xfrm>
            <a:off x="8816188" y="292608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11" name="Text 9">
            <a:hlinkClick r:id="rIdundefined" tooltip="Chọn ô 9" action="ppaction://hlinksldjump"/>
          </p:cNvPr>
          <p:cNvSpPr txBox="1"/>
          <p:nvPr/>
        </p:nvSpPr>
        <p:spPr>
          <a:xfrm>
            <a:off x="998068" y="457200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12" name="Text 10">
            <a:hlinkClick r:id="rIdundefined" tooltip="Chọn ô 10" action="ppaction://hlinksldjump"/>
          </p:cNvPr>
          <p:cNvSpPr txBox="1"/>
          <p:nvPr/>
        </p:nvSpPr>
        <p:spPr>
          <a:xfrm>
            <a:off x="3604108" y="457200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13" name="Text 11">
            <a:hlinkClick r:id="rIdundefined" tooltip="Chọn ô 11" action="ppaction://hlinksldjump"/>
          </p:cNvPr>
          <p:cNvSpPr txBox="1"/>
          <p:nvPr/>
        </p:nvSpPr>
        <p:spPr>
          <a:xfrm>
            <a:off x="6210148" y="457200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14" name="Text 12">
            <a:hlinkClick r:id="rIdundefined" tooltip="Chọn ô 12" action="ppaction://hlinksldjump"/>
          </p:cNvPr>
          <p:cNvSpPr txBox="1"/>
          <p:nvPr/>
        </p:nvSpPr>
        <p:spPr>
          <a:xfrm>
            <a:off x="8816188" y="457200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Loài vật nào sống dưới nước?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Mèo</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Gà</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Bò</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Cá</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Cá</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100 − 37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63</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73</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67</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57</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63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nào là danh từ?</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Chạy</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Cái bàn</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Đẹp</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Nhanh</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Cái bàn</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Chủ tịch Hồ Chí Minh sinh năm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1911</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1945</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1890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1900</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1890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Chu vi hình vuông có cạnh 5 cm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25 cm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10 cm</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15 cm</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20 cm</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20 cm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Ban ngày, ngôi sao nào chiếu sáng cho Trái Đất?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Mặt Trời</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Sao Hôm</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Sao Bắc Đẩu</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Sao Hỏa</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Mặt Trời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Âm thanh KHÔNG thể truyền qua môi trường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Không khí</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Chân không</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Nước</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Gỗ</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Chân không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9 × 6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56</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45</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54</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63</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54</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Tết Trung thu vào ngày nào của âm lịch?</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15 tháng Giêng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5 tháng 5</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Mùng 1 tháng Giêng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15 tháng 8</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15 tháng 8</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đồng nghĩa với "to lớn"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Khổng lồ</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Nhỏ bé</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Tí hon</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Bé xíu</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Khổng lồ</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giờ có bao nhiêu phút?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100</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60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30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24</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60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Cơ quan nào giúp ta hít thở?</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Tim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Dạ dày</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Phổi</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Gan</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Phổi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Giải cứu đại dương</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