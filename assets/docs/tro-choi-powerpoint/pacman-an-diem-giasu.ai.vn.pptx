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Trình chiếu ở chế độ Slide Show (F5). Các nút bấm hoạt động bằng liên kết nhảy slide. Thầy cô sửa nội dung câu hỏi và đáp án trực tiếp trên từng slide câu hỏi; muốn đổi đáp án đúng thì đổi lại liên kết của nút (Chèn &gt; Liên kết &gt; Đặt trong tài liệu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13.xml"/><Relationship Id="rId2" Type="http://schemas.openxmlformats.org/officeDocument/2006/relationships/slide" Target="slide23.xml"/><Relationship Id="rId3" Type="http://schemas.openxmlformats.org/officeDocument/2006/relationships/slide" Target="slide13.xml"/><Relationship Id="rId4" Type="http://schemas.openxmlformats.org/officeDocument/2006/relationships/slide" Target="slide13.xm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 Target="slide14.xml"/><Relationship Id="rId2" Type="http://schemas.openxmlformats.org/officeDocument/2006/relationships/slide" Target="slide14.xml"/><Relationship Id="rId3" Type="http://schemas.openxmlformats.org/officeDocument/2006/relationships/slide" Target="slide24.xml"/><Relationship Id="rId4" Type="http://schemas.openxmlformats.org/officeDocument/2006/relationships/slide" Target="slide14.xm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 Target="slide15.xml"/><Relationship Id="rId2" Type="http://schemas.openxmlformats.org/officeDocument/2006/relationships/slide" Target="slide15.xml"/><Relationship Id="rId3" Type="http://schemas.openxmlformats.org/officeDocument/2006/relationships/slide" Target="slide15.xml"/><Relationship Id="rId4" Type="http://schemas.openxmlformats.org/officeDocument/2006/relationships/slide" Target="slide25.xm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 Target="slide26.xml"/><Relationship Id="rId2" Type="http://schemas.openxmlformats.org/officeDocument/2006/relationships/slide" Target="slide16.xml"/><Relationship Id="rId3" Type="http://schemas.openxmlformats.org/officeDocument/2006/relationships/slide" Target="slide16.xml"/><Relationship Id="rId4" Type="http://schemas.openxmlformats.org/officeDocument/2006/relationships/slide" Target="slide16.xml"/><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 Target="slide17.xml"/><Relationship Id="rId2" Type="http://schemas.openxmlformats.org/officeDocument/2006/relationships/slide" Target="slide27.xml"/><Relationship Id="rId3" Type="http://schemas.openxmlformats.org/officeDocument/2006/relationships/slide" Target="slide17.xml"/><Relationship Id="rId4" Type="http://schemas.openxmlformats.org/officeDocument/2006/relationships/slide" Target="slide17.xm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 Target="slide18.xml"/><Relationship Id="rId2" Type="http://schemas.openxmlformats.org/officeDocument/2006/relationships/slide" Target="slide18.xml"/><Relationship Id="rId3" Type="http://schemas.openxmlformats.org/officeDocument/2006/relationships/slide" Target="slide28.xml"/><Relationship Id="rId4" Type="http://schemas.openxmlformats.org/officeDocument/2006/relationships/slide" Target="slide18.xml"/><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 Target="slide19.xml"/><Relationship Id="rId2" Type="http://schemas.openxmlformats.org/officeDocument/2006/relationships/slide" Target="slide19.xml"/><Relationship Id="rId3" Type="http://schemas.openxmlformats.org/officeDocument/2006/relationships/slide" Target="slide19.xml"/><Relationship Id="rId4" Type="http://schemas.openxmlformats.org/officeDocument/2006/relationships/slide" Target="slide29.xml"/><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 Target="slide30.xml"/><Relationship Id="rId2" Type="http://schemas.openxmlformats.org/officeDocument/2006/relationships/slide" Target="slide20.xml"/><Relationship Id="rId3" Type="http://schemas.openxmlformats.org/officeDocument/2006/relationships/slide" Target="slide20.xml"/><Relationship Id="rId4" Type="http://schemas.openxmlformats.org/officeDocument/2006/relationships/slide" Target="slide20.xm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 Target="slide21.xml"/><Relationship Id="rId2" Type="http://schemas.openxmlformats.org/officeDocument/2006/relationships/slide" Target="slide31.xml"/><Relationship Id="rId3" Type="http://schemas.openxmlformats.org/officeDocument/2006/relationships/slide" Target="slide21.xml"/><Relationship Id="rId4" Type="http://schemas.openxmlformats.org/officeDocument/2006/relationships/slide" Target="slide21.xml"/><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 Target="slide22.xml"/><Relationship Id="rId2" Type="http://schemas.openxmlformats.org/officeDocument/2006/relationships/slide" Target="slide22.xml"/><Relationship Id="rId3" Type="http://schemas.openxmlformats.org/officeDocument/2006/relationships/slide" Target="slide32.xml"/><Relationship Id="rId4" Type="http://schemas.openxmlformats.org/officeDocument/2006/relationships/slide" Target="slide22.xml"/><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 Target="slide2.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 Target="slide4.xm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 Target="slide5.xml"/><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 Target="slide6.xml"/><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 Target="slide7.xml"/><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 Target="slide8.xml"/><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 Target="slide9.xml"/><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 Target="slide10.xml"/><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 Target="slide11.xml"/><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 Target="slide12.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1000" dirty="0">
                <a:solidFill>
                  <a:srgbClr val="000000"/>
                </a:solidFill>
                <a:latin typeface="Arial" pitchFamily="34" charset="0"/>
                <a:ea typeface="Arial" pitchFamily="34" charset="-122"/>
                <a:cs typeface="Arial" pitchFamily="34" charset="-120"/>
              </a:rPr>
              <a:t>👾</a:t>
            </a:r>
            <a:endParaRPr lang="en-US" sz="11000" dirty="0"/>
          </a:p>
        </p:txBody>
      </p:sp>
      <p:sp>
        <p:nvSpPr>
          <p:cNvPr id="3" name="Text 1"/>
          <p:cNvSpPr txBox="1"/>
          <p:nvPr/>
        </p:nvSpPr>
        <p:spPr>
          <a:xfrm>
            <a:off x="548640" y="2286000"/>
            <a:ext cx="11094415" cy="1005840"/>
          </a:xfrm>
          <a:prstGeom prst="rect">
            <a:avLst/>
          </a:prstGeom>
          <a:noFill/>
          <a:ln/>
        </p:spPr>
        <p:txBody>
          <a:bodyPr wrap="square" rtlCol="0" anchor="ctr"/>
          <a:lstStyle/>
          <a:p>
            <a:pPr algn="ctr" indent="0" marL="0">
              <a:buNone/>
            </a:pPr>
            <a:r>
              <a:rPr lang="en-US" sz="4800" b="1" dirty="0">
                <a:solidFill>
                  <a:srgbClr val="FFFFFF"/>
                </a:solidFill>
                <a:latin typeface="Arial" pitchFamily="34" charset="0"/>
                <a:ea typeface="Arial" pitchFamily="34" charset="-122"/>
                <a:cs typeface="Arial" pitchFamily="34" charset="-120"/>
              </a:rPr>
              <a:t>PACMAN ĂN ĐIỂM</a:t>
            </a:r>
            <a:endParaRPr lang="en-US" sz="4800" dirty="0"/>
          </a:p>
        </p:txBody>
      </p:sp>
      <p:sp>
        <p:nvSpPr>
          <p:cNvPr id="4" name="Text 2"/>
          <p:cNvSpPr txBox="1"/>
          <p:nvPr/>
        </p:nvSpPr>
        <p:spPr>
          <a:xfrm>
            <a:off x="1463040" y="3383280"/>
            <a:ext cx="9265615" cy="1005840"/>
          </a:xfrm>
          <a:prstGeom prst="rect">
            <a:avLst/>
          </a:prstGeom>
          <a:noFill/>
          <a:ln/>
        </p:spPr>
        <p:txBody>
          <a:bodyPr wrap="square" rtlCol="0" anchor="t"/>
          <a:lstStyle/>
          <a:p>
            <a:pPr algn="ctr" indent="0" marL="0">
              <a:buNone/>
            </a:pPr>
            <a:r>
              <a:rPr lang="en-US" sz="1800" dirty="0">
                <a:solidFill>
                  <a:srgbClr val="E5E7EB"/>
                </a:solidFill>
                <a:latin typeface="Arial" pitchFamily="34" charset="0"/>
                <a:ea typeface="Arial" pitchFamily="34" charset="-122"/>
                <a:cs typeface="Arial" pitchFamily="34" charset="-120"/>
              </a:rPr>
              <a:t>Cách chơi: Trả lời đúng để Pacman ăn thêm điểm trên đường đi.</a:t>
            </a:r>
            <a:endParaRPr lang="en-US" sz="1800" dirty="0"/>
          </a:p>
        </p:txBody>
      </p:sp>
      <p:sp>
        <p:nvSpPr>
          <p:cNvPr id="5" name="Text 3">
            <a:hlinkClick r:id="rId1" tooltip="Bắt đầu chơi" action="ppaction://hlinksldjump"/>
          </p:cNvPr>
          <p:cNvSpPr txBox="1"/>
          <p:nvPr/>
        </p:nvSpPr>
        <p:spPr>
          <a:xfrm>
            <a:off x="4449928" y="4754880"/>
            <a:ext cx="329184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3000" b="1" dirty="0">
                <a:solidFill>
                  <a:srgbClr val="1F2937"/>
                </a:solidFill>
                <a:latin typeface="Arial" pitchFamily="34" charset="0"/>
                <a:ea typeface="Arial" pitchFamily="34" charset="-122"/>
                <a:cs typeface="Arial" pitchFamily="34" charset="-120"/>
              </a:rPr>
              <a:t>▶  BẮT ĐẦU</a:t>
            </a:r>
            <a:endParaRPr lang="en-US" sz="3000" dirty="0"/>
          </a:p>
        </p:txBody>
      </p:sp>
      <p:sp>
        <p:nvSpPr>
          <p:cNvPr id="6" name="Text 4"/>
          <p:cNvSpPr txBox="1"/>
          <p:nvPr/>
        </p:nvSpPr>
        <p:spPr>
          <a:xfrm>
            <a:off x="548640" y="6126480"/>
            <a:ext cx="11094415" cy="365760"/>
          </a:xfrm>
          <a:prstGeom prst="rect">
            <a:avLst/>
          </a:prstGeom>
          <a:noFill/>
          <a:ln/>
        </p:spPr>
        <p:txBody>
          <a:bodyPr wrap="square" rtlCol="0" anchor="ctr"/>
          <a:lstStyle/>
          <a:p>
            <a:pPr algn="ctr" indent="0" marL="0">
              <a:buNone/>
            </a:pPr>
            <a:r>
              <a:rPr lang="en-US" sz="1200" dirty="0">
                <a:solidFill>
                  <a:srgbClr val="CBD5E1"/>
                </a:solidFill>
                <a:latin typeface="Arial" pitchFamily="34" charset="0"/>
                <a:ea typeface="Arial" pitchFamily="34" charset="-122"/>
                <a:cs typeface="Arial" pitchFamily="34" charset="-120"/>
              </a:rPr>
              <a:t>Trình chiếu (F5) để chơi · Sửa câu hỏi trực tiếp trên các slide · giasu.ai.vn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1/10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Một năm có mấy tháng?</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10</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12</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11</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13</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   Điểm 1  👾</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2/10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Con vật nào KHÔNG phải là loài chim?</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Én</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Chim sẻ</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Dơi</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Bồ câu</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2   Điểm 2  👾</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1</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3/10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Tìm x: x + 15 = 40. Vậy x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55</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30</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35</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25</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3   Điểm 3  👾</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4/10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Từ nào viết đúng chính tả?</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Chăm chỉ</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Trăm chỉ</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Chăm chĩ</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Chăm trỉ</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4   Điểm 4  👾</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1</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5/10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Trái Đất quay quanh vật thể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Mặt Trăng</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Mặt Trời</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Sao Hỏa</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Sao Thổ</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5   Điểm 5  👾</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1</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6/10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Hình vuông có mấy cạnh bằng nhau?</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2</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3</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4</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5</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6   Điểm 6  👾</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1</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7/10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25 + 38 = ?</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53</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62</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73</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63</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7   Điểm 7  👾</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1</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8/10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Quả nào có màu da cam và chứa nhiều vitamin C?</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Cam</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Chuối</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Nho</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Dưa hấu</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8   Điểm 8  👾</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1</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9/10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Một tuần có mấy ngày?</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5</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7</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6</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8</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FFFFF">
              <a:alpha val="12000"/>
            </a:srgbClr>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10   Điểm 10</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9   Điểm 9  👾</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1</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457200" y="228600"/>
            <a:ext cx="8595360" cy="457200"/>
          </a:xfrm>
          <a:prstGeom prst="rect">
            <a:avLst/>
          </a:prstGeom>
          <a:noFill/>
          <a:ln/>
        </p:spPr>
        <p:txBody>
          <a:bodyPr wrap="square" lIns="0" tIns="0" rIns="0" bIns="0" rtlCol="0" anchor="ctr"/>
          <a:lstStyle/>
          <a:p>
            <a:pPr indent="0" marL="0">
              <a:buNone/>
            </a:pPr>
            <a:r>
              <a:rPr lang="en-US" sz="1800" b="1" dirty="0">
                <a:solidFill>
                  <a:srgbClr val="F9C74F"/>
                </a:solidFill>
                <a:latin typeface="Arial" pitchFamily="34" charset="0"/>
                <a:ea typeface="Arial" pitchFamily="34" charset="-122"/>
                <a:cs typeface="Arial" pitchFamily="34" charset="-120"/>
              </a:rPr>
              <a:t>Câu 10/10</a:t>
            </a:r>
            <a:endParaRPr lang="en-US" sz="1800" dirty="0"/>
          </a:p>
        </p:txBody>
      </p:sp>
      <p:sp>
        <p:nvSpPr>
          <p:cNvPr id="3" name="Text 1"/>
          <p:cNvSpPr txBox="1"/>
          <p:nvPr/>
        </p:nvSpPr>
        <p:spPr>
          <a:xfrm>
            <a:off x="457200" y="777240"/>
            <a:ext cx="8595360" cy="2103120"/>
          </a:xfrm>
          <a:prstGeom prst="roundRect">
            <a:avLst>
              <a:gd name="adj" fmla="val 8696"/>
            </a:avLst>
          </a:prstGeom>
          <a:solidFill>
            <a:srgbClr val="FFFFFF"/>
          </a:solidFill>
          <a:ln/>
        </p:spPr>
        <p:txBody>
          <a:bodyPr wrap="square" lIns="3175" tIns="3175" rIns="3175" bIns="3175" rtlCol="0" anchor="ctr"/>
          <a:lstStyle/>
          <a:p>
            <a:pPr algn="ctr" indent="0" marL="0">
              <a:buNone/>
            </a:pPr>
            <a:r>
              <a:rPr lang="en-US" sz="2800" b="1" dirty="0">
                <a:solidFill>
                  <a:srgbClr val="1F2937"/>
                </a:solidFill>
                <a:latin typeface="Arial" pitchFamily="34" charset="0"/>
                <a:ea typeface="Arial" pitchFamily="34" charset="-122"/>
                <a:cs typeface="Arial" pitchFamily="34" charset="-120"/>
              </a:rPr>
              <a:t>Vịnh Hạ Long thuộc tỉnh nào?</a:t>
            </a:r>
            <a:endParaRPr lang="en-US" sz="2800" dirty="0"/>
          </a:p>
        </p:txBody>
      </p:sp>
      <p:sp>
        <p:nvSpPr>
          <p:cNvPr id="4" name="Text 2">
            <a:hlinkClick r:id="rId1" tooltip="Chọn đáp án A" action="ppaction://hlinksldjump"/>
          </p:cNvPr>
          <p:cNvSpPr txBox="1"/>
          <p:nvPr/>
        </p:nvSpPr>
        <p:spPr>
          <a:xfrm>
            <a:off x="45720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A.  Thanh Hóa</a:t>
            </a:r>
            <a:endParaRPr lang="en-US" sz="2400" dirty="0"/>
          </a:p>
        </p:txBody>
      </p:sp>
      <p:sp>
        <p:nvSpPr>
          <p:cNvPr id="5" name="Text 3">
            <a:hlinkClick r:id="rId2" tooltip="Chọn đáp án B" action="ppaction://hlinksldjump"/>
          </p:cNvPr>
          <p:cNvSpPr txBox="1"/>
          <p:nvPr/>
        </p:nvSpPr>
        <p:spPr>
          <a:xfrm>
            <a:off x="4892040" y="32004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B.  Nghệ An</a:t>
            </a:r>
            <a:endParaRPr lang="en-US" sz="2400" dirty="0"/>
          </a:p>
        </p:txBody>
      </p:sp>
      <p:sp>
        <p:nvSpPr>
          <p:cNvPr id="6" name="Text 4">
            <a:hlinkClick r:id="rId3" tooltip="Chọn đáp án C" action="ppaction://hlinksldjump"/>
          </p:cNvPr>
          <p:cNvSpPr txBox="1"/>
          <p:nvPr/>
        </p:nvSpPr>
        <p:spPr>
          <a:xfrm>
            <a:off x="45720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C.  Quảng Ninh</a:t>
            </a:r>
            <a:endParaRPr lang="en-US" sz="2400" dirty="0"/>
          </a:p>
        </p:txBody>
      </p:sp>
      <p:sp>
        <p:nvSpPr>
          <p:cNvPr id="7" name="Text 5">
            <a:hlinkClick r:id="rId4" tooltip="Chọn đáp án D" action="ppaction://hlinksldjump"/>
          </p:cNvPr>
          <p:cNvSpPr txBox="1"/>
          <p:nvPr/>
        </p:nvSpPr>
        <p:spPr>
          <a:xfrm>
            <a:off x="4892040" y="4800600"/>
            <a:ext cx="4160520" cy="1325880"/>
          </a:xfrm>
          <a:prstGeom prst="roundRect">
            <a:avLst>
              <a:gd name="adj" fmla="val 12414"/>
            </a:avLst>
          </a:prstGeom>
          <a:solidFill>
            <a:srgbClr val="3F3D8F"/>
          </a:solidFill>
          <a:ln w="19050">
            <a:solidFill>
              <a:srgbClr val="FFFFFF"/>
            </a:solidFill>
          </a:ln>
        </p:spPr>
        <p:txBody>
          <a:bodyPr wrap="square" lIns="3810" tIns="3810" rIns="3810" bIns="3810" rtlCol="0" anchor="ctr"/>
          <a:lstStyle/>
          <a:p>
            <a:pPr algn="l" indent="0" marL="0">
              <a:buNone/>
            </a:pPr>
            <a:r>
              <a:rPr lang="en-US" sz="2400" b="1" dirty="0">
                <a:solidFill>
                  <a:srgbClr val="FFFFFF"/>
                </a:solidFill>
                <a:latin typeface="Arial" pitchFamily="34" charset="0"/>
                <a:ea typeface="Arial" pitchFamily="34" charset="-122"/>
                <a:cs typeface="Arial" pitchFamily="34" charset="-120"/>
              </a:rPr>
              <a:t>D.  Khánh Hòa</a:t>
            </a:r>
            <a:endParaRPr lang="en-US" sz="2400" dirty="0"/>
          </a:p>
        </p:txBody>
      </p:sp>
      <p:sp>
        <p:nvSpPr>
          <p:cNvPr id="8" name="Text 6"/>
          <p:cNvSpPr txBox="1"/>
          <p:nvPr/>
        </p:nvSpPr>
        <p:spPr>
          <a:xfrm>
            <a:off x="9326880" y="393192"/>
            <a:ext cx="2377440" cy="557784"/>
          </a:xfrm>
          <a:prstGeom prst="roundRect">
            <a:avLst>
              <a:gd name="adj" fmla="val 13115"/>
            </a:avLst>
          </a:prstGeom>
          <a:solidFill>
            <a:srgbClr val="F9C74F"/>
          </a:solidFill>
          <a:ln/>
        </p:spPr>
        <p:txBody>
          <a:bodyPr wrap="square" lIns="1524" tIns="1524" rIns="1524" bIns="1524" rtlCol="0" anchor="ctr"/>
          <a:lstStyle/>
          <a:p>
            <a:pPr algn="l" indent="0" marL="0">
              <a:buNone/>
            </a:pPr>
            <a:r>
              <a:rPr lang="en-US" sz="1600" b="1" dirty="0">
                <a:solidFill>
                  <a:srgbClr val="1F2937"/>
                </a:solidFill>
                <a:latin typeface="Arial" pitchFamily="34" charset="0"/>
                <a:ea typeface="Arial" pitchFamily="34" charset="-122"/>
                <a:cs typeface="Arial" pitchFamily="34" charset="-120"/>
              </a:rPr>
              <a:t>10   Điểm 10  👾</a:t>
            </a:r>
            <a:endParaRPr lang="en-US" sz="1600" dirty="0"/>
          </a:p>
        </p:txBody>
      </p:sp>
      <p:sp>
        <p:nvSpPr>
          <p:cNvPr id="9" name="Text 7"/>
          <p:cNvSpPr txBox="1"/>
          <p:nvPr/>
        </p:nvSpPr>
        <p:spPr>
          <a:xfrm>
            <a:off x="9326880" y="1005840"/>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9   Điểm 9</a:t>
            </a:r>
            <a:endParaRPr lang="en-US" sz="1600" dirty="0"/>
          </a:p>
        </p:txBody>
      </p:sp>
      <p:sp>
        <p:nvSpPr>
          <p:cNvPr id="10" name="Text 8"/>
          <p:cNvSpPr txBox="1"/>
          <p:nvPr/>
        </p:nvSpPr>
        <p:spPr>
          <a:xfrm>
            <a:off x="9326880" y="161848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8   Điểm 8</a:t>
            </a:r>
            <a:endParaRPr lang="en-US" sz="1600" dirty="0"/>
          </a:p>
        </p:txBody>
      </p:sp>
      <p:sp>
        <p:nvSpPr>
          <p:cNvPr id="11" name="Text 9"/>
          <p:cNvSpPr txBox="1"/>
          <p:nvPr/>
        </p:nvSpPr>
        <p:spPr>
          <a:xfrm>
            <a:off x="9326880" y="223113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7   Điểm 7</a:t>
            </a:r>
            <a:endParaRPr lang="en-US" sz="1600" dirty="0"/>
          </a:p>
        </p:txBody>
      </p:sp>
      <p:sp>
        <p:nvSpPr>
          <p:cNvPr id="12" name="Text 10"/>
          <p:cNvSpPr txBox="1"/>
          <p:nvPr/>
        </p:nvSpPr>
        <p:spPr>
          <a:xfrm>
            <a:off x="9326880" y="284378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6   Điểm 6</a:t>
            </a:r>
            <a:endParaRPr lang="en-US" sz="1600" dirty="0"/>
          </a:p>
        </p:txBody>
      </p:sp>
      <p:sp>
        <p:nvSpPr>
          <p:cNvPr id="13" name="Text 11"/>
          <p:cNvSpPr txBox="1"/>
          <p:nvPr/>
        </p:nvSpPr>
        <p:spPr>
          <a:xfrm>
            <a:off x="9326880" y="3456432"/>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5   Điểm 5</a:t>
            </a:r>
            <a:endParaRPr lang="en-US" sz="1600" dirty="0"/>
          </a:p>
        </p:txBody>
      </p:sp>
      <p:sp>
        <p:nvSpPr>
          <p:cNvPr id="14" name="Text 12"/>
          <p:cNvSpPr txBox="1"/>
          <p:nvPr/>
        </p:nvSpPr>
        <p:spPr>
          <a:xfrm>
            <a:off x="9326880" y="4069080"/>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4   Điểm 4</a:t>
            </a:r>
            <a:endParaRPr lang="en-US" sz="1600" dirty="0"/>
          </a:p>
        </p:txBody>
      </p:sp>
      <p:sp>
        <p:nvSpPr>
          <p:cNvPr id="15" name="Text 13"/>
          <p:cNvSpPr txBox="1"/>
          <p:nvPr/>
        </p:nvSpPr>
        <p:spPr>
          <a:xfrm>
            <a:off x="9326880" y="4681728"/>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3   Điểm 3</a:t>
            </a:r>
            <a:endParaRPr lang="en-US" sz="1600" dirty="0"/>
          </a:p>
        </p:txBody>
      </p:sp>
      <p:sp>
        <p:nvSpPr>
          <p:cNvPr id="16" name="Text 14"/>
          <p:cNvSpPr txBox="1"/>
          <p:nvPr/>
        </p:nvSpPr>
        <p:spPr>
          <a:xfrm>
            <a:off x="9326880" y="5294376"/>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2   Điểm 2</a:t>
            </a:r>
            <a:endParaRPr lang="en-US" sz="1600" dirty="0"/>
          </a:p>
        </p:txBody>
      </p:sp>
      <p:sp>
        <p:nvSpPr>
          <p:cNvPr id="17" name="Text 15"/>
          <p:cNvSpPr txBox="1"/>
          <p:nvPr/>
        </p:nvSpPr>
        <p:spPr>
          <a:xfrm>
            <a:off x="9326880" y="5907024"/>
            <a:ext cx="2377440" cy="557784"/>
          </a:xfrm>
          <a:prstGeom prst="roundRect">
            <a:avLst>
              <a:gd name="adj" fmla="val 13115"/>
            </a:avLst>
          </a:prstGeom>
          <a:solidFill>
            <a:srgbClr val="3F3D8F"/>
          </a:solidFill>
          <a:ln/>
        </p:spPr>
        <p:txBody>
          <a:bodyPr wrap="square" lIns="1524" tIns="1524" rIns="1524" bIns="1524" rtlCol="0" anchor="ctr"/>
          <a:lstStyle/>
          <a:p>
            <a:pPr algn="l" indent="0" marL="0">
              <a:buNone/>
            </a:pPr>
            <a:r>
              <a:rPr lang="en-US" sz="1600" dirty="0">
                <a:solidFill>
                  <a:srgbClr val="FFFFFF"/>
                </a:solidFill>
                <a:latin typeface="Arial" pitchFamily="34" charset="0"/>
                <a:ea typeface="Arial" pitchFamily="34" charset="-122"/>
                <a:cs typeface="Arial" pitchFamily="34" charset="-120"/>
              </a:rPr>
              <a:t>1   Điểm 1</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Chiến thắng!</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hoàn thành cả 10 bậc!</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Chơi lại</a:t>
            </a: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FFFFF"/>
                </a:solidFill>
                <a:latin typeface="Arial" pitchFamily="34" charset="0"/>
                <a:ea typeface="Arial" pitchFamily="34" charset="-122"/>
                <a:cs typeface="Arial" pitchFamily="34" charset="-120"/>
              </a:rPr>
              <a:t>Chưa đúng, thử lại nhé!</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Đội khác có thể gợi ý. Bấm để trả lời lại.</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Trả lời lại</a:t>
            </a:r>
            <a:endParaRPr lang="en-US" sz="2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1 (1/10)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2 (2/10)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3 (3/10)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4 (4/10)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5 (5/10)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6 (6/10)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7 (7/10)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8 (8/10)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9 (9/10)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Câu tiếp theo</a:t>
            </a:r>
            <a:endParaRPr lang="en-US" sz="2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B1B3A"/>
        </a:solidFill>
      </p:bgPr>
    </p:bg>
    <p:spTree>
      <p:nvGrpSpPr>
        <p:cNvPr id="1" name=""/>
        <p:cNvGrpSpPr/>
        <p:nvPr/>
      </p:nvGrpSpPr>
      <p:grpSpPr>
        <a:xfrm>
          <a:off x="0" y="0"/>
          <a:ext cx="0" cy="0"/>
          <a:chOff x="0" y="0"/>
          <a:chExt cx="0" cy="0"/>
        </a:xfrm>
      </p:grpSpPr>
      <p:sp>
        <p:nvSpPr>
          <p:cNvPr id="2" name="Text 0"/>
          <p:cNvSpPr txBox="1"/>
          <p:nvPr/>
        </p:nvSpPr>
        <p:spPr>
          <a:xfrm>
            <a:off x="0" y="548640"/>
            <a:ext cx="12191695" cy="1737360"/>
          </a:xfrm>
          <a:prstGeom prst="rect">
            <a:avLst/>
          </a:prstGeom>
          <a:noFill/>
          <a:ln/>
        </p:spPr>
        <p:txBody>
          <a:bodyPr wrap="square" rtlCol="0" anchor="ctr"/>
          <a:lstStyle/>
          <a:p>
            <a:pPr algn="ctr" indent="0" marL="0">
              <a:buNone/>
            </a:pPr>
            <a:r>
              <a:rPr lang="en-US" sz="10000" dirty="0">
                <a:solidFill>
                  <a:srgbClr val="000000"/>
                </a:solidFill>
                <a:latin typeface="Arial" pitchFamily="34" charset="0"/>
                <a:ea typeface="Arial" pitchFamily="34" charset="-122"/>
                <a:cs typeface="Arial" pitchFamily="34" charset="-120"/>
              </a:rPr>
              <a:t>🎉</a:t>
            </a:r>
            <a:endParaRPr lang="en-US" sz="10000" dirty="0"/>
          </a:p>
        </p:txBody>
      </p:sp>
      <p:sp>
        <p:nvSpPr>
          <p:cNvPr id="3" name="Text 1"/>
          <p:cNvSpPr txBox="1"/>
          <p:nvPr/>
        </p:nvSpPr>
        <p:spPr>
          <a:xfrm>
            <a:off x="548640" y="2286000"/>
            <a:ext cx="11094415" cy="914400"/>
          </a:xfrm>
          <a:prstGeom prst="rect">
            <a:avLst/>
          </a:prstGeom>
          <a:noFill/>
          <a:ln/>
        </p:spPr>
        <p:txBody>
          <a:bodyPr wrap="square" rtlCol="0" anchor="ctr"/>
          <a:lstStyle/>
          <a:p>
            <a:pPr algn="ctr" indent="0" marL="0">
              <a:buNone/>
            </a:pPr>
            <a:r>
              <a:rPr lang="en-US" sz="4400" b="1" dirty="0">
                <a:solidFill>
                  <a:srgbClr val="F9C74F"/>
                </a:solidFill>
                <a:latin typeface="Arial" pitchFamily="34" charset="0"/>
                <a:ea typeface="Arial" pitchFamily="34" charset="-122"/>
                <a:cs typeface="Arial" pitchFamily="34" charset="-120"/>
              </a:rPr>
              <a:t>Chính xác!</a:t>
            </a:r>
            <a:endParaRPr lang="en-US" sz="4400" dirty="0"/>
          </a:p>
        </p:txBody>
      </p:sp>
      <p:sp>
        <p:nvSpPr>
          <p:cNvPr id="4" name="Text 2"/>
          <p:cNvSpPr txBox="1"/>
          <p:nvPr/>
        </p:nvSpPr>
        <p:spPr>
          <a:xfrm>
            <a:off x="1097280" y="3291840"/>
            <a:ext cx="9997135" cy="1097280"/>
          </a:xfrm>
          <a:prstGeom prst="rect">
            <a:avLst/>
          </a:prstGeom>
          <a:noFill/>
          <a:ln/>
        </p:spPr>
        <p:txBody>
          <a:bodyPr wrap="square" rtlCol="0" anchor="t"/>
          <a:lstStyle/>
          <a:p>
            <a:pPr algn="ctr" indent="0" marL="0">
              <a:buNone/>
            </a:pPr>
            <a:r>
              <a:rPr lang="en-US" sz="2400" dirty="0">
                <a:solidFill>
                  <a:srgbClr val="FFFFFF"/>
                </a:solidFill>
                <a:latin typeface="Arial" pitchFamily="34" charset="0"/>
                <a:ea typeface="Arial" pitchFamily="34" charset="-122"/>
                <a:cs typeface="Arial" pitchFamily="34" charset="-120"/>
              </a:rPr>
              <a:t>Em đã lên điểm 10 (10/10)</a:t>
            </a:r>
            <a:endParaRPr lang="en-US" sz="2400" dirty="0"/>
          </a:p>
        </p:txBody>
      </p:sp>
      <p:sp>
        <p:nvSpPr>
          <p:cNvPr id="5" name="Text 3">
            <a:hlinkClick r:id="rId1" tooltip="Bấm để chọn" action="ppaction://hlinksldjump"/>
          </p:cNvPr>
          <p:cNvSpPr txBox="1"/>
          <p:nvPr/>
        </p:nvSpPr>
        <p:spPr>
          <a:xfrm>
            <a:off x="4358488" y="4846320"/>
            <a:ext cx="3474720" cy="914400"/>
          </a:xfrm>
          <a:prstGeom prst="roundRect">
            <a:avLst>
              <a:gd name="adj" fmla="val 18000"/>
            </a:avLst>
          </a:prstGeom>
          <a:solidFill>
            <a:srgbClr val="F9C74F"/>
          </a:solidFill>
          <a:ln/>
        </p:spPr>
        <p:txBody>
          <a:bodyPr wrap="square" lIns="1270" tIns="1270" rIns="1270" bIns="1270" rtlCol="0" anchor="ctr"/>
          <a:lstStyle/>
          <a:p>
            <a:pPr algn="ctr" indent="0" marL="0">
              <a:buNone/>
            </a:pPr>
            <a:r>
              <a:rPr lang="en-US" sz="2400" b="1" dirty="0">
                <a:solidFill>
                  <a:srgbClr val="1F2937"/>
                </a:solidFill>
                <a:latin typeface="Arial" pitchFamily="34" charset="0"/>
                <a:ea typeface="Arial" pitchFamily="34" charset="-122"/>
                <a:cs typeface="Arial" pitchFamily="34" charset="-120"/>
              </a:rPr>
              <a:t>Nhận chiến thắng</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Pacman ăn điểm</dc:title>
  <dc:subject>Trò chơi PowerPoint học tập</dc:subject>
  <dc:creator>giasu.ai.vn</dc:creator>
  <cp:lastModifiedBy>giasu.ai.vn</cp:lastModifiedBy>
  <cp:revision>1</cp:revision>
  <dcterms:created xsi:type="dcterms:W3CDTF">2026-10-19T03:29:13Z</dcterms:created>
  <dcterms:modified xsi:type="dcterms:W3CDTF">2026-10-19T03:29:13Z</dcterms:modified>
</cp:coreProperties>
</file>