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36.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 Target="slide53.xml"/><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 Target="slide71.xml"/><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 Target="slide87.xml"/><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ĐỒNG HỒ CÁT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Đọc câu hỏi rồi bấm đếm giờ. Cát chảy hết (15 giây) là hết thời gian trả lời.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1/5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90°C</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100°C</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50°C</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0°C</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(15 giây)</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Nước sôi ở bao nhiêu độ C (điều kiện thường)?</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100°C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2/5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Con vật nào có chiếc vòi dài?</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Hươu</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Gấu</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Voi</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Khỉ</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(15 giây)</a:t>
            </a:r>
            <a:endParaRPr 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Con vật nào có chiếc vòi dài?</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Voi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3/5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24</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48</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36</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(15 giây)</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3 hộp, mỗi hộp 12 cái kẹo. Tất cả có bao nhiêu cái kẹo?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36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4/5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Giữa quốc kỳ Việt Nam có hình gì?</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Ngôi sao vàng năm cánh</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Mặt trăng</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Búa liềm</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Bông hoa</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(15 giây)</a:t>
            </a:r>
            <a:endParaRPr lang="en-US" sz="2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Giữa quốc kỳ Việt Nam có hình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5/5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Một năm có mấy tháng?</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12</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11</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9A6700"/>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13</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(15 giây)</a:t>
            </a:r>
            <a:endParaRPr lang="en-US" sz="2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9A6700"/>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Một năm có mấy tháng?</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23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Kết thúc</a:t>
            </a:r>
            <a:endParaRPr 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Hoàn thành tất cả các câu hỏi!</a:t>
            </a:r>
            <a:endParaRPr lang="en-US" sz="4400" dirty="0"/>
          </a:p>
        </p:txBody>
      </p:sp>
      <p:sp>
        <p:nvSpPr>
          <p:cNvPr id="4" name="Text 2">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Đồng hồ cát</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