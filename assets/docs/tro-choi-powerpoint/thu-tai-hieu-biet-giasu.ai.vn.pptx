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3.xml"/><Relationship Id="rId3" Type="http://schemas.openxmlformats.org/officeDocument/2006/relationships/slide" Target="slide2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2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15.xml"/><Relationship Id="rId3" Type="http://schemas.openxmlformats.org/officeDocument/2006/relationships/slide" Target="slide15.xml"/><Relationship Id="rId4" Type="http://schemas.openxmlformats.org/officeDocument/2006/relationships/slide" Target="slide1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26.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2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18.xml"/><Relationship Id="rId3" Type="http://schemas.openxmlformats.org/officeDocument/2006/relationships/slide" Target="slide18.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19.xml"/><Relationship Id="rId3" Type="http://schemas.openxmlformats.org/officeDocument/2006/relationships/slide" Target="slide19.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3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21.xml"/><Relationship Id="rId3" Type="http://schemas.openxmlformats.org/officeDocument/2006/relationships/slide" Target="slide3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2.xml"/><Relationship Id="rId3" Type="http://schemas.openxmlformats.org/officeDocument/2006/relationships/slide" Target="slide2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THỬ TÀI HIỂU BIẾT</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Trả lời liên tiếp 10 câu đố kiến thức tổng hợp. Sai là dừng cuộc chơi.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Cơ quan nào giúp ta hít thở?</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Tim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Dạ dày</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Phổi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Gan</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Câu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Số lớn nhất có hai chữ số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90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98</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99</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Câu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Hình tam giác có mấy góc?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2</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Câu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Bài thơ "Tre Việt Nam" là của nhà thơ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Tố Hữu</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Nguyễn Duy</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Xuân Quỳnh</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Huy Cận</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Câu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1 km bằng bao nhiêu mét?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 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 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1000 m</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10 000 m</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Câu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Động vật nào là loài ăn cỏ?</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Hổ</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Sói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Cá sấu</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Trâu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Câu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Thủ đô của Trung Quốc là thành phố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Bắc Kinh</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Thượng Hải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Hồng Kông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Quảng Châu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Câu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Quả địa cầu có hình gì?</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Hình vuông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Hình cầu</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Hình tam giác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Hình trụ</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Câu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Số La Mã X bằng số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50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100</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Câu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Câu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Mùa nào hoa mai, hoa đào nở rộ ở nước ta?</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Mùa hè</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Mùa thu</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Mùa đông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Mùa xuân</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Câu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Câu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Câu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Câu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Câu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Câu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Câu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Câu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Câu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Câu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0</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1</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2</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3</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Nguyễn Duy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4</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1000 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5</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Trâu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6</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Bắc Kinh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7</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Hình cầu</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8</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Dừng lại ở bậc 9</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Mùa xuân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câu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Thử tài hiểu biết</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