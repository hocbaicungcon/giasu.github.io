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3.xml"/><Relationship Id="rId3" Type="http://schemas.openxmlformats.org/officeDocument/2006/relationships/slide" Target="slide2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2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2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2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8.xml"/><Relationship Id="rId3" Type="http://schemas.openxmlformats.org/officeDocument/2006/relationships/slide" Target="slide18.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19.xml"/><Relationship Id="rId3" Type="http://schemas.openxmlformats.org/officeDocument/2006/relationships/slide" Target="slide1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3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21.xml"/><Relationship Id="rId3" Type="http://schemas.openxmlformats.org/officeDocument/2006/relationships/slide" Target="slide3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2.xml"/><Relationship Id="rId3" Type="http://schemas.openxmlformats.org/officeDocument/2006/relationships/slide" Target="slide2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NHANH NHƯ CHỚP</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Trả lời đúng liên tiếp để leo lên bậc cao nhất. Sai một câu là dừng cuộc chơi.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Chủ tịch Hồ Chí Minh sinh năm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1911</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1945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1890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1900</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Bậc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Chu vi hình vuông có cạnh 5 cm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25 cm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 cm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15 cm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20 cm</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Bậc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Ban ngày, ngôi sao nào chiếu sáng cho Trái Đất?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Mặt Trời</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Sao Hôm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Bắc Đẩu</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Hỏa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Bậc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Âm thanh KHÔNG thể truyền qua môi trường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Không khí</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Chân không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Nước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Gỗ</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Bậc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9 × 6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56</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Bậc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Tết Trung thu vào ngày nào của âm lịch?</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15 tháng Giêng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5 tháng 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Mùng 1 tháng Giêng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15 tháng 8</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Bậc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đồng nghĩa với "to lớn"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Khổng lồ</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Nhỏ bé</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Tí hon</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Bé xíu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Bậc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giờ có bao nhiêu phút?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30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24</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Bậc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Cơ quan nào giúp ta hít thở?</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Tim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Dạ dày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Phổi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Gan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Bậc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Bậc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Số lớn nhất có hai chữ số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90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98</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99</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Bậc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Bậc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Bậc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Bậc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Bậc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Bậc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Bậc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Bậc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Bậc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Bậc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0</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1890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1</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20 cm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2</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3</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Chân không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4</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5</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15 tháng 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6</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Khổng lồ</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7</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8</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9</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bậc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Nhanh như chớp</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