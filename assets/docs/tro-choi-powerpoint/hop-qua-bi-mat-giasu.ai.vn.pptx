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HỘP QUÀ BÍ MẬT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hộp quà, trả lời đúng để mở quà bất ngờ bên trong.</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HỘP QUÀ BÍ MẬT</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8E24AA"/>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24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36</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Giữa quốc kỳ Việt Nam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Ngôi sao vàng năm cánh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Búa liềm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Bông hoa</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năm có mấy tháng?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11</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13</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Trái Đất quay quanh vật thể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Trăng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Trời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Thổ</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vuông có mấy cạnh bằng nhau?</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25 + 38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62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73</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63</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nào có màu da cam và chứa nhiều vitamin 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Cam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Chuối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Nho</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Dưa hấu</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tuần có mấy ngày?</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7</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8</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EB3B"/>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Vịnh Hạ Long thuộc tỉnh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Thanh Hóa</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Nghệ An</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Quảng Ninh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8E24AA"/>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Khánh Hòa</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EB3B"/>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4A148C"/>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EB3B"/>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Hộp quà bí mật</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