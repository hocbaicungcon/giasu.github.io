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chiếu ở chế độ Slide Show (F5). Các nút bấm hoạt động bằng liên kết nhảy slide. Thầy cô sửa nội dung câu hỏi và đáp án trực tiếp trên từng slide câu hỏi; muốn đổi đáp án đúng thì đổi lại liên kết của nút (Chèn &gt; Liên kết &gt; Đặt trong tài liệu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 Target="slide5.xml"/><Relationship Id="rId2" Type="http://schemas.openxmlformats.org/officeDocument/2006/relationships/slide" Target="slide4.xml"/><Relationship Id="rId3" Type="http://schemas.openxmlformats.org/officeDocument/2006/relationships/slide" Target="slide5.xml"/><Relationship Id="rId4" Type="http://schemas.openxmlformats.org/officeDocument/2006/relationships/slide" Target="slide5.xml"/><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8.xml"/><Relationship Id="rId3" Type="http://schemas.openxmlformats.org/officeDocument/2006/relationships/slide" Target="slide7.xml"/><Relationship Id="rId4" Type="http://schemas.openxmlformats.org/officeDocument/2006/relationships/slide" Target="slide8.xml"/><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 Target="slide11.xml"/><Relationship Id="rId2" Type="http://schemas.openxmlformats.org/officeDocument/2006/relationships/slide" Target="slide11.xml"/><Relationship Id="rId3" Type="http://schemas.openxmlformats.org/officeDocument/2006/relationships/slide" Target="slide11.xml"/><Relationship Id="rId4" Type="http://schemas.openxmlformats.org/officeDocument/2006/relationships/slide" Target="slide10.xml"/><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 Target="slide13.xml"/><Relationship Id="rId2" Type="http://schemas.openxmlformats.org/officeDocument/2006/relationships/slide" Target="slide14.xml"/><Relationship Id="rId3" Type="http://schemas.openxmlformats.org/officeDocument/2006/relationships/slide" Target="slide14.xml"/><Relationship Id="rId4" Type="http://schemas.openxmlformats.org/officeDocument/2006/relationships/slide" Target="slide14.xml"/><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 Target="slide17.xml"/><Relationship Id="rId2" Type="http://schemas.openxmlformats.org/officeDocument/2006/relationships/slide" Target="slide16.xml"/><Relationship Id="rId3" Type="http://schemas.openxmlformats.org/officeDocument/2006/relationships/slide" Target="slide17.xml"/><Relationship Id="rId4" Type="http://schemas.openxmlformats.org/officeDocument/2006/relationships/slide" Target="slide17.xml"/><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 Target="slide20.xml"/><Relationship Id="rId2" Type="http://schemas.openxmlformats.org/officeDocument/2006/relationships/slide" Target="slide20.xml"/><Relationship Id="rId3" Type="http://schemas.openxmlformats.org/officeDocument/2006/relationships/slide" Target="slide19.xml"/><Relationship Id="rId4" Type="http://schemas.openxmlformats.org/officeDocument/2006/relationships/slide" Target="slide20.xml"/><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 Target="slide23.xml"/><Relationship Id="rId2" Type="http://schemas.openxmlformats.org/officeDocument/2006/relationships/slide" Target="slide23.xml"/><Relationship Id="rId3" Type="http://schemas.openxmlformats.org/officeDocument/2006/relationships/slide" Target="slide23.xml"/><Relationship Id="rId4" Type="http://schemas.openxmlformats.org/officeDocument/2006/relationships/slide" Target="slide22.xml"/><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 Target="slide25.xml"/><Relationship Id="rId2" Type="http://schemas.openxmlformats.org/officeDocument/2006/relationships/slide" Target="slide26.xml"/><Relationship Id="rId3" Type="http://schemas.openxmlformats.org/officeDocument/2006/relationships/slide" Target="slide26.xml"/><Relationship Id="rId4" Type="http://schemas.openxmlformats.org/officeDocument/2006/relationships/slide" Target="slide26.xml"/><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 Target="slide29.xml"/><Relationship Id="rId2" Type="http://schemas.openxmlformats.org/officeDocument/2006/relationships/slide" Target="slide28.xml"/><Relationship Id="rId3" Type="http://schemas.openxmlformats.org/officeDocument/2006/relationships/slide" Target="slide29.xml"/><Relationship Id="rId4" Type="http://schemas.openxmlformats.org/officeDocument/2006/relationships/slide" Target="slide29.xml"/><Relationship Id="rId5" Type="http://schemas.openxmlformats.org/officeDocument/2006/relationships/slideLayout" Target="../slideLayouts/slideLayout1.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 Target="slide32.xml"/><Relationship Id="rId2" Type="http://schemas.openxmlformats.org/officeDocument/2006/relationships/slide" Target="slide32.xml"/><Relationship Id="rId3" Type="http://schemas.openxmlformats.org/officeDocument/2006/relationships/slide" Target="slide31.xml"/><Relationship Id="rId4" Type="http://schemas.openxmlformats.org/officeDocument/2006/relationships/slide" Target="slide32.xml"/><Relationship Id="rId5" Type="http://schemas.openxmlformats.org/officeDocument/2006/relationships/slideLayout" Target="../slideLayouts/slideLayout1.xm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 Target="slide35.xml"/><Relationship Id="rId2" Type="http://schemas.openxmlformats.org/officeDocument/2006/relationships/slide" Target="slide35.xml"/><Relationship Id="rId3" Type="http://schemas.openxmlformats.org/officeDocument/2006/relationships/slide" Target="slide35.xml"/><Relationship Id="rId4" Type="http://schemas.openxmlformats.org/officeDocument/2006/relationships/slide" Target="slide34.xml"/><Relationship Id="rId5" Type="http://schemas.openxmlformats.org/officeDocument/2006/relationships/slideLayout" Target="../slideLayouts/slideLayout1.xml"/><Relationship Id="rId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 Target="slide37.xml"/><Relationship Id="rId2" Type="http://schemas.openxmlformats.org/officeDocument/2006/relationships/slide" Target="slide38.xml"/><Relationship Id="rId3" Type="http://schemas.openxmlformats.org/officeDocument/2006/relationships/slide" Target="slide38.xml"/><Relationship Id="rId4" Type="http://schemas.openxmlformats.org/officeDocument/2006/relationships/slide" Target="slide38.xml"/><Relationship Id="rId5" Type="http://schemas.openxmlformats.org/officeDocument/2006/relationships/slideLayout" Target="../slideLayouts/slideLayout1.xml"/><Relationship Id="rId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1000" dirty="0">
                <a:solidFill>
                  <a:srgbClr val="000000"/>
                </a:solidFill>
                <a:latin typeface="Arial" pitchFamily="34" charset="0"/>
                <a:ea typeface="Arial" pitchFamily="34" charset="-122"/>
                <a:cs typeface="Arial" pitchFamily="34" charset="-120"/>
              </a:rPr>
              <a:t>🐒</a:t>
            </a:r>
            <a:endParaRPr lang="en-US" sz="11000" dirty="0"/>
          </a:p>
        </p:txBody>
      </p:sp>
      <p:sp>
        <p:nvSpPr>
          <p:cNvPr id="3" name="Text 1"/>
          <p:cNvSpPr txBox="1"/>
          <p:nvPr/>
        </p:nvSpPr>
        <p:spPr>
          <a:xfrm>
            <a:off x="548640" y="2286000"/>
            <a:ext cx="11094415" cy="1005840"/>
          </a:xfrm>
          <a:prstGeom prst="rect">
            <a:avLst/>
          </a:prstGeom>
          <a:noFill/>
          <a:ln/>
        </p:spPr>
        <p:txBody>
          <a:bodyPr wrap="square" rtlCol="0" anchor="ctr"/>
          <a:lstStyle/>
          <a:p>
            <a:pPr algn="ctr" indent="0" marL="0">
              <a:buNone/>
            </a:pPr>
            <a:r>
              <a:rPr lang="en-US" sz="4800" b="1" dirty="0">
                <a:solidFill>
                  <a:srgbClr val="FFFFFF"/>
                </a:solidFill>
                <a:latin typeface="Arial" pitchFamily="34" charset="0"/>
                <a:ea typeface="Arial" pitchFamily="34" charset="-122"/>
                <a:cs typeface="Arial" pitchFamily="34" charset="-120"/>
              </a:rPr>
              <a:t>NGỘ KHÔNG THẬT GIẢ</a:t>
            </a:r>
            <a:endParaRPr lang="en-US" sz="4800" dirty="0"/>
          </a:p>
        </p:txBody>
      </p:sp>
      <p:sp>
        <p:nvSpPr>
          <p:cNvPr id="4" name="Text 2"/>
          <p:cNvSpPr txBox="1"/>
          <p:nvPr/>
        </p:nvSpPr>
        <p:spPr>
          <a:xfrm>
            <a:off x="1463040" y="3383280"/>
            <a:ext cx="9265615" cy="1005840"/>
          </a:xfrm>
          <a:prstGeom prst="rect">
            <a:avLst/>
          </a:prstGeom>
          <a:noFill/>
          <a:ln/>
        </p:spPr>
        <p:txBody>
          <a:bodyPr wrap="square" rtlCol="0" anchor="t"/>
          <a:lstStyle/>
          <a:p>
            <a:pPr algn="ctr" indent="0" marL="0">
              <a:buNone/>
            </a:pPr>
            <a:r>
              <a:rPr lang="en-US" sz="1800" dirty="0">
                <a:solidFill>
                  <a:srgbClr val="E5E7EB"/>
                </a:solidFill>
                <a:latin typeface="Arial" pitchFamily="34" charset="0"/>
                <a:ea typeface="Arial" pitchFamily="34" charset="-122"/>
                <a:cs typeface="Arial" pitchFamily="34" charset="-120"/>
              </a:rPr>
              <a:t>Cách chơi: Chọn một chú khỉ, trả lời đúng để nhận ra Ngộ Không thật.</a:t>
            </a:r>
            <a:endParaRPr lang="en-US" sz="1800" dirty="0"/>
          </a:p>
        </p:txBody>
      </p:sp>
      <p:sp>
        <p:nvSpPr>
          <p:cNvPr id="5" name="Text 3">
            <a:hlinkClick r:id="rId1" tooltip="Bắt đầu chơi" action="ppaction://hlinksldjump"/>
          </p:cNvPr>
          <p:cNvSpPr txBox="1"/>
          <p:nvPr/>
        </p:nvSpPr>
        <p:spPr>
          <a:xfrm>
            <a:off x="4449928" y="4754880"/>
            <a:ext cx="3291840" cy="914400"/>
          </a:xfrm>
          <a:prstGeom prst="roundRect">
            <a:avLst>
              <a:gd name="adj" fmla="val 18000"/>
            </a:avLst>
          </a:prstGeom>
          <a:solidFill>
            <a:srgbClr val="FFB703"/>
          </a:solidFill>
          <a:ln/>
        </p:spPr>
        <p:txBody>
          <a:bodyPr wrap="square" lIns="1270" tIns="1270" rIns="1270" bIns="1270"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  BẮT ĐẦU</a:t>
            </a:r>
            <a:endParaRPr lang="en-US" sz="3000" dirty="0"/>
          </a:p>
        </p:txBody>
      </p:sp>
      <p:sp>
        <p:nvSpPr>
          <p:cNvPr id="6" name="Text 4"/>
          <p:cNvSpPr txBox="1"/>
          <p:nvPr/>
        </p:nvSpPr>
        <p:spPr>
          <a:xfrm>
            <a:off x="548640" y="6126480"/>
            <a:ext cx="1109441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Trình chiếu (F5) để chơi · Sửa câu hỏi trực tiếp trên các slide · giasu.ai.vn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548640" y="228600"/>
            <a:ext cx="11094415" cy="731520"/>
          </a:xfrm>
          <a:prstGeom prst="rect">
            <a:avLst/>
          </a:prstGeom>
          <a:noFill/>
          <a:ln/>
        </p:spPr>
        <p:txBody>
          <a:bodyPr wrap="square"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NGỘ KHÔNG THẬT GIẢ</a:t>
            </a:r>
            <a:endParaRPr lang="en-US" sz="3200" dirty="0"/>
          </a:p>
        </p:txBody>
      </p:sp>
      <p:sp>
        <p:nvSpPr>
          <p:cNvPr id="3" name="Text 1">
            <a:hlinkClick r:id="rIdundefined" tooltip="Chọn ô 1" action="ppaction://hlinksldjump"/>
          </p:cNvPr>
          <p:cNvSpPr txBox="1"/>
          <p:nvPr/>
        </p:nvSpPr>
        <p:spPr>
          <a:xfrm>
            <a:off x="998068" y="1280160"/>
            <a:ext cx="2377440" cy="1417320"/>
          </a:xfrm>
          <a:prstGeom prst="roundRect">
            <a:avLst>
              <a:gd name="adj" fmla="val 11613"/>
            </a:avLst>
          </a:prstGeom>
          <a:solidFill>
            <a:srgbClr val="B5446E"/>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1</a:t>
            </a:r>
            <a:endParaRPr lang="en-US" sz="2400" dirty="0"/>
          </a:p>
        </p:txBody>
      </p:sp>
      <p:sp>
        <p:nvSpPr>
          <p:cNvPr id="4" name="Text 2">
            <a:hlinkClick r:id="rIdundefined" tooltip="Chọn ô 2" action="ppaction://hlinksldjump"/>
          </p:cNvPr>
          <p:cNvSpPr txBox="1"/>
          <p:nvPr/>
        </p:nvSpPr>
        <p:spPr>
          <a:xfrm>
            <a:off x="3604108" y="1280160"/>
            <a:ext cx="2377440" cy="1417320"/>
          </a:xfrm>
          <a:prstGeom prst="roundRect">
            <a:avLst>
              <a:gd name="adj" fmla="val 11613"/>
            </a:avLst>
          </a:prstGeom>
          <a:solidFill>
            <a:srgbClr val="B5446E"/>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2</a:t>
            </a:r>
            <a:endParaRPr lang="en-US" sz="2400" dirty="0"/>
          </a:p>
        </p:txBody>
      </p:sp>
      <p:sp>
        <p:nvSpPr>
          <p:cNvPr id="5" name="Text 3">
            <a:hlinkClick r:id="rIdundefined" tooltip="Chọn ô 3" action="ppaction://hlinksldjump"/>
          </p:cNvPr>
          <p:cNvSpPr txBox="1"/>
          <p:nvPr/>
        </p:nvSpPr>
        <p:spPr>
          <a:xfrm>
            <a:off x="6210148" y="1280160"/>
            <a:ext cx="2377440" cy="1417320"/>
          </a:xfrm>
          <a:prstGeom prst="roundRect">
            <a:avLst>
              <a:gd name="adj" fmla="val 11613"/>
            </a:avLst>
          </a:prstGeom>
          <a:solidFill>
            <a:srgbClr val="B5446E"/>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3</a:t>
            </a:r>
            <a:endParaRPr lang="en-US" sz="2400" dirty="0"/>
          </a:p>
        </p:txBody>
      </p:sp>
      <p:sp>
        <p:nvSpPr>
          <p:cNvPr id="6" name="Text 4">
            <a:hlinkClick r:id="rIdundefined" tooltip="Chọn ô 4" action="ppaction://hlinksldjump"/>
          </p:cNvPr>
          <p:cNvSpPr txBox="1"/>
          <p:nvPr/>
        </p:nvSpPr>
        <p:spPr>
          <a:xfrm>
            <a:off x="8816188" y="1280160"/>
            <a:ext cx="2377440" cy="1417320"/>
          </a:xfrm>
          <a:prstGeom prst="roundRect">
            <a:avLst>
              <a:gd name="adj" fmla="val 11613"/>
            </a:avLst>
          </a:prstGeom>
          <a:solidFill>
            <a:srgbClr val="B5446E"/>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4</a:t>
            </a:r>
            <a:endParaRPr lang="en-US" sz="2400" dirty="0"/>
          </a:p>
        </p:txBody>
      </p:sp>
      <p:sp>
        <p:nvSpPr>
          <p:cNvPr id="7" name="Text 5">
            <a:hlinkClick r:id="rIdundefined" tooltip="Chọn ô 5" action="ppaction://hlinksldjump"/>
          </p:cNvPr>
          <p:cNvSpPr txBox="1"/>
          <p:nvPr/>
        </p:nvSpPr>
        <p:spPr>
          <a:xfrm>
            <a:off x="998068" y="2926080"/>
            <a:ext cx="2377440" cy="1417320"/>
          </a:xfrm>
          <a:prstGeom prst="roundRect">
            <a:avLst>
              <a:gd name="adj" fmla="val 11613"/>
            </a:avLst>
          </a:prstGeom>
          <a:solidFill>
            <a:srgbClr val="B5446E"/>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5</a:t>
            </a:r>
            <a:endParaRPr lang="en-US" sz="2400" dirty="0"/>
          </a:p>
        </p:txBody>
      </p:sp>
      <p:sp>
        <p:nvSpPr>
          <p:cNvPr id="8" name="Text 6">
            <a:hlinkClick r:id="rIdundefined" tooltip="Chọn ô 6" action="ppaction://hlinksldjump"/>
          </p:cNvPr>
          <p:cNvSpPr txBox="1"/>
          <p:nvPr/>
        </p:nvSpPr>
        <p:spPr>
          <a:xfrm>
            <a:off x="3604108" y="2926080"/>
            <a:ext cx="2377440" cy="1417320"/>
          </a:xfrm>
          <a:prstGeom prst="roundRect">
            <a:avLst>
              <a:gd name="adj" fmla="val 11613"/>
            </a:avLst>
          </a:prstGeom>
          <a:solidFill>
            <a:srgbClr val="B5446E"/>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6</a:t>
            </a:r>
            <a:endParaRPr lang="en-US" sz="2400" dirty="0"/>
          </a:p>
        </p:txBody>
      </p:sp>
      <p:sp>
        <p:nvSpPr>
          <p:cNvPr id="9" name="Text 7">
            <a:hlinkClick r:id="rIdundefined" tooltip="Chọn ô 7" action="ppaction://hlinksldjump"/>
          </p:cNvPr>
          <p:cNvSpPr txBox="1"/>
          <p:nvPr/>
        </p:nvSpPr>
        <p:spPr>
          <a:xfrm>
            <a:off x="6210148" y="2926080"/>
            <a:ext cx="2377440" cy="1417320"/>
          </a:xfrm>
          <a:prstGeom prst="roundRect">
            <a:avLst>
              <a:gd name="adj" fmla="val 11613"/>
            </a:avLst>
          </a:prstGeom>
          <a:solidFill>
            <a:srgbClr val="B5446E"/>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7</a:t>
            </a:r>
            <a:endParaRPr lang="en-US" sz="2400" dirty="0"/>
          </a:p>
        </p:txBody>
      </p:sp>
      <p:sp>
        <p:nvSpPr>
          <p:cNvPr id="10" name="Text 8">
            <a:hlinkClick r:id="rIdundefined" tooltip="Chọn ô 8" action="ppaction://hlinksldjump"/>
          </p:cNvPr>
          <p:cNvSpPr txBox="1"/>
          <p:nvPr/>
        </p:nvSpPr>
        <p:spPr>
          <a:xfrm>
            <a:off x="8816188" y="2926080"/>
            <a:ext cx="2377440" cy="1417320"/>
          </a:xfrm>
          <a:prstGeom prst="roundRect">
            <a:avLst>
              <a:gd name="adj" fmla="val 11613"/>
            </a:avLst>
          </a:prstGeom>
          <a:solidFill>
            <a:srgbClr val="B5446E"/>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8</a:t>
            </a:r>
            <a:endParaRPr lang="en-US" sz="2400" dirty="0"/>
          </a:p>
        </p:txBody>
      </p:sp>
      <p:sp>
        <p:nvSpPr>
          <p:cNvPr id="11" name="Text 9">
            <a:hlinkClick r:id="rIdundefined" tooltip="Chọn ô 9" action="ppaction://hlinksldjump"/>
          </p:cNvPr>
          <p:cNvSpPr txBox="1"/>
          <p:nvPr/>
        </p:nvSpPr>
        <p:spPr>
          <a:xfrm>
            <a:off x="998068" y="4572000"/>
            <a:ext cx="2377440" cy="1417320"/>
          </a:xfrm>
          <a:prstGeom prst="roundRect">
            <a:avLst>
              <a:gd name="adj" fmla="val 11613"/>
            </a:avLst>
          </a:prstGeom>
          <a:solidFill>
            <a:srgbClr val="B5446E"/>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9</a:t>
            </a:r>
            <a:endParaRPr lang="en-US" sz="2400" dirty="0"/>
          </a:p>
        </p:txBody>
      </p:sp>
      <p:sp>
        <p:nvSpPr>
          <p:cNvPr id="12" name="Text 10">
            <a:hlinkClick r:id="rIdundefined" tooltip="Chọn ô 10" action="ppaction://hlinksldjump"/>
          </p:cNvPr>
          <p:cNvSpPr txBox="1"/>
          <p:nvPr/>
        </p:nvSpPr>
        <p:spPr>
          <a:xfrm>
            <a:off x="3604108" y="4572000"/>
            <a:ext cx="2377440" cy="1417320"/>
          </a:xfrm>
          <a:prstGeom prst="roundRect">
            <a:avLst>
              <a:gd name="adj" fmla="val 11613"/>
            </a:avLst>
          </a:prstGeom>
          <a:solidFill>
            <a:srgbClr val="B5446E"/>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10</a:t>
            </a:r>
            <a:endParaRPr lang="en-US" sz="2400" dirty="0"/>
          </a:p>
        </p:txBody>
      </p:sp>
      <p:sp>
        <p:nvSpPr>
          <p:cNvPr id="13" name="Text 11">
            <a:hlinkClick r:id="rIdundefined" tooltip="Chọn ô 11" action="ppaction://hlinksldjump"/>
          </p:cNvPr>
          <p:cNvSpPr txBox="1"/>
          <p:nvPr/>
        </p:nvSpPr>
        <p:spPr>
          <a:xfrm>
            <a:off x="6210148" y="4572000"/>
            <a:ext cx="2377440" cy="1417320"/>
          </a:xfrm>
          <a:prstGeom prst="roundRect">
            <a:avLst>
              <a:gd name="adj" fmla="val 11613"/>
            </a:avLst>
          </a:prstGeom>
          <a:solidFill>
            <a:srgbClr val="B5446E"/>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11</a:t>
            </a:r>
            <a:endParaRPr lang="en-US" sz="2400" dirty="0"/>
          </a:p>
        </p:txBody>
      </p:sp>
      <p:sp>
        <p:nvSpPr>
          <p:cNvPr id="14" name="Text 12">
            <a:hlinkClick r:id="rIdundefined" tooltip="Chọn ô 12" action="ppaction://hlinksldjump"/>
          </p:cNvPr>
          <p:cNvSpPr txBox="1"/>
          <p:nvPr/>
        </p:nvSpPr>
        <p:spPr>
          <a:xfrm>
            <a:off x="8816188" y="4572000"/>
            <a:ext cx="2377440" cy="1417320"/>
          </a:xfrm>
          <a:prstGeom prst="roundRect">
            <a:avLst>
              <a:gd name="adj" fmla="val 11613"/>
            </a:avLst>
          </a:prstGeom>
          <a:solidFill>
            <a:srgbClr val="B5446E"/>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12</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B703"/>
                </a:solidFill>
                <a:latin typeface="Arial" pitchFamily="34" charset="0"/>
                <a:ea typeface="Arial" pitchFamily="34" charset="-122"/>
                <a:cs typeface="Arial" pitchFamily="34" charset="-120"/>
              </a:rPr>
              <a:t>Ô số 1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Từ nào là danh từ?</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Chạy</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Cái bàn</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Đẹp</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Nhanh</a:t>
            </a:r>
            <a:endParaRPr lang="en-US" sz="2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B703"/>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703"/>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B. Cái bàn</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703"/>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B703"/>
                </a:solidFill>
                <a:latin typeface="Arial" pitchFamily="34" charset="0"/>
                <a:ea typeface="Arial" pitchFamily="34" charset="-122"/>
                <a:cs typeface="Arial" pitchFamily="34" charset="-120"/>
              </a:rPr>
              <a:t>Ô số 2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Chủ tịch Hồ Chí Minh sinh năm nào?</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1911</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1945</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1890</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1900</a:t>
            </a:r>
            <a:endParaRPr lang="en-US" sz="2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B703"/>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703"/>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C. 1890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703"/>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B703"/>
                </a:solidFill>
                <a:latin typeface="Arial" pitchFamily="34" charset="0"/>
                <a:ea typeface="Arial" pitchFamily="34" charset="-122"/>
                <a:cs typeface="Arial" pitchFamily="34" charset="-120"/>
              </a:rPr>
              <a:t>Ô số 3 · 20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Chu vi hình vuông có cạnh 5 cm là?</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25 cm</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10 cm</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15 cm</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20 cm</a:t>
            </a:r>
            <a:endParaRPr lang="en-US" sz="2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B703"/>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+20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703"/>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D. 20 cm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703"/>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B703"/>
                </a:solidFill>
                <a:latin typeface="Arial" pitchFamily="34" charset="0"/>
                <a:ea typeface="Arial" pitchFamily="34" charset="-122"/>
                <a:cs typeface="Arial" pitchFamily="34" charset="-120"/>
              </a:rPr>
              <a:t>Ô số 4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Ban ngày, ngôi sao nào chiếu sáng cho Trái Đất?</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Mặt Trời</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Sao Hôm</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Sao Bắc Đẩu</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Sao Hỏa</a:t>
            </a:r>
            <a:endParaRPr lang="en-US" sz="2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B703"/>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703"/>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A. Mặt Trời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703"/>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B703"/>
                </a:solidFill>
                <a:latin typeface="Arial" pitchFamily="34" charset="0"/>
                <a:ea typeface="Arial" pitchFamily="34" charset="-122"/>
                <a:cs typeface="Arial" pitchFamily="34" charset="-120"/>
              </a:rPr>
              <a:t>Ô số 5 · 20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Âm thanh KHÔNG thể truyền qua môi trường nào?</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Không khí</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Chân không</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Nước</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Gỗ</a:t>
            </a:r>
            <a:endParaRPr lang="en-US" sz="2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B703"/>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+20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703"/>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B. Chân không</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703"/>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B703"/>
                </a:solidFill>
                <a:latin typeface="Arial" pitchFamily="34" charset="0"/>
                <a:ea typeface="Arial" pitchFamily="34" charset="-122"/>
                <a:cs typeface="Arial" pitchFamily="34" charset="-120"/>
              </a:rPr>
              <a:t>Ô số 6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9 × 6 = ?</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56</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45</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54</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63</a:t>
            </a:r>
            <a:endParaRPr lang="en-US" sz="2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B703"/>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703"/>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C. 54</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703"/>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B703"/>
                </a:solidFill>
                <a:latin typeface="Arial" pitchFamily="34" charset="0"/>
                <a:ea typeface="Arial" pitchFamily="34" charset="-122"/>
                <a:cs typeface="Arial" pitchFamily="34" charset="-120"/>
              </a:rPr>
              <a:t>Ô số 7 · 30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Tết Trung thu vào ngày nào của âm lịch?</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15 tháng Giêng</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5 tháng 5</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Mùng 1 tháng Giêng</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15 tháng 8</a:t>
            </a:r>
            <a:endParaRPr lang="en-US" sz="2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B703"/>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+30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703"/>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D. 15 tháng 8</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703"/>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B703"/>
                </a:solidFill>
                <a:latin typeface="Arial" pitchFamily="34" charset="0"/>
                <a:ea typeface="Arial" pitchFamily="34" charset="-122"/>
                <a:cs typeface="Arial" pitchFamily="34" charset="-120"/>
              </a:rPr>
              <a:t>Ô số 8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Từ đồng nghĩa với "to lớn" là?</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Khổng lồ</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Nhỏ bé</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Tí hon</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Bé xíu</a:t>
            </a:r>
            <a:endParaRPr lang="en-US" sz="2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B703"/>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703"/>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A. Khổng lồ</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703"/>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B703"/>
                </a:solidFill>
                <a:latin typeface="Arial" pitchFamily="34" charset="0"/>
                <a:ea typeface="Arial" pitchFamily="34" charset="-122"/>
                <a:cs typeface="Arial" pitchFamily="34" charset="-120"/>
              </a:rPr>
              <a:t>Ô số 9 · 20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Một giờ có bao nhiêu phút?</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100</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60</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30</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24</a:t>
            </a:r>
            <a:endParaRPr lang="en-US" sz="2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B703"/>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+20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703"/>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B. 60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703"/>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B703"/>
                </a:solidFill>
                <a:latin typeface="Arial" pitchFamily="34" charset="0"/>
                <a:ea typeface="Arial" pitchFamily="34" charset="-122"/>
                <a:cs typeface="Arial" pitchFamily="34" charset="-120"/>
              </a:rPr>
              <a:t>Ô số 10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Cơ quan nào giúp ta hít thở?</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Tim</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Dạ dày</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Phổi</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Gan</a:t>
            </a:r>
            <a:endParaRPr lang="en-US" sz="2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B703"/>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703"/>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C. Phổi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703"/>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B703"/>
                </a:solidFill>
                <a:latin typeface="Arial" pitchFamily="34" charset="0"/>
                <a:ea typeface="Arial" pitchFamily="34" charset="-122"/>
                <a:cs typeface="Arial" pitchFamily="34" charset="-120"/>
              </a:rPr>
              <a:t>Ô số 11 · 30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Số lớn nhất có hai chữ số là?</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100</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90</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98</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99</a:t>
            </a:r>
            <a:endParaRPr lang="en-US" sz="2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B703"/>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+30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703"/>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D. 99</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703"/>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B703"/>
                </a:solidFill>
                <a:latin typeface="Arial" pitchFamily="34" charset="0"/>
                <a:ea typeface="Arial" pitchFamily="34" charset="-122"/>
                <a:cs typeface="Arial" pitchFamily="34" charset="-120"/>
              </a:rPr>
              <a:t>Ô số 12 · 20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Hình tam giác có mấy góc?</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3</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4</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2</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5</a:t>
            </a:r>
            <a:endParaRPr lang="en-US" sz="2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B703"/>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+20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703"/>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A. 3</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703"/>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Ngộ Không thật giả</dc:title>
  <dc:subject>Trò chơi PowerPoint học tập</dc:subject>
  <dc:creator>giasu.ai.vn</dc:creator>
  <cp:lastModifiedBy>giasu.ai.vn</cp:lastModifiedBy>
  <cp:revision>1</cp:revision>
  <dcterms:created xsi:type="dcterms:W3CDTF">2026-10-19T03:29:13Z</dcterms:created>
  <dcterms:modified xsi:type="dcterms:W3CDTF">2026-10-19T03:29:13Z</dcterms:modified>
</cp:coreProperties>
</file>