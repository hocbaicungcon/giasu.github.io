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Trình chiếu ở chế độ Slide Show (F5). Các nút bấm hoạt động bằng liên kết nhảy slide. Thầy cô sửa nội dung câu hỏi và đáp án trực tiếp trên từng slide câu hỏi; muốn đổi đáp án đúng thì đổi lại liên kết của nút (Chèn &gt; Liên kết &gt; Đặt trong tài liệu này).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 Target="slide13.xml"/><Relationship Id="rId2" Type="http://schemas.openxmlformats.org/officeDocument/2006/relationships/slide" Target="slide13.xml"/><Relationship Id="rId3" Type="http://schemas.openxmlformats.org/officeDocument/2006/relationships/slide" Target="slide23.xml"/><Relationship Id="rId4" Type="http://schemas.openxmlformats.org/officeDocument/2006/relationships/slide" Target="slide13.xml"/><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 Target="slide14.xml"/><Relationship Id="rId2" Type="http://schemas.openxmlformats.org/officeDocument/2006/relationships/slide" Target="slide14.xml"/><Relationship Id="rId3" Type="http://schemas.openxmlformats.org/officeDocument/2006/relationships/slide" Target="slide14.xml"/><Relationship Id="rId4" Type="http://schemas.openxmlformats.org/officeDocument/2006/relationships/slide" Target="slide24.xml"/><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 Target="slide25.xml"/><Relationship Id="rId2" Type="http://schemas.openxmlformats.org/officeDocument/2006/relationships/slide" Target="slide15.xml"/><Relationship Id="rId3" Type="http://schemas.openxmlformats.org/officeDocument/2006/relationships/slide" Target="slide15.xml"/><Relationship Id="rId4" Type="http://schemas.openxmlformats.org/officeDocument/2006/relationships/slide" Target="slide15.xml"/><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 Target="slide16.xml"/><Relationship Id="rId2" Type="http://schemas.openxmlformats.org/officeDocument/2006/relationships/slide" Target="slide26.xml"/><Relationship Id="rId3" Type="http://schemas.openxmlformats.org/officeDocument/2006/relationships/slide" Target="slide16.xml"/><Relationship Id="rId4" Type="http://schemas.openxmlformats.org/officeDocument/2006/relationships/slide" Target="slide16.xml"/><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 Target="slide17.xml"/><Relationship Id="rId2" Type="http://schemas.openxmlformats.org/officeDocument/2006/relationships/slide" Target="slide17.xml"/><Relationship Id="rId3" Type="http://schemas.openxmlformats.org/officeDocument/2006/relationships/slide" Target="slide27.xml"/><Relationship Id="rId4" Type="http://schemas.openxmlformats.org/officeDocument/2006/relationships/slide" Target="slide17.xml"/><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 Target="slide18.xml"/><Relationship Id="rId2" Type="http://schemas.openxmlformats.org/officeDocument/2006/relationships/slide" Target="slide18.xml"/><Relationship Id="rId3" Type="http://schemas.openxmlformats.org/officeDocument/2006/relationships/slide" Target="slide18.xml"/><Relationship Id="rId4" Type="http://schemas.openxmlformats.org/officeDocument/2006/relationships/slide" Target="slide28.xml"/><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 Target="slide29.xml"/><Relationship Id="rId2" Type="http://schemas.openxmlformats.org/officeDocument/2006/relationships/slide" Target="slide19.xml"/><Relationship Id="rId3" Type="http://schemas.openxmlformats.org/officeDocument/2006/relationships/slide" Target="slide19.xml"/><Relationship Id="rId4" Type="http://schemas.openxmlformats.org/officeDocument/2006/relationships/slide" Target="slide19.xml"/><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 Target="slide20.xml"/><Relationship Id="rId2" Type="http://schemas.openxmlformats.org/officeDocument/2006/relationships/slide" Target="slide30.xml"/><Relationship Id="rId3" Type="http://schemas.openxmlformats.org/officeDocument/2006/relationships/slide" Target="slide20.xml"/><Relationship Id="rId4" Type="http://schemas.openxmlformats.org/officeDocument/2006/relationships/slide" Target="slide20.xml"/><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 Target="slide21.xml"/><Relationship Id="rId2" Type="http://schemas.openxmlformats.org/officeDocument/2006/relationships/slide" Target="slide21.xml"/><Relationship Id="rId3" Type="http://schemas.openxmlformats.org/officeDocument/2006/relationships/slide" Target="slide31.xml"/><Relationship Id="rId4" Type="http://schemas.openxmlformats.org/officeDocument/2006/relationships/slide" Target="slide21.xml"/><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 Target="slide22.xml"/><Relationship Id="rId2" Type="http://schemas.openxmlformats.org/officeDocument/2006/relationships/slide" Target="slide22.xml"/><Relationship Id="rId3" Type="http://schemas.openxmlformats.org/officeDocument/2006/relationships/slide" Target="slide22.xml"/><Relationship Id="rId4" Type="http://schemas.openxmlformats.org/officeDocument/2006/relationships/slide" Target="slide32.xml"/><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 Target="slide3.xm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 Target="slide4.xm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 Target="slide5.xm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 Target="slide6.xml"/><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 Target="slide7.xml"/><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 Target="slide8.xml"/><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 Target="slide9.xml"/><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 Target="slide10.xml"/><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 Target="slide3.xml"/><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 Target="slide4.xml"/><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 Target="slide5.xml"/><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 Target="slide6.xml"/><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 Target="slide7.xml"/><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 Target="slide8.xml"/><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 Target="slide9.xml"/><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 Target="slide10.xml"/><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 Target="slide11.xml"/><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 Target="slide12.xml"/><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1000" dirty="0">
                <a:solidFill>
                  <a:srgbClr val="000000"/>
                </a:solidFill>
                <a:latin typeface="Arial" pitchFamily="34" charset="0"/>
                <a:ea typeface="Arial" pitchFamily="34" charset="-122"/>
                <a:cs typeface="Arial" pitchFamily="34" charset="-120"/>
              </a:rPr>
              <a:t>🧗</a:t>
            </a:r>
            <a:endParaRPr lang="en-US" sz="11000" dirty="0"/>
          </a:p>
        </p:txBody>
      </p:sp>
      <p:sp>
        <p:nvSpPr>
          <p:cNvPr id="3" name="Text 1"/>
          <p:cNvSpPr txBox="1"/>
          <p:nvPr/>
        </p:nvSpPr>
        <p:spPr>
          <a:xfrm>
            <a:off x="548640" y="2286000"/>
            <a:ext cx="11094415" cy="1005840"/>
          </a:xfrm>
          <a:prstGeom prst="rect">
            <a:avLst/>
          </a:prstGeom>
          <a:noFill/>
          <a:ln/>
        </p:spPr>
        <p:txBody>
          <a:bodyPr wrap="square" rtlCol="0" anchor="ctr"/>
          <a:lstStyle/>
          <a:p>
            <a:pPr algn="ctr" indent="0" marL="0">
              <a:buNone/>
            </a:pPr>
            <a:r>
              <a:rPr lang="en-US" sz="4800" b="1" dirty="0">
                <a:solidFill>
                  <a:srgbClr val="FFFFFF"/>
                </a:solidFill>
                <a:latin typeface="Arial" pitchFamily="34" charset="0"/>
                <a:ea typeface="Arial" pitchFamily="34" charset="-122"/>
                <a:cs typeface="Arial" pitchFamily="34" charset="-120"/>
              </a:rPr>
              <a:t>HUGO GIẢI CỨU BẠN</a:t>
            </a:r>
            <a:endParaRPr lang="en-US" sz="4800" dirty="0"/>
          </a:p>
        </p:txBody>
      </p:sp>
      <p:sp>
        <p:nvSpPr>
          <p:cNvPr id="4" name="Text 2"/>
          <p:cNvSpPr txBox="1"/>
          <p:nvPr/>
        </p:nvSpPr>
        <p:spPr>
          <a:xfrm>
            <a:off x="1463040" y="3383280"/>
            <a:ext cx="9265615" cy="1005840"/>
          </a:xfrm>
          <a:prstGeom prst="rect">
            <a:avLst/>
          </a:prstGeom>
          <a:noFill/>
          <a:ln/>
        </p:spPr>
        <p:txBody>
          <a:bodyPr wrap="square" rtlCol="0" anchor="t"/>
          <a:lstStyle/>
          <a:p>
            <a:pPr algn="ctr" indent="0" marL="0">
              <a:buNone/>
            </a:pPr>
            <a:r>
              <a:rPr lang="en-US" sz="1800" dirty="0">
                <a:solidFill>
                  <a:srgbClr val="E5E7EB"/>
                </a:solidFill>
                <a:latin typeface="Arial" pitchFamily="34" charset="0"/>
                <a:ea typeface="Arial" pitchFamily="34" charset="-122"/>
                <a:cs typeface="Arial" pitchFamily="34" charset="-120"/>
              </a:rPr>
              <a:t>Cách chơi: Trả lời đúng để vượt qua từng chặng. Sai thì bị tụt lại chặng trước.</a:t>
            </a:r>
            <a:endParaRPr lang="en-US" sz="1800" dirty="0"/>
          </a:p>
        </p:txBody>
      </p:sp>
      <p:sp>
        <p:nvSpPr>
          <p:cNvPr id="5" name="Text 3">
            <a:hlinkClick r:id="rId1" tooltip="Bắt đầu chơi" action="ppaction://hlinksldjump"/>
          </p:cNvPr>
          <p:cNvSpPr txBox="1"/>
          <p:nvPr/>
        </p:nvSpPr>
        <p:spPr>
          <a:xfrm>
            <a:off x="4449928" y="4754880"/>
            <a:ext cx="3291840" cy="914400"/>
          </a:xfrm>
          <a:prstGeom prst="roundRect">
            <a:avLst>
              <a:gd name="adj" fmla="val 18000"/>
            </a:avLst>
          </a:prstGeom>
          <a:solidFill>
            <a:srgbClr val="FFD166"/>
          </a:solidFill>
          <a:ln/>
        </p:spPr>
        <p:txBody>
          <a:bodyPr wrap="square" lIns="1270" tIns="1270" rIns="1270" bIns="1270"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  BẮT ĐẦU</a:t>
            </a:r>
            <a:endParaRPr lang="en-US" sz="3000" dirty="0"/>
          </a:p>
        </p:txBody>
      </p:sp>
      <p:sp>
        <p:nvSpPr>
          <p:cNvPr id="6" name="Text 4"/>
          <p:cNvSpPr txBox="1"/>
          <p:nvPr/>
        </p:nvSpPr>
        <p:spPr>
          <a:xfrm>
            <a:off x="548640" y="6126480"/>
            <a:ext cx="1109441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Trình chiếu (F5) để chơi · Sửa câu hỏi trực tiếp trên các slide · giasu.ai.vn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457200" y="228600"/>
            <a:ext cx="8595360" cy="457200"/>
          </a:xfrm>
          <a:prstGeom prst="rect">
            <a:avLst/>
          </a:prstGeom>
          <a:noFill/>
          <a:ln/>
        </p:spPr>
        <p:txBody>
          <a:bodyPr wrap="square" lIns="0" tIns="0" rIns="0" bIns="0" rtlCol="0" anchor="ctr"/>
          <a:lstStyle/>
          <a:p>
            <a:pPr indent="0" marL="0">
              <a:buNone/>
            </a:pPr>
            <a:r>
              <a:rPr lang="en-US" sz="1800" b="1" dirty="0">
                <a:solidFill>
                  <a:srgbClr val="FFD166"/>
                </a:solidFill>
                <a:latin typeface="Arial" pitchFamily="34" charset="0"/>
                <a:ea typeface="Arial" pitchFamily="34" charset="-122"/>
                <a:cs typeface="Arial" pitchFamily="34" charset="-120"/>
              </a:rPr>
              <a:t>Câu 1/10</a:t>
            </a:r>
            <a:endParaRPr lang="en-US" sz="1800" dirty="0"/>
          </a:p>
        </p:txBody>
      </p:sp>
      <p:sp>
        <p:nvSpPr>
          <p:cNvPr id="3" name="Text 1"/>
          <p:cNvSpPr txBox="1"/>
          <p:nvPr/>
        </p:nvSpPr>
        <p:spPr>
          <a:xfrm>
            <a:off x="457200" y="777240"/>
            <a:ext cx="8595360"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2800" b="1" dirty="0">
                <a:solidFill>
                  <a:srgbClr val="1F2937"/>
                </a:solidFill>
                <a:latin typeface="Arial" pitchFamily="34" charset="0"/>
                <a:ea typeface="Arial" pitchFamily="34" charset="-122"/>
                <a:cs typeface="Arial" pitchFamily="34" charset="-120"/>
              </a:rPr>
              <a:t>Hình vuông có mấy cạnh bằng nhau?</a:t>
            </a:r>
            <a:endParaRPr lang="en-US" sz="2800" dirty="0"/>
          </a:p>
        </p:txBody>
      </p:sp>
      <p:sp>
        <p:nvSpPr>
          <p:cNvPr id="4" name="Text 2">
            <a:hlinkClick r:id="rId1" tooltip="Chọn đáp án A" action="ppaction://hlinksldjump"/>
          </p:cNvPr>
          <p:cNvSpPr txBox="1"/>
          <p:nvPr/>
        </p:nvSpPr>
        <p:spPr>
          <a:xfrm>
            <a:off x="457200" y="3200400"/>
            <a:ext cx="4160520"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  2</a:t>
            </a:r>
            <a:endParaRPr lang="en-US" sz="2400" dirty="0"/>
          </a:p>
        </p:txBody>
      </p:sp>
      <p:sp>
        <p:nvSpPr>
          <p:cNvPr id="5" name="Text 3">
            <a:hlinkClick r:id="rId2" tooltip="Chọn đáp án B" action="ppaction://hlinksldjump"/>
          </p:cNvPr>
          <p:cNvSpPr txBox="1"/>
          <p:nvPr/>
        </p:nvSpPr>
        <p:spPr>
          <a:xfrm>
            <a:off x="4892040" y="3200400"/>
            <a:ext cx="4160520"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B.  3</a:t>
            </a:r>
            <a:endParaRPr lang="en-US" sz="2400" dirty="0"/>
          </a:p>
        </p:txBody>
      </p:sp>
      <p:sp>
        <p:nvSpPr>
          <p:cNvPr id="6" name="Text 4">
            <a:hlinkClick r:id="rId3" tooltip="Chọn đáp án C" action="ppaction://hlinksldjump"/>
          </p:cNvPr>
          <p:cNvSpPr txBox="1"/>
          <p:nvPr/>
        </p:nvSpPr>
        <p:spPr>
          <a:xfrm>
            <a:off x="457200" y="4800600"/>
            <a:ext cx="4160520"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  4</a:t>
            </a:r>
            <a:endParaRPr lang="en-US" sz="2400" dirty="0"/>
          </a:p>
        </p:txBody>
      </p:sp>
      <p:sp>
        <p:nvSpPr>
          <p:cNvPr id="7" name="Text 5">
            <a:hlinkClick r:id="rId4" tooltip="Chọn đáp án D" action="ppaction://hlinksldjump"/>
          </p:cNvPr>
          <p:cNvSpPr txBox="1"/>
          <p:nvPr/>
        </p:nvSpPr>
        <p:spPr>
          <a:xfrm>
            <a:off x="4892040" y="4800600"/>
            <a:ext cx="4160520"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  5</a:t>
            </a:r>
            <a:endParaRPr lang="en-US" sz="2400" dirty="0"/>
          </a:p>
        </p:txBody>
      </p:sp>
      <p:sp>
        <p:nvSpPr>
          <p:cNvPr id="8" name="Text 6"/>
          <p:cNvSpPr txBox="1"/>
          <p:nvPr/>
        </p:nvSpPr>
        <p:spPr>
          <a:xfrm>
            <a:off x="9326880" y="393192"/>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10   Chặng 10</a:t>
            </a:r>
            <a:endParaRPr lang="en-US" sz="1600" dirty="0"/>
          </a:p>
        </p:txBody>
      </p:sp>
      <p:sp>
        <p:nvSpPr>
          <p:cNvPr id="9" name="Text 7"/>
          <p:cNvSpPr txBox="1"/>
          <p:nvPr/>
        </p:nvSpPr>
        <p:spPr>
          <a:xfrm>
            <a:off x="9326880" y="1005840"/>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9   Chặng 9</a:t>
            </a:r>
            <a:endParaRPr lang="en-US" sz="1600" dirty="0"/>
          </a:p>
        </p:txBody>
      </p:sp>
      <p:sp>
        <p:nvSpPr>
          <p:cNvPr id="10" name="Text 8"/>
          <p:cNvSpPr txBox="1"/>
          <p:nvPr/>
        </p:nvSpPr>
        <p:spPr>
          <a:xfrm>
            <a:off x="9326880" y="1618488"/>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8   Chặng 8</a:t>
            </a:r>
            <a:endParaRPr lang="en-US" sz="1600" dirty="0"/>
          </a:p>
        </p:txBody>
      </p:sp>
      <p:sp>
        <p:nvSpPr>
          <p:cNvPr id="11" name="Text 9"/>
          <p:cNvSpPr txBox="1"/>
          <p:nvPr/>
        </p:nvSpPr>
        <p:spPr>
          <a:xfrm>
            <a:off x="9326880" y="2231136"/>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7   Chặng 7</a:t>
            </a:r>
            <a:endParaRPr lang="en-US" sz="1600" dirty="0"/>
          </a:p>
        </p:txBody>
      </p:sp>
      <p:sp>
        <p:nvSpPr>
          <p:cNvPr id="12" name="Text 10"/>
          <p:cNvSpPr txBox="1"/>
          <p:nvPr/>
        </p:nvSpPr>
        <p:spPr>
          <a:xfrm>
            <a:off x="9326880" y="2843784"/>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6   Chặng 6</a:t>
            </a:r>
            <a:endParaRPr lang="en-US" sz="1600" dirty="0"/>
          </a:p>
        </p:txBody>
      </p:sp>
      <p:sp>
        <p:nvSpPr>
          <p:cNvPr id="13" name="Text 11"/>
          <p:cNvSpPr txBox="1"/>
          <p:nvPr/>
        </p:nvSpPr>
        <p:spPr>
          <a:xfrm>
            <a:off x="9326880" y="3456432"/>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5   Chặng 5</a:t>
            </a:r>
            <a:endParaRPr lang="en-US" sz="1600" dirty="0"/>
          </a:p>
        </p:txBody>
      </p:sp>
      <p:sp>
        <p:nvSpPr>
          <p:cNvPr id="14" name="Text 12"/>
          <p:cNvSpPr txBox="1"/>
          <p:nvPr/>
        </p:nvSpPr>
        <p:spPr>
          <a:xfrm>
            <a:off x="9326880" y="4069080"/>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4   Chặng 4</a:t>
            </a:r>
            <a:endParaRPr lang="en-US" sz="1600" dirty="0"/>
          </a:p>
        </p:txBody>
      </p:sp>
      <p:sp>
        <p:nvSpPr>
          <p:cNvPr id="15" name="Text 13"/>
          <p:cNvSpPr txBox="1"/>
          <p:nvPr/>
        </p:nvSpPr>
        <p:spPr>
          <a:xfrm>
            <a:off x="9326880" y="4681728"/>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3   Chặng 3</a:t>
            </a:r>
            <a:endParaRPr lang="en-US" sz="1600" dirty="0"/>
          </a:p>
        </p:txBody>
      </p:sp>
      <p:sp>
        <p:nvSpPr>
          <p:cNvPr id="16" name="Text 14"/>
          <p:cNvSpPr txBox="1"/>
          <p:nvPr/>
        </p:nvSpPr>
        <p:spPr>
          <a:xfrm>
            <a:off x="9326880" y="5294376"/>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2   Chặng 2</a:t>
            </a:r>
            <a:endParaRPr lang="en-US" sz="1600" dirty="0"/>
          </a:p>
        </p:txBody>
      </p:sp>
      <p:sp>
        <p:nvSpPr>
          <p:cNvPr id="17" name="Text 15"/>
          <p:cNvSpPr txBox="1"/>
          <p:nvPr/>
        </p:nvSpPr>
        <p:spPr>
          <a:xfrm>
            <a:off x="9326880" y="5907024"/>
            <a:ext cx="2377440" cy="557784"/>
          </a:xfrm>
          <a:prstGeom prst="roundRect">
            <a:avLst>
              <a:gd name="adj" fmla="val 13115"/>
            </a:avLst>
          </a:prstGeom>
          <a:solidFill>
            <a:srgbClr val="FFD166"/>
          </a:solidFill>
          <a:ln/>
        </p:spPr>
        <p:txBody>
          <a:bodyPr wrap="square" lIns="1524" tIns="1524" rIns="1524" bIns="1524" rtlCol="0" anchor="ctr"/>
          <a:lstStyle/>
          <a:p>
            <a:pPr algn="l" indent="0" marL="0">
              <a:buNone/>
            </a:pPr>
            <a:r>
              <a:rPr lang="en-US" sz="1600" b="1" dirty="0">
                <a:solidFill>
                  <a:srgbClr val="1F2937"/>
                </a:solidFill>
                <a:latin typeface="Arial" pitchFamily="34" charset="0"/>
                <a:ea typeface="Arial" pitchFamily="34" charset="-122"/>
                <a:cs typeface="Arial" pitchFamily="34" charset="-120"/>
              </a:rPr>
              <a:t>1   Chặng 1  🧗</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457200" y="228600"/>
            <a:ext cx="8595360" cy="457200"/>
          </a:xfrm>
          <a:prstGeom prst="rect">
            <a:avLst/>
          </a:prstGeom>
          <a:noFill/>
          <a:ln/>
        </p:spPr>
        <p:txBody>
          <a:bodyPr wrap="square" lIns="0" tIns="0" rIns="0" bIns="0" rtlCol="0" anchor="ctr"/>
          <a:lstStyle/>
          <a:p>
            <a:pPr indent="0" marL="0">
              <a:buNone/>
            </a:pPr>
            <a:r>
              <a:rPr lang="en-US" sz="1800" b="1" dirty="0">
                <a:solidFill>
                  <a:srgbClr val="FFD166"/>
                </a:solidFill>
                <a:latin typeface="Arial" pitchFamily="34" charset="0"/>
                <a:ea typeface="Arial" pitchFamily="34" charset="-122"/>
                <a:cs typeface="Arial" pitchFamily="34" charset="-120"/>
              </a:rPr>
              <a:t>Câu 2/10</a:t>
            </a:r>
            <a:endParaRPr lang="en-US" sz="1800" dirty="0"/>
          </a:p>
        </p:txBody>
      </p:sp>
      <p:sp>
        <p:nvSpPr>
          <p:cNvPr id="3" name="Text 1"/>
          <p:cNvSpPr txBox="1"/>
          <p:nvPr/>
        </p:nvSpPr>
        <p:spPr>
          <a:xfrm>
            <a:off x="457200" y="777240"/>
            <a:ext cx="8595360"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2800" b="1" dirty="0">
                <a:solidFill>
                  <a:srgbClr val="1F2937"/>
                </a:solidFill>
                <a:latin typeface="Arial" pitchFamily="34" charset="0"/>
                <a:ea typeface="Arial" pitchFamily="34" charset="-122"/>
                <a:cs typeface="Arial" pitchFamily="34" charset="-120"/>
              </a:rPr>
              <a:t>25 + 38 = ?</a:t>
            </a:r>
            <a:endParaRPr lang="en-US" sz="2800" dirty="0"/>
          </a:p>
        </p:txBody>
      </p:sp>
      <p:sp>
        <p:nvSpPr>
          <p:cNvPr id="4" name="Text 2">
            <a:hlinkClick r:id="rId1" tooltip="Chọn đáp án A" action="ppaction://hlinksldjump"/>
          </p:cNvPr>
          <p:cNvSpPr txBox="1"/>
          <p:nvPr/>
        </p:nvSpPr>
        <p:spPr>
          <a:xfrm>
            <a:off x="457200" y="3200400"/>
            <a:ext cx="4160520"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  53</a:t>
            </a:r>
            <a:endParaRPr lang="en-US" sz="2400" dirty="0"/>
          </a:p>
        </p:txBody>
      </p:sp>
      <p:sp>
        <p:nvSpPr>
          <p:cNvPr id="5" name="Text 3">
            <a:hlinkClick r:id="rId2" tooltip="Chọn đáp án B" action="ppaction://hlinksldjump"/>
          </p:cNvPr>
          <p:cNvSpPr txBox="1"/>
          <p:nvPr/>
        </p:nvSpPr>
        <p:spPr>
          <a:xfrm>
            <a:off x="4892040" y="3200400"/>
            <a:ext cx="4160520"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B.  62</a:t>
            </a:r>
            <a:endParaRPr lang="en-US" sz="2400" dirty="0"/>
          </a:p>
        </p:txBody>
      </p:sp>
      <p:sp>
        <p:nvSpPr>
          <p:cNvPr id="6" name="Text 4">
            <a:hlinkClick r:id="rId3" tooltip="Chọn đáp án C" action="ppaction://hlinksldjump"/>
          </p:cNvPr>
          <p:cNvSpPr txBox="1"/>
          <p:nvPr/>
        </p:nvSpPr>
        <p:spPr>
          <a:xfrm>
            <a:off x="457200" y="4800600"/>
            <a:ext cx="4160520"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  73</a:t>
            </a:r>
            <a:endParaRPr lang="en-US" sz="2400" dirty="0"/>
          </a:p>
        </p:txBody>
      </p:sp>
      <p:sp>
        <p:nvSpPr>
          <p:cNvPr id="7" name="Text 5">
            <a:hlinkClick r:id="rId4" tooltip="Chọn đáp án D" action="ppaction://hlinksldjump"/>
          </p:cNvPr>
          <p:cNvSpPr txBox="1"/>
          <p:nvPr/>
        </p:nvSpPr>
        <p:spPr>
          <a:xfrm>
            <a:off x="4892040" y="4800600"/>
            <a:ext cx="4160520"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  63</a:t>
            </a:r>
            <a:endParaRPr lang="en-US" sz="2400" dirty="0"/>
          </a:p>
        </p:txBody>
      </p:sp>
      <p:sp>
        <p:nvSpPr>
          <p:cNvPr id="8" name="Text 6"/>
          <p:cNvSpPr txBox="1"/>
          <p:nvPr/>
        </p:nvSpPr>
        <p:spPr>
          <a:xfrm>
            <a:off x="9326880" y="393192"/>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10   Chặng 10</a:t>
            </a:r>
            <a:endParaRPr lang="en-US" sz="1600" dirty="0"/>
          </a:p>
        </p:txBody>
      </p:sp>
      <p:sp>
        <p:nvSpPr>
          <p:cNvPr id="9" name="Text 7"/>
          <p:cNvSpPr txBox="1"/>
          <p:nvPr/>
        </p:nvSpPr>
        <p:spPr>
          <a:xfrm>
            <a:off x="9326880" y="1005840"/>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9   Chặng 9</a:t>
            </a:r>
            <a:endParaRPr lang="en-US" sz="1600" dirty="0"/>
          </a:p>
        </p:txBody>
      </p:sp>
      <p:sp>
        <p:nvSpPr>
          <p:cNvPr id="10" name="Text 8"/>
          <p:cNvSpPr txBox="1"/>
          <p:nvPr/>
        </p:nvSpPr>
        <p:spPr>
          <a:xfrm>
            <a:off x="9326880" y="1618488"/>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8   Chặng 8</a:t>
            </a:r>
            <a:endParaRPr lang="en-US" sz="1600" dirty="0"/>
          </a:p>
        </p:txBody>
      </p:sp>
      <p:sp>
        <p:nvSpPr>
          <p:cNvPr id="11" name="Text 9"/>
          <p:cNvSpPr txBox="1"/>
          <p:nvPr/>
        </p:nvSpPr>
        <p:spPr>
          <a:xfrm>
            <a:off x="9326880" y="2231136"/>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7   Chặng 7</a:t>
            </a:r>
            <a:endParaRPr lang="en-US" sz="1600" dirty="0"/>
          </a:p>
        </p:txBody>
      </p:sp>
      <p:sp>
        <p:nvSpPr>
          <p:cNvPr id="12" name="Text 10"/>
          <p:cNvSpPr txBox="1"/>
          <p:nvPr/>
        </p:nvSpPr>
        <p:spPr>
          <a:xfrm>
            <a:off x="9326880" y="2843784"/>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6   Chặng 6</a:t>
            </a:r>
            <a:endParaRPr lang="en-US" sz="1600" dirty="0"/>
          </a:p>
        </p:txBody>
      </p:sp>
      <p:sp>
        <p:nvSpPr>
          <p:cNvPr id="13" name="Text 11"/>
          <p:cNvSpPr txBox="1"/>
          <p:nvPr/>
        </p:nvSpPr>
        <p:spPr>
          <a:xfrm>
            <a:off x="9326880" y="3456432"/>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5   Chặng 5</a:t>
            </a:r>
            <a:endParaRPr lang="en-US" sz="1600" dirty="0"/>
          </a:p>
        </p:txBody>
      </p:sp>
      <p:sp>
        <p:nvSpPr>
          <p:cNvPr id="14" name="Text 12"/>
          <p:cNvSpPr txBox="1"/>
          <p:nvPr/>
        </p:nvSpPr>
        <p:spPr>
          <a:xfrm>
            <a:off x="9326880" y="4069080"/>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4   Chặng 4</a:t>
            </a:r>
            <a:endParaRPr lang="en-US" sz="1600" dirty="0"/>
          </a:p>
        </p:txBody>
      </p:sp>
      <p:sp>
        <p:nvSpPr>
          <p:cNvPr id="15" name="Text 13"/>
          <p:cNvSpPr txBox="1"/>
          <p:nvPr/>
        </p:nvSpPr>
        <p:spPr>
          <a:xfrm>
            <a:off x="9326880" y="4681728"/>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3   Chặng 3</a:t>
            </a:r>
            <a:endParaRPr lang="en-US" sz="1600" dirty="0"/>
          </a:p>
        </p:txBody>
      </p:sp>
      <p:sp>
        <p:nvSpPr>
          <p:cNvPr id="16" name="Text 14"/>
          <p:cNvSpPr txBox="1"/>
          <p:nvPr/>
        </p:nvSpPr>
        <p:spPr>
          <a:xfrm>
            <a:off x="9326880" y="5294376"/>
            <a:ext cx="2377440" cy="557784"/>
          </a:xfrm>
          <a:prstGeom prst="roundRect">
            <a:avLst>
              <a:gd name="adj" fmla="val 13115"/>
            </a:avLst>
          </a:prstGeom>
          <a:solidFill>
            <a:srgbClr val="FFD166"/>
          </a:solidFill>
          <a:ln/>
        </p:spPr>
        <p:txBody>
          <a:bodyPr wrap="square" lIns="1524" tIns="1524" rIns="1524" bIns="1524" rtlCol="0" anchor="ctr"/>
          <a:lstStyle/>
          <a:p>
            <a:pPr algn="l" indent="0" marL="0">
              <a:buNone/>
            </a:pPr>
            <a:r>
              <a:rPr lang="en-US" sz="1600" b="1" dirty="0">
                <a:solidFill>
                  <a:srgbClr val="1F2937"/>
                </a:solidFill>
                <a:latin typeface="Arial" pitchFamily="34" charset="0"/>
                <a:ea typeface="Arial" pitchFamily="34" charset="-122"/>
                <a:cs typeface="Arial" pitchFamily="34" charset="-120"/>
              </a:rPr>
              <a:t>2   Chặng 2  🧗</a:t>
            </a:r>
            <a:endParaRPr lang="en-US" sz="1600" dirty="0"/>
          </a:p>
        </p:txBody>
      </p:sp>
      <p:sp>
        <p:nvSpPr>
          <p:cNvPr id="17" name="Text 15"/>
          <p:cNvSpPr txBox="1"/>
          <p:nvPr/>
        </p:nvSpPr>
        <p:spPr>
          <a:xfrm>
            <a:off x="9326880" y="5907024"/>
            <a:ext cx="2377440" cy="557784"/>
          </a:xfrm>
          <a:prstGeom prst="roundRect">
            <a:avLst>
              <a:gd name="adj" fmla="val 13115"/>
            </a:avLst>
          </a:prstGeom>
          <a:solidFill>
            <a:srgbClr val="2D6A4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   Chặng 1</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457200" y="228600"/>
            <a:ext cx="8595360" cy="457200"/>
          </a:xfrm>
          <a:prstGeom prst="rect">
            <a:avLst/>
          </a:prstGeom>
          <a:noFill/>
          <a:ln/>
        </p:spPr>
        <p:txBody>
          <a:bodyPr wrap="square" lIns="0" tIns="0" rIns="0" bIns="0" rtlCol="0" anchor="ctr"/>
          <a:lstStyle/>
          <a:p>
            <a:pPr indent="0" marL="0">
              <a:buNone/>
            </a:pPr>
            <a:r>
              <a:rPr lang="en-US" sz="1800" b="1" dirty="0">
                <a:solidFill>
                  <a:srgbClr val="FFD166"/>
                </a:solidFill>
                <a:latin typeface="Arial" pitchFamily="34" charset="0"/>
                <a:ea typeface="Arial" pitchFamily="34" charset="-122"/>
                <a:cs typeface="Arial" pitchFamily="34" charset="-120"/>
              </a:rPr>
              <a:t>Câu 3/10</a:t>
            </a:r>
            <a:endParaRPr lang="en-US" sz="1800" dirty="0"/>
          </a:p>
        </p:txBody>
      </p:sp>
      <p:sp>
        <p:nvSpPr>
          <p:cNvPr id="3" name="Text 1"/>
          <p:cNvSpPr txBox="1"/>
          <p:nvPr/>
        </p:nvSpPr>
        <p:spPr>
          <a:xfrm>
            <a:off x="457200" y="777240"/>
            <a:ext cx="8595360"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2800" b="1" dirty="0">
                <a:solidFill>
                  <a:srgbClr val="1F2937"/>
                </a:solidFill>
                <a:latin typeface="Arial" pitchFamily="34" charset="0"/>
                <a:ea typeface="Arial" pitchFamily="34" charset="-122"/>
                <a:cs typeface="Arial" pitchFamily="34" charset="-120"/>
              </a:rPr>
              <a:t>Quả nào có màu da cam và chứa nhiều vitamin C?</a:t>
            </a:r>
            <a:endParaRPr lang="en-US" sz="2800" dirty="0"/>
          </a:p>
        </p:txBody>
      </p:sp>
      <p:sp>
        <p:nvSpPr>
          <p:cNvPr id="4" name="Text 2">
            <a:hlinkClick r:id="rId1" tooltip="Chọn đáp án A" action="ppaction://hlinksldjump"/>
          </p:cNvPr>
          <p:cNvSpPr txBox="1"/>
          <p:nvPr/>
        </p:nvSpPr>
        <p:spPr>
          <a:xfrm>
            <a:off x="457200" y="3200400"/>
            <a:ext cx="4160520"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  Cam</a:t>
            </a:r>
            <a:endParaRPr lang="en-US" sz="2400" dirty="0"/>
          </a:p>
        </p:txBody>
      </p:sp>
      <p:sp>
        <p:nvSpPr>
          <p:cNvPr id="5" name="Text 3">
            <a:hlinkClick r:id="rId2" tooltip="Chọn đáp án B" action="ppaction://hlinksldjump"/>
          </p:cNvPr>
          <p:cNvSpPr txBox="1"/>
          <p:nvPr/>
        </p:nvSpPr>
        <p:spPr>
          <a:xfrm>
            <a:off x="4892040" y="3200400"/>
            <a:ext cx="4160520"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B.  Chuối</a:t>
            </a:r>
            <a:endParaRPr lang="en-US" sz="2400" dirty="0"/>
          </a:p>
        </p:txBody>
      </p:sp>
      <p:sp>
        <p:nvSpPr>
          <p:cNvPr id="6" name="Text 4">
            <a:hlinkClick r:id="rId3" tooltip="Chọn đáp án C" action="ppaction://hlinksldjump"/>
          </p:cNvPr>
          <p:cNvSpPr txBox="1"/>
          <p:nvPr/>
        </p:nvSpPr>
        <p:spPr>
          <a:xfrm>
            <a:off x="457200" y="4800600"/>
            <a:ext cx="4160520"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  Nho</a:t>
            </a:r>
            <a:endParaRPr lang="en-US" sz="2400" dirty="0"/>
          </a:p>
        </p:txBody>
      </p:sp>
      <p:sp>
        <p:nvSpPr>
          <p:cNvPr id="7" name="Text 5">
            <a:hlinkClick r:id="rId4" tooltip="Chọn đáp án D" action="ppaction://hlinksldjump"/>
          </p:cNvPr>
          <p:cNvSpPr txBox="1"/>
          <p:nvPr/>
        </p:nvSpPr>
        <p:spPr>
          <a:xfrm>
            <a:off x="4892040" y="4800600"/>
            <a:ext cx="4160520"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  Dưa hấu</a:t>
            </a:r>
            <a:endParaRPr lang="en-US" sz="2400" dirty="0"/>
          </a:p>
        </p:txBody>
      </p:sp>
      <p:sp>
        <p:nvSpPr>
          <p:cNvPr id="8" name="Text 6"/>
          <p:cNvSpPr txBox="1"/>
          <p:nvPr/>
        </p:nvSpPr>
        <p:spPr>
          <a:xfrm>
            <a:off x="9326880" y="393192"/>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10   Chặng 10</a:t>
            </a:r>
            <a:endParaRPr lang="en-US" sz="1600" dirty="0"/>
          </a:p>
        </p:txBody>
      </p:sp>
      <p:sp>
        <p:nvSpPr>
          <p:cNvPr id="9" name="Text 7"/>
          <p:cNvSpPr txBox="1"/>
          <p:nvPr/>
        </p:nvSpPr>
        <p:spPr>
          <a:xfrm>
            <a:off x="9326880" y="1005840"/>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9   Chặng 9</a:t>
            </a:r>
            <a:endParaRPr lang="en-US" sz="1600" dirty="0"/>
          </a:p>
        </p:txBody>
      </p:sp>
      <p:sp>
        <p:nvSpPr>
          <p:cNvPr id="10" name="Text 8"/>
          <p:cNvSpPr txBox="1"/>
          <p:nvPr/>
        </p:nvSpPr>
        <p:spPr>
          <a:xfrm>
            <a:off x="9326880" y="1618488"/>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8   Chặng 8</a:t>
            </a:r>
            <a:endParaRPr lang="en-US" sz="1600" dirty="0"/>
          </a:p>
        </p:txBody>
      </p:sp>
      <p:sp>
        <p:nvSpPr>
          <p:cNvPr id="11" name="Text 9"/>
          <p:cNvSpPr txBox="1"/>
          <p:nvPr/>
        </p:nvSpPr>
        <p:spPr>
          <a:xfrm>
            <a:off x="9326880" y="2231136"/>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7   Chặng 7</a:t>
            </a:r>
            <a:endParaRPr lang="en-US" sz="1600" dirty="0"/>
          </a:p>
        </p:txBody>
      </p:sp>
      <p:sp>
        <p:nvSpPr>
          <p:cNvPr id="12" name="Text 10"/>
          <p:cNvSpPr txBox="1"/>
          <p:nvPr/>
        </p:nvSpPr>
        <p:spPr>
          <a:xfrm>
            <a:off x="9326880" y="2843784"/>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6   Chặng 6</a:t>
            </a:r>
            <a:endParaRPr lang="en-US" sz="1600" dirty="0"/>
          </a:p>
        </p:txBody>
      </p:sp>
      <p:sp>
        <p:nvSpPr>
          <p:cNvPr id="13" name="Text 11"/>
          <p:cNvSpPr txBox="1"/>
          <p:nvPr/>
        </p:nvSpPr>
        <p:spPr>
          <a:xfrm>
            <a:off x="9326880" y="3456432"/>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5   Chặng 5</a:t>
            </a:r>
            <a:endParaRPr lang="en-US" sz="1600" dirty="0"/>
          </a:p>
        </p:txBody>
      </p:sp>
      <p:sp>
        <p:nvSpPr>
          <p:cNvPr id="14" name="Text 12"/>
          <p:cNvSpPr txBox="1"/>
          <p:nvPr/>
        </p:nvSpPr>
        <p:spPr>
          <a:xfrm>
            <a:off x="9326880" y="4069080"/>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4   Chặng 4</a:t>
            </a:r>
            <a:endParaRPr lang="en-US" sz="1600" dirty="0"/>
          </a:p>
        </p:txBody>
      </p:sp>
      <p:sp>
        <p:nvSpPr>
          <p:cNvPr id="15" name="Text 13"/>
          <p:cNvSpPr txBox="1"/>
          <p:nvPr/>
        </p:nvSpPr>
        <p:spPr>
          <a:xfrm>
            <a:off x="9326880" y="4681728"/>
            <a:ext cx="2377440" cy="557784"/>
          </a:xfrm>
          <a:prstGeom prst="roundRect">
            <a:avLst>
              <a:gd name="adj" fmla="val 13115"/>
            </a:avLst>
          </a:prstGeom>
          <a:solidFill>
            <a:srgbClr val="FFD166"/>
          </a:solidFill>
          <a:ln/>
        </p:spPr>
        <p:txBody>
          <a:bodyPr wrap="square" lIns="1524" tIns="1524" rIns="1524" bIns="1524" rtlCol="0" anchor="ctr"/>
          <a:lstStyle/>
          <a:p>
            <a:pPr algn="l" indent="0" marL="0">
              <a:buNone/>
            </a:pPr>
            <a:r>
              <a:rPr lang="en-US" sz="1600" b="1" dirty="0">
                <a:solidFill>
                  <a:srgbClr val="1F2937"/>
                </a:solidFill>
                <a:latin typeface="Arial" pitchFamily="34" charset="0"/>
                <a:ea typeface="Arial" pitchFamily="34" charset="-122"/>
                <a:cs typeface="Arial" pitchFamily="34" charset="-120"/>
              </a:rPr>
              <a:t>3   Chặng 3  🧗</a:t>
            </a:r>
            <a:endParaRPr lang="en-US" sz="1600" dirty="0"/>
          </a:p>
        </p:txBody>
      </p:sp>
      <p:sp>
        <p:nvSpPr>
          <p:cNvPr id="16" name="Text 14"/>
          <p:cNvSpPr txBox="1"/>
          <p:nvPr/>
        </p:nvSpPr>
        <p:spPr>
          <a:xfrm>
            <a:off x="9326880" y="5294376"/>
            <a:ext cx="2377440" cy="557784"/>
          </a:xfrm>
          <a:prstGeom prst="roundRect">
            <a:avLst>
              <a:gd name="adj" fmla="val 13115"/>
            </a:avLst>
          </a:prstGeom>
          <a:solidFill>
            <a:srgbClr val="2D6A4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2   Chặng 2</a:t>
            </a:r>
            <a:endParaRPr lang="en-US" sz="1600" dirty="0"/>
          </a:p>
        </p:txBody>
      </p:sp>
      <p:sp>
        <p:nvSpPr>
          <p:cNvPr id="17" name="Text 15"/>
          <p:cNvSpPr txBox="1"/>
          <p:nvPr/>
        </p:nvSpPr>
        <p:spPr>
          <a:xfrm>
            <a:off x="9326880" y="5907024"/>
            <a:ext cx="2377440" cy="557784"/>
          </a:xfrm>
          <a:prstGeom prst="roundRect">
            <a:avLst>
              <a:gd name="adj" fmla="val 13115"/>
            </a:avLst>
          </a:prstGeom>
          <a:solidFill>
            <a:srgbClr val="2D6A4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   Chặng 1</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457200" y="228600"/>
            <a:ext cx="8595360" cy="457200"/>
          </a:xfrm>
          <a:prstGeom prst="rect">
            <a:avLst/>
          </a:prstGeom>
          <a:noFill/>
          <a:ln/>
        </p:spPr>
        <p:txBody>
          <a:bodyPr wrap="square" lIns="0" tIns="0" rIns="0" bIns="0" rtlCol="0" anchor="ctr"/>
          <a:lstStyle/>
          <a:p>
            <a:pPr indent="0" marL="0">
              <a:buNone/>
            </a:pPr>
            <a:r>
              <a:rPr lang="en-US" sz="1800" b="1" dirty="0">
                <a:solidFill>
                  <a:srgbClr val="FFD166"/>
                </a:solidFill>
                <a:latin typeface="Arial" pitchFamily="34" charset="0"/>
                <a:ea typeface="Arial" pitchFamily="34" charset="-122"/>
                <a:cs typeface="Arial" pitchFamily="34" charset="-120"/>
              </a:rPr>
              <a:t>Câu 4/10</a:t>
            </a:r>
            <a:endParaRPr lang="en-US" sz="1800" dirty="0"/>
          </a:p>
        </p:txBody>
      </p:sp>
      <p:sp>
        <p:nvSpPr>
          <p:cNvPr id="3" name="Text 1"/>
          <p:cNvSpPr txBox="1"/>
          <p:nvPr/>
        </p:nvSpPr>
        <p:spPr>
          <a:xfrm>
            <a:off x="457200" y="777240"/>
            <a:ext cx="8595360"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2800" b="1" dirty="0">
                <a:solidFill>
                  <a:srgbClr val="1F2937"/>
                </a:solidFill>
                <a:latin typeface="Arial" pitchFamily="34" charset="0"/>
                <a:ea typeface="Arial" pitchFamily="34" charset="-122"/>
                <a:cs typeface="Arial" pitchFamily="34" charset="-120"/>
              </a:rPr>
              <a:t>Một tuần có mấy ngày?</a:t>
            </a:r>
            <a:endParaRPr lang="en-US" sz="2800" dirty="0"/>
          </a:p>
        </p:txBody>
      </p:sp>
      <p:sp>
        <p:nvSpPr>
          <p:cNvPr id="4" name="Text 2">
            <a:hlinkClick r:id="rId1" tooltip="Chọn đáp án A" action="ppaction://hlinksldjump"/>
          </p:cNvPr>
          <p:cNvSpPr txBox="1"/>
          <p:nvPr/>
        </p:nvSpPr>
        <p:spPr>
          <a:xfrm>
            <a:off x="457200" y="3200400"/>
            <a:ext cx="4160520"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  5</a:t>
            </a:r>
            <a:endParaRPr lang="en-US" sz="2400" dirty="0"/>
          </a:p>
        </p:txBody>
      </p:sp>
      <p:sp>
        <p:nvSpPr>
          <p:cNvPr id="5" name="Text 3">
            <a:hlinkClick r:id="rId2" tooltip="Chọn đáp án B" action="ppaction://hlinksldjump"/>
          </p:cNvPr>
          <p:cNvSpPr txBox="1"/>
          <p:nvPr/>
        </p:nvSpPr>
        <p:spPr>
          <a:xfrm>
            <a:off x="4892040" y="3200400"/>
            <a:ext cx="4160520"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B.  7</a:t>
            </a:r>
            <a:endParaRPr lang="en-US" sz="2400" dirty="0"/>
          </a:p>
        </p:txBody>
      </p:sp>
      <p:sp>
        <p:nvSpPr>
          <p:cNvPr id="6" name="Text 4">
            <a:hlinkClick r:id="rId3" tooltip="Chọn đáp án C" action="ppaction://hlinksldjump"/>
          </p:cNvPr>
          <p:cNvSpPr txBox="1"/>
          <p:nvPr/>
        </p:nvSpPr>
        <p:spPr>
          <a:xfrm>
            <a:off x="457200" y="4800600"/>
            <a:ext cx="4160520"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  6</a:t>
            </a:r>
            <a:endParaRPr lang="en-US" sz="2400" dirty="0"/>
          </a:p>
        </p:txBody>
      </p:sp>
      <p:sp>
        <p:nvSpPr>
          <p:cNvPr id="7" name="Text 5">
            <a:hlinkClick r:id="rId4" tooltip="Chọn đáp án D" action="ppaction://hlinksldjump"/>
          </p:cNvPr>
          <p:cNvSpPr txBox="1"/>
          <p:nvPr/>
        </p:nvSpPr>
        <p:spPr>
          <a:xfrm>
            <a:off x="4892040" y="4800600"/>
            <a:ext cx="4160520"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  8</a:t>
            </a:r>
            <a:endParaRPr lang="en-US" sz="2400" dirty="0"/>
          </a:p>
        </p:txBody>
      </p:sp>
      <p:sp>
        <p:nvSpPr>
          <p:cNvPr id="8" name="Text 6"/>
          <p:cNvSpPr txBox="1"/>
          <p:nvPr/>
        </p:nvSpPr>
        <p:spPr>
          <a:xfrm>
            <a:off x="9326880" y="393192"/>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10   Chặng 10</a:t>
            </a:r>
            <a:endParaRPr lang="en-US" sz="1600" dirty="0"/>
          </a:p>
        </p:txBody>
      </p:sp>
      <p:sp>
        <p:nvSpPr>
          <p:cNvPr id="9" name="Text 7"/>
          <p:cNvSpPr txBox="1"/>
          <p:nvPr/>
        </p:nvSpPr>
        <p:spPr>
          <a:xfrm>
            <a:off x="9326880" y="1005840"/>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9   Chặng 9</a:t>
            </a:r>
            <a:endParaRPr lang="en-US" sz="1600" dirty="0"/>
          </a:p>
        </p:txBody>
      </p:sp>
      <p:sp>
        <p:nvSpPr>
          <p:cNvPr id="10" name="Text 8"/>
          <p:cNvSpPr txBox="1"/>
          <p:nvPr/>
        </p:nvSpPr>
        <p:spPr>
          <a:xfrm>
            <a:off x="9326880" y="1618488"/>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8   Chặng 8</a:t>
            </a:r>
            <a:endParaRPr lang="en-US" sz="1600" dirty="0"/>
          </a:p>
        </p:txBody>
      </p:sp>
      <p:sp>
        <p:nvSpPr>
          <p:cNvPr id="11" name="Text 9"/>
          <p:cNvSpPr txBox="1"/>
          <p:nvPr/>
        </p:nvSpPr>
        <p:spPr>
          <a:xfrm>
            <a:off x="9326880" y="2231136"/>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7   Chặng 7</a:t>
            </a:r>
            <a:endParaRPr lang="en-US" sz="1600" dirty="0"/>
          </a:p>
        </p:txBody>
      </p:sp>
      <p:sp>
        <p:nvSpPr>
          <p:cNvPr id="12" name="Text 10"/>
          <p:cNvSpPr txBox="1"/>
          <p:nvPr/>
        </p:nvSpPr>
        <p:spPr>
          <a:xfrm>
            <a:off x="9326880" y="2843784"/>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6   Chặng 6</a:t>
            </a:r>
            <a:endParaRPr lang="en-US" sz="1600" dirty="0"/>
          </a:p>
        </p:txBody>
      </p:sp>
      <p:sp>
        <p:nvSpPr>
          <p:cNvPr id="13" name="Text 11"/>
          <p:cNvSpPr txBox="1"/>
          <p:nvPr/>
        </p:nvSpPr>
        <p:spPr>
          <a:xfrm>
            <a:off x="9326880" y="3456432"/>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5   Chặng 5</a:t>
            </a:r>
            <a:endParaRPr lang="en-US" sz="1600" dirty="0"/>
          </a:p>
        </p:txBody>
      </p:sp>
      <p:sp>
        <p:nvSpPr>
          <p:cNvPr id="14" name="Text 12"/>
          <p:cNvSpPr txBox="1"/>
          <p:nvPr/>
        </p:nvSpPr>
        <p:spPr>
          <a:xfrm>
            <a:off x="9326880" y="4069080"/>
            <a:ext cx="2377440" cy="557784"/>
          </a:xfrm>
          <a:prstGeom prst="roundRect">
            <a:avLst>
              <a:gd name="adj" fmla="val 13115"/>
            </a:avLst>
          </a:prstGeom>
          <a:solidFill>
            <a:srgbClr val="FFD166"/>
          </a:solidFill>
          <a:ln/>
        </p:spPr>
        <p:txBody>
          <a:bodyPr wrap="square" lIns="1524" tIns="1524" rIns="1524" bIns="1524" rtlCol="0" anchor="ctr"/>
          <a:lstStyle/>
          <a:p>
            <a:pPr algn="l" indent="0" marL="0">
              <a:buNone/>
            </a:pPr>
            <a:r>
              <a:rPr lang="en-US" sz="1600" b="1" dirty="0">
                <a:solidFill>
                  <a:srgbClr val="1F2937"/>
                </a:solidFill>
                <a:latin typeface="Arial" pitchFamily="34" charset="0"/>
                <a:ea typeface="Arial" pitchFamily="34" charset="-122"/>
                <a:cs typeface="Arial" pitchFamily="34" charset="-120"/>
              </a:rPr>
              <a:t>4   Chặng 4  🧗</a:t>
            </a:r>
            <a:endParaRPr lang="en-US" sz="1600" dirty="0"/>
          </a:p>
        </p:txBody>
      </p:sp>
      <p:sp>
        <p:nvSpPr>
          <p:cNvPr id="15" name="Text 13"/>
          <p:cNvSpPr txBox="1"/>
          <p:nvPr/>
        </p:nvSpPr>
        <p:spPr>
          <a:xfrm>
            <a:off x="9326880" y="4681728"/>
            <a:ext cx="2377440" cy="557784"/>
          </a:xfrm>
          <a:prstGeom prst="roundRect">
            <a:avLst>
              <a:gd name="adj" fmla="val 13115"/>
            </a:avLst>
          </a:prstGeom>
          <a:solidFill>
            <a:srgbClr val="2D6A4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3   Chặng 3</a:t>
            </a:r>
            <a:endParaRPr lang="en-US" sz="1600" dirty="0"/>
          </a:p>
        </p:txBody>
      </p:sp>
      <p:sp>
        <p:nvSpPr>
          <p:cNvPr id="16" name="Text 14"/>
          <p:cNvSpPr txBox="1"/>
          <p:nvPr/>
        </p:nvSpPr>
        <p:spPr>
          <a:xfrm>
            <a:off x="9326880" y="5294376"/>
            <a:ext cx="2377440" cy="557784"/>
          </a:xfrm>
          <a:prstGeom prst="roundRect">
            <a:avLst>
              <a:gd name="adj" fmla="val 13115"/>
            </a:avLst>
          </a:prstGeom>
          <a:solidFill>
            <a:srgbClr val="2D6A4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2   Chặng 2</a:t>
            </a:r>
            <a:endParaRPr lang="en-US" sz="1600" dirty="0"/>
          </a:p>
        </p:txBody>
      </p:sp>
      <p:sp>
        <p:nvSpPr>
          <p:cNvPr id="17" name="Text 15"/>
          <p:cNvSpPr txBox="1"/>
          <p:nvPr/>
        </p:nvSpPr>
        <p:spPr>
          <a:xfrm>
            <a:off x="9326880" y="5907024"/>
            <a:ext cx="2377440" cy="557784"/>
          </a:xfrm>
          <a:prstGeom prst="roundRect">
            <a:avLst>
              <a:gd name="adj" fmla="val 13115"/>
            </a:avLst>
          </a:prstGeom>
          <a:solidFill>
            <a:srgbClr val="2D6A4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   Chặng 1</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457200" y="228600"/>
            <a:ext cx="8595360" cy="457200"/>
          </a:xfrm>
          <a:prstGeom prst="rect">
            <a:avLst/>
          </a:prstGeom>
          <a:noFill/>
          <a:ln/>
        </p:spPr>
        <p:txBody>
          <a:bodyPr wrap="square" lIns="0" tIns="0" rIns="0" bIns="0" rtlCol="0" anchor="ctr"/>
          <a:lstStyle/>
          <a:p>
            <a:pPr indent="0" marL="0">
              <a:buNone/>
            </a:pPr>
            <a:r>
              <a:rPr lang="en-US" sz="1800" b="1" dirty="0">
                <a:solidFill>
                  <a:srgbClr val="FFD166"/>
                </a:solidFill>
                <a:latin typeface="Arial" pitchFamily="34" charset="0"/>
                <a:ea typeface="Arial" pitchFamily="34" charset="-122"/>
                <a:cs typeface="Arial" pitchFamily="34" charset="-120"/>
              </a:rPr>
              <a:t>Câu 5/10</a:t>
            </a:r>
            <a:endParaRPr lang="en-US" sz="1800" dirty="0"/>
          </a:p>
        </p:txBody>
      </p:sp>
      <p:sp>
        <p:nvSpPr>
          <p:cNvPr id="3" name="Text 1"/>
          <p:cNvSpPr txBox="1"/>
          <p:nvPr/>
        </p:nvSpPr>
        <p:spPr>
          <a:xfrm>
            <a:off x="457200" y="777240"/>
            <a:ext cx="8595360"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2800" b="1" dirty="0">
                <a:solidFill>
                  <a:srgbClr val="1F2937"/>
                </a:solidFill>
                <a:latin typeface="Arial" pitchFamily="34" charset="0"/>
                <a:ea typeface="Arial" pitchFamily="34" charset="-122"/>
                <a:cs typeface="Arial" pitchFamily="34" charset="-120"/>
              </a:rPr>
              <a:t>Vịnh Hạ Long thuộc tỉnh nào?</a:t>
            </a:r>
            <a:endParaRPr lang="en-US" sz="2800" dirty="0"/>
          </a:p>
        </p:txBody>
      </p:sp>
      <p:sp>
        <p:nvSpPr>
          <p:cNvPr id="4" name="Text 2">
            <a:hlinkClick r:id="rId1" tooltip="Chọn đáp án A" action="ppaction://hlinksldjump"/>
          </p:cNvPr>
          <p:cNvSpPr txBox="1"/>
          <p:nvPr/>
        </p:nvSpPr>
        <p:spPr>
          <a:xfrm>
            <a:off x="457200" y="3200400"/>
            <a:ext cx="4160520"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  Thanh Hóa</a:t>
            </a:r>
            <a:endParaRPr lang="en-US" sz="2400" dirty="0"/>
          </a:p>
        </p:txBody>
      </p:sp>
      <p:sp>
        <p:nvSpPr>
          <p:cNvPr id="5" name="Text 3">
            <a:hlinkClick r:id="rId2" tooltip="Chọn đáp án B" action="ppaction://hlinksldjump"/>
          </p:cNvPr>
          <p:cNvSpPr txBox="1"/>
          <p:nvPr/>
        </p:nvSpPr>
        <p:spPr>
          <a:xfrm>
            <a:off x="4892040" y="3200400"/>
            <a:ext cx="4160520"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B.  Nghệ An</a:t>
            </a:r>
            <a:endParaRPr lang="en-US" sz="2400" dirty="0"/>
          </a:p>
        </p:txBody>
      </p:sp>
      <p:sp>
        <p:nvSpPr>
          <p:cNvPr id="6" name="Text 4">
            <a:hlinkClick r:id="rId3" tooltip="Chọn đáp án C" action="ppaction://hlinksldjump"/>
          </p:cNvPr>
          <p:cNvSpPr txBox="1"/>
          <p:nvPr/>
        </p:nvSpPr>
        <p:spPr>
          <a:xfrm>
            <a:off x="457200" y="4800600"/>
            <a:ext cx="4160520"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  Quảng Ninh</a:t>
            </a:r>
            <a:endParaRPr lang="en-US" sz="2400" dirty="0"/>
          </a:p>
        </p:txBody>
      </p:sp>
      <p:sp>
        <p:nvSpPr>
          <p:cNvPr id="7" name="Text 5">
            <a:hlinkClick r:id="rId4" tooltip="Chọn đáp án D" action="ppaction://hlinksldjump"/>
          </p:cNvPr>
          <p:cNvSpPr txBox="1"/>
          <p:nvPr/>
        </p:nvSpPr>
        <p:spPr>
          <a:xfrm>
            <a:off x="4892040" y="4800600"/>
            <a:ext cx="4160520"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  Khánh Hòa</a:t>
            </a:r>
            <a:endParaRPr lang="en-US" sz="2400" dirty="0"/>
          </a:p>
        </p:txBody>
      </p:sp>
      <p:sp>
        <p:nvSpPr>
          <p:cNvPr id="8" name="Text 6"/>
          <p:cNvSpPr txBox="1"/>
          <p:nvPr/>
        </p:nvSpPr>
        <p:spPr>
          <a:xfrm>
            <a:off x="9326880" y="393192"/>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10   Chặng 10</a:t>
            </a:r>
            <a:endParaRPr lang="en-US" sz="1600" dirty="0"/>
          </a:p>
        </p:txBody>
      </p:sp>
      <p:sp>
        <p:nvSpPr>
          <p:cNvPr id="9" name="Text 7"/>
          <p:cNvSpPr txBox="1"/>
          <p:nvPr/>
        </p:nvSpPr>
        <p:spPr>
          <a:xfrm>
            <a:off x="9326880" y="1005840"/>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9   Chặng 9</a:t>
            </a:r>
            <a:endParaRPr lang="en-US" sz="1600" dirty="0"/>
          </a:p>
        </p:txBody>
      </p:sp>
      <p:sp>
        <p:nvSpPr>
          <p:cNvPr id="10" name="Text 8"/>
          <p:cNvSpPr txBox="1"/>
          <p:nvPr/>
        </p:nvSpPr>
        <p:spPr>
          <a:xfrm>
            <a:off x="9326880" y="1618488"/>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8   Chặng 8</a:t>
            </a:r>
            <a:endParaRPr lang="en-US" sz="1600" dirty="0"/>
          </a:p>
        </p:txBody>
      </p:sp>
      <p:sp>
        <p:nvSpPr>
          <p:cNvPr id="11" name="Text 9"/>
          <p:cNvSpPr txBox="1"/>
          <p:nvPr/>
        </p:nvSpPr>
        <p:spPr>
          <a:xfrm>
            <a:off x="9326880" y="2231136"/>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7   Chặng 7</a:t>
            </a:r>
            <a:endParaRPr lang="en-US" sz="1600" dirty="0"/>
          </a:p>
        </p:txBody>
      </p:sp>
      <p:sp>
        <p:nvSpPr>
          <p:cNvPr id="12" name="Text 10"/>
          <p:cNvSpPr txBox="1"/>
          <p:nvPr/>
        </p:nvSpPr>
        <p:spPr>
          <a:xfrm>
            <a:off x="9326880" y="2843784"/>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6   Chặng 6</a:t>
            </a:r>
            <a:endParaRPr lang="en-US" sz="1600" dirty="0"/>
          </a:p>
        </p:txBody>
      </p:sp>
      <p:sp>
        <p:nvSpPr>
          <p:cNvPr id="13" name="Text 11"/>
          <p:cNvSpPr txBox="1"/>
          <p:nvPr/>
        </p:nvSpPr>
        <p:spPr>
          <a:xfrm>
            <a:off x="9326880" y="3456432"/>
            <a:ext cx="2377440" cy="557784"/>
          </a:xfrm>
          <a:prstGeom prst="roundRect">
            <a:avLst>
              <a:gd name="adj" fmla="val 13115"/>
            </a:avLst>
          </a:prstGeom>
          <a:solidFill>
            <a:srgbClr val="FFD166"/>
          </a:solidFill>
          <a:ln/>
        </p:spPr>
        <p:txBody>
          <a:bodyPr wrap="square" lIns="1524" tIns="1524" rIns="1524" bIns="1524" rtlCol="0" anchor="ctr"/>
          <a:lstStyle/>
          <a:p>
            <a:pPr algn="l" indent="0" marL="0">
              <a:buNone/>
            </a:pPr>
            <a:r>
              <a:rPr lang="en-US" sz="1600" b="1" dirty="0">
                <a:solidFill>
                  <a:srgbClr val="1F2937"/>
                </a:solidFill>
                <a:latin typeface="Arial" pitchFamily="34" charset="0"/>
                <a:ea typeface="Arial" pitchFamily="34" charset="-122"/>
                <a:cs typeface="Arial" pitchFamily="34" charset="-120"/>
              </a:rPr>
              <a:t>5   Chặng 5  🧗</a:t>
            </a:r>
            <a:endParaRPr lang="en-US" sz="1600" dirty="0"/>
          </a:p>
        </p:txBody>
      </p:sp>
      <p:sp>
        <p:nvSpPr>
          <p:cNvPr id="14" name="Text 12"/>
          <p:cNvSpPr txBox="1"/>
          <p:nvPr/>
        </p:nvSpPr>
        <p:spPr>
          <a:xfrm>
            <a:off x="9326880" y="4069080"/>
            <a:ext cx="2377440" cy="557784"/>
          </a:xfrm>
          <a:prstGeom prst="roundRect">
            <a:avLst>
              <a:gd name="adj" fmla="val 13115"/>
            </a:avLst>
          </a:prstGeom>
          <a:solidFill>
            <a:srgbClr val="2D6A4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4   Chặng 4</a:t>
            </a:r>
            <a:endParaRPr lang="en-US" sz="1600" dirty="0"/>
          </a:p>
        </p:txBody>
      </p:sp>
      <p:sp>
        <p:nvSpPr>
          <p:cNvPr id="15" name="Text 13"/>
          <p:cNvSpPr txBox="1"/>
          <p:nvPr/>
        </p:nvSpPr>
        <p:spPr>
          <a:xfrm>
            <a:off x="9326880" y="4681728"/>
            <a:ext cx="2377440" cy="557784"/>
          </a:xfrm>
          <a:prstGeom prst="roundRect">
            <a:avLst>
              <a:gd name="adj" fmla="val 13115"/>
            </a:avLst>
          </a:prstGeom>
          <a:solidFill>
            <a:srgbClr val="2D6A4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3   Chặng 3</a:t>
            </a:r>
            <a:endParaRPr lang="en-US" sz="1600" dirty="0"/>
          </a:p>
        </p:txBody>
      </p:sp>
      <p:sp>
        <p:nvSpPr>
          <p:cNvPr id="16" name="Text 14"/>
          <p:cNvSpPr txBox="1"/>
          <p:nvPr/>
        </p:nvSpPr>
        <p:spPr>
          <a:xfrm>
            <a:off x="9326880" y="5294376"/>
            <a:ext cx="2377440" cy="557784"/>
          </a:xfrm>
          <a:prstGeom prst="roundRect">
            <a:avLst>
              <a:gd name="adj" fmla="val 13115"/>
            </a:avLst>
          </a:prstGeom>
          <a:solidFill>
            <a:srgbClr val="2D6A4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2   Chặng 2</a:t>
            </a:r>
            <a:endParaRPr lang="en-US" sz="1600" dirty="0"/>
          </a:p>
        </p:txBody>
      </p:sp>
      <p:sp>
        <p:nvSpPr>
          <p:cNvPr id="17" name="Text 15"/>
          <p:cNvSpPr txBox="1"/>
          <p:nvPr/>
        </p:nvSpPr>
        <p:spPr>
          <a:xfrm>
            <a:off x="9326880" y="5907024"/>
            <a:ext cx="2377440" cy="557784"/>
          </a:xfrm>
          <a:prstGeom prst="roundRect">
            <a:avLst>
              <a:gd name="adj" fmla="val 13115"/>
            </a:avLst>
          </a:prstGeom>
          <a:solidFill>
            <a:srgbClr val="2D6A4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   Chặng 1</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457200" y="228600"/>
            <a:ext cx="8595360" cy="457200"/>
          </a:xfrm>
          <a:prstGeom prst="rect">
            <a:avLst/>
          </a:prstGeom>
          <a:noFill/>
          <a:ln/>
        </p:spPr>
        <p:txBody>
          <a:bodyPr wrap="square" lIns="0" tIns="0" rIns="0" bIns="0" rtlCol="0" anchor="ctr"/>
          <a:lstStyle/>
          <a:p>
            <a:pPr indent="0" marL="0">
              <a:buNone/>
            </a:pPr>
            <a:r>
              <a:rPr lang="en-US" sz="1800" b="1" dirty="0">
                <a:solidFill>
                  <a:srgbClr val="FFD166"/>
                </a:solidFill>
                <a:latin typeface="Arial" pitchFamily="34" charset="0"/>
                <a:ea typeface="Arial" pitchFamily="34" charset="-122"/>
                <a:cs typeface="Arial" pitchFamily="34" charset="-120"/>
              </a:rPr>
              <a:t>Câu 6/10</a:t>
            </a:r>
            <a:endParaRPr lang="en-US" sz="1800" dirty="0"/>
          </a:p>
        </p:txBody>
      </p:sp>
      <p:sp>
        <p:nvSpPr>
          <p:cNvPr id="3" name="Text 1"/>
          <p:cNvSpPr txBox="1"/>
          <p:nvPr/>
        </p:nvSpPr>
        <p:spPr>
          <a:xfrm>
            <a:off x="457200" y="777240"/>
            <a:ext cx="8595360"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2800" b="1" dirty="0">
                <a:solidFill>
                  <a:srgbClr val="1F2937"/>
                </a:solidFill>
                <a:latin typeface="Arial" pitchFamily="34" charset="0"/>
                <a:ea typeface="Arial" pitchFamily="34" charset="-122"/>
                <a:cs typeface="Arial" pitchFamily="34" charset="-120"/>
              </a:rPr>
              <a:t>Loài vật nào sống dưới nước?</a:t>
            </a:r>
            <a:endParaRPr lang="en-US" sz="2800" dirty="0"/>
          </a:p>
        </p:txBody>
      </p:sp>
      <p:sp>
        <p:nvSpPr>
          <p:cNvPr id="4" name="Text 2">
            <a:hlinkClick r:id="rId1" tooltip="Chọn đáp án A" action="ppaction://hlinksldjump"/>
          </p:cNvPr>
          <p:cNvSpPr txBox="1"/>
          <p:nvPr/>
        </p:nvSpPr>
        <p:spPr>
          <a:xfrm>
            <a:off x="457200" y="3200400"/>
            <a:ext cx="4160520"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  Mèo</a:t>
            </a:r>
            <a:endParaRPr lang="en-US" sz="2400" dirty="0"/>
          </a:p>
        </p:txBody>
      </p:sp>
      <p:sp>
        <p:nvSpPr>
          <p:cNvPr id="5" name="Text 3">
            <a:hlinkClick r:id="rId2" tooltip="Chọn đáp án B" action="ppaction://hlinksldjump"/>
          </p:cNvPr>
          <p:cNvSpPr txBox="1"/>
          <p:nvPr/>
        </p:nvSpPr>
        <p:spPr>
          <a:xfrm>
            <a:off x="4892040" y="3200400"/>
            <a:ext cx="4160520"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B.  Gà</a:t>
            </a:r>
            <a:endParaRPr lang="en-US" sz="2400" dirty="0"/>
          </a:p>
        </p:txBody>
      </p:sp>
      <p:sp>
        <p:nvSpPr>
          <p:cNvPr id="6" name="Text 4">
            <a:hlinkClick r:id="rId3" tooltip="Chọn đáp án C" action="ppaction://hlinksldjump"/>
          </p:cNvPr>
          <p:cNvSpPr txBox="1"/>
          <p:nvPr/>
        </p:nvSpPr>
        <p:spPr>
          <a:xfrm>
            <a:off x="457200" y="4800600"/>
            <a:ext cx="4160520"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  Bò</a:t>
            </a:r>
            <a:endParaRPr lang="en-US" sz="2400" dirty="0"/>
          </a:p>
        </p:txBody>
      </p:sp>
      <p:sp>
        <p:nvSpPr>
          <p:cNvPr id="7" name="Text 5">
            <a:hlinkClick r:id="rId4" tooltip="Chọn đáp án D" action="ppaction://hlinksldjump"/>
          </p:cNvPr>
          <p:cNvSpPr txBox="1"/>
          <p:nvPr/>
        </p:nvSpPr>
        <p:spPr>
          <a:xfrm>
            <a:off x="4892040" y="4800600"/>
            <a:ext cx="4160520"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  Cá</a:t>
            </a:r>
            <a:endParaRPr lang="en-US" sz="2400" dirty="0"/>
          </a:p>
        </p:txBody>
      </p:sp>
      <p:sp>
        <p:nvSpPr>
          <p:cNvPr id="8" name="Text 6"/>
          <p:cNvSpPr txBox="1"/>
          <p:nvPr/>
        </p:nvSpPr>
        <p:spPr>
          <a:xfrm>
            <a:off x="9326880" y="393192"/>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10   Chặng 10</a:t>
            </a:r>
            <a:endParaRPr lang="en-US" sz="1600" dirty="0"/>
          </a:p>
        </p:txBody>
      </p:sp>
      <p:sp>
        <p:nvSpPr>
          <p:cNvPr id="9" name="Text 7"/>
          <p:cNvSpPr txBox="1"/>
          <p:nvPr/>
        </p:nvSpPr>
        <p:spPr>
          <a:xfrm>
            <a:off x="9326880" y="1005840"/>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9   Chặng 9</a:t>
            </a:r>
            <a:endParaRPr lang="en-US" sz="1600" dirty="0"/>
          </a:p>
        </p:txBody>
      </p:sp>
      <p:sp>
        <p:nvSpPr>
          <p:cNvPr id="10" name="Text 8"/>
          <p:cNvSpPr txBox="1"/>
          <p:nvPr/>
        </p:nvSpPr>
        <p:spPr>
          <a:xfrm>
            <a:off x="9326880" y="1618488"/>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8   Chặng 8</a:t>
            </a:r>
            <a:endParaRPr lang="en-US" sz="1600" dirty="0"/>
          </a:p>
        </p:txBody>
      </p:sp>
      <p:sp>
        <p:nvSpPr>
          <p:cNvPr id="11" name="Text 9"/>
          <p:cNvSpPr txBox="1"/>
          <p:nvPr/>
        </p:nvSpPr>
        <p:spPr>
          <a:xfrm>
            <a:off x="9326880" y="2231136"/>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7   Chặng 7</a:t>
            </a:r>
            <a:endParaRPr lang="en-US" sz="1600" dirty="0"/>
          </a:p>
        </p:txBody>
      </p:sp>
      <p:sp>
        <p:nvSpPr>
          <p:cNvPr id="12" name="Text 10"/>
          <p:cNvSpPr txBox="1"/>
          <p:nvPr/>
        </p:nvSpPr>
        <p:spPr>
          <a:xfrm>
            <a:off x="9326880" y="2843784"/>
            <a:ext cx="2377440" cy="557784"/>
          </a:xfrm>
          <a:prstGeom prst="roundRect">
            <a:avLst>
              <a:gd name="adj" fmla="val 13115"/>
            </a:avLst>
          </a:prstGeom>
          <a:solidFill>
            <a:srgbClr val="FFD166"/>
          </a:solidFill>
          <a:ln/>
        </p:spPr>
        <p:txBody>
          <a:bodyPr wrap="square" lIns="1524" tIns="1524" rIns="1524" bIns="1524" rtlCol="0" anchor="ctr"/>
          <a:lstStyle/>
          <a:p>
            <a:pPr algn="l" indent="0" marL="0">
              <a:buNone/>
            </a:pPr>
            <a:r>
              <a:rPr lang="en-US" sz="1600" b="1" dirty="0">
                <a:solidFill>
                  <a:srgbClr val="1F2937"/>
                </a:solidFill>
                <a:latin typeface="Arial" pitchFamily="34" charset="0"/>
                <a:ea typeface="Arial" pitchFamily="34" charset="-122"/>
                <a:cs typeface="Arial" pitchFamily="34" charset="-120"/>
              </a:rPr>
              <a:t>6   Chặng 6  🧗</a:t>
            </a:r>
            <a:endParaRPr lang="en-US" sz="1600" dirty="0"/>
          </a:p>
        </p:txBody>
      </p:sp>
      <p:sp>
        <p:nvSpPr>
          <p:cNvPr id="13" name="Text 11"/>
          <p:cNvSpPr txBox="1"/>
          <p:nvPr/>
        </p:nvSpPr>
        <p:spPr>
          <a:xfrm>
            <a:off x="9326880" y="3456432"/>
            <a:ext cx="2377440" cy="557784"/>
          </a:xfrm>
          <a:prstGeom prst="roundRect">
            <a:avLst>
              <a:gd name="adj" fmla="val 13115"/>
            </a:avLst>
          </a:prstGeom>
          <a:solidFill>
            <a:srgbClr val="2D6A4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5   Chặng 5</a:t>
            </a:r>
            <a:endParaRPr lang="en-US" sz="1600" dirty="0"/>
          </a:p>
        </p:txBody>
      </p:sp>
      <p:sp>
        <p:nvSpPr>
          <p:cNvPr id="14" name="Text 12"/>
          <p:cNvSpPr txBox="1"/>
          <p:nvPr/>
        </p:nvSpPr>
        <p:spPr>
          <a:xfrm>
            <a:off x="9326880" y="4069080"/>
            <a:ext cx="2377440" cy="557784"/>
          </a:xfrm>
          <a:prstGeom prst="roundRect">
            <a:avLst>
              <a:gd name="adj" fmla="val 13115"/>
            </a:avLst>
          </a:prstGeom>
          <a:solidFill>
            <a:srgbClr val="2D6A4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4   Chặng 4</a:t>
            </a:r>
            <a:endParaRPr lang="en-US" sz="1600" dirty="0"/>
          </a:p>
        </p:txBody>
      </p:sp>
      <p:sp>
        <p:nvSpPr>
          <p:cNvPr id="15" name="Text 13"/>
          <p:cNvSpPr txBox="1"/>
          <p:nvPr/>
        </p:nvSpPr>
        <p:spPr>
          <a:xfrm>
            <a:off x="9326880" y="4681728"/>
            <a:ext cx="2377440" cy="557784"/>
          </a:xfrm>
          <a:prstGeom prst="roundRect">
            <a:avLst>
              <a:gd name="adj" fmla="val 13115"/>
            </a:avLst>
          </a:prstGeom>
          <a:solidFill>
            <a:srgbClr val="2D6A4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3   Chặng 3</a:t>
            </a:r>
            <a:endParaRPr lang="en-US" sz="1600" dirty="0"/>
          </a:p>
        </p:txBody>
      </p:sp>
      <p:sp>
        <p:nvSpPr>
          <p:cNvPr id="16" name="Text 14"/>
          <p:cNvSpPr txBox="1"/>
          <p:nvPr/>
        </p:nvSpPr>
        <p:spPr>
          <a:xfrm>
            <a:off x="9326880" y="5294376"/>
            <a:ext cx="2377440" cy="557784"/>
          </a:xfrm>
          <a:prstGeom prst="roundRect">
            <a:avLst>
              <a:gd name="adj" fmla="val 13115"/>
            </a:avLst>
          </a:prstGeom>
          <a:solidFill>
            <a:srgbClr val="2D6A4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2   Chặng 2</a:t>
            </a:r>
            <a:endParaRPr lang="en-US" sz="1600" dirty="0"/>
          </a:p>
        </p:txBody>
      </p:sp>
      <p:sp>
        <p:nvSpPr>
          <p:cNvPr id="17" name="Text 15"/>
          <p:cNvSpPr txBox="1"/>
          <p:nvPr/>
        </p:nvSpPr>
        <p:spPr>
          <a:xfrm>
            <a:off x="9326880" y="5907024"/>
            <a:ext cx="2377440" cy="557784"/>
          </a:xfrm>
          <a:prstGeom prst="roundRect">
            <a:avLst>
              <a:gd name="adj" fmla="val 13115"/>
            </a:avLst>
          </a:prstGeom>
          <a:solidFill>
            <a:srgbClr val="2D6A4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   Chặng 1</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457200" y="228600"/>
            <a:ext cx="8595360" cy="457200"/>
          </a:xfrm>
          <a:prstGeom prst="rect">
            <a:avLst/>
          </a:prstGeom>
          <a:noFill/>
          <a:ln/>
        </p:spPr>
        <p:txBody>
          <a:bodyPr wrap="square" lIns="0" tIns="0" rIns="0" bIns="0" rtlCol="0" anchor="ctr"/>
          <a:lstStyle/>
          <a:p>
            <a:pPr indent="0" marL="0">
              <a:buNone/>
            </a:pPr>
            <a:r>
              <a:rPr lang="en-US" sz="1800" b="1" dirty="0">
                <a:solidFill>
                  <a:srgbClr val="FFD166"/>
                </a:solidFill>
                <a:latin typeface="Arial" pitchFamily="34" charset="0"/>
                <a:ea typeface="Arial" pitchFamily="34" charset="-122"/>
                <a:cs typeface="Arial" pitchFamily="34" charset="-120"/>
              </a:rPr>
              <a:t>Câu 7/10</a:t>
            </a:r>
            <a:endParaRPr lang="en-US" sz="1800" dirty="0"/>
          </a:p>
        </p:txBody>
      </p:sp>
      <p:sp>
        <p:nvSpPr>
          <p:cNvPr id="3" name="Text 1"/>
          <p:cNvSpPr txBox="1"/>
          <p:nvPr/>
        </p:nvSpPr>
        <p:spPr>
          <a:xfrm>
            <a:off x="457200" y="777240"/>
            <a:ext cx="8595360"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2800" b="1" dirty="0">
                <a:solidFill>
                  <a:srgbClr val="1F2937"/>
                </a:solidFill>
                <a:latin typeface="Arial" pitchFamily="34" charset="0"/>
                <a:ea typeface="Arial" pitchFamily="34" charset="-122"/>
                <a:cs typeface="Arial" pitchFamily="34" charset="-120"/>
              </a:rPr>
              <a:t>100 − 37 = ?</a:t>
            </a:r>
            <a:endParaRPr lang="en-US" sz="2800" dirty="0"/>
          </a:p>
        </p:txBody>
      </p:sp>
      <p:sp>
        <p:nvSpPr>
          <p:cNvPr id="4" name="Text 2">
            <a:hlinkClick r:id="rId1" tooltip="Chọn đáp án A" action="ppaction://hlinksldjump"/>
          </p:cNvPr>
          <p:cNvSpPr txBox="1"/>
          <p:nvPr/>
        </p:nvSpPr>
        <p:spPr>
          <a:xfrm>
            <a:off x="457200" y="3200400"/>
            <a:ext cx="4160520"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  63</a:t>
            </a:r>
            <a:endParaRPr lang="en-US" sz="2400" dirty="0"/>
          </a:p>
        </p:txBody>
      </p:sp>
      <p:sp>
        <p:nvSpPr>
          <p:cNvPr id="5" name="Text 3">
            <a:hlinkClick r:id="rId2" tooltip="Chọn đáp án B" action="ppaction://hlinksldjump"/>
          </p:cNvPr>
          <p:cNvSpPr txBox="1"/>
          <p:nvPr/>
        </p:nvSpPr>
        <p:spPr>
          <a:xfrm>
            <a:off x="4892040" y="3200400"/>
            <a:ext cx="4160520"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B.  73</a:t>
            </a:r>
            <a:endParaRPr lang="en-US" sz="2400" dirty="0"/>
          </a:p>
        </p:txBody>
      </p:sp>
      <p:sp>
        <p:nvSpPr>
          <p:cNvPr id="6" name="Text 4">
            <a:hlinkClick r:id="rId3" tooltip="Chọn đáp án C" action="ppaction://hlinksldjump"/>
          </p:cNvPr>
          <p:cNvSpPr txBox="1"/>
          <p:nvPr/>
        </p:nvSpPr>
        <p:spPr>
          <a:xfrm>
            <a:off x="457200" y="4800600"/>
            <a:ext cx="4160520"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  67</a:t>
            </a:r>
            <a:endParaRPr lang="en-US" sz="2400" dirty="0"/>
          </a:p>
        </p:txBody>
      </p:sp>
      <p:sp>
        <p:nvSpPr>
          <p:cNvPr id="7" name="Text 5">
            <a:hlinkClick r:id="rId4" tooltip="Chọn đáp án D" action="ppaction://hlinksldjump"/>
          </p:cNvPr>
          <p:cNvSpPr txBox="1"/>
          <p:nvPr/>
        </p:nvSpPr>
        <p:spPr>
          <a:xfrm>
            <a:off x="4892040" y="4800600"/>
            <a:ext cx="4160520"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  57</a:t>
            </a:r>
            <a:endParaRPr lang="en-US" sz="2400" dirty="0"/>
          </a:p>
        </p:txBody>
      </p:sp>
      <p:sp>
        <p:nvSpPr>
          <p:cNvPr id="8" name="Text 6"/>
          <p:cNvSpPr txBox="1"/>
          <p:nvPr/>
        </p:nvSpPr>
        <p:spPr>
          <a:xfrm>
            <a:off x="9326880" y="393192"/>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10   Chặng 10</a:t>
            </a:r>
            <a:endParaRPr lang="en-US" sz="1600" dirty="0"/>
          </a:p>
        </p:txBody>
      </p:sp>
      <p:sp>
        <p:nvSpPr>
          <p:cNvPr id="9" name="Text 7"/>
          <p:cNvSpPr txBox="1"/>
          <p:nvPr/>
        </p:nvSpPr>
        <p:spPr>
          <a:xfrm>
            <a:off x="9326880" y="1005840"/>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9   Chặng 9</a:t>
            </a:r>
            <a:endParaRPr lang="en-US" sz="1600" dirty="0"/>
          </a:p>
        </p:txBody>
      </p:sp>
      <p:sp>
        <p:nvSpPr>
          <p:cNvPr id="10" name="Text 8"/>
          <p:cNvSpPr txBox="1"/>
          <p:nvPr/>
        </p:nvSpPr>
        <p:spPr>
          <a:xfrm>
            <a:off x="9326880" y="1618488"/>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8   Chặng 8</a:t>
            </a:r>
            <a:endParaRPr lang="en-US" sz="1600" dirty="0"/>
          </a:p>
        </p:txBody>
      </p:sp>
      <p:sp>
        <p:nvSpPr>
          <p:cNvPr id="11" name="Text 9"/>
          <p:cNvSpPr txBox="1"/>
          <p:nvPr/>
        </p:nvSpPr>
        <p:spPr>
          <a:xfrm>
            <a:off x="9326880" y="2231136"/>
            <a:ext cx="2377440" cy="557784"/>
          </a:xfrm>
          <a:prstGeom prst="roundRect">
            <a:avLst>
              <a:gd name="adj" fmla="val 13115"/>
            </a:avLst>
          </a:prstGeom>
          <a:solidFill>
            <a:srgbClr val="FFD166"/>
          </a:solidFill>
          <a:ln/>
        </p:spPr>
        <p:txBody>
          <a:bodyPr wrap="square" lIns="1524" tIns="1524" rIns="1524" bIns="1524" rtlCol="0" anchor="ctr"/>
          <a:lstStyle/>
          <a:p>
            <a:pPr algn="l" indent="0" marL="0">
              <a:buNone/>
            </a:pPr>
            <a:r>
              <a:rPr lang="en-US" sz="1600" b="1" dirty="0">
                <a:solidFill>
                  <a:srgbClr val="1F2937"/>
                </a:solidFill>
                <a:latin typeface="Arial" pitchFamily="34" charset="0"/>
                <a:ea typeface="Arial" pitchFamily="34" charset="-122"/>
                <a:cs typeface="Arial" pitchFamily="34" charset="-120"/>
              </a:rPr>
              <a:t>7   Chặng 7  🧗</a:t>
            </a:r>
            <a:endParaRPr lang="en-US" sz="1600" dirty="0"/>
          </a:p>
        </p:txBody>
      </p:sp>
      <p:sp>
        <p:nvSpPr>
          <p:cNvPr id="12" name="Text 10"/>
          <p:cNvSpPr txBox="1"/>
          <p:nvPr/>
        </p:nvSpPr>
        <p:spPr>
          <a:xfrm>
            <a:off x="9326880" y="2843784"/>
            <a:ext cx="2377440" cy="557784"/>
          </a:xfrm>
          <a:prstGeom prst="roundRect">
            <a:avLst>
              <a:gd name="adj" fmla="val 13115"/>
            </a:avLst>
          </a:prstGeom>
          <a:solidFill>
            <a:srgbClr val="2D6A4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6   Chặng 6</a:t>
            </a:r>
            <a:endParaRPr lang="en-US" sz="1600" dirty="0"/>
          </a:p>
        </p:txBody>
      </p:sp>
      <p:sp>
        <p:nvSpPr>
          <p:cNvPr id="13" name="Text 11"/>
          <p:cNvSpPr txBox="1"/>
          <p:nvPr/>
        </p:nvSpPr>
        <p:spPr>
          <a:xfrm>
            <a:off x="9326880" y="3456432"/>
            <a:ext cx="2377440" cy="557784"/>
          </a:xfrm>
          <a:prstGeom prst="roundRect">
            <a:avLst>
              <a:gd name="adj" fmla="val 13115"/>
            </a:avLst>
          </a:prstGeom>
          <a:solidFill>
            <a:srgbClr val="2D6A4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5   Chặng 5</a:t>
            </a:r>
            <a:endParaRPr lang="en-US" sz="1600" dirty="0"/>
          </a:p>
        </p:txBody>
      </p:sp>
      <p:sp>
        <p:nvSpPr>
          <p:cNvPr id="14" name="Text 12"/>
          <p:cNvSpPr txBox="1"/>
          <p:nvPr/>
        </p:nvSpPr>
        <p:spPr>
          <a:xfrm>
            <a:off x="9326880" y="4069080"/>
            <a:ext cx="2377440" cy="557784"/>
          </a:xfrm>
          <a:prstGeom prst="roundRect">
            <a:avLst>
              <a:gd name="adj" fmla="val 13115"/>
            </a:avLst>
          </a:prstGeom>
          <a:solidFill>
            <a:srgbClr val="2D6A4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4   Chặng 4</a:t>
            </a:r>
            <a:endParaRPr lang="en-US" sz="1600" dirty="0"/>
          </a:p>
        </p:txBody>
      </p:sp>
      <p:sp>
        <p:nvSpPr>
          <p:cNvPr id="15" name="Text 13"/>
          <p:cNvSpPr txBox="1"/>
          <p:nvPr/>
        </p:nvSpPr>
        <p:spPr>
          <a:xfrm>
            <a:off x="9326880" y="4681728"/>
            <a:ext cx="2377440" cy="557784"/>
          </a:xfrm>
          <a:prstGeom prst="roundRect">
            <a:avLst>
              <a:gd name="adj" fmla="val 13115"/>
            </a:avLst>
          </a:prstGeom>
          <a:solidFill>
            <a:srgbClr val="2D6A4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3   Chặng 3</a:t>
            </a:r>
            <a:endParaRPr lang="en-US" sz="1600" dirty="0"/>
          </a:p>
        </p:txBody>
      </p:sp>
      <p:sp>
        <p:nvSpPr>
          <p:cNvPr id="16" name="Text 14"/>
          <p:cNvSpPr txBox="1"/>
          <p:nvPr/>
        </p:nvSpPr>
        <p:spPr>
          <a:xfrm>
            <a:off x="9326880" y="5294376"/>
            <a:ext cx="2377440" cy="557784"/>
          </a:xfrm>
          <a:prstGeom prst="roundRect">
            <a:avLst>
              <a:gd name="adj" fmla="val 13115"/>
            </a:avLst>
          </a:prstGeom>
          <a:solidFill>
            <a:srgbClr val="2D6A4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2   Chặng 2</a:t>
            </a:r>
            <a:endParaRPr lang="en-US" sz="1600" dirty="0"/>
          </a:p>
        </p:txBody>
      </p:sp>
      <p:sp>
        <p:nvSpPr>
          <p:cNvPr id="17" name="Text 15"/>
          <p:cNvSpPr txBox="1"/>
          <p:nvPr/>
        </p:nvSpPr>
        <p:spPr>
          <a:xfrm>
            <a:off x="9326880" y="5907024"/>
            <a:ext cx="2377440" cy="557784"/>
          </a:xfrm>
          <a:prstGeom prst="roundRect">
            <a:avLst>
              <a:gd name="adj" fmla="val 13115"/>
            </a:avLst>
          </a:prstGeom>
          <a:solidFill>
            <a:srgbClr val="2D6A4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   Chặng 1</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457200" y="228600"/>
            <a:ext cx="8595360" cy="457200"/>
          </a:xfrm>
          <a:prstGeom prst="rect">
            <a:avLst/>
          </a:prstGeom>
          <a:noFill/>
          <a:ln/>
        </p:spPr>
        <p:txBody>
          <a:bodyPr wrap="square" lIns="0" tIns="0" rIns="0" bIns="0" rtlCol="0" anchor="ctr"/>
          <a:lstStyle/>
          <a:p>
            <a:pPr indent="0" marL="0">
              <a:buNone/>
            </a:pPr>
            <a:r>
              <a:rPr lang="en-US" sz="1800" b="1" dirty="0">
                <a:solidFill>
                  <a:srgbClr val="FFD166"/>
                </a:solidFill>
                <a:latin typeface="Arial" pitchFamily="34" charset="0"/>
                <a:ea typeface="Arial" pitchFamily="34" charset="-122"/>
                <a:cs typeface="Arial" pitchFamily="34" charset="-120"/>
              </a:rPr>
              <a:t>Câu 8/10</a:t>
            </a:r>
            <a:endParaRPr lang="en-US" sz="1800" dirty="0"/>
          </a:p>
        </p:txBody>
      </p:sp>
      <p:sp>
        <p:nvSpPr>
          <p:cNvPr id="3" name="Text 1"/>
          <p:cNvSpPr txBox="1"/>
          <p:nvPr/>
        </p:nvSpPr>
        <p:spPr>
          <a:xfrm>
            <a:off x="457200" y="777240"/>
            <a:ext cx="8595360"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2800" b="1" dirty="0">
                <a:solidFill>
                  <a:srgbClr val="1F2937"/>
                </a:solidFill>
                <a:latin typeface="Arial" pitchFamily="34" charset="0"/>
                <a:ea typeface="Arial" pitchFamily="34" charset="-122"/>
                <a:cs typeface="Arial" pitchFamily="34" charset="-120"/>
              </a:rPr>
              <a:t>Từ nào là danh từ?</a:t>
            </a:r>
            <a:endParaRPr lang="en-US" sz="2800" dirty="0"/>
          </a:p>
        </p:txBody>
      </p:sp>
      <p:sp>
        <p:nvSpPr>
          <p:cNvPr id="4" name="Text 2">
            <a:hlinkClick r:id="rId1" tooltip="Chọn đáp án A" action="ppaction://hlinksldjump"/>
          </p:cNvPr>
          <p:cNvSpPr txBox="1"/>
          <p:nvPr/>
        </p:nvSpPr>
        <p:spPr>
          <a:xfrm>
            <a:off x="457200" y="3200400"/>
            <a:ext cx="4160520"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  Chạy</a:t>
            </a:r>
            <a:endParaRPr lang="en-US" sz="2400" dirty="0"/>
          </a:p>
        </p:txBody>
      </p:sp>
      <p:sp>
        <p:nvSpPr>
          <p:cNvPr id="5" name="Text 3">
            <a:hlinkClick r:id="rId2" tooltip="Chọn đáp án B" action="ppaction://hlinksldjump"/>
          </p:cNvPr>
          <p:cNvSpPr txBox="1"/>
          <p:nvPr/>
        </p:nvSpPr>
        <p:spPr>
          <a:xfrm>
            <a:off x="4892040" y="3200400"/>
            <a:ext cx="4160520"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B.  Cái bàn</a:t>
            </a:r>
            <a:endParaRPr lang="en-US" sz="2400" dirty="0"/>
          </a:p>
        </p:txBody>
      </p:sp>
      <p:sp>
        <p:nvSpPr>
          <p:cNvPr id="6" name="Text 4">
            <a:hlinkClick r:id="rId3" tooltip="Chọn đáp án C" action="ppaction://hlinksldjump"/>
          </p:cNvPr>
          <p:cNvSpPr txBox="1"/>
          <p:nvPr/>
        </p:nvSpPr>
        <p:spPr>
          <a:xfrm>
            <a:off x="457200" y="4800600"/>
            <a:ext cx="4160520"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  Đẹp</a:t>
            </a:r>
            <a:endParaRPr lang="en-US" sz="2400" dirty="0"/>
          </a:p>
        </p:txBody>
      </p:sp>
      <p:sp>
        <p:nvSpPr>
          <p:cNvPr id="7" name="Text 5">
            <a:hlinkClick r:id="rId4" tooltip="Chọn đáp án D" action="ppaction://hlinksldjump"/>
          </p:cNvPr>
          <p:cNvSpPr txBox="1"/>
          <p:nvPr/>
        </p:nvSpPr>
        <p:spPr>
          <a:xfrm>
            <a:off x="4892040" y="4800600"/>
            <a:ext cx="4160520"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  Nhanh</a:t>
            </a:r>
            <a:endParaRPr lang="en-US" sz="2400" dirty="0"/>
          </a:p>
        </p:txBody>
      </p:sp>
      <p:sp>
        <p:nvSpPr>
          <p:cNvPr id="8" name="Text 6"/>
          <p:cNvSpPr txBox="1"/>
          <p:nvPr/>
        </p:nvSpPr>
        <p:spPr>
          <a:xfrm>
            <a:off x="9326880" y="393192"/>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10   Chặng 10</a:t>
            </a:r>
            <a:endParaRPr lang="en-US" sz="1600" dirty="0"/>
          </a:p>
        </p:txBody>
      </p:sp>
      <p:sp>
        <p:nvSpPr>
          <p:cNvPr id="9" name="Text 7"/>
          <p:cNvSpPr txBox="1"/>
          <p:nvPr/>
        </p:nvSpPr>
        <p:spPr>
          <a:xfrm>
            <a:off x="9326880" y="1005840"/>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9   Chặng 9</a:t>
            </a:r>
            <a:endParaRPr lang="en-US" sz="1600" dirty="0"/>
          </a:p>
        </p:txBody>
      </p:sp>
      <p:sp>
        <p:nvSpPr>
          <p:cNvPr id="10" name="Text 8"/>
          <p:cNvSpPr txBox="1"/>
          <p:nvPr/>
        </p:nvSpPr>
        <p:spPr>
          <a:xfrm>
            <a:off x="9326880" y="1618488"/>
            <a:ext cx="2377440" cy="557784"/>
          </a:xfrm>
          <a:prstGeom prst="roundRect">
            <a:avLst>
              <a:gd name="adj" fmla="val 13115"/>
            </a:avLst>
          </a:prstGeom>
          <a:solidFill>
            <a:srgbClr val="FFD166"/>
          </a:solidFill>
          <a:ln/>
        </p:spPr>
        <p:txBody>
          <a:bodyPr wrap="square" lIns="1524" tIns="1524" rIns="1524" bIns="1524" rtlCol="0" anchor="ctr"/>
          <a:lstStyle/>
          <a:p>
            <a:pPr algn="l" indent="0" marL="0">
              <a:buNone/>
            </a:pPr>
            <a:r>
              <a:rPr lang="en-US" sz="1600" b="1" dirty="0">
                <a:solidFill>
                  <a:srgbClr val="1F2937"/>
                </a:solidFill>
                <a:latin typeface="Arial" pitchFamily="34" charset="0"/>
                <a:ea typeface="Arial" pitchFamily="34" charset="-122"/>
                <a:cs typeface="Arial" pitchFamily="34" charset="-120"/>
              </a:rPr>
              <a:t>8   Chặng 8  🧗</a:t>
            </a:r>
            <a:endParaRPr lang="en-US" sz="1600" dirty="0"/>
          </a:p>
        </p:txBody>
      </p:sp>
      <p:sp>
        <p:nvSpPr>
          <p:cNvPr id="11" name="Text 9"/>
          <p:cNvSpPr txBox="1"/>
          <p:nvPr/>
        </p:nvSpPr>
        <p:spPr>
          <a:xfrm>
            <a:off x="9326880" y="2231136"/>
            <a:ext cx="2377440" cy="557784"/>
          </a:xfrm>
          <a:prstGeom prst="roundRect">
            <a:avLst>
              <a:gd name="adj" fmla="val 13115"/>
            </a:avLst>
          </a:prstGeom>
          <a:solidFill>
            <a:srgbClr val="2D6A4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7   Chặng 7</a:t>
            </a:r>
            <a:endParaRPr lang="en-US" sz="1600" dirty="0"/>
          </a:p>
        </p:txBody>
      </p:sp>
      <p:sp>
        <p:nvSpPr>
          <p:cNvPr id="12" name="Text 10"/>
          <p:cNvSpPr txBox="1"/>
          <p:nvPr/>
        </p:nvSpPr>
        <p:spPr>
          <a:xfrm>
            <a:off x="9326880" y="2843784"/>
            <a:ext cx="2377440" cy="557784"/>
          </a:xfrm>
          <a:prstGeom prst="roundRect">
            <a:avLst>
              <a:gd name="adj" fmla="val 13115"/>
            </a:avLst>
          </a:prstGeom>
          <a:solidFill>
            <a:srgbClr val="2D6A4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6   Chặng 6</a:t>
            </a:r>
            <a:endParaRPr lang="en-US" sz="1600" dirty="0"/>
          </a:p>
        </p:txBody>
      </p:sp>
      <p:sp>
        <p:nvSpPr>
          <p:cNvPr id="13" name="Text 11"/>
          <p:cNvSpPr txBox="1"/>
          <p:nvPr/>
        </p:nvSpPr>
        <p:spPr>
          <a:xfrm>
            <a:off x="9326880" y="3456432"/>
            <a:ext cx="2377440" cy="557784"/>
          </a:xfrm>
          <a:prstGeom prst="roundRect">
            <a:avLst>
              <a:gd name="adj" fmla="val 13115"/>
            </a:avLst>
          </a:prstGeom>
          <a:solidFill>
            <a:srgbClr val="2D6A4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5   Chặng 5</a:t>
            </a:r>
            <a:endParaRPr lang="en-US" sz="1600" dirty="0"/>
          </a:p>
        </p:txBody>
      </p:sp>
      <p:sp>
        <p:nvSpPr>
          <p:cNvPr id="14" name="Text 12"/>
          <p:cNvSpPr txBox="1"/>
          <p:nvPr/>
        </p:nvSpPr>
        <p:spPr>
          <a:xfrm>
            <a:off x="9326880" y="4069080"/>
            <a:ext cx="2377440" cy="557784"/>
          </a:xfrm>
          <a:prstGeom prst="roundRect">
            <a:avLst>
              <a:gd name="adj" fmla="val 13115"/>
            </a:avLst>
          </a:prstGeom>
          <a:solidFill>
            <a:srgbClr val="2D6A4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4   Chặng 4</a:t>
            </a:r>
            <a:endParaRPr lang="en-US" sz="1600" dirty="0"/>
          </a:p>
        </p:txBody>
      </p:sp>
      <p:sp>
        <p:nvSpPr>
          <p:cNvPr id="15" name="Text 13"/>
          <p:cNvSpPr txBox="1"/>
          <p:nvPr/>
        </p:nvSpPr>
        <p:spPr>
          <a:xfrm>
            <a:off x="9326880" y="4681728"/>
            <a:ext cx="2377440" cy="557784"/>
          </a:xfrm>
          <a:prstGeom prst="roundRect">
            <a:avLst>
              <a:gd name="adj" fmla="val 13115"/>
            </a:avLst>
          </a:prstGeom>
          <a:solidFill>
            <a:srgbClr val="2D6A4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3   Chặng 3</a:t>
            </a:r>
            <a:endParaRPr lang="en-US" sz="1600" dirty="0"/>
          </a:p>
        </p:txBody>
      </p:sp>
      <p:sp>
        <p:nvSpPr>
          <p:cNvPr id="16" name="Text 14"/>
          <p:cNvSpPr txBox="1"/>
          <p:nvPr/>
        </p:nvSpPr>
        <p:spPr>
          <a:xfrm>
            <a:off x="9326880" y="5294376"/>
            <a:ext cx="2377440" cy="557784"/>
          </a:xfrm>
          <a:prstGeom prst="roundRect">
            <a:avLst>
              <a:gd name="adj" fmla="val 13115"/>
            </a:avLst>
          </a:prstGeom>
          <a:solidFill>
            <a:srgbClr val="2D6A4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2   Chặng 2</a:t>
            </a:r>
            <a:endParaRPr lang="en-US" sz="1600" dirty="0"/>
          </a:p>
        </p:txBody>
      </p:sp>
      <p:sp>
        <p:nvSpPr>
          <p:cNvPr id="17" name="Text 15"/>
          <p:cNvSpPr txBox="1"/>
          <p:nvPr/>
        </p:nvSpPr>
        <p:spPr>
          <a:xfrm>
            <a:off x="9326880" y="5907024"/>
            <a:ext cx="2377440" cy="557784"/>
          </a:xfrm>
          <a:prstGeom prst="roundRect">
            <a:avLst>
              <a:gd name="adj" fmla="val 13115"/>
            </a:avLst>
          </a:prstGeom>
          <a:solidFill>
            <a:srgbClr val="2D6A4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   Chặng 1</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457200" y="228600"/>
            <a:ext cx="8595360" cy="457200"/>
          </a:xfrm>
          <a:prstGeom prst="rect">
            <a:avLst/>
          </a:prstGeom>
          <a:noFill/>
          <a:ln/>
        </p:spPr>
        <p:txBody>
          <a:bodyPr wrap="square" lIns="0" tIns="0" rIns="0" bIns="0" rtlCol="0" anchor="ctr"/>
          <a:lstStyle/>
          <a:p>
            <a:pPr indent="0" marL="0">
              <a:buNone/>
            </a:pPr>
            <a:r>
              <a:rPr lang="en-US" sz="1800" b="1" dirty="0">
                <a:solidFill>
                  <a:srgbClr val="FFD166"/>
                </a:solidFill>
                <a:latin typeface="Arial" pitchFamily="34" charset="0"/>
                <a:ea typeface="Arial" pitchFamily="34" charset="-122"/>
                <a:cs typeface="Arial" pitchFamily="34" charset="-120"/>
              </a:rPr>
              <a:t>Câu 9/10</a:t>
            </a:r>
            <a:endParaRPr lang="en-US" sz="1800" dirty="0"/>
          </a:p>
        </p:txBody>
      </p:sp>
      <p:sp>
        <p:nvSpPr>
          <p:cNvPr id="3" name="Text 1"/>
          <p:cNvSpPr txBox="1"/>
          <p:nvPr/>
        </p:nvSpPr>
        <p:spPr>
          <a:xfrm>
            <a:off x="457200" y="777240"/>
            <a:ext cx="8595360"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2800" b="1" dirty="0">
                <a:solidFill>
                  <a:srgbClr val="1F2937"/>
                </a:solidFill>
                <a:latin typeface="Arial" pitchFamily="34" charset="0"/>
                <a:ea typeface="Arial" pitchFamily="34" charset="-122"/>
                <a:cs typeface="Arial" pitchFamily="34" charset="-120"/>
              </a:rPr>
              <a:t>Chủ tịch Hồ Chí Minh sinh năm nào?</a:t>
            </a:r>
            <a:endParaRPr lang="en-US" sz="2800" dirty="0"/>
          </a:p>
        </p:txBody>
      </p:sp>
      <p:sp>
        <p:nvSpPr>
          <p:cNvPr id="4" name="Text 2">
            <a:hlinkClick r:id="rId1" tooltip="Chọn đáp án A" action="ppaction://hlinksldjump"/>
          </p:cNvPr>
          <p:cNvSpPr txBox="1"/>
          <p:nvPr/>
        </p:nvSpPr>
        <p:spPr>
          <a:xfrm>
            <a:off x="457200" y="3200400"/>
            <a:ext cx="4160520"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  1911</a:t>
            </a:r>
            <a:endParaRPr lang="en-US" sz="2400" dirty="0"/>
          </a:p>
        </p:txBody>
      </p:sp>
      <p:sp>
        <p:nvSpPr>
          <p:cNvPr id="5" name="Text 3">
            <a:hlinkClick r:id="rId2" tooltip="Chọn đáp án B" action="ppaction://hlinksldjump"/>
          </p:cNvPr>
          <p:cNvSpPr txBox="1"/>
          <p:nvPr/>
        </p:nvSpPr>
        <p:spPr>
          <a:xfrm>
            <a:off x="4892040" y="3200400"/>
            <a:ext cx="4160520"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B.  1945</a:t>
            </a:r>
            <a:endParaRPr lang="en-US" sz="2400" dirty="0"/>
          </a:p>
        </p:txBody>
      </p:sp>
      <p:sp>
        <p:nvSpPr>
          <p:cNvPr id="6" name="Text 4">
            <a:hlinkClick r:id="rId3" tooltip="Chọn đáp án C" action="ppaction://hlinksldjump"/>
          </p:cNvPr>
          <p:cNvSpPr txBox="1"/>
          <p:nvPr/>
        </p:nvSpPr>
        <p:spPr>
          <a:xfrm>
            <a:off x="457200" y="4800600"/>
            <a:ext cx="4160520"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  1890</a:t>
            </a:r>
            <a:endParaRPr lang="en-US" sz="2400" dirty="0"/>
          </a:p>
        </p:txBody>
      </p:sp>
      <p:sp>
        <p:nvSpPr>
          <p:cNvPr id="7" name="Text 5">
            <a:hlinkClick r:id="rId4" tooltip="Chọn đáp án D" action="ppaction://hlinksldjump"/>
          </p:cNvPr>
          <p:cNvSpPr txBox="1"/>
          <p:nvPr/>
        </p:nvSpPr>
        <p:spPr>
          <a:xfrm>
            <a:off x="4892040" y="4800600"/>
            <a:ext cx="4160520"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  1900</a:t>
            </a:r>
            <a:endParaRPr lang="en-US" sz="2400" dirty="0"/>
          </a:p>
        </p:txBody>
      </p:sp>
      <p:sp>
        <p:nvSpPr>
          <p:cNvPr id="8" name="Text 6"/>
          <p:cNvSpPr txBox="1"/>
          <p:nvPr/>
        </p:nvSpPr>
        <p:spPr>
          <a:xfrm>
            <a:off x="9326880" y="393192"/>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10   Chặng 10</a:t>
            </a:r>
            <a:endParaRPr lang="en-US" sz="1600" dirty="0"/>
          </a:p>
        </p:txBody>
      </p:sp>
      <p:sp>
        <p:nvSpPr>
          <p:cNvPr id="9" name="Text 7"/>
          <p:cNvSpPr txBox="1"/>
          <p:nvPr/>
        </p:nvSpPr>
        <p:spPr>
          <a:xfrm>
            <a:off x="9326880" y="1005840"/>
            <a:ext cx="2377440" cy="557784"/>
          </a:xfrm>
          <a:prstGeom prst="roundRect">
            <a:avLst>
              <a:gd name="adj" fmla="val 13115"/>
            </a:avLst>
          </a:prstGeom>
          <a:solidFill>
            <a:srgbClr val="FFD166"/>
          </a:solidFill>
          <a:ln/>
        </p:spPr>
        <p:txBody>
          <a:bodyPr wrap="square" lIns="1524" tIns="1524" rIns="1524" bIns="1524" rtlCol="0" anchor="ctr"/>
          <a:lstStyle/>
          <a:p>
            <a:pPr algn="l" indent="0" marL="0">
              <a:buNone/>
            </a:pPr>
            <a:r>
              <a:rPr lang="en-US" sz="1600" b="1" dirty="0">
                <a:solidFill>
                  <a:srgbClr val="1F2937"/>
                </a:solidFill>
                <a:latin typeface="Arial" pitchFamily="34" charset="0"/>
                <a:ea typeface="Arial" pitchFamily="34" charset="-122"/>
                <a:cs typeface="Arial" pitchFamily="34" charset="-120"/>
              </a:rPr>
              <a:t>9   Chặng 9  🧗</a:t>
            </a:r>
            <a:endParaRPr lang="en-US" sz="1600" dirty="0"/>
          </a:p>
        </p:txBody>
      </p:sp>
      <p:sp>
        <p:nvSpPr>
          <p:cNvPr id="10" name="Text 8"/>
          <p:cNvSpPr txBox="1"/>
          <p:nvPr/>
        </p:nvSpPr>
        <p:spPr>
          <a:xfrm>
            <a:off x="9326880" y="1618488"/>
            <a:ext cx="2377440" cy="557784"/>
          </a:xfrm>
          <a:prstGeom prst="roundRect">
            <a:avLst>
              <a:gd name="adj" fmla="val 13115"/>
            </a:avLst>
          </a:prstGeom>
          <a:solidFill>
            <a:srgbClr val="2D6A4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8   Chặng 8</a:t>
            </a:r>
            <a:endParaRPr lang="en-US" sz="1600" dirty="0"/>
          </a:p>
        </p:txBody>
      </p:sp>
      <p:sp>
        <p:nvSpPr>
          <p:cNvPr id="11" name="Text 9"/>
          <p:cNvSpPr txBox="1"/>
          <p:nvPr/>
        </p:nvSpPr>
        <p:spPr>
          <a:xfrm>
            <a:off x="9326880" y="2231136"/>
            <a:ext cx="2377440" cy="557784"/>
          </a:xfrm>
          <a:prstGeom prst="roundRect">
            <a:avLst>
              <a:gd name="adj" fmla="val 13115"/>
            </a:avLst>
          </a:prstGeom>
          <a:solidFill>
            <a:srgbClr val="2D6A4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7   Chặng 7</a:t>
            </a:r>
            <a:endParaRPr lang="en-US" sz="1600" dirty="0"/>
          </a:p>
        </p:txBody>
      </p:sp>
      <p:sp>
        <p:nvSpPr>
          <p:cNvPr id="12" name="Text 10"/>
          <p:cNvSpPr txBox="1"/>
          <p:nvPr/>
        </p:nvSpPr>
        <p:spPr>
          <a:xfrm>
            <a:off x="9326880" y="2843784"/>
            <a:ext cx="2377440" cy="557784"/>
          </a:xfrm>
          <a:prstGeom prst="roundRect">
            <a:avLst>
              <a:gd name="adj" fmla="val 13115"/>
            </a:avLst>
          </a:prstGeom>
          <a:solidFill>
            <a:srgbClr val="2D6A4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6   Chặng 6</a:t>
            </a:r>
            <a:endParaRPr lang="en-US" sz="1600" dirty="0"/>
          </a:p>
        </p:txBody>
      </p:sp>
      <p:sp>
        <p:nvSpPr>
          <p:cNvPr id="13" name="Text 11"/>
          <p:cNvSpPr txBox="1"/>
          <p:nvPr/>
        </p:nvSpPr>
        <p:spPr>
          <a:xfrm>
            <a:off x="9326880" y="3456432"/>
            <a:ext cx="2377440" cy="557784"/>
          </a:xfrm>
          <a:prstGeom prst="roundRect">
            <a:avLst>
              <a:gd name="adj" fmla="val 13115"/>
            </a:avLst>
          </a:prstGeom>
          <a:solidFill>
            <a:srgbClr val="2D6A4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5   Chặng 5</a:t>
            </a:r>
            <a:endParaRPr lang="en-US" sz="1600" dirty="0"/>
          </a:p>
        </p:txBody>
      </p:sp>
      <p:sp>
        <p:nvSpPr>
          <p:cNvPr id="14" name="Text 12"/>
          <p:cNvSpPr txBox="1"/>
          <p:nvPr/>
        </p:nvSpPr>
        <p:spPr>
          <a:xfrm>
            <a:off x="9326880" y="4069080"/>
            <a:ext cx="2377440" cy="557784"/>
          </a:xfrm>
          <a:prstGeom prst="roundRect">
            <a:avLst>
              <a:gd name="adj" fmla="val 13115"/>
            </a:avLst>
          </a:prstGeom>
          <a:solidFill>
            <a:srgbClr val="2D6A4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4   Chặng 4</a:t>
            </a:r>
            <a:endParaRPr lang="en-US" sz="1600" dirty="0"/>
          </a:p>
        </p:txBody>
      </p:sp>
      <p:sp>
        <p:nvSpPr>
          <p:cNvPr id="15" name="Text 13"/>
          <p:cNvSpPr txBox="1"/>
          <p:nvPr/>
        </p:nvSpPr>
        <p:spPr>
          <a:xfrm>
            <a:off x="9326880" y="4681728"/>
            <a:ext cx="2377440" cy="557784"/>
          </a:xfrm>
          <a:prstGeom prst="roundRect">
            <a:avLst>
              <a:gd name="adj" fmla="val 13115"/>
            </a:avLst>
          </a:prstGeom>
          <a:solidFill>
            <a:srgbClr val="2D6A4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3   Chặng 3</a:t>
            </a:r>
            <a:endParaRPr lang="en-US" sz="1600" dirty="0"/>
          </a:p>
        </p:txBody>
      </p:sp>
      <p:sp>
        <p:nvSpPr>
          <p:cNvPr id="16" name="Text 14"/>
          <p:cNvSpPr txBox="1"/>
          <p:nvPr/>
        </p:nvSpPr>
        <p:spPr>
          <a:xfrm>
            <a:off x="9326880" y="5294376"/>
            <a:ext cx="2377440" cy="557784"/>
          </a:xfrm>
          <a:prstGeom prst="roundRect">
            <a:avLst>
              <a:gd name="adj" fmla="val 13115"/>
            </a:avLst>
          </a:prstGeom>
          <a:solidFill>
            <a:srgbClr val="2D6A4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2   Chặng 2</a:t>
            </a:r>
            <a:endParaRPr lang="en-US" sz="1600" dirty="0"/>
          </a:p>
        </p:txBody>
      </p:sp>
      <p:sp>
        <p:nvSpPr>
          <p:cNvPr id="17" name="Text 15"/>
          <p:cNvSpPr txBox="1"/>
          <p:nvPr/>
        </p:nvSpPr>
        <p:spPr>
          <a:xfrm>
            <a:off x="9326880" y="5907024"/>
            <a:ext cx="2377440" cy="557784"/>
          </a:xfrm>
          <a:prstGeom prst="roundRect">
            <a:avLst>
              <a:gd name="adj" fmla="val 13115"/>
            </a:avLst>
          </a:prstGeom>
          <a:solidFill>
            <a:srgbClr val="2D6A4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   Chặng 1</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457200" y="228600"/>
            <a:ext cx="8595360" cy="457200"/>
          </a:xfrm>
          <a:prstGeom prst="rect">
            <a:avLst/>
          </a:prstGeom>
          <a:noFill/>
          <a:ln/>
        </p:spPr>
        <p:txBody>
          <a:bodyPr wrap="square" lIns="0" tIns="0" rIns="0" bIns="0" rtlCol="0" anchor="ctr"/>
          <a:lstStyle/>
          <a:p>
            <a:pPr indent="0" marL="0">
              <a:buNone/>
            </a:pPr>
            <a:r>
              <a:rPr lang="en-US" sz="1800" b="1" dirty="0">
                <a:solidFill>
                  <a:srgbClr val="FFD166"/>
                </a:solidFill>
                <a:latin typeface="Arial" pitchFamily="34" charset="0"/>
                <a:ea typeface="Arial" pitchFamily="34" charset="-122"/>
                <a:cs typeface="Arial" pitchFamily="34" charset="-120"/>
              </a:rPr>
              <a:t>Câu 10/10</a:t>
            </a:r>
            <a:endParaRPr lang="en-US" sz="1800" dirty="0"/>
          </a:p>
        </p:txBody>
      </p:sp>
      <p:sp>
        <p:nvSpPr>
          <p:cNvPr id="3" name="Text 1"/>
          <p:cNvSpPr txBox="1"/>
          <p:nvPr/>
        </p:nvSpPr>
        <p:spPr>
          <a:xfrm>
            <a:off x="457200" y="777240"/>
            <a:ext cx="8595360"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2800" b="1" dirty="0">
                <a:solidFill>
                  <a:srgbClr val="1F2937"/>
                </a:solidFill>
                <a:latin typeface="Arial" pitchFamily="34" charset="0"/>
                <a:ea typeface="Arial" pitchFamily="34" charset="-122"/>
                <a:cs typeface="Arial" pitchFamily="34" charset="-120"/>
              </a:rPr>
              <a:t>Chu vi hình vuông có cạnh 5 cm là?</a:t>
            </a:r>
            <a:endParaRPr lang="en-US" sz="2800" dirty="0"/>
          </a:p>
        </p:txBody>
      </p:sp>
      <p:sp>
        <p:nvSpPr>
          <p:cNvPr id="4" name="Text 2">
            <a:hlinkClick r:id="rId1" tooltip="Chọn đáp án A" action="ppaction://hlinksldjump"/>
          </p:cNvPr>
          <p:cNvSpPr txBox="1"/>
          <p:nvPr/>
        </p:nvSpPr>
        <p:spPr>
          <a:xfrm>
            <a:off x="457200" y="3200400"/>
            <a:ext cx="4160520"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  25 cm</a:t>
            </a:r>
            <a:endParaRPr lang="en-US" sz="2400" dirty="0"/>
          </a:p>
        </p:txBody>
      </p:sp>
      <p:sp>
        <p:nvSpPr>
          <p:cNvPr id="5" name="Text 3">
            <a:hlinkClick r:id="rId2" tooltip="Chọn đáp án B" action="ppaction://hlinksldjump"/>
          </p:cNvPr>
          <p:cNvSpPr txBox="1"/>
          <p:nvPr/>
        </p:nvSpPr>
        <p:spPr>
          <a:xfrm>
            <a:off x="4892040" y="3200400"/>
            <a:ext cx="4160520"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B.  10 cm</a:t>
            </a:r>
            <a:endParaRPr lang="en-US" sz="2400" dirty="0"/>
          </a:p>
        </p:txBody>
      </p:sp>
      <p:sp>
        <p:nvSpPr>
          <p:cNvPr id="6" name="Text 4">
            <a:hlinkClick r:id="rId3" tooltip="Chọn đáp án C" action="ppaction://hlinksldjump"/>
          </p:cNvPr>
          <p:cNvSpPr txBox="1"/>
          <p:nvPr/>
        </p:nvSpPr>
        <p:spPr>
          <a:xfrm>
            <a:off x="457200" y="4800600"/>
            <a:ext cx="4160520"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  15 cm</a:t>
            </a:r>
            <a:endParaRPr lang="en-US" sz="2400" dirty="0"/>
          </a:p>
        </p:txBody>
      </p:sp>
      <p:sp>
        <p:nvSpPr>
          <p:cNvPr id="7" name="Text 5">
            <a:hlinkClick r:id="rId4" tooltip="Chọn đáp án D" action="ppaction://hlinksldjump"/>
          </p:cNvPr>
          <p:cNvSpPr txBox="1"/>
          <p:nvPr/>
        </p:nvSpPr>
        <p:spPr>
          <a:xfrm>
            <a:off x="4892040" y="4800600"/>
            <a:ext cx="4160520" cy="1325880"/>
          </a:xfrm>
          <a:prstGeom prst="roundRect">
            <a:avLst>
              <a:gd name="adj" fmla="val 12414"/>
            </a:avLst>
          </a:prstGeom>
          <a:solidFill>
            <a:srgbClr val="2D6A4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  20 cm</a:t>
            </a:r>
            <a:endParaRPr lang="en-US" sz="2400" dirty="0"/>
          </a:p>
        </p:txBody>
      </p:sp>
      <p:sp>
        <p:nvSpPr>
          <p:cNvPr id="8" name="Text 6"/>
          <p:cNvSpPr txBox="1"/>
          <p:nvPr/>
        </p:nvSpPr>
        <p:spPr>
          <a:xfrm>
            <a:off x="9326880" y="393192"/>
            <a:ext cx="2377440" cy="557784"/>
          </a:xfrm>
          <a:prstGeom prst="roundRect">
            <a:avLst>
              <a:gd name="adj" fmla="val 13115"/>
            </a:avLst>
          </a:prstGeom>
          <a:solidFill>
            <a:srgbClr val="FFD166"/>
          </a:solidFill>
          <a:ln/>
        </p:spPr>
        <p:txBody>
          <a:bodyPr wrap="square" lIns="1524" tIns="1524" rIns="1524" bIns="1524" rtlCol="0" anchor="ctr"/>
          <a:lstStyle/>
          <a:p>
            <a:pPr algn="l" indent="0" marL="0">
              <a:buNone/>
            </a:pPr>
            <a:r>
              <a:rPr lang="en-US" sz="1600" b="1" dirty="0">
                <a:solidFill>
                  <a:srgbClr val="1F2937"/>
                </a:solidFill>
                <a:latin typeface="Arial" pitchFamily="34" charset="0"/>
                <a:ea typeface="Arial" pitchFamily="34" charset="-122"/>
                <a:cs typeface="Arial" pitchFamily="34" charset="-120"/>
              </a:rPr>
              <a:t>10   Chặng 10  🧗</a:t>
            </a:r>
            <a:endParaRPr lang="en-US" sz="1600" dirty="0"/>
          </a:p>
        </p:txBody>
      </p:sp>
      <p:sp>
        <p:nvSpPr>
          <p:cNvPr id="9" name="Text 7"/>
          <p:cNvSpPr txBox="1"/>
          <p:nvPr/>
        </p:nvSpPr>
        <p:spPr>
          <a:xfrm>
            <a:off x="9326880" y="1005840"/>
            <a:ext cx="2377440" cy="557784"/>
          </a:xfrm>
          <a:prstGeom prst="roundRect">
            <a:avLst>
              <a:gd name="adj" fmla="val 13115"/>
            </a:avLst>
          </a:prstGeom>
          <a:solidFill>
            <a:srgbClr val="2D6A4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9   Chặng 9</a:t>
            </a:r>
            <a:endParaRPr lang="en-US" sz="1600" dirty="0"/>
          </a:p>
        </p:txBody>
      </p:sp>
      <p:sp>
        <p:nvSpPr>
          <p:cNvPr id="10" name="Text 8"/>
          <p:cNvSpPr txBox="1"/>
          <p:nvPr/>
        </p:nvSpPr>
        <p:spPr>
          <a:xfrm>
            <a:off x="9326880" y="1618488"/>
            <a:ext cx="2377440" cy="557784"/>
          </a:xfrm>
          <a:prstGeom prst="roundRect">
            <a:avLst>
              <a:gd name="adj" fmla="val 13115"/>
            </a:avLst>
          </a:prstGeom>
          <a:solidFill>
            <a:srgbClr val="2D6A4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8   Chặng 8</a:t>
            </a:r>
            <a:endParaRPr lang="en-US" sz="1600" dirty="0"/>
          </a:p>
        </p:txBody>
      </p:sp>
      <p:sp>
        <p:nvSpPr>
          <p:cNvPr id="11" name="Text 9"/>
          <p:cNvSpPr txBox="1"/>
          <p:nvPr/>
        </p:nvSpPr>
        <p:spPr>
          <a:xfrm>
            <a:off x="9326880" y="2231136"/>
            <a:ext cx="2377440" cy="557784"/>
          </a:xfrm>
          <a:prstGeom prst="roundRect">
            <a:avLst>
              <a:gd name="adj" fmla="val 13115"/>
            </a:avLst>
          </a:prstGeom>
          <a:solidFill>
            <a:srgbClr val="2D6A4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7   Chặng 7</a:t>
            </a:r>
            <a:endParaRPr lang="en-US" sz="1600" dirty="0"/>
          </a:p>
        </p:txBody>
      </p:sp>
      <p:sp>
        <p:nvSpPr>
          <p:cNvPr id="12" name="Text 10"/>
          <p:cNvSpPr txBox="1"/>
          <p:nvPr/>
        </p:nvSpPr>
        <p:spPr>
          <a:xfrm>
            <a:off x="9326880" y="2843784"/>
            <a:ext cx="2377440" cy="557784"/>
          </a:xfrm>
          <a:prstGeom prst="roundRect">
            <a:avLst>
              <a:gd name="adj" fmla="val 13115"/>
            </a:avLst>
          </a:prstGeom>
          <a:solidFill>
            <a:srgbClr val="2D6A4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6   Chặng 6</a:t>
            </a:r>
            <a:endParaRPr lang="en-US" sz="1600" dirty="0"/>
          </a:p>
        </p:txBody>
      </p:sp>
      <p:sp>
        <p:nvSpPr>
          <p:cNvPr id="13" name="Text 11"/>
          <p:cNvSpPr txBox="1"/>
          <p:nvPr/>
        </p:nvSpPr>
        <p:spPr>
          <a:xfrm>
            <a:off x="9326880" y="3456432"/>
            <a:ext cx="2377440" cy="557784"/>
          </a:xfrm>
          <a:prstGeom prst="roundRect">
            <a:avLst>
              <a:gd name="adj" fmla="val 13115"/>
            </a:avLst>
          </a:prstGeom>
          <a:solidFill>
            <a:srgbClr val="2D6A4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5   Chặng 5</a:t>
            </a:r>
            <a:endParaRPr lang="en-US" sz="1600" dirty="0"/>
          </a:p>
        </p:txBody>
      </p:sp>
      <p:sp>
        <p:nvSpPr>
          <p:cNvPr id="14" name="Text 12"/>
          <p:cNvSpPr txBox="1"/>
          <p:nvPr/>
        </p:nvSpPr>
        <p:spPr>
          <a:xfrm>
            <a:off x="9326880" y="4069080"/>
            <a:ext cx="2377440" cy="557784"/>
          </a:xfrm>
          <a:prstGeom prst="roundRect">
            <a:avLst>
              <a:gd name="adj" fmla="val 13115"/>
            </a:avLst>
          </a:prstGeom>
          <a:solidFill>
            <a:srgbClr val="2D6A4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4   Chặng 4</a:t>
            </a:r>
            <a:endParaRPr lang="en-US" sz="1600" dirty="0"/>
          </a:p>
        </p:txBody>
      </p:sp>
      <p:sp>
        <p:nvSpPr>
          <p:cNvPr id="15" name="Text 13"/>
          <p:cNvSpPr txBox="1"/>
          <p:nvPr/>
        </p:nvSpPr>
        <p:spPr>
          <a:xfrm>
            <a:off x="9326880" y="4681728"/>
            <a:ext cx="2377440" cy="557784"/>
          </a:xfrm>
          <a:prstGeom prst="roundRect">
            <a:avLst>
              <a:gd name="adj" fmla="val 13115"/>
            </a:avLst>
          </a:prstGeom>
          <a:solidFill>
            <a:srgbClr val="2D6A4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3   Chặng 3</a:t>
            </a:r>
            <a:endParaRPr lang="en-US" sz="1600" dirty="0"/>
          </a:p>
        </p:txBody>
      </p:sp>
      <p:sp>
        <p:nvSpPr>
          <p:cNvPr id="16" name="Text 14"/>
          <p:cNvSpPr txBox="1"/>
          <p:nvPr/>
        </p:nvSpPr>
        <p:spPr>
          <a:xfrm>
            <a:off x="9326880" y="5294376"/>
            <a:ext cx="2377440" cy="557784"/>
          </a:xfrm>
          <a:prstGeom prst="roundRect">
            <a:avLst>
              <a:gd name="adj" fmla="val 13115"/>
            </a:avLst>
          </a:prstGeom>
          <a:solidFill>
            <a:srgbClr val="2D6A4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2   Chặng 2</a:t>
            </a:r>
            <a:endParaRPr lang="en-US" sz="1600" dirty="0"/>
          </a:p>
        </p:txBody>
      </p:sp>
      <p:sp>
        <p:nvSpPr>
          <p:cNvPr id="17" name="Text 15"/>
          <p:cNvSpPr txBox="1"/>
          <p:nvPr/>
        </p:nvSpPr>
        <p:spPr>
          <a:xfrm>
            <a:off x="9326880" y="5907024"/>
            <a:ext cx="2377440" cy="557784"/>
          </a:xfrm>
          <a:prstGeom prst="roundRect">
            <a:avLst>
              <a:gd name="adj" fmla="val 13115"/>
            </a:avLst>
          </a:prstGeom>
          <a:solidFill>
            <a:srgbClr val="2D6A4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   Chặng 1</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D166"/>
                </a:solidFill>
                <a:latin typeface="Arial" pitchFamily="34" charset="0"/>
                <a:ea typeface="Arial" pitchFamily="34" charset="-122"/>
                <a:cs typeface="Arial" pitchFamily="34" charset="-120"/>
              </a:rPr>
              <a:t>Chiến thắng!</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Em đã hoàn thành cả 10 bậc!</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166"/>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Chơi lại</a:t>
            </a:r>
            <a:endParaRPr lang="en-US" sz="2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Ôi, bị tụt lại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C. 4</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166"/>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Làm lại câu 1</a:t>
            </a:r>
            <a:endParaRPr lang="en-US"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Ôi, bị tụt lại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D. 63</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166"/>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Về bậc trước</a:t>
            </a:r>
            <a:endParaRPr lang="en-US"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Ôi, bị tụt lại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A. Cam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166"/>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Về bậc trước</a:t>
            </a:r>
            <a:endParaRPr lang="en-US" sz="2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Ôi, bị tụt lại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B. 7</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166"/>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Về bậc trước</a:t>
            </a:r>
            <a:endParaRPr lang="en-US" sz="2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Ôi, bị tụt lại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C. Quảng Ninh</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166"/>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Về bậc trước</a:t>
            </a:r>
            <a:endParaRPr lang="en-US"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Ôi, bị tụt lại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D. Cá</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166"/>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Về bậc trước</a:t>
            </a:r>
            <a:endParaRPr lang="en-US" sz="2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Ôi, bị tụt lại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A. 63</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166"/>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Về bậc trước</a:t>
            </a:r>
            <a:endParaRPr lang="en-US" sz="2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Ôi, bị tụt lại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B. Cái bàn</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166"/>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Về bậc trước</a:t>
            </a:r>
            <a:endParaRPr lang="en-US" sz="2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Ôi, bị tụt lại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C. 1890</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166"/>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Về bậc trước</a:t>
            </a:r>
            <a:endParaRPr lang="en-US" sz="2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Ôi, bị tụt lại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D. 20 cm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166"/>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Về bậc trước</a:t>
            </a:r>
            <a:endParaRPr lang="en-US" sz="2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D166"/>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Em đã lên chặng 1 (1/10)</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166"/>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Câu tiếp theo</a:t>
            </a:r>
            <a:endParaRPr lang="en-US" sz="2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D166"/>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Em đã lên chặng 2 (2/10)</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166"/>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Câu tiếp theo</a:t>
            </a:r>
            <a:endParaRPr lang="en-US" sz="2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D166"/>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Em đã lên chặng 3 (3/10)</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166"/>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Câu tiếp theo</a:t>
            </a:r>
            <a:endParaRPr lang="en-US" sz="2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D166"/>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Em đã lên chặng 4 (4/10)</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166"/>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Câu tiếp theo</a:t>
            </a:r>
            <a:endParaRPr lang="en-US" sz="2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D166"/>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Em đã lên chặng 5 (5/10)</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166"/>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Câu tiếp theo</a:t>
            </a:r>
            <a:endParaRPr lang="en-US" sz="2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D166"/>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Em đã lên chặng 6 (6/10)</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166"/>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Câu tiếp theo</a:t>
            </a:r>
            <a:endParaRPr lang="en-US" sz="2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D166"/>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Em đã lên chặng 7 (7/10)</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166"/>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Câu tiếp theo</a:t>
            </a:r>
            <a:endParaRPr lang="en-US" sz="2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D166"/>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Em đã lên chặng 8 (8/10)</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166"/>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Câu tiếp theo</a:t>
            </a:r>
            <a:endParaRPr lang="en-US" sz="2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D166"/>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Em đã lên chặng 9 (9/10)</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166"/>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Câu tiếp theo</a:t>
            </a:r>
            <a:endParaRPr lang="en-US" sz="2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B4332"/>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D166"/>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Em đã lên chặng 10 (10/10)</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166"/>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Nhận chiến thắng</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Hugo giải cứu bạn</dc:title>
  <dc:subject>Trò chơi PowerPoint học tập</dc:subject>
  <dc:creator>giasu.ai.vn</dc:creator>
  <cp:lastModifiedBy>giasu.ai.vn</cp:lastModifiedBy>
  <cp:revision>1</cp:revision>
  <dcterms:created xsi:type="dcterms:W3CDTF">2026-10-19T03:29:13Z</dcterms:created>
  <dcterms:modified xsi:type="dcterms:W3CDTF">2026-10-19T03:29:13Z</dcterms:modified>
</cp:coreProperties>
</file>