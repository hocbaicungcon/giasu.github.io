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7.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19.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7.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NGÔI SAO MAY MẮN</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ngôi sao, trả lời đúng để nhận điểm thưởng ẩn trong sao.</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NGÔI SAO MAY MẮN</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đồng nghĩa với "to lớn"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Khổng lồ</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Nhỏ bé</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Tí hon</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Bé xíu</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giờ có bao nhiêu phút?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24</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Cơ quan nào giúp ta hít thở?</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Dạ dày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Phổi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Gan</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lớn nhất có hai chữ số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90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98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99</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tam giác có mấy góc?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2</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Bài thơ "Tre Việt Nam" là của nhà thơ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Tố Hữu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Nguyễn Duy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Xuân Quỳnh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Huy Cận</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 km bằng bao nhiêu mét?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 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1000 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10 000 m</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Động vật nào là loài ăn cỏ?</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Hổ</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Sói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Cá sấu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Trâu</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Trung Quốc là thành phố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Bắc Kinh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Thượng Hải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Hồng Kông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Quảng Châu</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Bắc Kinh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địa cầu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Hình vuông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Hình cầu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Hình tam giác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Hình trụ</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Hình cầu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La Mã X bằng số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100</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Mùa nào hoa mai, hoa đào nở rộ ở nước ta?</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Mùa hè</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Mùa thu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Mùa đông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Mùa xuân</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Ngôi sao may mắn</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