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9.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 Target="slide12.xml"/><Relationship Id="rId3" Type="http://schemas.openxmlformats.org/officeDocument/2006/relationships/slide" Target="slide12.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13.xml"/><Relationship Id="rId3" Type="http://schemas.openxmlformats.org/officeDocument/2006/relationships/slide" Target="slide1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22.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23.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6.xml"/><Relationship Id="rId3" Type="http://schemas.openxmlformats.org/officeDocument/2006/relationships/slide" Target="slide16.xml"/><Relationship Id="rId4" Type="http://schemas.openxmlformats.org/officeDocument/2006/relationships/slide" Target="slide24.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26.xml"/><Relationship Id="rId3" Type="http://schemas.openxmlformats.org/officeDocument/2006/relationships/slide" Target="slide1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GIÚP QUẠ UỐNG NƯỚC</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Mỗi câu đúng quạ thả thêm một viên sỏi, nước dâng lên. Đủ cao thì quạ uống được nước.</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1/8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9 × 6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56</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Mực nước 8</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Mực nước 7</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Mực nước 6</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Mực nước 5</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Mực nước 4</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Mực nước 3</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Mực nước 2</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Mực nước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2/8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Tết Trung thu vào ngày nào của âm lịch?</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15 tháng Giêng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5 tháng 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Mùng 1 tháng Giêng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15 tháng 8</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Mực nước 8</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Mực nước 7</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Mực nước 6</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Mực nước 5</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Mực nước 4</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Mực nước 3</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Mực nước 2  🐦‍⬛</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Mực nước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3/8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đồng nghĩa với "to lớn"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Khổng lồ</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Nhỏ bé</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Tí hon</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Bé xíu</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Mực nước 8</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Mực nước 7</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Mực nước 6</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Mực nước 5</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Mực nước 4</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Mực nước 3  🐦‍⬛</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Mực nước 2</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Mực nước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4/8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giờ có bao nhiêu phút?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30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24</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Mực nước 8</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Mực nước 7</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Mực nước 6</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Mực nước 5</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Mực nước 4  🐦‍⬛</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Mực nước 3</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Mực nước 2</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Mực nước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5/8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Cơ quan nào giúp ta hít thở?</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Tim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Dạ dày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Phổi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Gan</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Mực nước 8</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Mực nước 7</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Mực nước 6</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Mực nước 5  🐦‍⬛</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Mực nước 4</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Mực nước 3</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Mực nước 2</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Mực nước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6/8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Số lớn nhất có hai chữ số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90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98</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99</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Mực nước 8</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Mực nước 7</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Mực nước 6  🐦‍⬛</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Mực nước 5</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Mực nước 4</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Mực nước 3</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Mực nước 2</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Mực nước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7/8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tam giác có mấy góc?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2</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Mực nước 8</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Mực nước 7  🐦‍⬛</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Mực nước 6</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Mực nước 5</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Mực nước 4</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Mực nước 3</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Mực nước 2</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Mực nước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CA28"/>
                </a:solidFill>
                <a:latin typeface="Arial" pitchFamily="34" charset="0"/>
                <a:ea typeface="Arial" pitchFamily="34" charset="-122"/>
                <a:cs typeface="Arial" pitchFamily="34" charset="-120"/>
              </a:rPr>
              <a:t>Câu 8/8</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Bài thơ "Tre Việt Nam" là của nhà thơ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Tố Hữu</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Nguyễn Duy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Xuân Quỳnh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00796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Huy Cận</a:t>
            </a:r>
            <a:endParaRPr lang="en-US" sz="2400" dirty="0"/>
          </a:p>
        </p:txBody>
      </p:sp>
      <p:sp>
        <p:nvSpPr>
          <p:cNvPr id="8" name="Text 6"/>
          <p:cNvSpPr txBox="1"/>
          <p:nvPr/>
        </p:nvSpPr>
        <p:spPr>
          <a:xfrm>
            <a:off x="9326880" y="393192"/>
            <a:ext cx="2377440" cy="710946"/>
          </a:xfrm>
          <a:prstGeom prst="roundRect">
            <a:avLst>
              <a:gd name="adj" fmla="val 10289"/>
            </a:avLst>
          </a:prstGeom>
          <a:solidFill>
            <a:srgbClr val="FFCA28"/>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Mực nước 8  🐦‍⬛</a:t>
            </a:r>
            <a:endParaRPr lang="en-US" sz="1600" dirty="0"/>
          </a:p>
        </p:txBody>
      </p:sp>
      <p:sp>
        <p:nvSpPr>
          <p:cNvPr id="9" name="Text 7"/>
          <p:cNvSpPr txBox="1"/>
          <p:nvPr/>
        </p:nvSpPr>
        <p:spPr>
          <a:xfrm>
            <a:off x="9326880" y="115900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Mực nước 7</a:t>
            </a:r>
            <a:endParaRPr lang="en-US" sz="1600" dirty="0"/>
          </a:p>
        </p:txBody>
      </p:sp>
      <p:sp>
        <p:nvSpPr>
          <p:cNvPr id="10" name="Text 8"/>
          <p:cNvSpPr txBox="1"/>
          <p:nvPr/>
        </p:nvSpPr>
        <p:spPr>
          <a:xfrm>
            <a:off x="9326880" y="192481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Mực nước 6</a:t>
            </a:r>
            <a:endParaRPr lang="en-US" sz="1600" dirty="0"/>
          </a:p>
        </p:txBody>
      </p:sp>
      <p:sp>
        <p:nvSpPr>
          <p:cNvPr id="11" name="Text 9"/>
          <p:cNvSpPr txBox="1"/>
          <p:nvPr/>
        </p:nvSpPr>
        <p:spPr>
          <a:xfrm>
            <a:off x="9326880" y="269062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Mực nước 5</a:t>
            </a:r>
            <a:endParaRPr lang="en-US" sz="1600" dirty="0"/>
          </a:p>
        </p:txBody>
      </p:sp>
      <p:sp>
        <p:nvSpPr>
          <p:cNvPr id="12" name="Text 10"/>
          <p:cNvSpPr txBox="1"/>
          <p:nvPr/>
        </p:nvSpPr>
        <p:spPr>
          <a:xfrm>
            <a:off x="9326880" y="345643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Mực nước 4</a:t>
            </a:r>
            <a:endParaRPr lang="en-US" sz="1600" dirty="0"/>
          </a:p>
        </p:txBody>
      </p:sp>
      <p:sp>
        <p:nvSpPr>
          <p:cNvPr id="13" name="Text 11"/>
          <p:cNvSpPr txBox="1"/>
          <p:nvPr/>
        </p:nvSpPr>
        <p:spPr>
          <a:xfrm>
            <a:off x="9326880" y="422224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Mực nước 3</a:t>
            </a:r>
            <a:endParaRPr lang="en-US" sz="1600" dirty="0"/>
          </a:p>
        </p:txBody>
      </p:sp>
      <p:sp>
        <p:nvSpPr>
          <p:cNvPr id="14" name="Text 12"/>
          <p:cNvSpPr txBox="1"/>
          <p:nvPr/>
        </p:nvSpPr>
        <p:spPr>
          <a:xfrm>
            <a:off x="9326880" y="498805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Mực nước 2</a:t>
            </a:r>
            <a:endParaRPr lang="en-US" sz="1600" dirty="0"/>
          </a:p>
        </p:txBody>
      </p:sp>
      <p:sp>
        <p:nvSpPr>
          <p:cNvPr id="15" name="Text 13"/>
          <p:cNvSpPr txBox="1"/>
          <p:nvPr/>
        </p:nvSpPr>
        <p:spPr>
          <a:xfrm>
            <a:off x="9326880" y="5753862"/>
            <a:ext cx="2377440" cy="710946"/>
          </a:xfrm>
          <a:prstGeom prst="roundRect">
            <a:avLst>
              <a:gd name="adj" fmla="val 10289"/>
            </a:avLst>
          </a:prstGeom>
          <a:solidFill>
            <a:srgbClr val="00796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Mực nước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8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1 (1/8)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2 (2/8)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3 (3/8)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4 (4/8)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5 (5/8)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6 (6/8)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7 (7/8)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4D4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CA28"/>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mực nước 8 (8/8)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CA28"/>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Giúp quạ uống nước</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