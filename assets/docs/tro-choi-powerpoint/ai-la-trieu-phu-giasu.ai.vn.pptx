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3.xml"/><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34.xml"/><Relationship Id="rId3" Type="http://schemas.openxmlformats.org/officeDocument/2006/relationships/slide" Target="slide1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35.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21.xml"/><Relationship Id="rId3" Type="http://schemas.openxmlformats.org/officeDocument/2006/relationships/slide" Target="slide21.xml"/><Relationship Id="rId4" Type="http://schemas.openxmlformats.org/officeDocument/2006/relationships/slide" Target="slide3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 Target="slide22.xml"/><Relationship Id="rId3" Type="http://schemas.openxmlformats.org/officeDocument/2006/relationships/slide" Target="slide2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38.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4.xml"/><Relationship Id="rId2" Type="http://schemas.openxmlformats.org/officeDocument/2006/relationships/slide" Target="slide24.xml"/><Relationship Id="rId3" Type="http://schemas.openxmlformats.org/officeDocument/2006/relationships/slide" Target="slide39.xml"/><Relationship Id="rId4" Type="http://schemas.openxmlformats.org/officeDocument/2006/relationships/slide" Target="slide24.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25.xml"/><Relationship Id="rId3" Type="http://schemas.openxmlformats.org/officeDocument/2006/relationships/slide" Target="slide25.xml"/><Relationship Id="rId4" Type="http://schemas.openxmlformats.org/officeDocument/2006/relationships/slide" Target="slide4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41.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7.xml"/><Relationship Id="rId2" Type="http://schemas.openxmlformats.org/officeDocument/2006/relationships/slide" Target="slide42.xml"/><Relationship Id="rId3" Type="http://schemas.openxmlformats.org/officeDocument/2006/relationships/slide" Target="slide27.xml"/><Relationship Id="rId4" Type="http://schemas.openxmlformats.org/officeDocument/2006/relationships/slide" Target="slide27.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8.xml"/><Relationship Id="rId3" Type="http://schemas.openxmlformats.org/officeDocument/2006/relationships/slide" Target="slide43.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44.xml"/><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45.xml"/><Relationship Id="rId2" Type="http://schemas.openxmlformats.org/officeDocument/2006/relationships/slide" Target="slide30.xml"/><Relationship Id="rId3" Type="http://schemas.openxmlformats.org/officeDocument/2006/relationships/slide" Target="slide30.xml"/><Relationship Id="rId4" Type="http://schemas.openxmlformats.org/officeDocument/2006/relationships/slide" Target="slide30.xm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46.xml"/><Relationship Id="rId3" Type="http://schemas.openxmlformats.org/officeDocument/2006/relationships/slide" Target="slide31.xml"/><Relationship Id="rId4" Type="http://schemas.openxmlformats.org/officeDocument/2006/relationships/slide" Target="slide31.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2.xml"/><Relationship Id="rId3" Type="http://schemas.openxmlformats.org/officeDocument/2006/relationships/slide" Target="slide47.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AI LÀ TRIỆU PHÚ</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đúng 15 câu hỏi liên tiếp để trở thành triệu phú.</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1/15 · 200 nghìn</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trái nghĩa với "chăm chỉ"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Lười biếng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Siêng năng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Cần cù</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Chịu khó</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   200 nghìn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2/15 · 400 nghìn</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90°C</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100°C</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50°C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0°C</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2   400 nghìn  </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3/15 · 600 nghìn</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Con vật nào có chiếc vòi dài?</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Hươu</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Gấu</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Voi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Khỉ</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3   600 nghìn  </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4/15 · 1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24</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36</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4   1 triệu  </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5/15 · 2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Giữa quốc kỳ Việt Nam có hình gì?</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Ngôi sao vàng năm cánh</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Mặt trăng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Búa liềm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Bông hoa</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5   2 triệu  </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6/15 · 3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năm có mấy tháng?</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11</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13</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6   3 triệu  </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7/15 · 6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Con vật nào KHÔNG phải là loài chim?</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Én</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Chim sẻ</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Dơi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Bồ câu</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7   6 triệu  </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8/15 · 10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Tìm x: x + 15 = 40. Vậy x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35</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25</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8   10 triệu  </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9/15 · 14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nào viết đúng chính tả?</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Chăm chỉ</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Trăm chỉ</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Chăm chĩ</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Chăm trỉ</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9   14 triệu  </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10/15 · 22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Trái Đất quay quanh vật thể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Mặt Trăng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Mặt Trời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Hỏa</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Thổ</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10   22 triệu  </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11/15 · 30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vuông có mấy cạnh bằng nhau?</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11   30 triệu  </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12/15 · 40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25 + 38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73</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12   40 triệu  </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13/15 · 60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Quả nào có màu da cam và chứa nhiều vitamin 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Cam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Chuối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Nho</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Dưa hấu</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13   60 triệu  </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14/15 · 85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tuần có mấy ngày?</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8</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FFFFF">
              <a:alpha val="12000"/>
            </a:srgbClr>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15   150 triệu</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14   85 triệu  </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15/15 · 150 triệu</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Vịnh Hạ Long thuộc tỉnh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Thanh Hóa</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Nghệ An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Quảng Ninh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Khánh Hòa</a:t>
            </a:r>
            <a:endParaRPr lang="en-US" sz="2400" dirty="0"/>
          </a:p>
        </p:txBody>
      </p:sp>
      <p:sp>
        <p:nvSpPr>
          <p:cNvPr id="8" name="Text 6"/>
          <p:cNvSpPr txBox="1"/>
          <p:nvPr/>
        </p:nvSpPr>
        <p:spPr>
          <a:xfrm>
            <a:off x="9326880" y="393192"/>
            <a:ext cx="2377440" cy="353568"/>
          </a:xfrm>
          <a:prstGeom prst="roundRect">
            <a:avLst>
              <a:gd name="adj" fmla="val 20690"/>
            </a:avLst>
          </a:prstGeom>
          <a:solidFill>
            <a:srgbClr val="F9C74F"/>
          </a:solidFill>
          <a:ln/>
        </p:spPr>
        <p:txBody>
          <a:bodyPr wrap="square" lIns="1524" tIns="1524" rIns="1524" bIns="1524" rtlCol="0" anchor="ctr"/>
          <a:lstStyle/>
          <a:p>
            <a:pPr algn="l" indent="0" marL="0">
              <a:buNone/>
            </a:pPr>
            <a:r>
              <a:rPr lang="en-US" sz="1300" b="1" dirty="0">
                <a:solidFill>
                  <a:srgbClr val="1F2937"/>
                </a:solidFill>
                <a:latin typeface="Arial" pitchFamily="34" charset="0"/>
                <a:ea typeface="Arial" pitchFamily="34" charset="-122"/>
                <a:cs typeface="Arial" pitchFamily="34" charset="-120"/>
              </a:rPr>
              <a:t>15   150 triệu  </a:t>
            </a:r>
            <a:endParaRPr lang="en-US" sz="1300" dirty="0"/>
          </a:p>
        </p:txBody>
      </p:sp>
      <p:sp>
        <p:nvSpPr>
          <p:cNvPr id="9" name="Text 7"/>
          <p:cNvSpPr txBox="1"/>
          <p:nvPr/>
        </p:nvSpPr>
        <p:spPr>
          <a:xfrm>
            <a:off x="9326880" y="80162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14   85 triệu</a:t>
            </a:r>
            <a:endParaRPr lang="en-US" sz="1300" dirty="0"/>
          </a:p>
        </p:txBody>
      </p:sp>
      <p:sp>
        <p:nvSpPr>
          <p:cNvPr id="10" name="Text 8"/>
          <p:cNvSpPr txBox="1"/>
          <p:nvPr/>
        </p:nvSpPr>
        <p:spPr>
          <a:xfrm>
            <a:off x="9326880" y="121005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13   60 triệu</a:t>
            </a:r>
            <a:endParaRPr lang="en-US" sz="1300" dirty="0"/>
          </a:p>
        </p:txBody>
      </p:sp>
      <p:sp>
        <p:nvSpPr>
          <p:cNvPr id="11" name="Text 9"/>
          <p:cNvSpPr txBox="1"/>
          <p:nvPr/>
        </p:nvSpPr>
        <p:spPr>
          <a:xfrm>
            <a:off x="9326880" y="161848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12   40 triệu</a:t>
            </a:r>
            <a:endParaRPr lang="en-US" sz="1300" dirty="0"/>
          </a:p>
        </p:txBody>
      </p:sp>
      <p:sp>
        <p:nvSpPr>
          <p:cNvPr id="12" name="Text 10"/>
          <p:cNvSpPr txBox="1"/>
          <p:nvPr/>
        </p:nvSpPr>
        <p:spPr>
          <a:xfrm>
            <a:off x="9326880" y="202692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11   30 triệu</a:t>
            </a:r>
            <a:endParaRPr lang="en-US" sz="1300" dirty="0"/>
          </a:p>
        </p:txBody>
      </p:sp>
      <p:sp>
        <p:nvSpPr>
          <p:cNvPr id="13" name="Text 11"/>
          <p:cNvSpPr txBox="1"/>
          <p:nvPr/>
        </p:nvSpPr>
        <p:spPr>
          <a:xfrm>
            <a:off x="9326880" y="243535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10   22 triệu</a:t>
            </a:r>
            <a:endParaRPr lang="en-US" sz="1300" dirty="0"/>
          </a:p>
        </p:txBody>
      </p:sp>
      <p:sp>
        <p:nvSpPr>
          <p:cNvPr id="14" name="Text 12"/>
          <p:cNvSpPr txBox="1"/>
          <p:nvPr/>
        </p:nvSpPr>
        <p:spPr>
          <a:xfrm>
            <a:off x="9326880" y="284378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9   14 triệu</a:t>
            </a:r>
            <a:endParaRPr lang="en-US" sz="1300" dirty="0"/>
          </a:p>
        </p:txBody>
      </p:sp>
      <p:sp>
        <p:nvSpPr>
          <p:cNvPr id="15" name="Text 13"/>
          <p:cNvSpPr txBox="1"/>
          <p:nvPr/>
        </p:nvSpPr>
        <p:spPr>
          <a:xfrm>
            <a:off x="9326880" y="325221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8   10 triệu</a:t>
            </a:r>
            <a:endParaRPr lang="en-US" sz="1300" dirty="0"/>
          </a:p>
        </p:txBody>
      </p:sp>
      <p:sp>
        <p:nvSpPr>
          <p:cNvPr id="16" name="Text 14"/>
          <p:cNvSpPr txBox="1"/>
          <p:nvPr/>
        </p:nvSpPr>
        <p:spPr>
          <a:xfrm>
            <a:off x="9326880" y="366064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7   6 triệu</a:t>
            </a:r>
            <a:endParaRPr lang="en-US" sz="1300" dirty="0"/>
          </a:p>
        </p:txBody>
      </p:sp>
      <p:sp>
        <p:nvSpPr>
          <p:cNvPr id="17" name="Text 15"/>
          <p:cNvSpPr txBox="1"/>
          <p:nvPr/>
        </p:nvSpPr>
        <p:spPr>
          <a:xfrm>
            <a:off x="9326880" y="406908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6   3 triệu</a:t>
            </a:r>
            <a:endParaRPr lang="en-US" sz="1300" dirty="0"/>
          </a:p>
        </p:txBody>
      </p:sp>
      <p:sp>
        <p:nvSpPr>
          <p:cNvPr id="18" name="Text 16"/>
          <p:cNvSpPr txBox="1"/>
          <p:nvPr/>
        </p:nvSpPr>
        <p:spPr>
          <a:xfrm>
            <a:off x="9326880" y="4477512"/>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5   2 triệu</a:t>
            </a:r>
            <a:endParaRPr lang="en-US" sz="1300" dirty="0"/>
          </a:p>
        </p:txBody>
      </p:sp>
      <p:sp>
        <p:nvSpPr>
          <p:cNvPr id="19" name="Text 17"/>
          <p:cNvSpPr txBox="1"/>
          <p:nvPr/>
        </p:nvSpPr>
        <p:spPr>
          <a:xfrm>
            <a:off x="9326880" y="4885944"/>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4   1 triệu</a:t>
            </a:r>
            <a:endParaRPr lang="en-US" sz="1300" dirty="0"/>
          </a:p>
        </p:txBody>
      </p:sp>
      <p:sp>
        <p:nvSpPr>
          <p:cNvPr id="20" name="Text 18"/>
          <p:cNvSpPr txBox="1"/>
          <p:nvPr/>
        </p:nvSpPr>
        <p:spPr>
          <a:xfrm>
            <a:off x="9326880" y="5294376"/>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3   600 nghìn</a:t>
            </a:r>
            <a:endParaRPr lang="en-US" sz="1300" dirty="0"/>
          </a:p>
        </p:txBody>
      </p:sp>
      <p:sp>
        <p:nvSpPr>
          <p:cNvPr id="21" name="Text 19"/>
          <p:cNvSpPr txBox="1"/>
          <p:nvPr/>
        </p:nvSpPr>
        <p:spPr>
          <a:xfrm>
            <a:off x="9326880" y="5702808"/>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2   400 nghìn</a:t>
            </a:r>
            <a:endParaRPr lang="en-US" sz="1300" dirty="0"/>
          </a:p>
        </p:txBody>
      </p:sp>
      <p:sp>
        <p:nvSpPr>
          <p:cNvPr id="22" name="Text 20"/>
          <p:cNvSpPr txBox="1"/>
          <p:nvPr/>
        </p:nvSpPr>
        <p:spPr>
          <a:xfrm>
            <a:off x="9326880" y="6111240"/>
            <a:ext cx="2377440" cy="353568"/>
          </a:xfrm>
          <a:prstGeom prst="roundRect">
            <a:avLst>
              <a:gd name="adj" fmla="val 20690"/>
            </a:avLst>
          </a:prstGeom>
          <a:solidFill>
            <a:srgbClr val="3F3D8F"/>
          </a:solidFill>
          <a:ln/>
        </p:spPr>
        <p:txBody>
          <a:bodyPr wrap="square" lIns="1524" tIns="1524" rIns="1524" bIns="1524" rtlCol="0" anchor="ctr"/>
          <a:lstStyle/>
          <a:p>
            <a:pPr algn="l" indent="0" marL="0">
              <a:buNone/>
            </a:pPr>
            <a:r>
              <a:rPr lang="en-US" sz="1300" dirty="0">
                <a:solidFill>
                  <a:srgbClr val="FFFFFF"/>
                </a:solidFill>
                <a:latin typeface="Arial" pitchFamily="34" charset="0"/>
                <a:ea typeface="Arial" pitchFamily="34" charset="-122"/>
                <a:cs typeface="Arial" pitchFamily="34" charset="-120"/>
              </a:rPr>
              <a:t>1   200 nghìn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Chúc mừng! Em đã trở thành triệu phú!</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Lười biếng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2</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100°C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3</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Voi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4</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36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5</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6</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7</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8</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9</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10</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11</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12</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13</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14</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Rất tiếc! Em dừng ở câu 15</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200 nghìn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400 nghìn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600 nghìn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1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2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3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6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10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14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22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30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40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60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85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có 150 triệu đồng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là triệu phú</dc:title>
  <dc:subject>Trò chơi PowerPoint học tập</dc:subject>
  <dc:creator>giasu.ai.vn</dc:creator>
  <cp:lastModifiedBy>giasu.ai.vn</cp:lastModifiedBy>
  <cp:revision>1</cp:revision>
  <dcterms:created xsi:type="dcterms:W3CDTF">2026-10-19T03:29:14Z</dcterms:created>
  <dcterms:modified xsi:type="dcterms:W3CDTF">2026-10-19T03:29:14Z</dcterms:modified>
</cp:coreProperties>
</file>