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 Target="slide5.xml"/><Relationship Id="rId3" Type="http://schemas.openxmlformats.org/officeDocument/2006/relationships/slide" Target="slide5.xml"/><Relationship Id="rId4" Type="http://schemas.openxmlformats.org/officeDocument/2006/relationships/slide" Target="slide5.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 Target="slide7.xml"/><Relationship Id="rId3" Type="http://schemas.openxmlformats.org/officeDocument/2006/relationships/slide" Target="slide8.xml"/><Relationship Id="rId4" Type="http://schemas.openxmlformats.org/officeDocument/2006/relationships/slide" Target="slide8.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 Target="slide11.xml"/><Relationship Id="rId3" Type="http://schemas.openxmlformats.org/officeDocument/2006/relationships/slide" Target="slide10.xml"/><Relationship Id="rId4" Type="http://schemas.openxmlformats.org/officeDocument/2006/relationships/slide" Target="slide11.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4.xml"/><Relationship Id="rId3" Type="http://schemas.openxmlformats.org/officeDocument/2006/relationships/slide" Target="slide14.xml"/><Relationship Id="rId4" Type="http://schemas.openxmlformats.org/officeDocument/2006/relationships/slide" Target="slide13.xml"/><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 Target="slide17.xml"/><Relationship Id="rId3" Type="http://schemas.openxmlformats.org/officeDocument/2006/relationships/slide" Target="slide17.xml"/><Relationship Id="rId4" Type="http://schemas.openxmlformats.org/officeDocument/2006/relationships/slide" Target="slide17.xml"/><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20.xml"/><Relationship Id="rId2" Type="http://schemas.openxmlformats.org/officeDocument/2006/relationships/slide" Target="slide19.xml"/><Relationship Id="rId3" Type="http://schemas.openxmlformats.org/officeDocument/2006/relationships/slide" Target="slide20.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23.xml"/><Relationship Id="rId2" Type="http://schemas.openxmlformats.org/officeDocument/2006/relationships/slide" Target="slide23.xml"/><Relationship Id="rId3" Type="http://schemas.openxmlformats.org/officeDocument/2006/relationships/slide" Target="slide22.xml"/><Relationship Id="rId4" Type="http://schemas.openxmlformats.org/officeDocument/2006/relationships/slide" Target="slide23.xml"/><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26.xml"/><Relationship Id="rId2" Type="http://schemas.openxmlformats.org/officeDocument/2006/relationships/slide" Target="slide26.xml"/><Relationship Id="rId3" Type="http://schemas.openxmlformats.org/officeDocument/2006/relationships/slide" Target="slide26.xml"/><Relationship Id="rId4" Type="http://schemas.openxmlformats.org/officeDocument/2006/relationships/slide" Target="slide25.xml"/><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28.xml"/><Relationship Id="rId2" Type="http://schemas.openxmlformats.org/officeDocument/2006/relationships/slide" Target="slide29.xml"/><Relationship Id="rId3" Type="http://schemas.openxmlformats.org/officeDocument/2006/relationships/slide" Target="slide29.xml"/><Relationship Id="rId4" Type="http://schemas.openxmlformats.org/officeDocument/2006/relationships/slide" Target="slide29.xml"/><Relationship Id="rId5" Type="http://schemas.openxmlformats.org/officeDocument/2006/relationships/slideLayout" Target="../slideLayouts/slideLayout1.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32.xml"/><Relationship Id="rId2" Type="http://schemas.openxmlformats.org/officeDocument/2006/relationships/slide" Target="slide31.xml"/><Relationship Id="rId3" Type="http://schemas.openxmlformats.org/officeDocument/2006/relationships/slide" Target="slide32.xml"/><Relationship Id="rId4" Type="http://schemas.openxmlformats.org/officeDocument/2006/relationships/slide" Target="slide32.xml"/><Relationship Id="rId5" Type="http://schemas.openxmlformats.org/officeDocument/2006/relationships/slideLayout" Target="../slideLayouts/slideLayout1.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 Target="slide35.xml"/><Relationship Id="rId2" Type="http://schemas.openxmlformats.org/officeDocument/2006/relationships/slide" Target="slide35.xml"/><Relationship Id="rId3" Type="http://schemas.openxmlformats.org/officeDocument/2006/relationships/slide" Target="slide34.xml"/><Relationship Id="rId4" Type="http://schemas.openxmlformats.org/officeDocument/2006/relationships/slide" Target="slide35.xml"/><Relationship Id="rId5" Type="http://schemas.openxmlformats.org/officeDocument/2006/relationships/slideLayout" Target="../slideLayouts/slideLayout1.xml"/><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 Target="slide38.xml"/><Relationship Id="rId2" Type="http://schemas.openxmlformats.org/officeDocument/2006/relationships/slide" Target="slide38.xml"/><Relationship Id="rId3" Type="http://schemas.openxmlformats.org/officeDocument/2006/relationships/slide" Target="slide38.xml"/><Relationship Id="rId4" Type="http://schemas.openxmlformats.org/officeDocument/2006/relationships/slide" Target="slide37.xml"/><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HÁI LỘC ĐẦU XUÂN</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Chọn bao lì xì trên cành đào, trả lời đúng để nhận lộc đầu xuân.</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548640" y="228600"/>
            <a:ext cx="11094415" cy="73152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HÁI LỘC ĐẦU XUÂN</a:t>
            </a:r>
            <a:endParaRPr lang="en-US" sz="3200" dirty="0"/>
          </a:p>
        </p:txBody>
      </p:sp>
      <p:sp>
        <p:nvSpPr>
          <p:cNvPr id="3" name="Text 1">
            <a:hlinkClick r:id="rIdundefined" tooltip="Chọn ô 1" action="ppaction://hlinksldjump"/>
          </p:cNvPr>
          <p:cNvSpPr txBox="1"/>
          <p:nvPr/>
        </p:nvSpPr>
        <p:spPr>
          <a:xfrm>
            <a:off x="998068" y="1280160"/>
            <a:ext cx="2377440" cy="1417320"/>
          </a:xfrm>
          <a:prstGeom prst="roundRect">
            <a:avLst>
              <a:gd name="adj" fmla="val 11613"/>
            </a:avLst>
          </a:prstGeom>
          <a:solidFill>
            <a:srgbClr val="C62828"/>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4" name="Text 2">
            <a:hlinkClick r:id="rIdundefined" tooltip="Chọn ô 2" action="ppaction://hlinksldjump"/>
          </p:cNvPr>
          <p:cNvSpPr txBox="1"/>
          <p:nvPr/>
        </p:nvSpPr>
        <p:spPr>
          <a:xfrm>
            <a:off x="3604108" y="1280160"/>
            <a:ext cx="2377440" cy="1417320"/>
          </a:xfrm>
          <a:prstGeom prst="roundRect">
            <a:avLst>
              <a:gd name="adj" fmla="val 11613"/>
            </a:avLst>
          </a:prstGeom>
          <a:solidFill>
            <a:srgbClr val="C62828"/>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5" name="Text 3">
            <a:hlinkClick r:id="rIdundefined" tooltip="Chọn ô 3" action="ppaction://hlinksldjump"/>
          </p:cNvPr>
          <p:cNvSpPr txBox="1"/>
          <p:nvPr/>
        </p:nvSpPr>
        <p:spPr>
          <a:xfrm>
            <a:off x="6210148" y="1280160"/>
            <a:ext cx="2377440" cy="1417320"/>
          </a:xfrm>
          <a:prstGeom prst="roundRect">
            <a:avLst>
              <a:gd name="adj" fmla="val 11613"/>
            </a:avLst>
          </a:prstGeom>
          <a:solidFill>
            <a:srgbClr val="C62828"/>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6" name="Text 4">
            <a:hlinkClick r:id="rIdundefined" tooltip="Chọn ô 4" action="ppaction://hlinksldjump"/>
          </p:cNvPr>
          <p:cNvSpPr txBox="1"/>
          <p:nvPr/>
        </p:nvSpPr>
        <p:spPr>
          <a:xfrm>
            <a:off x="8816188" y="1280160"/>
            <a:ext cx="2377440" cy="1417320"/>
          </a:xfrm>
          <a:prstGeom prst="roundRect">
            <a:avLst>
              <a:gd name="adj" fmla="val 11613"/>
            </a:avLst>
          </a:prstGeom>
          <a:solidFill>
            <a:srgbClr val="C62828"/>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7" name="Text 5">
            <a:hlinkClick r:id="rIdundefined" tooltip="Chọn ô 5" action="ppaction://hlinksldjump"/>
          </p:cNvPr>
          <p:cNvSpPr txBox="1"/>
          <p:nvPr/>
        </p:nvSpPr>
        <p:spPr>
          <a:xfrm>
            <a:off x="998068" y="2926080"/>
            <a:ext cx="2377440" cy="1417320"/>
          </a:xfrm>
          <a:prstGeom prst="roundRect">
            <a:avLst>
              <a:gd name="adj" fmla="val 11613"/>
            </a:avLst>
          </a:prstGeom>
          <a:solidFill>
            <a:srgbClr val="C62828"/>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8" name="Text 6">
            <a:hlinkClick r:id="rIdundefined" tooltip="Chọn ô 6" action="ppaction://hlinksldjump"/>
          </p:cNvPr>
          <p:cNvSpPr txBox="1"/>
          <p:nvPr/>
        </p:nvSpPr>
        <p:spPr>
          <a:xfrm>
            <a:off x="3604108" y="2926080"/>
            <a:ext cx="2377440" cy="1417320"/>
          </a:xfrm>
          <a:prstGeom prst="roundRect">
            <a:avLst>
              <a:gd name="adj" fmla="val 11613"/>
            </a:avLst>
          </a:prstGeom>
          <a:solidFill>
            <a:srgbClr val="C62828"/>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9" name="Text 7">
            <a:hlinkClick r:id="rIdundefined" tooltip="Chọn ô 7" action="ppaction://hlinksldjump"/>
          </p:cNvPr>
          <p:cNvSpPr txBox="1"/>
          <p:nvPr/>
        </p:nvSpPr>
        <p:spPr>
          <a:xfrm>
            <a:off x="6210148" y="2926080"/>
            <a:ext cx="2377440" cy="1417320"/>
          </a:xfrm>
          <a:prstGeom prst="roundRect">
            <a:avLst>
              <a:gd name="adj" fmla="val 11613"/>
            </a:avLst>
          </a:prstGeom>
          <a:solidFill>
            <a:srgbClr val="C62828"/>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7</a:t>
            </a:r>
            <a:endParaRPr lang="en-US" sz="2400" dirty="0"/>
          </a:p>
        </p:txBody>
      </p:sp>
      <p:sp>
        <p:nvSpPr>
          <p:cNvPr id="10" name="Text 8">
            <a:hlinkClick r:id="rIdundefined" tooltip="Chọn ô 8" action="ppaction://hlinksldjump"/>
          </p:cNvPr>
          <p:cNvSpPr txBox="1"/>
          <p:nvPr/>
        </p:nvSpPr>
        <p:spPr>
          <a:xfrm>
            <a:off x="8816188" y="2926080"/>
            <a:ext cx="2377440" cy="1417320"/>
          </a:xfrm>
          <a:prstGeom prst="roundRect">
            <a:avLst>
              <a:gd name="adj" fmla="val 11613"/>
            </a:avLst>
          </a:prstGeom>
          <a:solidFill>
            <a:srgbClr val="C62828"/>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8</a:t>
            </a:r>
            <a:endParaRPr lang="en-US" sz="2400" dirty="0"/>
          </a:p>
        </p:txBody>
      </p:sp>
      <p:sp>
        <p:nvSpPr>
          <p:cNvPr id="11" name="Text 9">
            <a:hlinkClick r:id="rIdundefined" tooltip="Chọn ô 9" action="ppaction://hlinksldjump"/>
          </p:cNvPr>
          <p:cNvSpPr txBox="1"/>
          <p:nvPr/>
        </p:nvSpPr>
        <p:spPr>
          <a:xfrm>
            <a:off x="998068" y="4572000"/>
            <a:ext cx="2377440" cy="1417320"/>
          </a:xfrm>
          <a:prstGeom prst="roundRect">
            <a:avLst>
              <a:gd name="adj" fmla="val 11613"/>
            </a:avLst>
          </a:prstGeom>
          <a:solidFill>
            <a:srgbClr val="C62828"/>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9</a:t>
            </a:r>
            <a:endParaRPr lang="en-US" sz="2400" dirty="0"/>
          </a:p>
        </p:txBody>
      </p:sp>
      <p:sp>
        <p:nvSpPr>
          <p:cNvPr id="12" name="Text 10">
            <a:hlinkClick r:id="rIdundefined" tooltip="Chọn ô 10" action="ppaction://hlinksldjump"/>
          </p:cNvPr>
          <p:cNvSpPr txBox="1"/>
          <p:nvPr/>
        </p:nvSpPr>
        <p:spPr>
          <a:xfrm>
            <a:off x="3604108" y="4572000"/>
            <a:ext cx="2377440" cy="1417320"/>
          </a:xfrm>
          <a:prstGeom prst="roundRect">
            <a:avLst>
              <a:gd name="adj" fmla="val 11613"/>
            </a:avLst>
          </a:prstGeom>
          <a:solidFill>
            <a:srgbClr val="C62828"/>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10</a:t>
            </a:r>
            <a:endParaRPr lang="en-US" sz="2400" dirty="0"/>
          </a:p>
        </p:txBody>
      </p:sp>
      <p:sp>
        <p:nvSpPr>
          <p:cNvPr id="13" name="Text 11">
            <a:hlinkClick r:id="rIdundefined" tooltip="Chọn ô 11" action="ppaction://hlinksldjump"/>
          </p:cNvPr>
          <p:cNvSpPr txBox="1"/>
          <p:nvPr/>
        </p:nvSpPr>
        <p:spPr>
          <a:xfrm>
            <a:off x="6210148" y="4572000"/>
            <a:ext cx="2377440" cy="1417320"/>
          </a:xfrm>
          <a:prstGeom prst="roundRect">
            <a:avLst>
              <a:gd name="adj" fmla="val 11613"/>
            </a:avLst>
          </a:prstGeom>
          <a:solidFill>
            <a:srgbClr val="C62828"/>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11</a:t>
            </a:r>
            <a:endParaRPr lang="en-US" sz="2400" dirty="0"/>
          </a:p>
        </p:txBody>
      </p:sp>
      <p:sp>
        <p:nvSpPr>
          <p:cNvPr id="14" name="Text 12">
            <a:hlinkClick r:id="rIdundefined" tooltip="Chọn ô 12" action="ppaction://hlinksldjump"/>
          </p:cNvPr>
          <p:cNvSpPr txBox="1"/>
          <p:nvPr/>
        </p:nvSpPr>
        <p:spPr>
          <a:xfrm>
            <a:off x="8816188" y="4572000"/>
            <a:ext cx="2377440" cy="1417320"/>
          </a:xfrm>
          <a:prstGeom prst="roundRect">
            <a:avLst>
              <a:gd name="adj" fmla="val 11613"/>
            </a:avLst>
          </a:prstGeom>
          <a:solidFill>
            <a:srgbClr val="C62828"/>
          </a:solidFill>
          <a:ln w="19050">
            <a:solidFill>
              <a:srgbClr val="FFFFFF"/>
            </a:solidFill>
          </a:ln>
        </p:spPr>
        <p:txBody>
          <a:bodyPr wrap="square" lIns="1270" tIns="1270" rIns="1270" bIns="1270" rtlCol="0" anchor="ctr"/>
          <a:lstStyle/>
          <a:p>
            <a:pPr algn="ctr" indent="0" marL="0">
              <a:buNone/>
            </a:pPr>
            <a:r>
              <a:rPr lang="en-US" sz="4000" b="1" dirty="0">
                <a:solidFill>
                  <a:srgbClr val="FFFFFF"/>
                </a:solidFill>
                <a:latin typeface="Arial" pitchFamily="34" charset="0"/>
                <a:ea typeface="Arial" pitchFamily="34" charset="-122"/>
                <a:cs typeface="Arial" pitchFamily="34" charset="-120"/>
              </a:rPr>
              <a:t>🧧</a:t>
            </a:r>
            <a:endParaRPr lang="en-US" sz="2400" dirty="0"/>
          </a:p>
          <a:p>
            <a:pPr algn="ctr" indent="0" marL="0">
              <a:buNone/>
            </a:pPr>
            <a:r>
              <a:rPr lang="en-US" sz="2400" b="1" dirty="0">
                <a:solidFill>
                  <a:srgbClr val="FFFFFF"/>
                </a:solidFill>
                <a:latin typeface="Arial" pitchFamily="34" charset="0"/>
                <a:ea typeface="Arial" pitchFamily="34" charset="-122"/>
                <a:cs typeface="Arial" pitchFamily="34" charset="-120"/>
              </a:rPr>
              <a:t>12</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54F"/>
                </a:solidFill>
                <a:latin typeface="Arial" pitchFamily="34" charset="0"/>
                <a:ea typeface="Arial" pitchFamily="34" charset="-122"/>
                <a:cs typeface="Arial" pitchFamily="34" charset="-120"/>
              </a:rPr>
              <a:t>Ô số 1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Có 45 quyển vở chia đều cho 5 bạn. Mỗi bạn được mấy quyển?</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9</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8</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10</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7</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5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9</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54F"/>
                </a:solidFill>
                <a:latin typeface="Arial" pitchFamily="34" charset="0"/>
                <a:ea typeface="Arial" pitchFamily="34" charset="-122"/>
                <a:cs typeface="Arial" pitchFamily="34" charset="-120"/>
              </a:rPr>
              <a:t>Ô số 2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Thủ đô của Việt Nam là gì?</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Huế</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Hà Nội</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Đà Nẵng</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TP. Hồ Chí Minh</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5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Hà Nội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54F"/>
                </a:solidFill>
                <a:latin typeface="Arial" pitchFamily="34" charset="0"/>
                <a:ea typeface="Arial" pitchFamily="34" charset="-122"/>
                <a:cs typeface="Arial" pitchFamily="34" charset="-120"/>
              </a:rPr>
              <a:t>Ô số 3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7 × 8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54</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48</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56</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64</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5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56</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54F"/>
                </a:solidFill>
                <a:latin typeface="Arial" pitchFamily="34" charset="0"/>
                <a:ea typeface="Arial" pitchFamily="34" charset="-122"/>
                <a:cs typeface="Arial" pitchFamily="34" charset="-120"/>
              </a:rPr>
              <a:t>Ô số 4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Hành tinh nào gần Mặt Trời nhất?</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Sao Kim</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Trái Đất</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Sao Hỏa</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Sao Thủy</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5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Sao Thủy</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54F"/>
                </a:solidFill>
                <a:latin typeface="Arial" pitchFamily="34" charset="0"/>
                <a:ea typeface="Arial" pitchFamily="34" charset="-122"/>
                <a:cs typeface="Arial" pitchFamily="34" charset="-120"/>
              </a:rPr>
              <a:t>Ô số 5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Từ trái nghĩa với "chăm chỉ" là?</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Lười biếng</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Siêng năng</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Cần cù</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Chịu khó</a:t>
            </a:r>
            <a:endParaRPr lang="en-US" sz="2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5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Lười biếng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54F"/>
                </a:solidFill>
                <a:latin typeface="Arial" pitchFamily="34" charset="0"/>
                <a:ea typeface="Arial" pitchFamily="34" charset="-122"/>
                <a:cs typeface="Arial" pitchFamily="34" charset="-120"/>
              </a:rPr>
              <a:t>Ô số 6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Nước sôi ở bao nhiêu độ C (điều kiện thường)?</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90°C</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100°C</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50°C</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0°C</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5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100°C</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54F"/>
                </a:solidFill>
                <a:latin typeface="Arial" pitchFamily="34" charset="0"/>
                <a:ea typeface="Arial" pitchFamily="34" charset="-122"/>
                <a:cs typeface="Arial" pitchFamily="34" charset="-120"/>
              </a:rPr>
              <a:t>Ô số 7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Con vật nào có chiếc vòi dài?</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Hươu</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Gấu</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Voi</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Khỉ</a:t>
            </a:r>
            <a:endParaRPr lang="en-US" sz="2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5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Voi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54F"/>
                </a:solidFill>
                <a:latin typeface="Arial" pitchFamily="34" charset="0"/>
                <a:ea typeface="Arial" pitchFamily="34" charset="-122"/>
                <a:cs typeface="Arial" pitchFamily="34" charset="-120"/>
              </a:rPr>
              <a:t>Ô số 8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Có 3 hộp, mỗi hộp 12 cái kẹo. Tất cả có bao nhiêu cái kẹo?</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24</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48</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36</a:t>
            </a:r>
            <a:endParaRPr lang="en-US"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5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36</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54F"/>
                </a:solidFill>
                <a:latin typeface="Arial" pitchFamily="34" charset="0"/>
                <a:ea typeface="Arial" pitchFamily="34" charset="-122"/>
                <a:cs typeface="Arial" pitchFamily="34" charset="-120"/>
              </a:rPr>
              <a:t>Ô số 9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Giữa quốc kỳ Việt Nam có hình gì?</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Ngôi sao vàng năm cánh</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Mặt trăng</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Búa liềm</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Bông hoa</a:t>
            </a:r>
            <a:endParaRPr lang="en-US" sz="2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5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Ngôi sao vàng năm cánh</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54F"/>
                </a:solidFill>
                <a:latin typeface="Arial" pitchFamily="34" charset="0"/>
                <a:ea typeface="Arial" pitchFamily="34" charset="-122"/>
                <a:cs typeface="Arial" pitchFamily="34" charset="-120"/>
              </a:rPr>
              <a:t>Ô số 10 · 10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Một năm có mấy tháng?</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10</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12</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11</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13</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5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+10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12</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54F"/>
                </a:solidFill>
                <a:latin typeface="Arial" pitchFamily="34" charset="0"/>
                <a:ea typeface="Arial" pitchFamily="34" charset="-122"/>
                <a:cs typeface="Arial" pitchFamily="34" charset="-120"/>
              </a:rPr>
              <a:t>Ô số 11 · 30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Con vật nào KHÔNG phải là loài chim?</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Én</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Chim sẻ</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Dơi</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Bồ câu</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5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+30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Dơi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640080" y="228600"/>
            <a:ext cx="10911535" cy="457200"/>
          </a:xfrm>
          <a:prstGeom prst="rect">
            <a:avLst/>
          </a:prstGeom>
          <a:noFill/>
          <a:ln/>
        </p:spPr>
        <p:txBody>
          <a:bodyPr wrap="square" lIns="0" tIns="0" rIns="0" bIns="0" rtlCol="0" anchor="ctr"/>
          <a:lstStyle/>
          <a:p>
            <a:pPr indent="0" marL="0">
              <a:buNone/>
            </a:pPr>
            <a:r>
              <a:rPr lang="en-US" sz="1800" b="1" dirty="0">
                <a:solidFill>
                  <a:srgbClr val="FFD54F"/>
                </a:solidFill>
                <a:latin typeface="Arial" pitchFamily="34" charset="0"/>
                <a:ea typeface="Arial" pitchFamily="34" charset="-122"/>
                <a:cs typeface="Arial" pitchFamily="34" charset="-120"/>
              </a:rPr>
              <a:t>Ô số 12 · 20 điểm</a:t>
            </a:r>
            <a:endParaRPr lang="en-US" sz="1800" dirty="0"/>
          </a:p>
        </p:txBody>
      </p:sp>
      <p:sp>
        <p:nvSpPr>
          <p:cNvPr id="3" name="Text 1"/>
          <p:cNvSpPr txBox="1"/>
          <p:nvPr/>
        </p:nvSpPr>
        <p:spPr>
          <a:xfrm>
            <a:off x="640080" y="777240"/>
            <a:ext cx="10911535"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Tìm x: x + 15 = 40. Vậy x = ?</a:t>
            </a:r>
            <a:endParaRPr lang="en-US" sz="3000" dirty="0"/>
          </a:p>
        </p:txBody>
      </p:sp>
      <p:sp>
        <p:nvSpPr>
          <p:cNvPr id="4" name="Text 2">
            <a:hlinkClick r:id="rId1" tooltip="Chọn đáp án A" action="ppaction://hlinksldjump"/>
          </p:cNvPr>
          <p:cNvSpPr txBox="1"/>
          <p:nvPr/>
        </p:nvSpPr>
        <p:spPr>
          <a:xfrm>
            <a:off x="640080"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A.  55</a:t>
            </a:r>
            <a:endParaRPr lang="en-US" sz="2600" dirty="0"/>
          </a:p>
        </p:txBody>
      </p:sp>
      <p:sp>
        <p:nvSpPr>
          <p:cNvPr id="5" name="Text 3">
            <a:hlinkClick r:id="rId2" tooltip="Chọn đáp án B" action="ppaction://hlinksldjump"/>
          </p:cNvPr>
          <p:cNvSpPr txBox="1"/>
          <p:nvPr/>
        </p:nvSpPr>
        <p:spPr>
          <a:xfrm>
            <a:off x="6233008" y="32004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B.  30</a:t>
            </a:r>
            <a:endParaRPr lang="en-US" sz="2600" dirty="0"/>
          </a:p>
        </p:txBody>
      </p:sp>
      <p:sp>
        <p:nvSpPr>
          <p:cNvPr id="6" name="Text 4">
            <a:hlinkClick r:id="rId3" tooltip="Chọn đáp án C" action="ppaction://hlinksldjump"/>
          </p:cNvPr>
          <p:cNvSpPr txBox="1"/>
          <p:nvPr/>
        </p:nvSpPr>
        <p:spPr>
          <a:xfrm>
            <a:off x="640080"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  35</a:t>
            </a:r>
            <a:endParaRPr lang="en-US" sz="2600" dirty="0"/>
          </a:p>
        </p:txBody>
      </p:sp>
      <p:sp>
        <p:nvSpPr>
          <p:cNvPr id="7" name="Text 5">
            <a:hlinkClick r:id="rId4" tooltip="Chọn đáp án D" action="ppaction://hlinksldjump"/>
          </p:cNvPr>
          <p:cNvSpPr txBox="1"/>
          <p:nvPr/>
        </p:nvSpPr>
        <p:spPr>
          <a:xfrm>
            <a:off x="6233008" y="4800600"/>
            <a:ext cx="5318608" cy="1325880"/>
          </a:xfrm>
          <a:prstGeom prst="roundRect">
            <a:avLst>
              <a:gd name="adj" fmla="val 12414"/>
            </a:avLst>
          </a:prstGeom>
          <a:solidFill>
            <a:srgbClr val="C62828"/>
          </a:solidFill>
          <a:ln w="19050">
            <a:solidFill>
              <a:srgbClr val="FFFFFF"/>
            </a:solidFill>
          </a:ln>
        </p:spPr>
        <p:txBody>
          <a:bodyPr wrap="square" lIns="3810" tIns="3810" rIns="3810" bIns="381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D.  25</a:t>
            </a:r>
            <a:endParaRPr lang="en-US"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D5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+20 điểm cho đội của em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8E0E00"/>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25</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FD5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Chọn ô khác</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Hái lộc đầu xuân</dc:title>
  <dc:subject>Trò chơi PowerPoint học tập</dc:subject>
  <dc:creator>giasu.ai.vn</dc:creator>
  <cp:lastModifiedBy>giasu.ai.vn</cp:lastModifiedBy>
  <cp:revision>1</cp:revision>
  <dcterms:created xsi:type="dcterms:W3CDTF">2026-10-19T03:29:13Z</dcterms:created>
  <dcterms:modified xsi:type="dcterms:W3CDTF">2026-10-19T03:29:13Z</dcterms:modified>
</cp:coreProperties>
</file>