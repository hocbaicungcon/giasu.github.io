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notesMasterIdLst>
    <p:notesMasterId r:id="rId3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notesMaster" Target="notesMasters/notesMaster1.xml"/><Relationship Id="rId35" Type="http://schemas.openxmlformats.org/officeDocument/2006/relationships/presProps" Target="presProps.xml"/><Relationship Id="rId36" Type="http://schemas.openxmlformats.org/officeDocument/2006/relationships/viewProps" Target="viewProps.xml"/><Relationship Id="rId37" Type="http://schemas.openxmlformats.org/officeDocument/2006/relationships/theme" Target="theme/theme1.xml"/><Relationship Id="rId3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Trình chiếu ở chế độ Slide Show (F5). Các nút bấm hoạt động bằng liên kết nhảy slide. Thầy cô sửa nội dung câu hỏi và đáp án trực tiếp trên từng slide câu hỏi; muốn đổi đáp án đúng thì đổi lại liên kết của nút (Chèn &gt; Liên kết &gt; Đặt trong tài liệu này).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 Target="slide13.xml"/><Relationship Id="rId2" Type="http://schemas.openxmlformats.org/officeDocument/2006/relationships/slide" Target="slide13.xml"/><Relationship Id="rId3" Type="http://schemas.openxmlformats.org/officeDocument/2006/relationships/slide" Target="slide23.xml"/><Relationship Id="rId4" Type="http://schemas.openxmlformats.org/officeDocument/2006/relationships/slide" Target="slide13.xml"/><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 Target="slide14.xml"/><Relationship Id="rId2" Type="http://schemas.openxmlformats.org/officeDocument/2006/relationships/slide" Target="slide14.xml"/><Relationship Id="rId3" Type="http://schemas.openxmlformats.org/officeDocument/2006/relationships/slide" Target="slide14.xml"/><Relationship Id="rId4" Type="http://schemas.openxmlformats.org/officeDocument/2006/relationships/slide" Target="slide24.xml"/><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 Target="slide25.xml"/><Relationship Id="rId2" Type="http://schemas.openxmlformats.org/officeDocument/2006/relationships/slide" Target="slide15.xml"/><Relationship Id="rId3" Type="http://schemas.openxmlformats.org/officeDocument/2006/relationships/slide" Target="slide15.xml"/><Relationship Id="rId4" Type="http://schemas.openxmlformats.org/officeDocument/2006/relationships/slide" Target="slide15.xml"/><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 Target="slide16.xml"/><Relationship Id="rId2" Type="http://schemas.openxmlformats.org/officeDocument/2006/relationships/slide" Target="slide26.xml"/><Relationship Id="rId3" Type="http://schemas.openxmlformats.org/officeDocument/2006/relationships/slide" Target="slide16.xml"/><Relationship Id="rId4" Type="http://schemas.openxmlformats.org/officeDocument/2006/relationships/slide" Target="slide16.xml"/><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 Target="slide17.xml"/><Relationship Id="rId2" Type="http://schemas.openxmlformats.org/officeDocument/2006/relationships/slide" Target="slide17.xml"/><Relationship Id="rId3" Type="http://schemas.openxmlformats.org/officeDocument/2006/relationships/slide" Target="slide27.xml"/><Relationship Id="rId4" Type="http://schemas.openxmlformats.org/officeDocument/2006/relationships/slide" Target="slide17.xml"/><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 Target="slide18.xml"/><Relationship Id="rId2" Type="http://schemas.openxmlformats.org/officeDocument/2006/relationships/slide" Target="slide18.xml"/><Relationship Id="rId3" Type="http://schemas.openxmlformats.org/officeDocument/2006/relationships/slide" Target="slide18.xml"/><Relationship Id="rId4" Type="http://schemas.openxmlformats.org/officeDocument/2006/relationships/slide" Target="slide28.xml"/><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 Target="slide29.xml"/><Relationship Id="rId2" Type="http://schemas.openxmlformats.org/officeDocument/2006/relationships/slide" Target="slide19.xml"/><Relationship Id="rId3" Type="http://schemas.openxmlformats.org/officeDocument/2006/relationships/slide" Target="slide19.xml"/><Relationship Id="rId4" Type="http://schemas.openxmlformats.org/officeDocument/2006/relationships/slide" Target="slide19.xml"/><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 Target="slide20.xml"/><Relationship Id="rId2" Type="http://schemas.openxmlformats.org/officeDocument/2006/relationships/slide" Target="slide30.xml"/><Relationship Id="rId3" Type="http://schemas.openxmlformats.org/officeDocument/2006/relationships/slide" Target="slide20.xml"/><Relationship Id="rId4" Type="http://schemas.openxmlformats.org/officeDocument/2006/relationships/slide" Target="slide20.xml"/><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 Target="slide21.xml"/><Relationship Id="rId2" Type="http://schemas.openxmlformats.org/officeDocument/2006/relationships/slide" Target="slide21.xml"/><Relationship Id="rId3" Type="http://schemas.openxmlformats.org/officeDocument/2006/relationships/slide" Target="slide31.xml"/><Relationship Id="rId4" Type="http://schemas.openxmlformats.org/officeDocument/2006/relationships/slide" Target="slide21.xml"/><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 Target="slide22.xml"/><Relationship Id="rId2" Type="http://schemas.openxmlformats.org/officeDocument/2006/relationships/slide" Target="slide22.xml"/><Relationship Id="rId3" Type="http://schemas.openxmlformats.org/officeDocument/2006/relationships/slide" Target="slide22.xml"/><Relationship Id="rId4" Type="http://schemas.openxmlformats.org/officeDocument/2006/relationships/slide" Target="slide32.xml"/><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 Target="slide3.xml"/><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 Target="slide4.xml"/><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 Target="slide5.xml"/><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 Target="slide6.xml"/><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 Target="slide7.xml"/><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 Target="slide8.xml"/><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 Target="slide9.xml"/><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 Target="slide10.xml"/><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 Target="slide11.xml"/><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 Target="slide3.xml"/><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 Target="slide4.xml"/><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 Target="slide5.xml"/><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 Target="slide6.xml"/><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 Target="slide7.xml"/><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 Target="slide8.xml"/><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 Target="slide9.xml"/><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 Target="slide10.xml"/><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 Target="slide11.xml"/><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 Target="slide12.xml"/><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5C3D00"/>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1000" dirty="0">
                <a:solidFill>
                  <a:srgbClr val="000000"/>
                </a:solidFill>
                <a:latin typeface="Arial" pitchFamily="34" charset="0"/>
                <a:ea typeface="Arial" pitchFamily="34" charset="-122"/>
                <a:cs typeface="Arial" pitchFamily="34" charset="-120"/>
              </a:rPr>
              <a:t>🐝</a:t>
            </a:r>
            <a:endParaRPr lang="en-US" sz="11000" dirty="0"/>
          </a:p>
        </p:txBody>
      </p:sp>
      <p:sp>
        <p:nvSpPr>
          <p:cNvPr id="3" name="Text 1"/>
          <p:cNvSpPr txBox="1"/>
          <p:nvPr/>
        </p:nvSpPr>
        <p:spPr>
          <a:xfrm>
            <a:off x="548640" y="2286000"/>
            <a:ext cx="11094415" cy="1005840"/>
          </a:xfrm>
          <a:prstGeom prst="rect">
            <a:avLst/>
          </a:prstGeom>
          <a:noFill/>
          <a:ln/>
        </p:spPr>
        <p:txBody>
          <a:bodyPr wrap="square" rtlCol="0" anchor="ctr"/>
          <a:lstStyle/>
          <a:p>
            <a:pPr algn="ctr" indent="0" marL="0">
              <a:buNone/>
            </a:pPr>
            <a:r>
              <a:rPr lang="en-US" sz="4800" b="1" dirty="0">
                <a:solidFill>
                  <a:srgbClr val="FFFFFF"/>
                </a:solidFill>
                <a:latin typeface="Arial" pitchFamily="34" charset="0"/>
                <a:ea typeface="Arial" pitchFamily="34" charset="-122"/>
                <a:cs typeface="Arial" pitchFamily="34" charset="-120"/>
              </a:rPr>
              <a:t>ONG NON HỌC VIỆC</a:t>
            </a:r>
            <a:endParaRPr lang="en-US" sz="4800" dirty="0"/>
          </a:p>
        </p:txBody>
      </p:sp>
      <p:sp>
        <p:nvSpPr>
          <p:cNvPr id="4" name="Text 2"/>
          <p:cNvSpPr txBox="1"/>
          <p:nvPr/>
        </p:nvSpPr>
        <p:spPr>
          <a:xfrm>
            <a:off x="1463040" y="3383280"/>
            <a:ext cx="9265615" cy="1005840"/>
          </a:xfrm>
          <a:prstGeom prst="rect">
            <a:avLst/>
          </a:prstGeom>
          <a:noFill/>
          <a:ln/>
        </p:spPr>
        <p:txBody>
          <a:bodyPr wrap="square" rtlCol="0" anchor="t"/>
          <a:lstStyle/>
          <a:p>
            <a:pPr algn="ctr" indent="0" marL="0">
              <a:buNone/>
            </a:pPr>
            <a:r>
              <a:rPr lang="en-US" sz="1800" dirty="0">
                <a:solidFill>
                  <a:srgbClr val="E5E7EB"/>
                </a:solidFill>
                <a:latin typeface="Arial" pitchFamily="34" charset="0"/>
                <a:ea typeface="Arial" pitchFamily="34" charset="-122"/>
                <a:cs typeface="Arial" pitchFamily="34" charset="-120"/>
              </a:rPr>
              <a:t>Cách chơi: Mỗi câu đúng ong non thu thêm mật hoa về tổ. Đủ mười câu là ong thợ giỏi.</a:t>
            </a:r>
            <a:endParaRPr lang="en-US" sz="1800" dirty="0"/>
          </a:p>
        </p:txBody>
      </p:sp>
      <p:sp>
        <p:nvSpPr>
          <p:cNvPr id="5" name="Text 3">
            <a:hlinkClick r:id="rId1" tooltip="Bắt đầu chơi" action="ppaction://hlinksldjump"/>
          </p:cNvPr>
          <p:cNvSpPr txBox="1"/>
          <p:nvPr/>
        </p:nvSpPr>
        <p:spPr>
          <a:xfrm>
            <a:off x="4449928" y="4754880"/>
            <a:ext cx="3291840" cy="914400"/>
          </a:xfrm>
          <a:prstGeom prst="roundRect">
            <a:avLst>
              <a:gd name="adj" fmla="val 18000"/>
            </a:avLst>
          </a:prstGeom>
          <a:solidFill>
            <a:srgbClr val="FFD23F"/>
          </a:solidFill>
          <a:ln/>
        </p:spPr>
        <p:txBody>
          <a:bodyPr wrap="square" lIns="1270" tIns="1270" rIns="1270" bIns="1270" rtlCol="0" anchor="ctr"/>
          <a:lstStyle/>
          <a:p>
            <a:pPr algn="ctr" indent="0" marL="0">
              <a:buNone/>
            </a:pPr>
            <a:r>
              <a:rPr lang="en-US" sz="3000" b="1" dirty="0">
                <a:solidFill>
                  <a:srgbClr val="1F2937"/>
                </a:solidFill>
                <a:latin typeface="Arial" pitchFamily="34" charset="0"/>
                <a:ea typeface="Arial" pitchFamily="34" charset="-122"/>
                <a:cs typeface="Arial" pitchFamily="34" charset="-120"/>
              </a:rPr>
              <a:t>▶  BẮT ĐẦU</a:t>
            </a:r>
            <a:endParaRPr lang="en-US" sz="3000" dirty="0"/>
          </a:p>
        </p:txBody>
      </p:sp>
      <p:sp>
        <p:nvSpPr>
          <p:cNvPr id="6" name="Text 4"/>
          <p:cNvSpPr txBox="1"/>
          <p:nvPr/>
        </p:nvSpPr>
        <p:spPr>
          <a:xfrm>
            <a:off x="548640" y="6126480"/>
            <a:ext cx="11094415" cy="365760"/>
          </a:xfrm>
          <a:prstGeom prst="rect">
            <a:avLst/>
          </a:prstGeom>
          <a:noFill/>
          <a:ln/>
        </p:spPr>
        <p:txBody>
          <a:bodyPr wrap="square" rtlCol="0" anchor="ctr"/>
          <a:lstStyle/>
          <a:p>
            <a:pPr algn="ctr" indent="0" marL="0">
              <a:buNone/>
            </a:pPr>
            <a:r>
              <a:rPr lang="en-US" sz="1200" dirty="0">
                <a:solidFill>
                  <a:srgbClr val="CBD5E1"/>
                </a:solidFill>
                <a:latin typeface="Arial" pitchFamily="34" charset="0"/>
                <a:ea typeface="Arial" pitchFamily="34" charset="-122"/>
                <a:cs typeface="Arial" pitchFamily="34" charset="-120"/>
              </a:rPr>
              <a:t>Trình chiếu (F5) để chơi · Sửa câu hỏi trực tiếp trên các slide · giasu.ai.vn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5C3D00"/>
        </a:solidFill>
      </p:bgPr>
    </p:bg>
    <p:spTree>
      <p:nvGrpSpPr>
        <p:cNvPr id="1" name=""/>
        <p:cNvGrpSpPr/>
        <p:nvPr/>
      </p:nvGrpSpPr>
      <p:grpSpPr>
        <a:xfrm>
          <a:off x="0" y="0"/>
          <a:ext cx="0" cy="0"/>
          <a:chOff x="0" y="0"/>
          <a:chExt cx="0" cy="0"/>
        </a:xfrm>
      </p:grpSpPr>
      <p:sp>
        <p:nvSpPr>
          <p:cNvPr id="2" name="Text 0"/>
          <p:cNvSpPr txBox="1"/>
          <p:nvPr/>
        </p:nvSpPr>
        <p:spPr>
          <a:xfrm>
            <a:off x="457200" y="228600"/>
            <a:ext cx="8595360" cy="457200"/>
          </a:xfrm>
          <a:prstGeom prst="rect">
            <a:avLst/>
          </a:prstGeom>
          <a:noFill/>
          <a:ln/>
        </p:spPr>
        <p:txBody>
          <a:bodyPr wrap="square" lIns="0" tIns="0" rIns="0" bIns="0" rtlCol="0" anchor="ctr"/>
          <a:lstStyle/>
          <a:p>
            <a:pPr indent="0" marL="0">
              <a:buNone/>
            </a:pPr>
            <a:r>
              <a:rPr lang="en-US" sz="1800" b="1" dirty="0">
                <a:solidFill>
                  <a:srgbClr val="FFD23F"/>
                </a:solidFill>
                <a:latin typeface="Arial" pitchFamily="34" charset="0"/>
                <a:ea typeface="Arial" pitchFamily="34" charset="-122"/>
                <a:cs typeface="Arial" pitchFamily="34" charset="-120"/>
              </a:rPr>
              <a:t>Câu 1/10</a:t>
            </a:r>
            <a:endParaRPr lang="en-US" sz="1800" dirty="0"/>
          </a:p>
        </p:txBody>
      </p:sp>
      <p:sp>
        <p:nvSpPr>
          <p:cNvPr id="3" name="Text 1"/>
          <p:cNvSpPr txBox="1"/>
          <p:nvPr/>
        </p:nvSpPr>
        <p:spPr>
          <a:xfrm>
            <a:off x="457200" y="777240"/>
            <a:ext cx="8595360"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2800" b="1" dirty="0">
                <a:solidFill>
                  <a:srgbClr val="1F2937"/>
                </a:solidFill>
                <a:latin typeface="Arial" pitchFamily="34" charset="0"/>
                <a:ea typeface="Arial" pitchFamily="34" charset="-122"/>
                <a:cs typeface="Arial" pitchFamily="34" charset="-120"/>
              </a:rPr>
              <a:t>7 × 8 = ?</a:t>
            </a:r>
            <a:endParaRPr lang="en-US" sz="2800" dirty="0"/>
          </a:p>
        </p:txBody>
      </p:sp>
      <p:sp>
        <p:nvSpPr>
          <p:cNvPr id="4" name="Text 2">
            <a:hlinkClick r:id="rId1" tooltip="Chọn đáp án A" action="ppaction://hlinksldjump"/>
          </p:cNvPr>
          <p:cNvSpPr txBox="1"/>
          <p:nvPr/>
        </p:nvSpPr>
        <p:spPr>
          <a:xfrm>
            <a:off x="457200" y="3200400"/>
            <a:ext cx="4160520" cy="1325880"/>
          </a:xfrm>
          <a:prstGeom prst="roundRect">
            <a:avLst>
              <a:gd name="adj" fmla="val 12414"/>
            </a:avLst>
          </a:prstGeom>
          <a:solidFill>
            <a:srgbClr val="9A6700"/>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A.  54</a:t>
            </a:r>
            <a:endParaRPr lang="en-US" sz="2400" dirty="0"/>
          </a:p>
        </p:txBody>
      </p:sp>
      <p:sp>
        <p:nvSpPr>
          <p:cNvPr id="5" name="Text 3">
            <a:hlinkClick r:id="rId2" tooltip="Chọn đáp án B" action="ppaction://hlinksldjump"/>
          </p:cNvPr>
          <p:cNvSpPr txBox="1"/>
          <p:nvPr/>
        </p:nvSpPr>
        <p:spPr>
          <a:xfrm>
            <a:off x="4892040" y="3200400"/>
            <a:ext cx="4160520" cy="1325880"/>
          </a:xfrm>
          <a:prstGeom prst="roundRect">
            <a:avLst>
              <a:gd name="adj" fmla="val 12414"/>
            </a:avLst>
          </a:prstGeom>
          <a:solidFill>
            <a:srgbClr val="9A6700"/>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B.  48</a:t>
            </a:r>
            <a:endParaRPr lang="en-US" sz="2400" dirty="0"/>
          </a:p>
        </p:txBody>
      </p:sp>
      <p:sp>
        <p:nvSpPr>
          <p:cNvPr id="6" name="Text 4">
            <a:hlinkClick r:id="rId3" tooltip="Chọn đáp án C" action="ppaction://hlinksldjump"/>
          </p:cNvPr>
          <p:cNvSpPr txBox="1"/>
          <p:nvPr/>
        </p:nvSpPr>
        <p:spPr>
          <a:xfrm>
            <a:off x="457200" y="4800600"/>
            <a:ext cx="4160520" cy="1325880"/>
          </a:xfrm>
          <a:prstGeom prst="roundRect">
            <a:avLst>
              <a:gd name="adj" fmla="val 12414"/>
            </a:avLst>
          </a:prstGeom>
          <a:solidFill>
            <a:srgbClr val="9A6700"/>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C.  56</a:t>
            </a:r>
            <a:endParaRPr lang="en-US" sz="2400" dirty="0"/>
          </a:p>
        </p:txBody>
      </p:sp>
      <p:sp>
        <p:nvSpPr>
          <p:cNvPr id="7" name="Text 5">
            <a:hlinkClick r:id="rId4" tooltip="Chọn đáp án D" action="ppaction://hlinksldjump"/>
          </p:cNvPr>
          <p:cNvSpPr txBox="1"/>
          <p:nvPr/>
        </p:nvSpPr>
        <p:spPr>
          <a:xfrm>
            <a:off x="4892040" y="4800600"/>
            <a:ext cx="4160520" cy="1325880"/>
          </a:xfrm>
          <a:prstGeom prst="roundRect">
            <a:avLst>
              <a:gd name="adj" fmla="val 12414"/>
            </a:avLst>
          </a:prstGeom>
          <a:solidFill>
            <a:srgbClr val="9A6700"/>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D.  64</a:t>
            </a:r>
            <a:endParaRPr lang="en-US" sz="2400" dirty="0"/>
          </a:p>
        </p:txBody>
      </p:sp>
      <p:sp>
        <p:nvSpPr>
          <p:cNvPr id="8" name="Text 6"/>
          <p:cNvSpPr txBox="1"/>
          <p:nvPr/>
        </p:nvSpPr>
        <p:spPr>
          <a:xfrm>
            <a:off x="9326880" y="393192"/>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10   Mật hoa 10</a:t>
            </a:r>
            <a:endParaRPr lang="en-US" sz="1600" dirty="0"/>
          </a:p>
        </p:txBody>
      </p:sp>
      <p:sp>
        <p:nvSpPr>
          <p:cNvPr id="9" name="Text 7"/>
          <p:cNvSpPr txBox="1"/>
          <p:nvPr/>
        </p:nvSpPr>
        <p:spPr>
          <a:xfrm>
            <a:off x="9326880" y="1005840"/>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9   Mật hoa 9</a:t>
            </a:r>
            <a:endParaRPr lang="en-US" sz="1600" dirty="0"/>
          </a:p>
        </p:txBody>
      </p:sp>
      <p:sp>
        <p:nvSpPr>
          <p:cNvPr id="10" name="Text 8"/>
          <p:cNvSpPr txBox="1"/>
          <p:nvPr/>
        </p:nvSpPr>
        <p:spPr>
          <a:xfrm>
            <a:off x="9326880" y="1618488"/>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8   Mật hoa 8</a:t>
            </a:r>
            <a:endParaRPr lang="en-US" sz="1600" dirty="0"/>
          </a:p>
        </p:txBody>
      </p:sp>
      <p:sp>
        <p:nvSpPr>
          <p:cNvPr id="11" name="Text 9"/>
          <p:cNvSpPr txBox="1"/>
          <p:nvPr/>
        </p:nvSpPr>
        <p:spPr>
          <a:xfrm>
            <a:off x="9326880" y="2231136"/>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7   Mật hoa 7</a:t>
            </a:r>
            <a:endParaRPr lang="en-US" sz="1600" dirty="0"/>
          </a:p>
        </p:txBody>
      </p:sp>
      <p:sp>
        <p:nvSpPr>
          <p:cNvPr id="12" name="Text 10"/>
          <p:cNvSpPr txBox="1"/>
          <p:nvPr/>
        </p:nvSpPr>
        <p:spPr>
          <a:xfrm>
            <a:off x="9326880" y="2843784"/>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6   Mật hoa 6</a:t>
            </a:r>
            <a:endParaRPr lang="en-US" sz="1600" dirty="0"/>
          </a:p>
        </p:txBody>
      </p:sp>
      <p:sp>
        <p:nvSpPr>
          <p:cNvPr id="13" name="Text 11"/>
          <p:cNvSpPr txBox="1"/>
          <p:nvPr/>
        </p:nvSpPr>
        <p:spPr>
          <a:xfrm>
            <a:off x="9326880" y="3456432"/>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5   Mật hoa 5</a:t>
            </a:r>
            <a:endParaRPr lang="en-US" sz="1600" dirty="0"/>
          </a:p>
        </p:txBody>
      </p:sp>
      <p:sp>
        <p:nvSpPr>
          <p:cNvPr id="14" name="Text 12"/>
          <p:cNvSpPr txBox="1"/>
          <p:nvPr/>
        </p:nvSpPr>
        <p:spPr>
          <a:xfrm>
            <a:off x="9326880" y="4069080"/>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4   Mật hoa 4</a:t>
            </a:r>
            <a:endParaRPr lang="en-US" sz="1600" dirty="0"/>
          </a:p>
        </p:txBody>
      </p:sp>
      <p:sp>
        <p:nvSpPr>
          <p:cNvPr id="15" name="Text 13"/>
          <p:cNvSpPr txBox="1"/>
          <p:nvPr/>
        </p:nvSpPr>
        <p:spPr>
          <a:xfrm>
            <a:off x="9326880" y="4681728"/>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3   Mật hoa 3</a:t>
            </a:r>
            <a:endParaRPr lang="en-US" sz="1600" dirty="0"/>
          </a:p>
        </p:txBody>
      </p:sp>
      <p:sp>
        <p:nvSpPr>
          <p:cNvPr id="16" name="Text 14"/>
          <p:cNvSpPr txBox="1"/>
          <p:nvPr/>
        </p:nvSpPr>
        <p:spPr>
          <a:xfrm>
            <a:off x="9326880" y="5294376"/>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2   Mật hoa 2</a:t>
            </a:r>
            <a:endParaRPr lang="en-US" sz="1600" dirty="0"/>
          </a:p>
        </p:txBody>
      </p:sp>
      <p:sp>
        <p:nvSpPr>
          <p:cNvPr id="17" name="Text 15"/>
          <p:cNvSpPr txBox="1"/>
          <p:nvPr/>
        </p:nvSpPr>
        <p:spPr>
          <a:xfrm>
            <a:off x="9326880" y="5907024"/>
            <a:ext cx="2377440" cy="557784"/>
          </a:xfrm>
          <a:prstGeom prst="roundRect">
            <a:avLst>
              <a:gd name="adj" fmla="val 13115"/>
            </a:avLst>
          </a:prstGeom>
          <a:solidFill>
            <a:srgbClr val="FFD23F"/>
          </a:solidFill>
          <a:ln/>
        </p:spPr>
        <p:txBody>
          <a:bodyPr wrap="square" lIns="1524" tIns="1524" rIns="1524" bIns="1524" rtlCol="0" anchor="ctr"/>
          <a:lstStyle/>
          <a:p>
            <a:pPr algn="l" indent="0" marL="0">
              <a:buNone/>
            </a:pPr>
            <a:r>
              <a:rPr lang="en-US" sz="1600" b="1" dirty="0">
                <a:solidFill>
                  <a:srgbClr val="1F2937"/>
                </a:solidFill>
                <a:latin typeface="Arial" pitchFamily="34" charset="0"/>
                <a:ea typeface="Arial" pitchFamily="34" charset="-122"/>
                <a:cs typeface="Arial" pitchFamily="34" charset="-120"/>
              </a:rPr>
              <a:t>1   Mật hoa 1  🐝</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5C3D00"/>
        </a:solidFill>
      </p:bgPr>
    </p:bg>
    <p:spTree>
      <p:nvGrpSpPr>
        <p:cNvPr id="1" name=""/>
        <p:cNvGrpSpPr/>
        <p:nvPr/>
      </p:nvGrpSpPr>
      <p:grpSpPr>
        <a:xfrm>
          <a:off x="0" y="0"/>
          <a:ext cx="0" cy="0"/>
          <a:chOff x="0" y="0"/>
          <a:chExt cx="0" cy="0"/>
        </a:xfrm>
      </p:grpSpPr>
      <p:sp>
        <p:nvSpPr>
          <p:cNvPr id="2" name="Text 0"/>
          <p:cNvSpPr txBox="1"/>
          <p:nvPr/>
        </p:nvSpPr>
        <p:spPr>
          <a:xfrm>
            <a:off x="457200" y="228600"/>
            <a:ext cx="8595360" cy="457200"/>
          </a:xfrm>
          <a:prstGeom prst="rect">
            <a:avLst/>
          </a:prstGeom>
          <a:noFill/>
          <a:ln/>
        </p:spPr>
        <p:txBody>
          <a:bodyPr wrap="square" lIns="0" tIns="0" rIns="0" bIns="0" rtlCol="0" anchor="ctr"/>
          <a:lstStyle/>
          <a:p>
            <a:pPr indent="0" marL="0">
              <a:buNone/>
            </a:pPr>
            <a:r>
              <a:rPr lang="en-US" sz="1800" b="1" dirty="0">
                <a:solidFill>
                  <a:srgbClr val="FFD23F"/>
                </a:solidFill>
                <a:latin typeface="Arial" pitchFamily="34" charset="0"/>
                <a:ea typeface="Arial" pitchFamily="34" charset="-122"/>
                <a:cs typeface="Arial" pitchFamily="34" charset="-120"/>
              </a:rPr>
              <a:t>Câu 2/10</a:t>
            </a:r>
            <a:endParaRPr lang="en-US" sz="1800" dirty="0"/>
          </a:p>
        </p:txBody>
      </p:sp>
      <p:sp>
        <p:nvSpPr>
          <p:cNvPr id="3" name="Text 1"/>
          <p:cNvSpPr txBox="1"/>
          <p:nvPr/>
        </p:nvSpPr>
        <p:spPr>
          <a:xfrm>
            <a:off x="457200" y="777240"/>
            <a:ext cx="8595360"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2800" b="1" dirty="0">
                <a:solidFill>
                  <a:srgbClr val="1F2937"/>
                </a:solidFill>
                <a:latin typeface="Arial" pitchFamily="34" charset="0"/>
                <a:ea typeface="Arial" pitchFamily="34" charset="-122"/>
                <a:cs typeface="Arial" pitchFamily="34" charset="-120"/>
              </a:rPr>
              <a:t>Hành tinh nào gần Mặt Trời nhất?</a:t>
            </a:r>
            <a:endParaRPr lang="en-US" sz="2800" dirty="0"/>
          </a:p>
        </p:txBody>
      </p:sp>
      <p:sp>
        <p:nvSpPr>
          <p:cNvPr id="4" name="Text 2">
            <a:hlinkClick r:id="rId1" tooltip="Chọn đáp án A" action="ppaction://hlinksldjump"/>
          </p:cNvPr>
          <p:cNvSpPr txBox="1"/>
          <p:nvPr/>
        </p:nvSpPr>
        <p:spPr>
          <a:xfrm>
            <a:off x="457200" y="3200400"/>
            <a:ext cx="4160520" cy="1325880"/>
          </a:xfrm>
          <a:prstGeom prst="roundRect">
            <a:avLst>
              <a:gd name="adj" fmla="val 12414"/>
            </a:avLst>
          </a:prstGeom>
          <a:solidFill>
            <a:srgbClr val="9A6700"/>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A.  Sao Kim</a:t>
            </a:r>
            <a:endParaRPr lang="en-US" sz="2400" dirty="0"/>
          </a:p>
        </p:txBody>
      </p:sp>
      <p:sp>
        <p:nvSpPr>
          <p:cNvPr id="5" name="Text 3">
            <a:hlinkClick r:id="rId2" tooltip="Chọn đáp án B" action="ppaction://hlinksldjump"/>
          </p:cNvPr>
          <p:cNvSpPr txBox="1"/>
          <p:nvPr/>
        </p:nvSpPr>
        <p:spPr>
          <a:xfrm>
            <a:off x="4892040" y="3200400"/>
            <a:ext cx="4160520" cy="1325880"/>
          </a:xfrm>
          <a:prstGeom prst="roundRect">
            <a:avLst>
              <a:gd name="adj" fmla="val 12414"/>
            </a:avLst>
          </a:prstGeom>
          <a:solidFill>
            <a:srgbClr val="9A6700"/>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B.  Trái Đất</a:t>
            </a:r>
            <a:endParaRPr lang="en-US" sz="2400" dirty="0"/>
          </a:p>
        </p:txBody>
      </p:sp>
      <p:sp>
        <p:nvSpPr>
          <p:cNvPr id="6" name="Text 4">
            <a:hlinkClick r:id="rId3" tooltip="Chọn đáp án C" action="ppaction://hlinksldjump"/>
          </p:cNvPr>
          <p:cNvSpPr txBox="1"/>
          <p:nvPr/>
        </p:nvSpPr>
        <p:spPr>
          <a:xfrm>
            <a:off x="457200" y="4800600"/>
            <a:ext cx="4160520" cy="1325880"/>
          </a:xfrm>
          <a:prstGeom prst="roundRect">
            <a:avLst>
              <a:gd name="adj" fmla="val 12414"/>
            </a:avLst>
          </a:prstGeom>
          <a:solidFill>
            <a:srgbClr val="9A6700"/>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C.  Sao Hỏa</a:t>
            </a:r>
            <a:endParaRPr lang="en-US" sz="2400" dirty="0"/>
          </a:p>
        </p:txBody>
      </p:sp>
      <p:sp>
        <p:nvSpPr>
          <p:cNvPr id="7" name="Text 5">
            <a:hlinkClick r:id="rId4" tooltip="Chọn đáp án D" action="ppaction://hlinksldjump"/>
          </p:cNvPr>
          <p:cNvSpPr txBox="1"/>
          <p:nvPr/>
        </p:nvSpPr>
        <p:spPr>
          <a:xfrm>
            <a:off x="4892040" y="4800600"/>
            <a:ext cx="4160520" cy="1325880"/>
          </a:xfrm>
          <a:prstGeom prst="roundRect">
            <a:avLst>
              <a:gd name="adj" fmla="val 12414"/>
            </a:avLst>
          </a:prstGeom>
          <a:solidFill>
            <a:srgbClr val="9A6700"/>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D.  Sao Thủy</a:t>
            </a:r>
            <a:endParaRPr lang="en-US" sz="2400" dirty="0"/>
          </a:p>
        </p:txBody>
      </p:sp>
      <p:sp>
        <p:nvSpPr>
          <p:cNvPr id="8" name="Text 6"/>
          <p:cNvSpPr txBox="1"/>
          <p:nvPr/>
        </p:nvSpPr>
        <p:spPr>
          <a:xfrm>
            <a:off x="9326880" y="393192"/>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10   Mật hoa 10</a:t>
            </a:r>
            <a:endParaRPr lang="en-US" sz="1600" dirty="0"/>
          </a:p>
        </p:txBody>
      </p:sp>
      <p:sp>
        <p:nvSpPr>
          <p:cNvPr id="9" name="Text 7"/>
          <p:cNvSpPr txBox="1"/>
          <p:nvPr/>
        </p:nvSpPr>
        <p:spPr>
          <a:xfrm>
            <a:off x="9326880" y="1005840"/>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9   Mật hoa 9</a:t>
            </a:r>
            <a:endParaRPr lang="en-US" sz="1600" dirty="0"/>
          </a:p>
        </p:txBody>
      </p:sp>
      <p:sp>
        <p:nvSpPr>
          <p:cNvPr id="10" name="Text 8"/>
          <p:cNvSpPr txBox="1"/>
          <p:nvPr/>
        </p:nvSpPr>
        <p:spPr>
          <a:xfrm>
            <a:off x="9326880" y="1618488"/>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8   Mật hoa 8</a:t>
            </a:r>
            <a:endParaRPr lang="en-US" sz="1600" dirty="0"/>
          </a:p>
        </p:txBody>
      </p:sp>
      <p:sp>
        <p:nvSpPr>
          <p:cNvPr id="11" name="Text 9"/>
          <p:cNvSpPr txBox="1"/>
          <p:nvPr/>
        </p:nvSpPr>
        <p:spPr>
          <a:xfrm>
            <a:off x="9326880" y="2231136"/>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7   Mật hoa 7</a:t>
            </a:r>
            <a:endParaRPr lang="en-US" sz="1600" dirty="0"/>
          </a:p>
        </p:txBody>
      </p:sp>
      <p:sp>
        <p:nvSpPr>
          <p:cNvPr id="12" name="Text 10"/>
          <p:cNvSpPr txBox="1"/>
          <p:nvPr/>
        </p:nvSpPr>
        <p:spPr>
          <a:xfrm>
            <a:off x="9326880" y="2843784"/>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6   Mật hoa 6</a:t>
            </a:r>
            <a:endParaRPr lang="en-US" sz="1600" dirty="0"/>
          </a:p>
        </p:txBody>
      </p:sp>
      <p:sp>
        <p:nvSpPr>
          <p:cNvPr id="13" name="Text 11"/>
          <p:cNvSpPr txBox="1"/>
          <p:nvPr/>
        </p:nvSpPr>
        <p:spPr>
          <a:xfrm>
            <a:off x="9326880" y="3456432"/>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5   Mật hoa 5</a:t>
            </a:r>
            <a:endParaRPr lang="en-US" sz="1600" dirty="0"/>
          </a:p>
        </p:txBody>
      </p:sp>
      <p:sp>
        <p:nvSpPr>
          <p:cNvPr id="14" name="Text 12"/>
          <p:cNvSpPr txBox="1"/>
          <p:nvPr/>
        </p:nvSpPr>
        <p:spPr>
          <a:xfrm>
            <a:off x="9326880" y="4069080"/>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4   Mật hoa 4</a:t>
            </a:r>
            <a:endParaRPr lang="en-US" sz="1600" dirty="0"/>
          </a:p>
        </p:txBody>
      </p:sp>
      <p:sp>
        <p:nvSpPr>
          <p:cNvPr id="15" name="Text 13"/>
          <p:cNvSpPr txBox="1"/>
          <p:nvPr/>
        </p:nvSpPr>
        <p:spPr>
          <a:xfrm>
            <a:off x="9326880" y="4681728"/>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3   Mật hoa 3</a:t>
            </a:r>
            <a:endParaRPr lang="en-US" sz="1600" dirty="0"/>
          </a:p>
        </p:txBody>
      </p:sp>
      <p:sp>
        <p:nvSpPr>
          <p:cNvPr id="16" name="Text 14"/>
          <p:cNvSpPr txBox="1"/>
          <p:nvPr/>
        </p:nvSpPr>
        <p:spPr>
          <a:xfrm>
            <a:off x="9326880" y="5294376"/>
            <a:ext cx="2377440" cy="557784"/>
          </a:xfrm>
          <a:prstGeom prst="roundRect">
            <a:avLst>
              <a:gd name="adj" fmla="val 13115"/>
            </a:avLst>
          </a:prstGeom>
          <a:solidFill>
            <a:srgbClr val="FFD23F"/>
          </a:solidFill>
          <a:ln/>
        </p:spPr>
        <p:txBody>
          <a:bodyPr wrap="square" lIns="1524" tIns="1524" rIns="1524" bIns="1524" rtlCol="0" anchor="ctr"/>
          <a:lstStyle/>
          <a:p>
            <a:pPr algn="l" indent="0" marL="0">
              <a:buNone/>
            </a:pPr>
            <a:r>
              <a:rPr lang="en-US" sz="1600" b="1" dirty="0">
                <a:solidFill>
                  <a:srgbClr val="1F2937"/>
                </a:solidFill>
                <a:latin typeface="Arial" pitchFamily="34" charset="0"/>
                <a:ea typeface="Arial" pitchFamily="34" charset="-122"/>
                <a:cs typeface="Arial" pitchFamily="34" charset="-120"/>
              </a:rPr>
              <a:t>2   Mật hoa 2  🐝</a:t>
            </a:r>
            <a:endParaRPr lang="en-US" sz="1600" dirty="0"/>
          </a:p>
        </p:txBody>
      </p:sp>
      <p:sp>
        <p:nvSpPr>
          <p:cNvPr id="17" name="Text 15"/>
          <p:cNvSpPr txBox="1"/>
          <p:nvPr/>
        </p:nvSpPr>
        <p:spPr>
          <a:xfrm>
            <a:off x="9326880" y="5907024"/>
            <a:ext cx="2377440" cy="557784"/>
          </a:xfrm>
          <a:prstGeom prst="roundRect">
            <a:avLst>
              <a:gd name="adj" fmla="val 13115"/>
            </a:avLst>
          </a:prstGeom>
          <a:solidFill>
            <a:srgbClr val="9A6700"/>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1   Mật hoa 1</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5C3D00"/>
        </a:solidFill>
      </p:bgPr>
    </p:bg>
    <p:spTree>
      <p:nvGrpSpPr>
        <p:cNvPr id="1" name=""/>
        <p:cNvGrpSpPr/>
        <p:nvPr/>
      </p:nvGrpSpPr>
      <p:grpSpPr>
        <a:xfrm>
          <a:off x="0" y="0"/>
          <a:ext cx="0" cy="0"/>
          <a:chOff x="0" y="0"/>
          <a:chExt cx="0" cy="0"/>
        </a:xfrm>
      </p:grpSpPr>
      <p:sp>
        <p:nvSpPr>
          <p:cNvPr id="2" name="Text 0"/>
          <p:cNvSpPr txBox="1"/>
          <p:nvPr/>
        </p:nvSpPr>
        <p:spPr>
          <a:xfrm>
            <a:off x="457200" y="228600"/>
            <a:ext cx="8595360" cy="457200"/>
          </a:xfrm>
          <a:prstGeom prst="rect">
            <a:avLst/>
          </a:prstGeom>
          <a:noFill/>
          <a:ln/>
        </p:spPr>
        <p:txBody>
          <a:bodyPr wrap="square" lIns="0" tIns="0" rIns="0" bIns="0" rtlCol="0" anchor="ctr"/>
          <a:lstStyle/>
          <a:p>
            <a:pPr indent="0" marL="0">
              <a:buNone/>
            </a:pPr>
            <a:r>
              <a:rPr lang="en-US" sz="1800" b="1" dirty="0">
                <a:solidFill>
                  <a:srgbClr val="FFD23F"/>
                </a:solidFill>
                <a:latin typeface="Arial" pitchFamily="34" charset="0"/>
                <a:ea typeface="Arial" pitchFamily="34" charset="-122"/>
                <a:cs typeface="Arial" pitchFamily="34" charset="-120"/>
              </a:rPr>
              <a:t>Câu 3/10</a:t>
            </a:r>
            <a:endParaRPr lang="en-US" sz="1800" dirty="0"/>
          </a:p>
        </p:txBody>
      </p:sp>
      <p:sp>
        <p:nvSpPr>
          <p:cNvPr id="3" name="Text 1"/>
          <p:cNvSpPr txBox="1"/>
          <p:nvPr/>
        </p:nvSpPr>
        <p:spPr>
          <a:xfrm>
            <a:off x="457200" y="777240"/>
            <a:ext cx="8595360"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2800" b="1" dirty="0">
                <a:solidFill>
                  <a:srgbClr val="1F2937"/>
                </a:solidFill>
                <a:latin typeface="Arial" pitchFamily="34" charset="0"/>
                <a:ea typeface="Arial" pitchFamily="34" charset="-122"/>
                <a:cs typeface="Arial" pitchFamily="34" charset="-120"/>
              </a:rPr>
              <a:t>Từ trái nghĩa với "chăm chỉ" là?</a:t>
            </a:r>
            <a:endParaRPr lang="en-US" sz="2800" dirty="0"/>
          </a:p>
        </p:txBody>
      </p:sp>
      <p:sp>
        <p:nvSpPr>
          <p:cNvPr id="4" name="Text 2">
            <a:hlinkClick r:id="rId1" tooltip="Chọn đáp án A" action="ppaction://hlinksldjump"/>
          </p:cNvPr>
          <p:cNvSpPr txBox="1"/>
          <p:nvPr/>
        </p:nvSpPr>
        <p:spPr>
          <a:xfrm>
            <a:off x="457200" y="3200400"/>
            <a:ext cx="4160520" cy="1325880"/>
          </a:xfrm>
          <a:prstGeom prst="roundRect">
            <a:avLst>
              <a:gd name="adj" fmla="val 12414"/>
            </a:avLst>
          </a:prstGeom>
          <a:solidFill>
            <a:srgbClr val="9A6700"/>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A.  Lười biếng</a:t>
            </a:r>
            <a:endParaRPr lang="en-US" sz="2400" dirty="0"/>
          </a:p>
        </p:txBody>
      </p:sp>
      <p:sp>
        <p:nvSpPr>
          <p:cNvPr id="5" name="Text 3">
            <a:hlinkClick r:id="rId2" tooltip="Chọn đáp án B" action="ppaction://hlinksldjump"/>
          </p:cNvPr>
          <p:cNvSpPr txBox="1"/>
          <p:nvPr/>
        </p:nvSpPr>
        <p:spPr>
          <a:xfrm>
            <a:off x="4892040" y="3200400"/>
            <a:ext cx="4160520" cy="1325880"/>
          </a:xfrm>
          <a:prstGeom prst="roundRect">
            <a:avLst>
              <a:gd name="adj" fmla="val 12414"/>
            </a:avLst>
          </a:prstGeom>
          <a:solidFill>
            <a:srgbClr val="9A6700"/>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B.  Siêng năng</a:t>
            </a:r>
            <a:endParaRPr lang="en-US" sz="2400" dirty="0"/>
          </a:p>
        </p:txBody>
      </p:sp>
      <p:sp>
        <p:nvSpPr>
          <p:cNvPr id="6" name="Text 4">
            <a:hlinkClick r:id="rId3" tooltip="Chọn đáp án C" action="ppaction://hlinksldjump"/>
          </p:cNvPr>
          <p:cNvSpPr txBox="1"/>
          <p:nvPr/>
        </p:nvSpPr>
        <p:spPr>
          <a:xfrm>
            <a:off x="457200" y="4800600"/>
            <a:ext cx="4160520" cy="1325880"/>
          </a:xfrm>
          <a:prstGeom prst="roundRect">
            <a:avLst>
              <a:gd name="adj" fmla="val 12414"/>
            </a:avLst>
          </a:prstGeom>
          <a:solidFill>
            <a:srgbClr val="9A6700"/>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C.  Cần cù</a:t>
            </a:r>
            <a:endParaRPr lang="en-US" sz="2400" dirty="0"/>
          </a:p>
        </p:txBody>
      </p:sp>
      <p:sp>
        <p:nvSpPr>
          <p:cNvPr id="7" name="Text 5">
            <a:hlinkClick r:id="rId4" tooltip="Chọn đáp án D" action="ppaction://hlinksldjump"/>
          </p:cNvPr>
          <p:cNvSpPr txBox="1"/>
          <p:nvPr/>
        </p:nvSpPr>
        <p:spPr>
          <a:xfrm>
            <a:off x="4892040" y="4800600"/>
            <a:ext cx="4160520" cy="1325880"/>
          </a:xfrm>
          <a:prstGeom prst="roundRect">
            <a:avLst>
              <a:gd name="adj" fmla="val 12414"/>
            </a:avLst>
          </a:prstGeom>
          <a:solidFill>
            <a:srgbClr val="9A6700"/>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D.  Chịu khó</a:t>
            </a:r>
            <a:endParaRPr lang="en-US" sz="2400" dirty="0"/>
          </a:p>
        </p:txBody>
      </p:sp>
      <p:sp>
        <p:nvSpPr>
          <p:cNvPr id="8" name="Text 6"/>
          <p:cNvSpPr txBox="1"/>
          <p:nvPr/>
        </p:nvSpPr>
        <p:spPr>
          <a:xfrm>
            <a:off x="9326880" y="393192"/>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10   Mật hoa 10</a:t>
            </a:r>
            <a:endParaRPr lang="en-US" sz="1600" dirty="0"/>
          </a:p>
        </p:txBody>
      </p:sp>
      <p:sp>
        <p:nvSpPr>
          <p:cNvPr id="9" name="Text 7"/>
          <p:cNvSpPr txBox="1"/>
          <p:nvPr/>
        </p:nvSpPr>
        <p:spPr>
          <a:xfrm>
            <a:off x="9326880" y="1005840"/>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9   Mật hoa 9</a:t>
            </a:r>
            <a:endParaRPr lang="en-US" sz="1600" dirty="0"/>
          </a:p>
        </p:txBody>
      </p:sp>
      <p:sp>
        <p:nvSpPr>
          <p:cNvPr id="10" name="Text 8"/>
          <p:cNvSpPr txBox="1"/>
          <p:nvPr/>
        </p:nvSpPr>
        <p:spPr>
          <a:xfrm>
            <a:off x="9326880" y="1618488"/>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8   Mật hoa 8</a:t>
            </a:r>
            <a:endParaRPr lang="en-US" sz="1600" dirty="0"/>
          </a:p>
        </p:txBody>
      </p:sp>
      <p:sp>
        <p:nvSpPr>
          <p:cNvPr id="11" name="Text 9"/>
          <p:cNvSpPr txBox="1"/>
          <p:nvPr/>
        </p:nvSpPr>
        <p:spPr>
          <a:xfrm>
            <a:off x="9326880" y="2231136"/>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7   Mật hoa 7</a:t>
            </a:r>
            <a:endParaRPr lang="en-US" sz="1600" dirty="0"/>
          </a:p>
        </p:txBody>
      </p:sp>
      <p:sp>
        <p:nvSpPr>
          <p:cNvPr id="12" name="Text 10"/>
          <p:cNvSpPr txBox="1"/>
          <p:nvPr/>
        </p:nvSpPr>
        <p:spPr>
          <a:xfrm>
            <a:off x="9326880" y="2843784"/>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6   Mật hoa 6</a:t>
            </a:r>
            <a:endParaRPr lang="en-US" sz="1600" dirty="0"/>
          </a:p>
        </p:txBody>
      </p:sp>
      <p:sp>
        <p:nvSpPr>
          <p:cNvPr id="13" name="Text 11"/>
          <p:cNvSpPr txBox="1"/>
          <p:nvPr/>
        </p:nvSpPr>
        <p:spPr>
          <a:xfrm>
            <a:off x="9326880" y="3456432"/>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5   Mật hoa 5</a:t>
            </a:r>
            <a:endParaRPr lang="en-US" sz="1600" dirty="0"/>
          </a:p>
        </p:txBody>
      </p:sp>
      <p:sp>
        <p:nvSpPr>
          <p:cNvPr id="14" name="Text 12"/>
          <p:cNvSpPr txBox="1"/>
          <p:nvPr/>
        </p:nvSpPr>
        <p:spPr>
          <a:xfrm>
            <a:off x="9326880" y="4069080"/>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4   Mật hoa 4</a:t>
            </a:r>
            <a:endParaRPr lang="en-US" sz="1600" dirty="0"/>
          </a:p>
        </p:txBody>
      </p:sp>
      <p:sp>
        <p:nvSpPr>
          <p:cNvPr id="15" name="Text 13"/>
          <p:cNvSpPr txBox="1"/>
          <p:nvPr/>
        </p:nvSpPr>
        <p:spPr>
          <a:xfrm>
            <a:off x="9326880" y="4681728"/>
            <a:ext cx="2377440" cy="557784"/>
          </a:xfrm>
          <a:prstGeom prst="roundRect">
            <a:avLst>
              <a:gd name="adj" fmla="val 13115"/>
            </a:avLst>
          </a:prstGeom>
          <a:solidFill>
            <a:srgbClr val="FFD23F"/>
          </a:solidFill>
          <a:ln/>
        </p:spPr>
        <p:txBody>
          <a:bodyPr wrap="square" lIns="1524" tIns="1524" rIns="1524" bIns="1524" rtlCol="0" anchor="ctr"/>
          <a:lstStyle/>
          <a:p>
            <a:pPr algn="l" indent="0" marL="0">
              <a:buNone/>
            </a:pPr>
            <a:r>
              <a:rPr lang="en-US" sz="1600" b="1" dirty="0">
                <a:solidFill>
                  <a:srgbClr val="1F2937"/>
                </a:solidFill>
                <a:latin typeface="Arial" pitchFamily="34" charset="0"/>
                <a:ea typeface="Arial" pitchFamily="34" charset="-122"/>
                <a:cs typeface="Arial" pitchFamily="34" charset="-120"/>
              </a:rPr>
              <a:t>3   Mật hoa 3  🐝</a:t>
            </a:r>
            <a:endParaRPr lang="en-US" sz="1600" dirty="0"/>
          </a:p>
        </p:txBody>
      </p:sp>
      <p:sp>
        <p:nvSpPr>
          <p:cNvPr id="16" name="Text 14"/>
          <p:cNvSpPr txBox="1"/>
          <p:nvPr/>
        </p:nvSpPr>
        <p:spPr>
          <a:xfrm>
            <a:off x="9326880" y="5294376"/>
            <a:ext cx="2377440" cy="557784"/>
          </a:xfrm>
          <a:prstGeom prst="roundRect">
            <a:avLst>
              <a:gd name="adj" fmla="val 13115"/>
            </a:avLst>
          </a:prstGeom>
          <a:solidFill>
            <a:srgbClr val="9A6700"/>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2   Mật hoa 2</a:t>
            </a:r>
            <a:endParaRPr lang="en-US" sz="1600" dirty="0"/>
          </a:p>
        </p:txBody>
      </p:sp>
      <p:sp>
        <p:nvSpPr>
          <p:cNvPr id="17" name="Text 15"/>
          <p:cNvSpPr txBox="1"/>
          <p:nvPr/>
        </p:nvSpPr>
        <p:spPr>
          <a:xfrm>
            <a:off x="9326880" y="5907024"/>
            <a:ext cx="2377440" cy="557784"/>
          </a:xfrm>
          <a:prstGeom prst="roundRect">
            <a:avLst>
              <a:gd name="adj" fmla="val 13115"/>
            </a:avLst>
          </a:prstGeom>
          <a:solidFill>
            <a:srgbClr val="9A6700"/>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1   Mật hoa 1</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5C3D00"/>
        </a:solidFill>
      </p:bgPr>
    </p:bg>
    <p:spTree>
      <p:nvGrpSpPr>
        <p:cNvPr id="1" name=""/>
        <p:cNvGrpSpPr/>
        <p:nvPr/>
      </p:nvGrpSpPr>
      <p:grpSpPr>
        <a:xfrm>
          <a:off x="0" y="0"/>
          <a:ext cx="0" cy="0"/>
          <a:chOff x="0" y="0"/>
          <a:chExt cx="0" cy="0"/>
        </a:xfrm>
      </p:grpSpPr>
      <p:sp>
        <p:nvSpPr>
          <p:cNvPr id="2" name="Text 0"/>
          <p:cNvSpPr txBox="1"/>
          <p:nvPr/>
        </p:nvSpPr>
        <p:spPr>
          <a:xfrm>
            <a:off x="457200" y="228600"/>
            <a:ext cx="8595360" cy="457200"/>
          </a:xfrm>
          <a:prstGeom prst="rect">
            <a:avLst/>
          </a:prstGeom>
          <a:noFill/>
          <a:ln/>
        </p:spPr>
        <p:txBody>
          <a:bodyPr wrap="square" lIns="0" tIns="0" rIns="0" bIns="0" rtlCol="0" anchor="ctr"/>
          <a:lstStyle/>
          <a:p>
            <a:pPr indent="0" marL="0">
              <a:buNone/>
            </a:pPr>
            <a:r>
              <a:rPr lang="en-US" sz="1800" b="1" dirty="0">
                <a:solidFill>
                  <a:srgbClr val="FFD23F"/>
                </a:solidFill>
                <a:latin typeface="Arial" pitchFamily="34" charset="0"/>
                <a:ea typeface="Arial" pitchFamily="34" charset="-122"/>
                <a:cs typeface="Arial" pitchFamily="34" charset="-120"/>
              </a:rPr>
              <a:t>Câu 4/10</a:t>
            </a:r>
            <a:endParaRPr lang="en-US" sz="1800" dirty="0"/>
          </a:p>
        </p:txBody>
      </p:sp>
      <p:sp>
        <p:nvSpPr>
          <p:cNvPr id="3" name="Text 1"/>
          <p:cNvSpPr txBox="1"/>
          <p:nvPr/>
        </p:nvSpPr>
        <p:spPr>
          <a:xfrm>
            <a:off x="457200" y="777240"/>
            <a:ext cx="8595360"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2800" b="1" dirty="0">
                <a:solidFill>
                  <a:srgbClr val="1F2937"/>
                </a:solidFill>
                <a:latin typeface="Arial" pitchFamily="34" charset="0"/>
                <a:ea typeface="Arial" pitchFamily="34" charset="-122"/>
                <a:cs typeface="Arial" pitchFamily="34" charset="-120"/>
              </a:rPr>
              <a:t>Nước sôi ở bao nhiêu độ C (điều kiện thường)?</a:t>
            </a:r>
            <a:endParaRPr lang="en-US" sz="2800" dirty="0"/>
          </a:p>
        </p:txBody>
      </p:sp>
      <p:sp>
        <p:nvSpPr>
          <p:cNvPr id="4" name="Text 2">
            <a:hlinkClick r:id="rId1" tooltip="Chọn đáp án A" action="ppaction://hlinksldjump"/>
          </p:cNvPr>
          <p:cNvSpPr txBox="1"/>
          <p:nvPr/>
        </p:nvSpPr>
        <p:spPr>
          <a:xfrm>
            <a:off x="457200" y="3200400"/>
            <a:ext cx="4160520" cy="1325880"/>
          </a:xfrm>
          <a:prstGeom prst="roundRect">
            <a:avLst>
              <a:gd name="adj" fmla="val 12414"/>
            </a:avLst>
          </a:prstGeom>
          <a:solidFill>
            <a:srgbClr val="9A6700"/>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A.  90°C</a:t>
            </a:r>
            <a:endParaRPr lang="en-US" sz="2400" dirty="0"/>
          </a:p>
        </p:txBody>
      </p:sp>
      <p:sp>
        <p:nvSpPr>
          <p:cNvPr id="5" name="Text 3">
            <a:hlinkClick r:id="rId2" tooltip="Chọn đáp án B" action="ppaction://hlinksldjump"/>
          </p:cNvPr>
          <p:cNvSpPr txBox="1"/>
          <p:nvPr/>
        </p:nvSpPr>
        <p:spPr>
          <a:xfrm>
            <a:off x="4892040" y="3200400"/>
            <a:ext cx="4160520" cy="1325880"/>
          </a:xfrm>
          <a:prstGeom prst="roundRect">
            <a:avLst>
              <a:gd name="adj" fmla="val 12414"/>
            </a:avLst>
          </a:prstGeom>
          <a:solidFill>
            <a:srgbClr val="9A6700"/>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B.  100°C</a:t>
            </a:r>
            <a:endParaRPr lang="en-US" sz="2400" dirty="0"/>
          </a:p>
        </p:txBody>
      </p:sp>
      <p:sp>
        <p:nvSpPr>
          <p:cNvPr id="6" name="Text 4">
            <a:hlinkClick r:id="rId3" tooltip="Chọn đáp án C" action="ppaction://hlinksldjump"/>
          </p:cNvPr>
          <p:cNvSpPr txBox="1"/>
          <p:nvPr/>
        </p:nvSpPr>
        <p:spPr>
          <a:xfrm>
            <a:off x="457200" y="4800600"/>
            <a:ext cx="4160520" cy="1325880"/>
          </a:xfrm>
          <a:prstGeom prst="roundRect">
            <a:avLst>
              <a:gd name="adj" fmla="val 12414"/>
            </a:avLst>
          </a:prstGeom>
          <a:solidFill>
            <a:srgbClr val="9A6700"/>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C.  50°C</a:t>
            </a:r>
            <a:endParaRPr lang="en-US" sz="2400" dirty="0"/>
          </a:p>
        </p:txBody>
      </p:sp>
      <p:sp>
        <p:nvSpPr>
          <p:cNvPr id="7" name="Text 5">
            <a:hlinkClick r:id="rId4" tooltip="Chọn đáp án D" action="ppaction://hlinksldjump"/>
          </p:cNvPr>
          <p:cNvSpPr txBox="1"/>
          <p:nvPr/>
        </p:nvSpPr>
        <p:spPr>
          <a:xfrm>
            <a:off x="4892040" y="4800600"/>
            <a:ext cx="4160520" cy="1325880"/>
          </a:xfrm>
          <a:prstGeom prst="roundRect">
            <a:avLst>
              <a:gd name="adj" fmla="val 12414"/>
            </a:avLst>
          </a:prstGeom>
          <a:solidFill>
            <a:srgbClr val="9A6700"/>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D.  0°C</a:t>
            </a:r>
            <a:endParaRPr lang="en-US" sz="2400" dirty="0"/>
          </a:p>
        </p:txBody>
      </p:sp>
      <p:sp>
        <p:nvSpPr>
          <p:cNvPr id="8" name="Text 6"/>
          <p:cNvSpPr txBox="1"/>
          <p:nvPr/>
        </p:nvSpPr>
        <p:spPr>
          <a:xfrm>
            <a:off x="9326880" y="393192"/>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10   Mật hoa 10</a:t>
            </a:r>
            <a:endParaRPr lang="en-US" sz="1600" dirty="0"/>
          </a:p>
        </p:txBody>
      </p:sp>
      <p:sp>
        <p:nvSpPr>
          <p:cNvPr id="9" name="Text 7"/>
          <p:cNvSpPr txBox="1"/>
          <p:nvPr/>
        </p:nvSpPr>
        <p:spPr>
          <a:xfrm>
            <a:off x="9326880" y="1005840"/>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9   Mật hoa 9</a:t>
            </a:r>
            <a:endParaRPr lang="en-US" sz="1600" dirty="0"/>
          </a:p>
        </p:txBody>
      </p:sp>
      <p:sp>
        <p:nvSpPr>
          <p:cNvPr id="10" name="Text 8"/>
          <p:cNvSpPr txBox="1"/>
          <p:nvPr/>
        </p:nvSpPr>
        <p:spPr>
          <a:xfrm>
            <a:off x="9326880" y="1618488"/>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8   Mật hoa 8</a:t>
            </a:r>
            <a:endParaRPr lang="en-US" sz="1600" dirty="0"/>
          </a:p>
        </p:txBody>
      </p:sp>
      <p:sp>
        <p:nvSpPr>
          <p:cNvPr id="11" name="Text 9"/>
          <p:cNvSpPr txBox="1"/>
          <p:nvPr/>
        </p:nvSpPr>
        <p:spPr>
          <a:xfrm>
            <a:off x="9326880" y="2231136"/>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7   Mật hoa 7</a:t>
            </a:r>
            <a:endParaRPr lang="en-US" sz="1600" dirty="0"/>
          </a:p>
        </p:txBody>
      </p:sp>
      <p:sp>
        <p:nvSpPr>
          <p:cNvPr id="12" name="Text 10"/>
          <p:cNvSpPr txBox="1"/>
          <p:nvPr/>
        </p:nvSpPr>
        <p:spPr>
          <a:xfrm>
            <a:off x="9326880" y="2843784"/>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6   Mật hoa 6</a:t>
            </a:r>
            <a:endParaRPr lang="en-US" sz="1600" dirty="0"/>
          </a:p>
        </p:txBody>
      </p:sp>
      <p:sp>
        <p:nvSpPr>
          <p:cNvPr id="13" name="Text 11"/>
          <p:cNvSpPr txBox="1"/>
          <p:nvPr/>
        </p:nvSpPr>
        <p:spPr>
          <a:xfrm>
            <a:off x="9326880" y="3456432"/>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5   Mật hoa 5</a:t>
            </a:r>
            <a:endParaRPr lang="en-US" sz="1600" dirty="0"/>
          </a:p>
        </p:txBody>
      </p:sp>
      <p:sp>
        <p:nvSpPr>
          <p:cNvPr id="14" name="Text 12"/>
          <p:cNvSpPr txBox="1"/>
          <p:nvPr/>
        </p:nvSpPr>
        <p:spPr>
          <a:xfrm>
            <a:off x="9326880" y="4069080"/>
            <a:ext cx="2377440" cy="557784"/>
          </a:xfrm>
          <a:prstGeom prst="roundRect">
            <a:avLst>
              <a:gd name="adj" fmla="val 13115"/>
            </a:avLst>
          </a:prstGeom>
          <a:solidFill>
            <a:srgbClr val="FFD23F"/>
          </a:solidFill>
          <a:ln/>
        </p:spPr>
        <p:txBody>
          <a:bodyPr wrap="square" lIns="1524" tIns="1524" rIns="1524" bIns="1524" rtlCol="0" anchor="ctr"/>
          <a:lstStyle/>
          <a:p>
            <a:pPr algn="l" indent="0" marL="0">
              <a:buNone/>
            </a:pPr>
            <a:r>
              <a:rPr lang="en-US" sz="1600" b="1" dirty="0">
                <a:solidFill>
                  <a:srgbClr val="1F2937"/>
                </a:solidFill>
                <a:latin typeface="Arial" pitchFamily="34" charset="0"/>
                <a:ea typeface="Arial" pitchFamily="34" charset="-122"/>
                <a:cs typeface="Arial" pitchFamily="34" charset="-120"/>
              </a:rPr>
              <a:t>4   Mật hoa 4  🐝</a:t>
            </a:r>
            <a:endParaRPr lang="en-US" sz="1600" dirty="0"/>
          </a:p>
        </p:txBody>
      </p:sp>
      <p:sp>
        <p:nvSpPr>
          <p:cNvPr id="15" name="Text 13"/>
          <p:cNvSpPr txBox="1"/>
          <p:nvPr/>
        </p:nvSpPr>
        <p:spPr>
          <a:xfrm>
            <a:off x="9326880" y="4681728"/>
            <a:ext cx="2377440" cy="557784"/>
          </a:xfrm>
          <a:prstGeom prst="roundRect">
            <a:avLst>
              <a:gd name="adj" fmla="val 13115"/>
            </a:avLst>
          </a:prstGeom>
          <a:solidFill>
            <a:srgbClr val="9A6700"/>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3   Mật hoa 3</a:t>
            </a:r>
            <a:endParaRPr lang="en-US" sz="1600" dirty="0"/>
          </a:p>
        </p:txBody>
      </p:sp>
      <p:sp>
        <p:nvSpPr>
          <p:cNvPr id="16" name="Text 14"/>
          <p:cNvSpPr txBox="1"/>
          <p:nvPr/>
        </p:nvSpPr>
        <p:spPr>
          <a:xfrm>
            <a:off x="9326880" y="5294376"/>
            <a:ext cx="2377440" cy="557784"/>
          </a:xfrm>
          <a:prstGeom prst="roundRect">
            <a:avLst>
              <a:gd name="adj" fmla="val 13115"/>
            </a:avLst>
          </a:prstGeom>
          <a:solidFill>
            <a:srgbClr val="9A6700"/>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2   Mật hoa 2</a:t>
            </a:r>
            <a:endParaRPr lang="en-US" sz="1600" dirty="0"/>
          </a:p>
        </p:txBody>
      </p:sp>
      <p:sp>
        <p:nvSpPr>
          <p:cNvPr id="17" name="Text 15"/>
          <p:cNvSpPr txBox="1"/>
          <p:nvPr/>
        </p:nvSpPr>
        <p:spPr>
          <a:xfrm>
            <a:off x="9326880" y="5907024"/>
            <a:ext cx="2377440" cy="557784"/>
          </a:xfrm>
          <a:prstGeom prst="roundRect">
            <a:avLst>
              <a:gd name="adj" fmla="val 13115"/>
            </a:avLst>
          </a:prstGeom>
          <a:solidFill>
            <a:srgbClr val="9A6700"/>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1   Mật hoa 1</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5C3D00"/>
        </a:solidFill>
      </p:bgPr>
    </p:bg>
    <p:spTree>
      <p:nvGrpSpPr>
        <p:cNvPr id="1" name=""/>
        <p:cNvGrpSpPr/>
        <p:nvPr/>
      </p:nvGrpSpPr>
      <p:grpSpPr>
        <a:xfrm>
          <a:off x="0" y="0"/>
          <a:ext cx="0" cy="0"/>
          <a:chOff x="0" y="0"/>
          <a:chExt cx="0" cy="0"/>
        </a:xfrm>
      </p:grpSpPr>
      <p:sp>
        <p:nvSpPr>
          <p:cNvPr id="2" name="Text 0"/>
          <p:cNvSpPr txBox="1"/>
          <p:nvPr/>
        </p:nvSpPr>
        <p:spPr>
          <a:xfrm>
            <a:off x="457200" y="228600"/>
            <a:ext cx="8595360" cy="457200"/>
          </a:xfrm>
          <a:prstGeom prst="rect">
            <a:avLst/>
          </a:prstGeom>
          <a:noFill/>
          <a:ln/>
        </p:spPr>
        <p:txBody>
          <a:bodyPr wrap="square" lIns="0" tIns="0" rIns="0" bIns="0" rtlCol="0" anchor="ctr"/>
          <a:lstStyle/>
          <a:p>
            <a:pPr indent="0" marL="0">
              <a:buNone/>
            </a:pPr>
            <a:r>
              <a:rPr lang="en-US" sz="1800" b="1" dirty="0">
                <a:solidFill>
                  <a:srgbClr val="FFD23F"/>
                </a:solidFill>
                <a:latin typeface="Arial" pitchFamily="34" charset="0"/>
                <a:ea typeface="Arial" pitchFamily="34" charset="-122"/>
                <a:cs typeface="Arial" pitchFamily="34" charset="-120"/>
              </a:rPr>
              <a:t>Câu 5/10</a:t>
            </a:r>
            <a:endParaRPr lang="en-US" sz="1800" dirty="0"/>
          </a:p>
        </p:txBody>
      </p:sp>
      <p:sp>
        <p:nvSpPr>
          <p:cNvPr id="3" name="Text 1"/>
          <p:cNvSpPr txBox="1"/>
          <p:nvPr/>
        </p:nvSpPr>
        <p:spPr>
          <a:xfrm>
            <a:off x="457200" y="777240"/>
            <a:ext cx="8595360"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2800" b="1" dirty="0">
                <a:solidFill>
                  <a:srgbClr val="1F2937"/>
                </a:solidFill>
                <a:latin typeface="Arial" pitchFamily="34" charset="0"/>
                <a:ea typeface="Arial" pitchFamily="34" charset="-122"/>
                <a:cs typeface="Arial" pitchFamily="34" charset="-120"/>
              </a:rPr>
              <a:t>Con vật nào có chiếc vòi dài?</a:t>
            </a:r>
            <a:endParaRPr lang="en-US" sz="2800" dirty="0"/>
          </a:p>
        </p:txBody>
      </p:sp>
      <p:sp>
        <p:nvSpPr>
          <p:cNvPr id="4" name="Text 2">
            <a:hlinkClick r:id="rId1" tooltip="Chọn đáp án A" action="ppaction://hlinksldjump"/>
          </p:cNvPr>
          <p:cNvSpPr txBox="1"/>
          <p:nvPr/>
        </p:nvSpPr>
        <p:spPr>
          <a:xfrm>
            <a:off x="457200" y="3200400"/>
            <a:ext cx="4160520" cy="1325880"/>
          </a:xfrm>
          <a:prstGeom prst="roundRect">
            <a:avLst>
              <a:gd name="adj" fmla="val 12414"/>
            </a:avLst>
          </a:prstGeom>
          <a:solidFill>
            <a:srgbClr val="9A6700"/>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A.  Hươu</a:t>
            </a:r>
            <a:endParaRPr lang="en-US" sz="2400" dirty="0"/>
          </a:p>
        </p:txBody>
      </p:sp>
      <p:sp>
        <p:nvSpPr>
          <p:cNvPr id="5" name="Text 3">
            <a:hlinkClick r:id="rId2" tooltip="Chọn đáp án B" action="ppaction://hlinksldjump"/>
          </p:cNvPr>
          <p:cNvSpPr txBox="1"/>
          <p:nvPr/>
        </p:nvSpPr>
        <p:spPr>
          <a:xfrm>
            <a:off x="4892040" y="3200400"/>
            <a:ext cx="4160520" cy="1325880"/>
          </a:xfrm>
          <a:prstGeom prst="roundRect">
            <a:avLst>
              <a:gd name="adj" fmla="val 12414"/>
            </a:avLst>
          </a:prstGeom>
          <a:solidFill>
            <a:srgbClr val="9A6700"/>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B.  Gấu</a:t>
            </a:r>
            <a:endParaRPr lang="en-US" sz="2400" dirty="0"/>
          </a:p>
        </p:txBody>
      </p:sp>
      <p:sp>
        <p:nvSpPr>
          <p:cNvPr id="6" name="Text 4">
            <a:hlinkClick r:id="rId3" tooltip="Chọn đáp án C" action="ppaction://hlinksldjump"/>
          </p:cNvPr>
          <p:cNvSpPr txBox="1"/>
          <p:nvPr/>
        </p:nvSpPr>
        <p:spPr>
          <a:xfrm>
            <a:off x="457200" y="4800600"/>
            <a:ext cx="4160520" cy="1325880"/>
          </a:xfrm>
          <a:prstGeom prst="roundRect">
            <a:avLst>
              <a:gd name="adj" fmla="val 12414"/>
            </a:avLst>
          </a:prstGeom>
          <a:solidFill>
            <a:srgbClr val="9A6700"/>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C.  Voi</a:t>
            </a:r>
            <a:endParaRPr lang="en-US" sz="2400" dirty="0"/>
          </a:p>
        </p:txBody>
      </p:sp>
      <p:sp>
        <p:nvSpPr>
          <p:cNvPr id="7" name="Text 5">
            <a:hlinkClick r:id="rId4" tooltip="Chọn đáp án D" action="ppaction://hlinksldjump"/>
          </p:cNvPr>
          <p:cNvSpPr txBox="1"/>
          <p:nvPr/>
        </p:nvSpPr>
        <p:spPr>
          <a:xfrm>
            <a:off x="4892040" y="4800600"/>
            <a:ext cx="4160520" cy="1325880"/>
          </a:xfrm>
          <a:prstGeom prst="roundRect">
            <a:avLst>
              <a:gd name="adj" fmla="val 12414"/>
            </a:avLst>
          </a:prstGeom>
          <a:solidFill>
            <a:srgbClr val="9A6700"/>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D.  Khỉ</a:t>
            </a:r>
            <a:endParaRPr lang="en-US" sz="2400" dirty="0"/>
          </a:p>
        </p:txBody>
      </p:sp>
      <p:sp>
        <p:nvSpPr>
          <p:cNvPr id="8" name="Text 6"/>
          <p:cNvSpPr txBox="1"/>
          <p:nvPr/>
        </p:nvSpPr>
        <p:spPr>
          <a:xfrm>
            <a:off x="9326880" y="393192"/>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10   Mật hoa 10</a:t>
            </a:r>
            <a:endParaRPr lang="en-US" sz="1600" dirty="0"/>
          </a:p>
        </p:txBody>
      </p:sp>
      <p:sp>
        <p:nvSpPr>
          <p:cNvPr id="9" name="Text 7"/>
          <p:cNvSpPr txBox="1"/>
          <p:nvPr/>
        </p:nvSpPr>
        <p:spPr>
          <a:xfrm>
            <a:off x="9326880" y="1005840"/>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9   Mật hoa 9</a:t>
            </a:r>
            <a:endParaRPr lang="en-US" sz="1600" dirty="0"/>
          </a:p>
        </p:txBody>
      </p:sp>
      <p:sp>
        <p:nvSpPr>
          <p:cNvPr id="10" name="Text 8"/>
          <p:cNvSpPr txBox="1"/>
          <p:nvPr/>
        </p:nvSpPr>
        <p:spPr>
          <a:xfrm>
            <a:off x="9326880" y="1618488"/>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8   Mật hoa 8</a:t>
            </a:r>
            <a:endParaRPr lang="en-US" sz="1600" dirty="0"/>
          </a:p>
        </p:txBody>
      </p:sp>
      <p:sp>
        <p:nvSpPr>
          <p:cNvPr id="11" name="Text 9"/>
          <p:cNvSpPr txBox="1"/>
          <p:nvPr/>
        </p:nvSpPr>
        <p:spPr>
          <a:xfrm>
            <a:off x="9326880" y="2231136"/>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7   Mật hoa 7</a:t>
            </a:r>
            <a:endParaRPr lang="en-US" sz="1600" dirty="0"/>
          </a:p>
        </p:txBody>
      </p:sp>
      <p:sp>
        <p:nvSpPr>
          <p:cNvPr id="12" name="Text 10"/>
          <p:cNvSpPr txBox="1"/>
          <p:nvPr/>
        </p:nvSpPr>
        <p:spPr>
          <a:xfrm>
            <a:off x="9326880" y="2843784"/>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6   Mật hoa 6</a:t>
            </a:r>
            <a:endParaRPr lang="en-US" sz="1600" dirty="0"/>
          </a:p>
        </p:txBody>
      </p:sp>
      <p:sp>
        <p:nvSpPr>
          <p:cNvPr id="13" name="Text 11"/>
          <p:cNvSpPr txBox="1"/>
          <p:nvPr/>
        </p:nvSpPr>
        <p:spPr>
          <a:xfrm>
            <a:off x="9326880" y="3456432"/>
            <a:ext cx="2377440" cy="557784"/>
          </a:xfrm>
          <a:prstGeom prst="roundRect">
            <a:avLst>
              <a:gd name="adj" fmla="val 13115"/>
            </a:avLst>
          </a:prstGeom>
          <a:solidFill>
            <a:srgbClr val="FFD23F"/>
          </a:solidFill>
          <a:ln/>
        </p:spPr>
        <p:txBody>
          <a:bodyPr wrap="square" lIns="1524" tIns="1524" rIns="1524" bIns="1524" rtlCol="0" anchor="ctr"/>
          <a:lstStyle/>
          <a:p>
            <a:pPr algn="l" indent="0" marL="0">
              <a:buNone/>
            </a:pPr>
            <a:r>
              <a:rPr lang="en-US" sz="1600" b="1" dirty="0">
                <a:solidFill>
                  <a:srgbClr val="1F2937"/>
                </a:solidFill>
                <a:latin typeface="Arial" pitchFamily="34" charset="0"/>
                <a:ea typeface="Arial" pitchFamily="34" charset="-122"/>
                <a:cs typeface="Arial" pitchFamily="34" charset="-120"/>
              </a:rPr>
              <a:t>5   Mật hoa 5  🐝</a:t>
            </a:r>
            <a:endParaRPr lang="en-US" sz="1600" dirty="0"/>
          </a:p>
        </p:txBody>
      </p:sp>
      <p:sp>
        <p:nvSpPr>
          <p:cNvPr id="14" name="Text 12"/>
          <p:cNvSpPr txBox="1"/>
          <p:nvPr/>
        </p:nvSpPr>
        <p:spPr>
          <a:xfrm>
            <a:off x="9326880" y="4069080"/>
            <a:ext cx="2377440" cy="557784"/>
          </a:xfrm>
          <a:prstGeom prst="roundRect">
            <a:avLst>
              <a:gd name="adj" fmla="val 13115"/>
            </a:avLst>
          </a:prstGeom>
          <a:solidFill>
            <a:srgbClr val="9A6700"/>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4   Mật hoa 4</a:t>
            </a:r>
            <a:endParaRPr lang="en-US" sz="1600" dirty="0"/>
          </a:p>
        </p:txBody>
      </p:sp>
      <p:sp>
        <p:nvSpPr>
          <p:cNvPr id="15" name="Text 13"/>
          <p:cNvSpPr txBox="1"/>
          <p:nvPr/>
        </p:nvSpPr>
        <p:spPr>
          <a:xfrm>
            <a:off x="9326880" y="4681728"/>
            <a:ext cx="2377440" cy="557784"/>
          </a:xfrm>
          <a:prstGeom prst="roundRect">
            <a:avLst>
              <a:gd name="adj" fmla="val 13115"/>
            </a:avLst>
          </a:prstGeom>
          <a:solidFill>
            <a:srgbClr val="9A6700"/>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3   Mật hoa 3</a:t>
            </a:r>
            <a:endParaRPr lang="en-US" sz="1600" dirty="0"/>
          </a:p>
        </p:txBody>
      </p:sp>
      <p:sp>
        <p:nvSpPr>
          <p:cNvPr id="16" name="Text 14"/>
          <p:cNvSpPr txBox="1"/>
          <p:nvPr/>
        </p:nvSpPr>
        <p:spPr>
          <a:xfrm>
            <a:off x="9326880" y="5294376"/>
            <a:ext cx="2377440" cy="557784"/>
          </a:xfrm>
          <a:prstGeom prst="roundRect">
            <a:avLst>
              <a:gd name="adj" fmla="val 13115"/>
            </a:avLst>
          </a:prstGeom>
          <a:solidFill>
            <a:srgbClr val="9A6700"/>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2   Mật hoa 2</a:t>
            </a:r>
            <a:endParaRPr lang="en-US" sz="1600" dirty="0"/>
          </a:p>
        </p:txBody>
      </p:sp>
      <p:sp>
        <p:nvSpPr>
          <p:cNvPr id="17" name="Text 15"/>
          <p:cNvSpPr txBox="1"/>
          <p:nvPr/>
        </p:nvSpPr>
        <p:spPr>
          <a:xfrm>
            <a:off x="9326880" y="5907024"/>
            <a:ext cx="2377440" cy="557784"/>
          </a:xfrm>
          <a:prstGeom prst="roundRect">
            <a:avLst>
              <a:gd name="adj" fmla="val 13115"/>
            </a:avLst>
          </a:prstGeom>
          <a:solidFill>
            <a:srgbClr val="9A6700"/>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1   Mật hoa 1</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5C3D00"/>
        </a:solidFill>
      </p:bgPr>
    </p:bg>
    <p:spTree>
      <p:nvGrpSpPr>
        <p:cNvPr id="1" name=""/>
        <p:cNvGrpSpPr/>
        <p:nvPr/>
      </p:nvGrpSpPr>
      <p:grpSpPr>
        <a:xfrm>
          <a:off x="0" y="0"/>
          <a:ext cx="0" cy="0"/>
          <a:chOff x="0" y="0"/>
          <a:chExt cx="0" cy="0"/>
        </a:xfrm>
      </p:grpSpPr>
      <p:sp>
        <p:nvSpPr>
          <p:cNvPr id="2" name="Text 0"/>
          <p:cNvSpPr txBox="1"/>
          <p:nvPr/>
        </p:nvSpPr>
        <p:spPr>
          <a:xfrm>
            <a:off x="457200" y="228600"/>
            <a:ext cx="8595360" cy="457200"/>
          </a:xfrm>
          <a:prstGeom prst="rect">
            <a:avLst/>
          </a:prstGeom>
          <a:noFill/>
          <a:ln/>
        </p:spPr>
        <p:txBody>
          <a:bodyPr wrap="square" lIns="0" tIns="0" rIns="0" bIns="0" rtlCol="0" anchor="ctr"/>
          <a:lstStyle/>
          <a:p>
            <a:pPr indent="0" marL="0">
              <a:buNone/>
            </a:pPr>
            <a:r>
              <a:rPr lang="en-US" sz="1800" b="1" dirty="0">
                <a:solidFill>
                  <a:srgbClr val="FFD23F"/>
                </a:solidFill>
                <a:latin typeface="Arial" pitchFamily="34" charset="0"/>
                <a:ea typeface="Arial" pitchFamily="34" charset="-122"/>
                <a:cs typeface="Arial" pitchFamily="34" charset="-120"/>
              </a:rPr>
              <a:t>Câu 6/10</a:t>
            </a:r>
            <a:endParaRPr lang="en-US" sz="1800" dirty="0"/>
          </a:p>
        </p:txBody>
      </p:sp>
      <p:sp>
        <p:nvSpPr>
          <p:cNvPr id="3" name="Text 1"/>
          <p:cNvSpPr txBox="1"/>
          <p:nvPr/>
        </p:nvSpPr>
        <p:spPr>
          <a:xfrm>
            <a:off x="457200" y="777240"/>
            <a:ext cx="8595360"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2800" b="1" dirty="0">
                <a:solidFill>
                  <a:srgbClr val="1F2937"/>
                </a:solidFill>
                <a:latin typeface="Arial" pitchFamily="34" charset="0"/>
                <a:ea typeface="Arial" pitchFamily="34" charset="-122"/>
                <a:cs typeface="Arial" pitchFamily="34" charset="-120"/>
              </a:rPr>
              <a:t>Có 3 hộp, mỗi hộp 12 cái kẹo. Tất cả có bao nhiêu cái kẹo?</a:t>
            </a:r>
            <a:endParaRPr lang="en-US" sz="2800" dirty="0"/>
          </a:p>
        </p:txBody>
      </p:sp>
      <p:sp>
        <p:nvSpPr>
          <p:cNvPr id="4" name="Text 2">
            <a:hlinkClick r:id="rId1" tooltip="Chọn đáp án A" action="ppaction://hlinksldjump"/>
          </p:cNvPr>
          <p:cNvSpPr txBox="1"/>
          <p:nvPr/>
        </p:nvSpPr>
        <p:spPr>
          <a:xfrm>
            <a:off x="457200" y="3200400"/>
            <a:ext cx="4160520" cy="1325880"/>
          </a:xfrm>
          <a:prstGeom prst="roundRect">
            <a:avLst>
              <a:gd name="adj" fmla="val 12414"/>
            </a:avLst>
          </a:prstGeom>
          <a:solidFill>
            <a:srgbClr val="9A6700"/>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A.  15</a:t>
            </a:r>
            <a:endParaRPr lang="en-US" sz="2400" dirty="0"/>
          </a:p>
        </p:txBody>
      </p:sp>
      <p:sp>
        <p:nvSpPr>
          <p:cNvPr id="5" name="Text 3">
            <a:hlinkClick r:id="rId2" tooltip="Chọn đáp án B" action="ppaction://hlinksldjump"/>
          </p:cNvPr>
          <p:cNvSpPr txBox="1"/>
          <p:nvPr/>
        </p:nvSpPr>
        <p:spPr>
          <a:xfrm>
            <a:off x="4892040" y="3200400"/>
            <a:ext cx="4160520" cy="1325880"/>
          </a:xfrm>
          <a:prstGeom prst="roundRect">
            <a:avLst>
              <a:gd name="adj" fmla="val 12414"/>
            </a:avLst>
          </a:prstGeom>
          <a:solidFill>
            <a:srgbClr val="9A6700"/>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B.  24</a:t>
            </a:r>
            <a:endParaRPr lang="en-US" sz="2400" dirty="0"/>
          </a:p>
        </p:txBody>
      </p:sp>
      <p:sp>
        <p:nvSpPr>
          <p:cNvPr id="6" name="Text 4">
            <a:hlinkClick r:id="rId3" tooltip="Chọn đáp án C" action="ppaction://hlinksldjump"/>
          </p:cNvPr>
          <p:cNvSpPr txBox="1"/>
          <p:nvPr/>
        </p:nvSpPr>
        <p:spPr>
          <a:xfrm>
            <a:off x="457200" y="4800600"/>
            <a:ext cx="4160520" cy="1325880"/>
          </a:xfrm>
          <a:prstGeom prst="roundRect">
            <a:avLst>
              <a:gd name="adj" fmla="val 12414"/>
            </a:avLst>
          </a:prstGeom>
          <a:solidFill>
            <a:srgbClr val="9A6700"/>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C.  48</a:t>
            </a:r>
            <a:endParaRPr lang="en-US" sz="2400" dirty="0"/>
          </a:p>
        </p:txBody>
      </p:sp>
      <p:sp>
        <p:nvSpPr>
          <p:cNvPr id="7" name="Text 5">
            <a:hlinkClick r:id="rId4" tooltip="Chọn đáp án D" action="ppaction://hlinksldjump"/>
          </p:cNvPr>
          <p:cNvSpPr txBox="1"/>
          <p:nvPr/>
        </p:nvSpPr>
        <p:spPr>
          <a:xfrm>
            <a:off x="4892040" y="4800600"/>
            <a:ext cx="4160520" cy="1325880"/>
          </a:xfrm>
          <a:prstGeom prst="roundRect">
            <a:avLst>
              <a:gd name="adj" fmla="val 12414"/>
            </a:avLst>
          </a:prstGeom>
          <a:solidFill>
            <a:srgbClr val="9A6700"/>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D.  36</a:t>
            </a:r>
            <a:endParaRPr lang="en-US" sz="2400" dirty="0"/>
          </a:p>
        </p:txBody>
      </p:sp>
      <p:sp>
        <p:nvSpPr>
          <p:cNvPr id="8" name="Text 6"/>
          <p:cNvSpPr txBox="1"/>
          <p:nvPr/>
        </p:nvSpPr>
        <p:spPr>
          <a:xfrm>
            <a:off x="9326880" y="393192"/>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10   Mật hoa 10</a:t>
            </a:r>
            <a:endParaRPr lang="en-US" sz="1600" dirty="0"/>
          </a:p>
        </p:txBody>
      </p:sp>
      <p:sp>
        <p:nvSpPr>
          <p:cNvPr id="9" name="Text 7"/>
          <p:cNvSpPr txBox="1"/>
          <p:nvPr/>
        </p:nvSpPr>
        <p:spPr>
          <a:xfrm>
            <a:off x="9326880" y="1005840"/>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9   Mật hoa 9</a:t>
            </a:r>
            <a:endParaRPr lang="en-US" sz="1600" dirty="0"/>
          </a:p>
        </p:txBody>
      </p:sp>
      <p:sp>
        <p:nvSpPr>
          <p:cNvPr id="10" name="Text 8"/>
          <p:cNvSpPr txBox="1"/>
          <p:nvPr/>
        </p:nvSpPr>
        <p:spPr>
          <a:xfrm>
            <a:off x="9326880" y="1618488"/>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8   Mật hoa 8</a:t>
            </a:r>
            <a:endParaRPr lang="en-US" sz="1600" dirty="0"/>
          </a:p>
        </p:txBody>
      </p:sp>
      <p:sp>
        <p:nvSpPr>
          <p:cNvPr id="11" name="Text 9"/>
          <p:cNvSpPr txBox="1"/>
          <p:nvPr/>
        </p:nvSpPr>
        <p:spPr>
          <a:xfrm>
            <a:off x="9326880" y="2231136"/>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7   Mật hoa 7</a:t>
            </a:r>
            <a:endParaRPr lang="en-US" sz="1600" dirty="0"/>
          </a:p>
        </p:txBody>
      </p:sp>
      <p:sp>
        <p:nvSpPr>
          <p:cNvPr id="12" name="Text 10"/>
          <p:cNvSpPr txBox="1"/>
          <p:nvPr/>
        </p:nvSpPr>
        <p:spPr>
          <a:xfrm>
            <a:off x="9326880" y="2843784"/>
            <a:ext cx="2377440" cy="557784"/>
          </a:xfrm>
          <a:prstGeom prst="roundRect">
            <a:avLst>
              <a:gd name="adj" fmla="val 13115"/>
            </a:avLst>
          </a:prstGeom>
          <a:solidFill>
            <a:srgbClr val="FFD23F"/>
          </a:solidFill>
          <a:ln/>
        </p:spPr>
        <p:txBody>
          <a:bodyPr wrap="square" lIns="1524" tIns="1524" rIns="1524" bIns="1524" rtlCol="0" anchor="ctr"/>
          <a:lstStyle/>
          <a:p>
            <a:pPr algn="l" indent="0" marL="0">
              <a:buNone/>
            </a:pPr>
            <a:r>
              <a:rPr lang="en-US" sz="1600" b="1" dirty="0">
                <a:solidFill>
                  <a:srgbClr val="1F2937"/>
                </a:solidFill>
                <a:latin typeface="Arial" pitchFamily="34" charset="0"/>
                <a:ea typeface="Arial" pitchFamily="34" charset="-122"/>
                <a:cs typeface="Arial" pitchFamily="34" charset="-120"/>
              </a:rPr>
              <a:t>6   Mật hoa 6  🐝</a:t>
            </a:r>
            <a:endParaRPr lang="en-US" sz="1600" dirty="0"/>
          </a:p>
        </p:txBody>
      </p:sp>
      <p:sp>
        <p:nvSpPr>
          <p:cNvPr id="13" name="Text 11"/>
          <p:cNvSpPr txBox="1"/>
          <p:nvPr/>
        </p:nvSpPr>
        <p:spPr>
          <a:xfrm>
            <a:off x="9326880" y="3456432"/>
            <a:ext cx="2377440" cy="557784"/>
          </a:xfrm>
          <a:prstGeom prst="roundRect">
            <a:avLst>
              <a:gd name="adj" fmla="val 13115"/>
            </a:avLst>
          </a:prstGeom>
          <a:solidFill>
            <a:srgbClr val="9A6700"/>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5   Mật hoa 5</a:t>
            </a:r>
            <a:endParaRPr lang="en-US" sz="1600" dirty="0"/>
          </a:p>
        </p:txBody>
      </p:sp>
      <p:sp>
        <p:nvSpPr>
          <p:cNvPr id="14" name="Text 12"/>
          <p:cNvSpPr txBox="1"/>
          <p:nvPr/>
        </p:nvSpPr>
        <p:spPr>
          <a:xfrm>
            <a:off x="9326880" y="4069080"/>
            <a:ext cx="2377440" cy="557784"/>
          </a:xfrm>
          <a:prstGeom prst="roundRect">
            <a:avLst>
              <a:gd name="adj" fmla="val 13115"/>
            </a:avLst>
          </a:prstGeom>
          <a:solidFill>
            <a:srgbClr val="9A6700"/>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4   Mật hoa 4</a:t>
            </a:r>
            <a:endParaRPr lang="en-US" sz="1600" dirty="0"/>
          </a:p>
        </p:txBody>
      </p:sp>
      <p:sp>
        <p:nvSpPr>
          <p:cNvPr id="15" name="Text 13"/>
          <p:cNvSpPr txBox="1"/>
          <p:nvPr/>
        </p:nvSpPr>
        <p:spPr>
          <a:xfrm>
            <a:off x="9326880" y="4681728"/>
            <a:ext cx="2377440" cy="557784"/>
          </a:xfrm>
          <a:prstGeom prst="roundRect">
            <a:avLst>
              <a:gd name="adj" fmla="val 13115"/>
            </a:avLst>
          </a:prstGeom>
          <a:solidFill>
            <a:srgbClr val="9A6700"/>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3   Mật hoa 3</a:t>
            </a:r>
            <a:endParaRPr lang="en-US" sz="1600" dirty="0"/>
          </a:p>
        </p:txBody>
      </p:sp>
      <p:sp>
        <p:nvSpPr>
          <p:cNvPr id="16" name="Text 14"/>
          <p:cNvSpPr txBox="1"/>
          <p:nvPr/>
        </p:nvSpPr>
        <p:spPr>
          <a:xfrm>
            <a:off x="9326880" y="5294376"/>
            <a:ext cx="2377440" cy="557784"/>
          </a:xfrm>
          <a:prstGeom prst="roundRect">
            <a:avLst>
              <a:gd name="adj" fmla="val 13115"/>
            </a:avLst>
          </a:prstGeom>
          <a:solidFill>
            <a:srgbClr val="9A6700"/>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2   Mật hoa 2</a:t>
            </a:r>
            <a:endParaRPr lang="en-US" sz="1600" dirty="0"/>
          </a:p>
        </p:txBody>
      </p:sp>
      <p:sp>
        <p:nvSpPr>
          <p:cNvPr id="17" name="Text 15"/>
          <p:cNvSpPr txBox="1"/>
          <p:nvPr/>
        </p:nvSpPr>
        <p:spPr>
          <a:xfrm>
            <a:off x="9326880" y="5907024"/>
            <a:ext cx="2377440" cy="557784"/>
          </a:xfrm>
          <a:prstGeom prst="roundRect">
            <a:avLst>
              <a:gd name="adj" fmla="val 13115"/>
            </a:avLst>
          </a:prstGeom>
          <a:solidFill>
            <a:srgbClr val="9A6700"/>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1   Mật hoa 1</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5C3D00"/>
        </a:solidFill>
      </p:bgPr>
    </p:bg>
    <p:spTree>
      <p:nvGrpSpPr>
        <p:cNvPr id="1" name=""/>
        <p:cNvGrpSpPr/>
        <p:nvPr/>
      </p:nvGrpSpPr>
      <p:grpSpPr>
        <a:xfrm>
          <a:off x="0" y="0"/>
          <a:ext cx="0" cy="0"/>
          <a:chOff x="0" y="0"/>
          <a:chExt cx="0" cy="0"/>
        </a:xfrm>
      </p:grpSpPr>
      <p:sp>
        <p:nvSpPr>
          <p:cNvPr id="2" name="Text 0"/>
          <p:cNvSpPr txBox="1"/>
          <p:nvPr/>
        </p:nvSpPr>
        <p:spPr>
          <a:xfrm>
            <a:off x="457200" y="228600"/>
            <a:ext cx="8595360" cy="457200"/>
          </a:xfrm>
          <a:prstGeom prst="rect">
            <a:avLst/>
          </a:prstGeom>
          <a:noFill/>
          <a:ln/>
        </p:spPr>
        <p:txBody>
          <a:bodyPr wrap="square" lIns="0" tIns="0" rIns="0" bIns="0" rtlCol="0" anchor="ctr"/>
          <a:lstStyle/>
          <a:p>
            <a:pPr indent="0" marL="0">
              <a:buNone/>
            </a:pPr>
            <a:r>
              <a:rPr lang="en-US" sz="1800" b="1" dirty="0">
                <a:solidFill>
                  <a:srgbClr val="FFD23F"/>
                </a:solidFill>
                <a:latin typeface="Arial" pitchFamily="34" charset="0"/>
                <a:ea typeface="Arial" pitchFamily="34" charset="-122"/>
                <a:cs typeface="Arial" pitchFamily="34" charset="-120"/>
              </a:rPr>
              <a:t>Câu 7/10</a:t>
            </a:r>
            <a:endParaRPr lang="en-US" sz="1800" dirty="0"/>
          </a:p>
        </p:txBody>
      </p:sp>
      <p:sp>
        <p:nvSpPr>
          <p:cNvPr id="3" name="Text 1"/>
          <p:cNvSpPr txBox="1"/>
          <p:nvPr/>
        </p:nvSpPr>
        <p:spPr>
          <a:xfrm>
            <a:off x="457200" y="777240"/>
            <a:ext cx="8595360"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2800" b="1" dirty="0">
                <a:solidFill>
                  <a:srgbClr val="1F2937"/>
                </a:solidFill>
                <a:latin typeface="Arial" pitchFamily="34" charset="0"/>
                <a:ea typeface="Arial" pitchFamily="34" charset="-122"/>
                <a:cs typeface="Arial" pitchFamily="34" charset="-120"/>
              </a:rPr>
              <a:t>Giữa quốc kỳ Việt Nam có hình gì?</a:t>
            </a:r>
            <a:endParaRPr lang="en-US" sz="2800" dirty="0"/>
          </a:p>
        </p:txBody>
      </p:sp>
      <p:sp>
        <p:nvSpPr>
          <p:cNvPr id="4" name="Text 2">
            <a:hlinkClick r:id="rId1" tooltip="Chọn đáp án A" action="ppaction://hlinksldjump"/>
          </p:cNvPr>
          <p:cNvSpPr txBox="1"/>
          <p:nvPr/>
        </p:nvSpPr>
        <p:spPr>
          <a:xfrm>
            <a:off x="457200" y="3200400"/>
            <a:ext cx="4160520" cy="1325880"/>
          </a:xfrm>
          <a:prstGeom prst="roundRect">
            <a:avLst>
              <a:gd name="adj" fmla="val 12414"/>
            </a:avLst>
          </a:prstGeom>
          <a:solidFill>
            <a:srgbClr val="9A6700"/>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A.  Ngôi sao vàng năm cánh</a:t>
            </a:r>
            <a:endParaRPr lang="en-US" sz="2400" dirty="0"/>
          </a:p>
        </p:txBody>
      </p:sp>
      <p:sp>
        <p:nvSpPr>
          <p:cNvPr id="5" name="Text 3">
            <a:hlinkClick r:id="rId2" tooltip="Chọn đáp án B" action="ppaction://hlinksldjump"/>
          </p:cNvPr>
          <p:cNvSpPr txBox="1"/>
          <p:nvPr/>
        </p:nvSpPr>
        <p:spPr>
          <a:xfrm>
            <a:off x="4892040" y="3200400"/>
            <a:ext cx="4160520" cy="1325880"/>
          </a:xfrm>
          <a:prstGeom prst="roundRect">
            <a:avLst>
              <a:gd name="adj" fmla="val 12414"/>
            </a:avLst>
          </a:prstGeom>
          <a:solidFill>
            <a:srgbClr val="9A6700"/>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B.  Mặt trăng</a:t>
            </a:r>
            <a:endParaRPr lang="en-US" sz="2400" dirty="0"/>
          </a:p>
        </p:txBody>
      </p:sp>
      <p:sp>
        <p:nvSpPr>
          <p:cNvPr id="6" name="Text 4">
            <a:hlinkClick r:id="rId3" tooltip="Chọn đáp án C" action="ppaction://hlinksldjump"/>
          </p:cNvPr>
          <p:cNvSpPr txBox="1"/>
          <p:nvPr/>
        </p:nvSpPr>
        <p:spPr>
          <a:xfrm>
            <a:off x="457200" y="4800600"/>
            <a:ext cx="4160520" cy="1325880"/>
          </a:xfrm>
          <a:prstGeom prst="roundRect">
            <a:avLst>
              <a:gd name="adj" fmla="val 12414"/>
            </a:avLst>
          </a:prstGeom>
          <a:solidFill>
            <a:srgbClr val="9A6700"/>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C.  Búa liềm</a:t>
            </a:r>
            <a:endParaRPr lang="en-US" sz="2400" dirty="0"/>
          </a:p>
        </p:txBody>
      </p:sp>
      <p:sp>
        <p:nvSpPr>
          <p:cNvPr id="7" name="Text 5">
            <a:hlinkClick r:id="rId4" tooltip="Chọn đáp án D" action="ppaction://hlinksldjump"/>
          </p:cNvPr>
          <p:cNvSpPr txBox="1"/>
          <p:nvPr/>
        </p:nvSpPr>
        <p:spPr>
          <a:xfrm>
            <a:off x="4892040" y="4800600"/>
            <a:ext cx="4160520" cy="1325880"/>
          </a:xfrm>
          <a:prstGeom prst="roundRect">
            <a:avLst>
              <a:gd name="adj" fmla="val 12414"/>
            </a:avLst>
          </a:prstGeom>
          <a:solidFill>
            <a:srgbClr val="9A6700"/>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D.  Bông hoa</a:t>
            </a:r>
            <a:endParaRPr lang="en-US" sz="2400" dirty="0"/>
          </a:p>
        </p:txBody>
      </p:sp>
      <p:sp>
        <p:nvSpPr>
          <p:cNvPr id="8" name="Text 6"/>
          <p:cNvSpPr txBox="1"/>
          <p:nvPr/>
        </p:nvSpPr>
        <p:spPr>
          <a:xfrm>
            <a:off x="9326880" y="393192"/>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10   Mật hoa 10</a:t>
            </a:r>
            <a:endParaRPr lang="en-US" sz="1600" dirty="0"/>
          </a:p>
        </p:txBody>
      </p:sp>
      <p:sp>
        <p:nvSpPr>
          <p:cNvPr id="9" name="Text 7"/>
          <p:cNvSpPr txBox="1"/>
          <p:nvPr/>
        </p:nvSpPr>
        <p:spPr>
          <a:xfrm>
            <a:off x="9326880" y="1005840"/>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9   Mật hoa 9</a:t>
            </a:r>
            <a:endParaRPr lang="en-US" sz="1600" dirty="0"/>
          </a:p>
        </p:txBody>
      </p:sp>
      <p:sp>
        <p:nvSpPr>
          <p:cNvPr id="10" name="Text 8"/>
          <p:cNvSpPr txBox="1"/>
          <p:nvPr/>
        </p:nvSpPr>
        <p:spPr>
          <a:xfrm>
            <a:off x="9326880" y="1618488"/>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8   Mật hoa 8</a:t>
            </a:r>
            <a:endParaRPr lang="en-US" sz="1600" dirty="0"/>
          </a:p>
        </p:txBody>
      </p:sp>
      <p:sp>
        <p:nvSpPr>
          <p:cNvPr id="11" name="Text 9"/>
          <p:cNvSpPr txBox="1"/>
          <p:nvPr/>
        </p:nvSpPr>
        <p:spPr>
          <a:xfrm>
            <a:off x="9326880" y="2231136"/>
            <a:ext cx="2377440" cy="557784"/>
          </a:xfrm>
          <a:prstGeom prst="roundRect">
            <a:avLst>
              <a:gd name="adj" fmla="val 13115"/>
            </a:avLst>
          </a:prstGeom>
          <a:solidFill>
            <a:srgbClr val="FFD23F"/>
          </a:solidFill>
          <a:ln/>
        </p:spPr>
        <p:txBody>
          <a:bodyPr wrap="square" lIns="1524" tIns="1524" rIns="1524" bIns="1524" rtlCol="0" anchor="ctr"/>
          <a:lstStyle/>
          <a:p>
            <a:pPr algn="l" indent="0" marL="0">
              <a:buNone/>
            </a:pPr>
            <a:r>
              <a:rPr lang="en-US" sz="1600" b="1" dirty="0">
                <a:solidFill>
                  <a:srgbClr val="1F2937"/>
                </a:solidFill>
                <a:latin typeface="Arial" pitchFamily="34" charset="0"/>
                <a:ea typeface="Arial" pitchFamily="34" charset="-122"/>
                <a:cs typeface="Arial" pitchFamily="34" charset="-120"/>
              </a:rPr>
              <a:t>7   Mật hoa 7  🐝</a:t>
            </a:r>
            <a:endParaRPr lang="en-US" sz="1600" dirty="0"/>
          </a:p>
        </p:txBody>
      </p:sp>
      <p:sp>
        <p:nvSpPr>
          <p:cNvPr id="12" name="Text 10"/>
          <p:cNvSpPr txBox="1"/>
          <p:nvPr/>
        </p:nvSpPr>
        <p:spPr>
          <a:xfrm>
            <a:off x="9326880" y="2843784"/>
            <a:ext cx="2377440" cy="557784"/>
          </a:xfrm>
          <a:prstGeom prst="roundRect">
            <a:avLst>
              <a:gd name="adj" fmla="val 13115"/>
            </a:avLst>
          </a:prstGeom>
          <a:solidFill>
            <a:srgbClr val="9A6700"/>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6   Mật hoa 6</a:t>
            </a:r>
            <a:endParaRPr lang="en-US" sz="1600" dirty="0"/>
          </a:p>
        </p:txBody>
      </p:sp>
      <p:sp>
        <p:nvSpPr>
          <p:cNvPr id="13" name="Text 11"/>
          <p:cNvSpPr txBox="1"/>
          <p:nvPr/>
        </p:nvSpPr>
        <p:spPr>
          <a:xfrm>
            <a:off x="9326880" y="3456432"/>
            <a:ext cx="2377440" cy="557784"/>
          </a:xfrm>
          <a:prstGeom prst="roundRect">
            <a:avLst>
              <a:gd name="adj" fmla="val 13115"/>
            </a:avLst>
          </a:prstGeom>
          <a:solidFill>
            <a:srgbClr val="9A6700"/>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5   Mật hoa 5</a:t>
            </a:r>
            <a:endParaRPr lang="en-US" sz="1600" dirty="0"/>
          </a:p>
        </p:txBody>
      </p:sp>
      <p:sp>
        <p:nvSpPr>
          <p:cNvPr id="14" name="Text 12"/>
          <p:cNvSpPr txBox="1"/>
          <p:nvPr/>
        </p:nvSpPr>
        <p:spPr>
          <a:xfrm>
            <a:off x="9326880" y="4069080"/>
            <a:ext cx="2377440" cy="557784"/>
          </a:xfrm>
          <a:prstGeom prst="roundRect">
            <a:avLst>
              <a:gd name="adj" fmla="val 13115"/>
            </a:avLst>
          </a:prstGeom>
          <a:solidFill>
            <a:srgbClr val="9A6700"/>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4   Mật hoa 4</a:t>
            </a:r>
            <a:endParaRPr lang="en-US" sz="1600" dirty="0"/>
          </a:p>
        </p:txBody>
      </p:sp>
      <p:sp>
        <p:nvSpPr>
          <p:cNvPr id="15" name="Text 13"/>
          <p:cNvSpPr txBox="1"/>
          <p:nvPr/>
        </p:nvSpPr>
        <p:spPr>
          <a:xfrm>
            <a:off x="9326880" y="4681728"/>
            <a:ext cx="2377440" cy="557784"/>
          </a:xfrm>
          <a:prstGeom prst="roundRect">
            <a:avLst>
              <a:gd name="adj" fmla="val 13115"/>
            </a:avLst>
          </a:prstGeom>
          <a:solidFill>
            <a:srgbClr val="9A6700"/>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3   Mật hoa 3</a:t>
            </a:r>
            <a:endParaRPr lang="en-US" sz="1600" dirty="0"/>
          </a:p>
        </p:txBody>
      </p:sp>
      <p:sp>
        <p:nvSpPr>
          <p:cNvPr id="16" name="Text 14"/>
          <p:cNvSpPr txBox="1"/>
          <p:nvPr/>
        </p:nvSpPr>
        <p:spPr>
          <a:xfrm>
            <a:off x="9326880" y="5294376"/>
            <a:ext cx="2377440" cy="557784"/>
          </a:xfrm>
          <a:prstGeom prst="roundRect">
            <a:avLst>
              <a:gd name="adj" fmla="val 13115"/>
            </a:avLst>
          </a:prstGeom>
          <a:solidFill>
            <a:srgbClr val="9A6700"/>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2   Mật hoa 2</a:t>
            </a:r>
            <a:endParaRPr lang="en-US" sz="1600" dirty="0"/>
          </a:p>
        </p:txBody>
      </p:sp>
      <p:sp>
        <p:nvSpPr>
          <p:cNvPr id="17" name="Text 15"/>
          <p:cNvSpPr txBox="1"/>
          <p:nvPr/>
        </p:nvSpPr>
        <p:spPr>
          <a:xfrm>
            <a:off x="9326880" y="5907024"/>
            <a:ext cx="2377440" cy="557784"/>
          </a:xfrm>
          <a:prstGeom prst="roundRect">
            <a:avLst>
              <a:gd name="adj" fmla="val 13115"/>
            </a:avLst>
          </a:prstGeom>
          <a:solidFill>
            <a:srgbClr val="9A6700"/>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1   Mật hoa 1</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5C3D00"/>
        </a:solidFill>
      </p:bgPr>
    </p:bg>
    <p:spTree>
      <p:nvGrpSpPr>
        <p:cNvPr id="1" name=""/>
        <p:cNvGrpSpPr/>
        <p:nvPr/>
      </p:nvGrpSpPr>
      <p:grpSpPr>
        <a:xfrm>
          <a:off x="0" y="0"/>
          <a:ext cx="0" cy="0"/>
          <a:chOff x="0" y="0"/>
          <a:chExt cx="0" cy="0"/>
        </a:xfrm>
      </p:grpSpPr>
      <p:sp>
        <p:nvSpPr>
          <p:cNvPr id="2" name="Text 0"/>
          <p:cNvSpPr txBox="1"/>
          <p:nvPr/>
        </p:nvSpPr>
        <p:spPr>
          <a:xfrm>
            <a:off x="457200" y="228600"/>
            <a:ext cx="8595360" cy="457200"/>
          </a:xfrm>
          <a:prstGeom prst="rect">
            <a:avLst/>
          </a:prstGeom>
          <a:noFill/>
          <a:ln/>
        </p:spPr>
        <p:txBody>
          <a:bodyPr wrap="square" lIns="0" tIns="0" rIns="0" bIns="0" rtlCol="0" anchor="ctr"/>
          <a:lstStyle/>
          <a:p>
            <a:pPr indent="0" marL="0">
              <a:buNone/>
            </a:pPr>
            <a:r>
              <a:rPr lang="en-US" sz="1800" b="1" dirty="0">
                <a:solidFill>
                  <a:srgbClr val="FFD23F"/>
                </a:solidFill>
                <a:latin typeface="Arial" pitchFamily="34" charset="0"/>
                <a:ea typeface="Arial" pitchFamily="34" charset="-122"/>
                <a:cs typeface="Arial" pitchFamily="34" charset="-120"/>
              </a:rPr>
              <a:t>Câu 8/10</a:t>
            </a:r>
            <a:endParaRPr lang="en-US" sz="1800" dirty="0"/>
          </a:p>
        </p:txBody>
      </p:sp>
      <p:sp>
        <p:nvSpPr>
          <p:cNvPr id="3" name="Text 1"/>
          <p:cNvSpPr txBox="1"/>
          <p:nvPr/>
        </p:nvSpPr>
        <p:spPr>
          <a:xfrm>
            <a:off x="457200" y="777240"/>
            <a:ext cx="8595360"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2800" b="1" dirty="0">
                <a:solidFill>
                  <a:srgbClr val="1F2937"/>
                </a:solidFill>
                <a:latin typeface="Arial" pitchFamily="34" charset="0"/>
                <a:ea typeface="Arial" pitchFamily="34" charset="-122"/>
                <a:cs typeface="Arial" pitchFamily="34" charset="-120"/>
              </a:rPr>
              <a:t>Một năm có mấy tháng?</a:t>
            </a:r>
            <a:endParaRPr lang="en-US" sz="2800" dirty="0"/>
          </a:p>
        </p:txBody>
      </p:sp>
      <p:sp>
        <p:nvSpPr>
          <p:cNvPr id="4" name="Text 2">
            <a:hlinkClick r:id="rId1" tooltip="Chọn đáp án A" action="ppaction://hlinksldjump"/>
          </p:cNvPr>
          <p:cNvSpPr txBox="1"/>
          <p:nvPr/>
        </p:nvSpPr>
        <p:spPr>
          <a:xfrm>
            <a:off x="457200" y="3200400"/>
            <a:ext cx="4160520" cy="1325880"/>
          </a:xfrm>
          <a:prstGeom prst="roundRect">
            <a:avLst>
              <a:gd name="adj" fmla="val 12414"/>
            </a:avLst>
          </a:prstGeom>
          <a:solidFill>
            <a:srgbClr val="9A6700"/>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A.  10</a:t>
            </a:r>
            <a:endParaRPr lang="en-US" sz="2400" dirty="0"/>
          </a:p>
        </p:txBody>
      </p:sp>
      <p:sp>
        <p:nvSpPr>
          <p:cNvPr id="5" name="Text 3">
            <a:hlinkClick r:id="rId2" tooltip="Chọn đáp án B" action="ppaction://hlinksldjump"/>
          </p:cNvPr>
          <p:cNvSpPr txBox="1"/>
          <p:nvPr/>
        </p:nvSpPr>
        <p:spPr>
          <a:xfrm>
            <a:off x="4892040" y="3200400"/>
            <a:ext cx="4160520" cy="1325880"/>
          </a:xfrm>
          <a:prstGeom prst="roundRect">
            <a:avLst>
              <a:gd name="adj" fmla="val 12414"/>
            </a:avLst>
          </a:prstGeom>
          <a:solidFill>
            <a:srgbClr val="9A6700"/>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B.  12</a:t>
            </a:r>
            <a:endParaRPr lang="en-US" sz="2400" dirty="0"/>
          </a:p>
        </p:txBody>
      </p:sp>
      <p:sp>
        <p:nvSpPr>
          <p:cNvPr id="6" name="Text 4">
            <a:hlinkClick r:id="rId3" tooltip="Chọn đáp án C" action="ppaction://hlinksldjump"/>
          </p:cNvPr>
          <p:cNvSpPr txBox="1"/>
          <p:nvPr/>
        </p:nvSpPr>
        <p:spPr>
          <a:xfrm>
            <a:off x="457200" y="4800600"/>
            <a:ext cx="4160520" cy="1325880"/>
          </a:xfrm>
          <a:prstGeom prst="roundRect">
            <a:avLst>
              <a:gd name="adj" fmla="val 12414"/>
            </a:avLst>
          </a:prstGeom>
          <a:solidFill>
            <a:srgbClr val="9A6700"/>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C.  11</a:t>
            </a:r>
            <a:endParaRPr lang="en-US" sz="2400" dirty="0"/>
          </a:p>
        </p:txBody>
      </p:sp>
      <p:sp>
        <p:nvSpPr>
          <p:cNvPr id="7" name="Text 5">
            <a:hlinkClick r:id="rId4" tooltip="Chọn đáp án D" action="ppaction://hlinksldjump"/>
          </p:cNvPr>
          <p:cNvSpPr txBox="1"/>
          <p:nvPr/>
        </p:nvSpPr>
        <p:spPr>
          <a:xfrm>
            <a:off x="4892040" y="4800600"/>
            <a:ext cx="4160520" cy="1325880"/>
          </a:xfrm>
          <a:prstGeom prst="roundRect">
            <a:avLst>
              <a:gd name="adj" fmla="val 12414"/>
            </a:avLst>
          </a:prstGeom>
          <a:solidFill>
            <a:srgbClr val="9A6700"/>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D.  13</a:t>
            </a:r>
            <a:endParaRPr lang="en-US" sz="2400" dirty="0"/>
          </a:p>
        </p:txBody>
      </p:sp>
      <p:sp>
        <p:nvSpPr>
          <p:cNvPr id="8" name="Text 6"/>
          <p:cNvSpPr txBox="1"/>
          <p:nvPr/>
        </p:nvSpPr>
        <p:spPr>
          <a:xfrm>
            <a:off x="9326880" y="393192"/>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10   Mật hoa 10</a:t>
            </a:r>
            <a:endParaRPr lang="en-US" sz="1600" dirty="0"/>
          </a:p>
        </p:txBody>
      </p:sp>
      <p:sp>
        <p:nvSpPr>
          <p:cNvPr id="9" name="Text 7"/>
          <p:cNvSpPr txBox="1"/>
          <p:nvPr/>
        </p:nvSpPr>
        <p:spPr>
          <a:xfrm>
            <a:off x="9326880" y="1005840"/>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9   Mật hoa 9</a:t>
            </a:r>
            <a:endParaRPr lang="en-US" sz="1600" dirty="0"/>
          </a:p>
        </p:txBody>
      </p:sp>
      <p:sp>
        <p:nvSpPr>
          <p:cNvPr id="10" name="Text 8"/>
          <p:cNvSpPr txBox="1"/>
          <p:nvPr/>
        </p:nvSpPr>
        <p:spPr>
          <a:xfrm>
            <a:off x="9326880" y="1618488"/>
            <a:ext cx="2377440" cy="557784"/>
          </a:xfrm>
          <a:prstGeom prst="roundRect">
            <a:avLst>
              <a:gd name="adj" fmla="val 13115"/>
            </a:avLst>
          </a:prstGeom>
          <a:solidFill>
            <a:srgbClr val="FFD23F"/>
          </a:solidFill>
          <a:ln/>
        </p:spPr>
        <p:txBody>
          <a:bodyPr wrap="square" lIns="1524" tIns="1524" rIns="1524" bIns="1524" rtlCol="0" anchor="ctr"/>
          <a:lstStyle/>
          <a:p>
            <a:pPr algn="l" indent="0" marL="0">
              <a:buNone/>
            </a:pPr>
            <a:r>
              <a:rPr lang="en-US" sz="1600" b="1" dirty="0">
                <a:solidFill>
                  <a:srgbClr val="1F2937"/>
                </a:solidFill>
                <a:latin typeface="Arial" pitchFamily="34" charset="0"/>
                <a:ea typeface="Arial" pitchFamily="34" charset="-122"/>
                <a:cs typeface="Arial" pitchFamily="34" charset="-120"/>
              </a:rPr>
              <a:t>8   Mật hoa 8  🐝</a:t>
            </a:r>
            <a:endParaRPr lang="en-US" sz="1600" dirty="0"/>
          </a:p>
        </p:txBody>
      </p:sp>
      <p:sp>
        <p:nvSpPr>
          <p:cNvPr id="11" name="Text 9"/>
          <p:cNvSpPr txBox="1"/>
          <p:nvPr/>
        </p:nvSpPr>
        <p:spPr>
          <a:xfrm>
            <a:off x="9326880" y="2231136"/>
            <a:ext cx="2377440" cy="557784"/>
          </a:xfrm>
          <a:prstGeom prst="roundRect">
            <a:avLst>
              <a:gd name="adj" fmla="val 13115"/>
            </a:avLst>
          </a:prstGeom>
          <a:solidFill>
            <a:srgbClr val="9A6700"/>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7   Mật hoa 7</a:t>
            </a:r>
            <a:endParaRPr lang="en-US" sz="1600" dirty="0"/>
          </a:p>
        </p:txBody>
      </p:sp>
      <p:sp>
        <p:nvSpPr>
          <p:cNvPr id="12" name="Text 10"/>
          <p:cNvSpPr txBox="1"/>
          <p:nvPr/>
        </p:nvSpPr>
        <p:spPr>
          <a:xfrm>
            <a:off x="9326880" y="2843784"/>
            <a:ext cx="2377440" cy="557784"/>
          </a:xfrm>
          <a:prstGeom prst="roundRect">
            <a:avLst>
              <a:gd name="adj" fmla="val 13115"/>
            </a:avLst>
          </a:prstGeom>
          <a:solidFill>
            <a:srgbClr val="9A6700"/>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6   Mật hoa 6</a:t>
            </a:r>
            <a:endParaRPr lang="en-US" sz="1600" dirty="0"/>
          </a:p>
        </p:txBody>
      </p:sp>
      <p:sp>
        <p:nvSpPr>
          <p:cNvPr id="13" name="Text 11"/>
          <p:cNvSpPr txBox="1"/>
          <p:nvPr/>
        </p:nvSpPr>
        <p:spPr>
          <a:xfrm>
            <a:off x="9326880" y="3456432"/>
            <a:ext cx="2377440" cy="557784"/>
          </a:xfrm>
          <a:prstGeom prst="roundRect">
            <a:avLst>
              <a:gd name="adj" fmla="val 13115"/>
            </a:avLst>
          </a:prstGeom>
          <a:solidFill>
            <a:srgbClr val="9A6700"/>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5   Mật hoa 5</a:t>
            </a:r>
            <a:endParaRPr lang="en-US" sz="1600" dirty="0"/>
          </a:p>
        </p:txBody>
      </p:sp>
      <p:sp>
        <p:nvSpPr>
          <p:cNvPr id="14" name="Text 12"/>
          <p:cNvSpPr txBox="1"/>
          <p:nvPr/>
        </p:nvSpPr>
        <p:spPr>
          <a:xfrm>
            <a:off x="9326880" y="4069080"/>
            <a:ext cx="2377440" cy="557784"/>
          </a:xfrm>
          <a:prstGeom prst="roundRect">
            <a:avLst>
              <a:gd name="adj" fmla="val 13115"/>
            </a:avLst>
          </a:prstGeom>
          <a:solidFill>
            <a:srgbClr val="9A6700"/>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4   Mật hoa 4</a:t>
            </a:r>
            <a:endParaRPr lang="en-US" sz="1600" dirty="0"/>
          </a:p>
        </p:txBody>
      </p:sp>
      <p:sp>
        <p:nvSpPr>
          <p:cNvPr id="15" name="Text 13"/>
          <p:cNvSpPr txBox="1"/>
          <p:nvPr/>
        </p:nvSpPr>
        <p:spPr>
          <a:xfrm>
            <a:off x="9326880" y="4681728"/>
            <a:ext cx="2377440" cy="557784"/>
          </a:xfrm>
          <a:prstGeom prst="roundRect">
            <a:avLst>
              <a:gd name="adj" fmla="val 13115"/>
            </a:avLst>
          </a:prstGeom>
          <a:solidFill>
            <a:srgbClr val="9A6700"/>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3   Mật hoa 3</a:t>
            </a:r>
            <a:endParaRPr lang="en-US" sz="1600" dirty="0"/>
          </a:p>
        </p:txBody>
      </p:sp>
      <p:sp>
        <p:nvSpPr>
          <p:cNvPr id="16" name="Text 14"/>
          <p:cNvSpPr txBox="1"/>
          <p:nvPr/>
        </p:nvSpPr>
        <p:spPr>
          <a:xfrm>
            <a:off x="9326880" y="5294376"/>
            <a:ext cx="2377440" cy="557784"/>
          </a:xfrm>
          <a:prstGeom prst="roundRect">
            <a:avLst>
              <a:gd name="adj" fmla="val 13115"/>
            </a:avLst>
          </a:prstGeom>
          <a:solidFill>
            <a:srgbClr val="9A6700"/>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2   Mật hoa 2</a:t>
            </a:r>
            <a:endParaRPr lang="en-US" sz="1600" dirty="0"/>
          </a:p>
        </p:txBody>
      </p:sp>
      <p:sp>
        <p:nvSpPr>
          <p:cNvPr id="17" name="Text 15"/>
          <p:cNvSpPr txBox="1"/>
          <p:nvPr/>
        </p:nvSpPr>
        <p:spPr>
          <a:xfrm>
            <a:off x="9326880" y="5907024"/>
            <a:ext cx="2377440" cy="557784"/>
          </a:xfrm>
          <a:prstGeom prst="roundRect">
            <a:avLst>
              <a:gd name="adj" fmla="val 13115"/>
            </a:avLst>
          </a:prstGeom>
          <a:solidFill>
            <a:srgbClr val="9A6700"/>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1   Mật hoa 1</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5C3D00"/>
        </a:solidFill>
      </p:bgPr>
    </p:bg>
    <p:spTree>
      <p:nvGrpSpPr>
        <p:cNvPr id="1" name=""/>
        <p:cNvGrpSpPr/>
        <p:nvPr/>
      </p:nvGrpSpPr>
      <p:grpSpPr>
        <a:xfrm>
          <a:off x="0" y="0"/>
          <a:ext cx="0" cy="0"/>
          <a:chOff x="0" y="0"/>
          <a:chExt cx="0" cy="0"/>
        </a:xfrm>
      </p:grpSpPr>
      <p:sp>
        <p:nvSpPr>
          <p:cNvPr id="2" name="Text 0"/>
          <p:cNvSpPr txBox="1"/>
          <p:nvPr/>
        </p:nvSpPr>
        <p:spPr>
          <a:xfrm>
            <a:off x="457200" y="228600"/>
            <a:ext cx="8595360" cy="457200"/>
          </a:xfrm>
          <a:prstGeom prst="rect">
            <a:avLst/>
          </a:prstGeom>
          <a:noFill/>
          <a:ln/>
        </p:spPr>
        <p:txBody>
          <a:bodyPr wrap="square" lIns="0" tIns="0" rIns="0" bIns="0" rtlCol="0" anchor="ctr"/>
          <a:lstStyle/>
          <a:p>
            <a:pPr indent="0" marL="0">
              <a:buNone/>
            </a:pPr>
            <a:r>
              <a:rPr lang="en-US" sz="1800" b="1" dirty="0">
                <a:solidFill>
                  <a:srgbClr val="FFD23F"/>
                </a:solidFill>
                <a:latin typeface="Arial" pitchFamily="34" charset="0"/>
                <a:ea typeface="Arial" pitchFamily="34" charset="-122"/>
                <a:cs typeface="Arial" pitchFamily="34" charset="-120"/>
              </a:rPr>
              <a:t>Câu 9/10</a:t>
            </a:r>
            <a:endParaRPr lang="en-US" sz="1800" dirty="0"/>
          </a:p>
        </p:txBody>
      </p:sp>
      <p:sp>
        <p:nvSpPr>
          <p:cNvPr id="3" name="Text 1"/>
          <p:cNvSpPr txBox="1"/>
          <p:nvPr/>
        </p:nvSpPr>
        <p:spPr>
          <a:xfrm>
            <a:off x="457200" y="777240"/>
            <a:ext cx="8595360"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2800" b="1" dirty="0">
                <a:solidFill>
                  <a:srgbClr val="1F2937"/>
                </a:solidFill>
                <a:latin typeface="Arial" pitchFamily="34" charset="0"/>
                <a:ea typeface="Arial" pitchFamily="34" charset="-122"/>
                <a:cs typeface="Arial" pitchFamily="34" charset="-120"/>
              </a:rPr>
              <a:t>Con vật nào KHÔNG phải là loài chim?</a:t>
            </a:r>
            <a:endParaRPr lang="en-US" sz="2800" dirty="0"/>
          </a:p>
        </p:txBody>
      </p:sp>
      <p:sp>
        <p:nvSpPr>
          <p:cNvPr id="4" name="Text 2">
            <a:hlinkClick r:id="rId1" tooltip="Chọn đáp án A" action="ppaction://hlinksldjump"/>
          </p:cNvPr>
          <p:cNvSpPr txBox="1"/>
          <p:nvPr/>
        </p:nvSpPr>
        <p:spPr>
          <a:xfrm>
            <a:off x="457200" y="3200400"/>
            <a:ext cx="4160520" cy="1325880"/>
          </a:xfrm>
          <a:prstGeom prst="roundRect">
            <a:avLst>
              <a:gd name="adj" fmla="val 12414"/>
            </a:avLst>
          </a:prstGeom>
          <a:solidFill>
            <a:srgbClr val="9A6700"/>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A.  Én</a:t>
            </a:r>
            <a:endParaRPr lang="en-US" sz="2400" dirty="0"/>
          </a:p>
        </p:txBody>
      </p:sp>
      <p:sp>
        <p:nvSpPr>
          <p:cNvPr id="5" name="Text 3">
            <a:hlinkClick r:id="rId2" tooltip="Chọn đáp án B" action="ppaction://hlinksldjump"/>
          </p:cNvPr>
          <p:cNvSpPr txBox="1"/>
          <p:nvPr/>
        </p:nvSpPr>
        <p:spPr>
          <a:xfrm>
            <a:off x="4892040" y="3200400"/>
            <a:ext cx="4160520" cy="1325880"/>
          </a:xfrm>
          <a:prstGeom prst="roundRect">
            <a:avLst>
              <a:gd name="adj" fmla="val 12414"/>
            </a:avLst>
          </a:prstGeom>
          <a:solidFill>
            <a:srgbClr val="9A6700"/>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B.  Chim sẻ</a:t>
            </a:r>
            <a:endParaRPr lang="en-US" sz="2400" dirty="0"/>
          </a:p>
        </p:txBody>
      </p:sp>
      <p:sp>
        <p:nvSpPr>
          <p:cNvPr id="6" name="Text 4">
            <a:hlinkClick r:id="rId3" tooltip="Chọn đáp án C" action="ppaction://hlinksldjump"/>
          </p:cNvPr>
          <p:cNvSpPr txBox="1"/>
          <p:nvPr/>
        </p:nvSpPr>
        <p:spPr>
          <a:xfrm>
            <a:off x="457200" y="4800600"/>
            <a:ext cx="4160520" cy="1325880"/>
          </a:xfrm>
          <a:prstGeom prst="roundRect">
            <a:avLst>
              <a:gd name="adj" fmla="val 12414"/>
            </a:avLst>
          </a:prstGeom>
          <a:solidFill>
            <a:srgbClr val="9A6700"/>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C.  Dơi</a:t>
            </a:r>
            <a:endParaRPr lang="en-US" sz="2400" dirty="0"/>
          </a:p>
        </p:txBody>
      </p:sp>
      <p:sp>
        <p:nvSpPr>
          <p:cNvPr id="7" name="Text 5">
            <a:hlinkClick r:id="rId4" tooltip="Chọn đáp án D" action="ppaction://hlinksldjump"/>
          </p:cNvPr>
          <p:cNvSpPr txBox="1"/>
          <p:nvPr/>
        </p:nvSpPr>
        <p:spPr>
          <a:xfrm>
            <a:off x="4892040" y="4800600"/>
            <a:ext cx="4160520" cy="1325880"/>
          </a:xfrm>
          <a:prstGeom prst="roundRect">
            <a:avLst>
              <a:gd name="adj" fmla="val 12414"/>
            </a:avLst>
          </a:prstGeom>
          <a:solidFill>
            <a:srgbClr val="9A6700"/>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D.  Bồ câu</a:t>
            </a:r>
            <a:endParaRPr lang="en-US" sz="2400" dirty="0"/>
          </a:p>
        </p:txBody>
      </p:sp>
      <p:sp>
        <p:nvSpPr>
          <p:cNvPr id="8" name="Text 6"/>
          <p:cNvSpPr txBox="1"/>
          <p:nvPr/>
        </p:nvSpPr>
        <p:spPr>
          <a:xfrm>
            <a:off x="9326880" y="393192"/>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10   Mật hoa 10</a:t>
            </a:r>
            <a:endParaRPr lang="en-US" sz="1600" dirty="0"/>
          </a:p>
        </p:txBody>
      </p:sp>
      <p:sp>
        <p:nvSpPr>
          <p:cNvPr id="9" name="Text 7"/>
          <p:cNvSpPr txBox="1"/>
          <p:nvPr/>
        </p:nvSpPr>
        <p:spPr>
          <a:xfrm>
            <a:off x="9326880" y="1005840"/>
            <a:ext cx="2377440" cy="557784"/>
          </a:xfrm>
          <a:prstGeom prst="roundRect">
            <a:avLst>
              <a:gd name="adj" fmla="val 13115"/>
            </a:avLst>
          </a:prstGeom>
          <a:solidFill>
            <a:srgbClr val="FFD23F"/>
          </a:solidFill>
          <a:ln/>
        </p:spPr>
        <p:txBody>
          <a:bodyPr wrap="square" lIns="1524" tIns="1524" rIns="1524" bIns="1524" rtlCol="0" anchor="ctr"/>
          <a:lstStyle/>
          <a:p>
            <a:pPr algn="l" indent="0" marL="0">
              <a:buNone/>
            </a:pPr>
            <a:r>
              <a:rPr lang="en-US" sz="1600" b="1" dirty="0">
                <a:solidFill>
                  <a:srgbClr val="1F2937"/>
                </a:solidFill>
                <a:latin typeface="Arial" pitchFamily="34" charset="0"/>
                <a:ea typeface="Arial" pitchFamily="34" charset="-122"/>
                <a:cs typeface="Arial" pitchFamily="34" charset="-120"/>
              </a:rPr>
              <a:t>9   Mật hoa 9  🐝</a:t>
            </a:r>
            <a:endParaRPr lang="en-US" sz="1600" dirty="0"/>
          </a:p>
        </p:txBody>
      </p:sp>
      <p:sp>
        <p:nvSpPr>
          <p:cNvPr id="10" name="Text 8"/>
          <p:cNvSpPr txBox="1"/>
          <p:nvPr/>
        </p:nvSpPr>
        <p:spPr>
          <a:xfrm>
            <a:off x="9326880" y="1618488"/>
            <a:ext cx="2377440" cy="557784"/>
          </a:xfrm>
          <a:prstGeom prst="roundRect">
            <a:avLst>
              <a:gd name="adj" fmla="val 13115"/>
            </a:avLst>
          </a:prstGeom>
          <a:solidFill>
            <a:srgbClr val="9A6700"/>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8   Mật hoa 8</a:t>
            </a:r>
            <a:endParaRPr lang="en-US" sz="1600" dirty="0"/>
          </a:p>
        </p:txBody>
      </p:sp>
      <p:sp>
        <p:nvSpPr>
          <p:cNvPr id="11" name="Text 9"/>
          <p:cNvSpPr txBox="1"/>
          <p:nvPr/>
        </p:nvSpPr>
        <p:spPr>
          <a:xfrm>
            <a:off x="9326880" y="2231136"/>
            <a:ext cx="2377440" cy="557784"/>
          </a:xfrm>
          <a:prstGeom prst="roundRect">
            <a:avLst>
              <a:gd name="adj" fmla="val 13115"/>
            </a:avLst>
          </a:prstGeom>
          <a:solidFill>
            <a:srgbClr val="9A6700"/>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7   Mật hoa 7</a:t>
            </a:r>
            <a:endParaRPr lang="en-US" sz="1600" dirty="0"/>
          </a:p>
        </p:txBody>
      </p:sp>
      <p:sp>
        <p:nvSpPr>
          <p:cNvPr id="12" name="Text 10"/>
          <p:cNvSpPr txBox="1"/>
          <p:nvPr/>
        </p:nvSpPr>
        <p:spPr>
          <a:xfrm>
            <a:off x="9326880" y="2843784"/>
            <a:ext cx="2377440" cy="557784"/>
          </a:xfrm>
          <a:prstGeom prst="roundRect">
            <a:avLst>
              <a:gd name="adj" fmla="val 13115"/>
            </a:avLst>
          </a:prstGeom>
          <a:solidFill>
            <a:srgbClr val="9A6700"/>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6   Mật hoa 6</a:t>
            </a:r>
            <a:endParaRPr lang="en-US" sz="1600" dirty="0"/>
          </a:p>
        </p:txBody>
      </p:sp>
      <p:sp>
        <p:nvSpPr>
          <p:cNvPr id="13" name="Text 11"/>
          <p:cNvSpPr txBox="1"/>
          <p:nvPr/>
        </p:nvSpPr>
        <p:spPr>
          <a:xfrm>
            <a:off x="9326880" y="3456432"/>
            <a:ext cx="2377440" cy="557784"/>
          </a:xfrm>
          <a:prstGeom prst="roundRect">
            <a:avLst>
              <a:gd name="adj" fmla="val 13115"/>
            </a:avLst>
          </a:prstGeom>
          <a:solidFill>
            <a:srgbClr val="9A6700"/>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5   Mật hoa 5</a:t>
            </a:r>
            <a:endParaRPr lang="en-US" sz="1600" dirty="0"/>
          </a:p>
        </p:txBody>
      </p:sp>
      <p:sp>
        <p:nvSpPr>
          <p:cNvPr id="14" name="Text 12"/>
          <p:cNvSpPr txBox="1"/>
          <p:nvPr/>
        </p:nvSpPr>
        <p:spPr>
          <a:xfrm>
            <a:off x="9326880" y="4069080"/>
            <a:ext cx="2377440" cy="557784"/>
          </a:xfrm>
          <a:prstGeom prst="roundRect">
            <a:avLst>
              <a:gd name="adj" fmla="val 13115"/>
            </a:avLst>
          </a:prstGeom>
          <a:solidFill>
            <a:srgbClr val="9A6700"/>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4   Mật hoa 4</a:t>
            </a:r>
            <a:endParaRPr lang="en-US" sz="1600" dirty="0"/>
          </a:p>
        </p:txBody>
      </p:sp>
      <p:sp>
        <p:nvSpPr>
          <p:cNvPr id="15" name="Text 13"/>
          <p:cNvSpPr txBox="1"/>
          <p:nvPr/>
        </p:nvSpPr>
        <p:spPr>
          <a:xfrm>
            <a:off x="9326880" y="4681728"/>
            <a:ext cx="2377440" cy="557784"/>
          </a:xfrm>
          <a:prstGeom prst="roundRect">
            <a:avLst>
              <a:gd name="adj" fmla="val 13115"/>
            </a:avLst>
          </a:prstGeom>
          <a:solidFill>
            <a:srgbClr val="9A6700"/>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3   Mật hoa 3</a:t>
            </a:r>
            <a:endParaRPr lang="en-US" sz="1600" dirty="0"/>
          </a:p>
        </p:txBody>
      </p:sp>
      <p:sp>
        <p:nvSpPr>
          <p:cNvPr id="16" name="Text 14"/>
          <p:cNvSpPr txBox="1"/>
          <p:nvPr/>
        </p:nvSpPr>
        <p:spPr>
          <a:xfrm>
            <a:off x="9326880" y="5294376"/>
            <a:ext cx="2377440" cy="557784"/>
          </a:xfrm>
          <a:prstGeom prst="roundRect">
            <a:avLst>
              <a:gd name="adj" fmla="val 13115"/>
            </a:avLst>
          </a:prstGeom>
          <a:solidFill>
            <a:srgbClr val="9A6700"/>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2   Mật hoa 2</a:t>
            </a:r>
            <a:endParaRPr lang="en-US" sz="1600" dirty="0"/>
          </a:p>
        </p:txBody>
      </p:sp>
      <p:sp>
        <p:nvSpPr>
          <p:cNvPr id="17" name="Text 15"/>
          <p:cNvSpPr txBox="1"/>
          <p:nvPr/>
        </p:nvSpPr>
        <p:spPr>
          <a:xfrm>
            <a:off x="9326880" y="5907024"/>
            <a:ext cx="2377440" cy="557784"/>
          </a:xfrm>
          <a:prstGeom prst="roundRect">
            <a:avLst>
              <a:gd name="adj" fmla="val 13115"/>
            </a:avLst>
          </a:prstGeom>
          <a:solidFill>
            <a:srgbClr val="9A6700"/>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1   Mật hoa 1</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5C3D00"/>
        </a:solidFill>
      </p:bgPr>
    </p:bg>
    <p:spTree>
      <p:nvGrpSpPr>
        <p:cNvPr id="1" name=""/>
        <p:cNvGrpSpPr/>
        <p:nvPr/>
      </p:nvGrpSpPr>
      <p:grpSpPr>
        <a:xfrm>
          <a:off x="0" y="0"/>
          <a:ext cx="0" cy="0"/>
          <a:chOff x="0" y="0"/>
          <a:chExt cx="0" cy="0"/>
        </a:xfrm>
      </p:grpSpPr>
      <p:sp>
        <p:nvSpPr>
          <p:cNvPr id="2" name="Text 0"/>
          <p:cNvSpPr txBox="1"/>
          <p:nvPr/>
        </p:nvSpPr>
        <p:spPr>
          <a:xfrm>
            <a:off x="457200" y="228600"/>
            <a:ext cx="8595360" cy="457200"/>
          </a:xfrm>
          <a:prstGeom prst="rect">
            <a:avLst/>
          </a:prstGeom>
          <a:noFill/>
          <a:ln/>
        </p:spPr>
        <p:txBody>
          <a:bodyPr wrap="square" lIns="0" tIns="0" rIns="0" bIns="0" rtlCol="0" anchor="ctr"/>
          <a:lstStyle/>
          <a:p>
            <a:pPr indent="0" marL="0">
              <a:buNone/>
            </a:pPr>
            <a:r>
              <a:rPr lang="en-US" sz="1800" b="1" dirty="0">
                <a:solidFill>
                  <a:srgbClr val="FFD23F"/>
                </a:solidFill>
                <a:latin typeface="Arial" pitchFamily="34" charset="0"/>
                <a:ea typeface="Arial" pitchFamily="34" charset="-122"/>
                <a:cs typeface="Arial" pitchFamily="34" charset="-120"/>
              </a:rPr>
              <a:t>Câu 10/10</a:t>
            </a:r>
            <a:endParaRPr lang="en-US" sz="1800" dirty="0"/>
          </a:p>
        </p:txBody>
      </p:sp>
      <p:sp>
        <p:nvSpPr>
          <p:cNvPr id="3" name="Text 1"/>
          <p:cNvSpPr txBox="1"/>
          <p:nvPr/>
        </p:nvSpPr>
        <p:spPr>
          <a:xfrm>
            <a:off x="457200" y="777240"/>
            <a:ext cx="8595360"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2800" b="1" dirty="0">
                <a:solidFill>
                  <a:srgbClr val="1F2937"/>
                </a:solidFill>
                <a:latin typeface="Arial" pitchFamily="34" charset="0"/>
                <a:ea typeface="Arial" pitchFamily="34" charset="-122"/>
                <a:cs typeface="Arial" pitchFamily="34" charset="-120"/>
              </a:rPr>
              <a:t>Tìm x: x + 15 = 40. Vậy x = ?</a:t>
            </a:r>
            <a:endParaRPr lang="en-US" sz="2800" dirty="0"/>
          </a:p>
        </p:txBody>
      </p:sp>
      <p:sp>
        <p:nvSpPr>
          <p:cNvPr id="4" name="Text 2">
            <a:hlinkClick r:id="rId1" tooltip="Chọn đáp án A" action="ppaction://hlinksldjump"/>
          </p:cNvPr>
          <p:cNvSpPr txBox="1"/>
          <p:nvPr/>
        </p:nvSpPr>
        <p:spPr>
          <a:xfrm>
            <a:off x="457200" y="3200400"/>
            <a:ext cx="4160520" cy="1325880"/>
          </a:xfrm>
          <a:prstGeom prst="roundRect">
            <a:avLst>
              <a:gd name="adj" fmla="val 12414"/>
            </a:avLst>
          </a:prstGeom>
          <a:solidFill>
            <a:srgbClr val="9A6700"/>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A.  55</a:t>
            </a:r>
            <a:endParaRPr lang="en-US" sz="2400" dirty="0"/>
          </a:p>
        </p:txBody>
      </p:sp>
      <p:sp>
        <p:nvSpPr>
          <p:cNvPr id="5" name="Text 3">
            <a:hlinkClick r:id="rId2" tooltip="Chọn đáp án B" action="ppaction://hlinksldjump"/>
          </p:cNvPr>
          <p:cNvSpPr txBox="1"/>
          <p:nvPr/>
        </p:nvSpPr>
        <p:spPr>
          <a:xfrm>
            <a:off x="4892040" y="3200400"/>
            <a:ext cx="4160520" cy="1325880"/>
          </a:xfrm>
          <a:prstGeom prst="roundRect">
            <a:avLst>
              <a:gd name="adj" fmla="val 12414"/>
            </a:avLst>
          </a:prstGeom>
          <a:solidFill>
            <a:srgbClr val="9A6700"/>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B.  30</a:t>
            </a:r>
            <a:endParaRPr lang="en-US" sz="2400" dirty="0"/>
          </a:p>
        </p:txBody>
      </p:sp>
      <p:sp>
        <p:nvSpPr>
          <p:cNvPr id="6" name="Text 4">
            <a:hlinkClick r:id="rId3" tooltip="Chọn đáp án C" action="ppaction://hlinksldjump"/>
          </p:cNvPr>
          <p:cNvSpPr txBox="1"/>
          <p:nvPr/>
        </p:nvSpPr>
        <p:spPr>
          <a:xfrm>
            <a:off x="457200" y="4800600"/>
            <a:ext cx="4160520" cy="1325880"/>
          </a:xfrm>
          <a:prstGeom prst="roundRect">
            <a:avLst>
              <a:gd name="adj" fmla="val 12414"/>
            </a:avLst>
          </a:prstGeom>
          <a:solidFill>
            <a:srgbClr val="9A6700"/>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C.  35</a:t>
            </a:r>
            <a:endParaRPr lang="en-US" sz="2400" dirty="0"/>
          </a:p>
        </p:txBody>
      </p:sp>
      <p:sp>
        <p:nvSpPr>
          <p:cNvPr id="7" name="Text 5">
            <a:hlinkClick r:id="rId4" tooltip="Chọn đáp án D" action="ppaction://hlinksldjump"/>
          </p:cNvPr>
          <p:cNvSpPr txBox="1"/>
          <p:nvPr/>
        </p:nvSpPr>
        <p:spPr>
          <a:xfrm>
            <a:off x="4892040" y="4800600"/>
            <a:ext cx="4160520" cy="1325880"/>
          </a:xfrm>
          <a:prstGeom prst="roundRect">
            <a:avLst>
              <a:gd name="adj" fmla="val 12414"/>
            </a:avLst>
          </a:prstGeom>
          <a:solidFill>
            <a:srgbClr val="9A6700"/>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D.  25</a:t>
            </a:r>
            <a:endParaRPr lang="en-US" sz="2400" dirty="0"/>
          </a:p>
        </p:txBody>
      </p:sp>
      <p:sp>
        <p:nvSpPr>
          <p:cNvPr id="8" name="Text 6"/>
          <p:cNvSpPr txBox="1"/>
          <p:nvPr/>
        </p:nvSpPr>
        <p:spPr>
          <a:xfrm>
            <a:off x="9326880" y="393192"/>
            <a:ext cx="2377440" cy="557784"/>
          </a:xfrm>
          <a:prstGeom prst="roundRect">
            <a:avLst>
              <a:gd name="adj" fmla="val 13115"/>
            </a:avLst>
          </a:prstGeom>
          <a:solidFill>
            <a:srgbClr val="FFD23F"/>
          </a:solidFill>
          <a:ln/>
        </p:spPr>
        <p:txBody>
          <a:bodyPr wrap="square" lIns="1524" tIns="1524" rIns="1524" bIns="1524" rtlCol="0" anchor="ctr"/>
          <a:lstStyle/>
          <a:p>
            <a:pPr algn="l" indent="0" marL="0">
              <a:buNone/>
            </a:pPr>
            <a:r>
              <a:rPr lang="en-US" sz="1600" b="1" dirty="0">
                <a:solidFill>
                  <a:srgbClr val="1F2937"/>
                </a:solidFill>
                <a:latin typeface="Arial" pitchFamily="34" charset="0"/>
                <a:ea typeface="Arial" pitchFamily="34" charset="-122"/>
                <a:cs typeface="Arial" pitchFamily="34" charset="-120"/>
              </a:rPr>
              <a:t>10   Mật hoa 10  🐝</a:t>
            </a:r>
            <a:endParaRPr lang="en-US" sz="1600" dirty="0"/>
          </a:p>
        </p:txBody>
      </p:sp>
      <p:sp>
        <p:nvSpPr>
          <p:cNvPr id="9" name="Text 7"/>
          <p:cNvSpPr txBox="1"/>
          <p:nvPr/>
        </p:nvSpPr>
        <p:spPr>
          <a:xfrm>
            <a:off x="9326880" y="1005840"/>
            <a:ext cx="2377440" cy="557784"/>
          </a:xfrm>
          <a:prstGeom prst="roundRect">
            <a:avLst>
              <a:gd name="adj" fmla="val 13115"/>
            </a:avLst>
          </a:prstGeom>
          <a:solidFill>
            <a:srgbClr val="9A6700"/>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9   Mật hoa 9</a:t>
            </a:r>
            <a:endParaRPr lang="en-US" sz="1600" dirty="0"/>
          </a:p>
        </p:txBody>
      </p:sp>
      <p:sp>
        <p:nvSpPr>
          <p:cNvPr id="10" name="Text 8"/>
          <p:cNvSpPr txBox="1"/>
          <p:nvPr/>
        </p:nvSpPr>
        <p:spPr>
          <a:xfrm>
            <a:off x="9326880" y="1618488"/>
            <a:ext cx="2377440" cy="557784"/>
          </a:xfrm>
          <a:prstGeom prst="roundRect">
            <a:avLst>
              <a:gd name="adj" fmla="val 13115"/>
            </a:avLst>
          </a:prstGeom>
          <a:solidFill>
            <a:srgbClr val="9A6700"/>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8   Mật hoa 8</a:t>
            </a:r>
            <a:endParaRPr lang="en-US" sz="1600" dirty="0"/>
          </a:p>
        </p:txBody>
      </p:sp>
      <p:sp>
        <p:nvSpPr>
          <p:cNvPr id="11" name="Text 9"/>
          <p:cNvSpPr txBox="1"/>
          <p:nvPr/>
        </p:nvSpPr>
        <p:spPr>
          <a:xfrm>
            <a:off x="9326880" y="2231136"/>
            <a:ext cx="2377440" cy="557784"/>
          </a:xfrm>
          <a:prstGeom prst="roundRect">
            <a:avLst>
              <a:gd name="adj" fmla="val 13115"/>
            </a:avLst>
          </a:prstGeom>
          <a:solidFill>
            <a:srgbClr val="9A6700"/>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7   Mật hoa 7</a:t>
            </a:r>
            <a:endParaRPr lang="en-US" sz="1600" dirty="0"/>
          </a:p>
        </p:txBody>
      </p:sp>
      <p:sp>
        <p:nvSpPr>
          <p:cNvPr id="12" name="Text 10"/>
          <p:cNvSpPr txBox="1"/>
          <p:nvPr/>
        </p:nvSpPr>
        <p:spPr>
          <a:xfrm>
            <a:off x="9326880" y="2843784"/>
            <a:ext cx="2377440" cy="557784"/>
          </a:xfrm>
          <a:prstGeom prst="roundRect">
            <a:avLst>
              <a:gd name="adj" fmla="val 13115"/>
            </a:avLst>
          </a:prstGeom>
          <a:solidFill>
            <a:srgbClr val="9A6700"/>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6   Mật hoa 6</a:t>
            </a:r>
            <a:endParaRPr lang="en-US" sz="1600" dirty="0"/>
          </a:p>
        </p:txBody>
      </p:sp>
      <p:sp>
        <p:nvSpPr>
          <p:cNvPr id="13" name="Text 11"/>
          <p:cNvSpPr txBox="1"/>
          <p:nvPr/>
        </p:nvSpPr>
        <p:spPr>
          <a:xfrm>
            <a:off x="9326880" y="3456432"/>
            <a:ext cx="2377440" cy="557784"/>
          </a:xfrm>
          <a:prstGeom prst="roundRect">
            <a:avLst>
              <a:gd name="adj" fmla="val 13115"/>
            </a:avLst>
          </a:prstGeom>
          <a:solidFill>
            <a:srgbClr val="9A6700"/>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5   Mật hoa 5</a:t>
            </a:r>
            <a:endParaRPr lang="en-US" sz="1600" dirty="0"/>
          </a:p>
        </p:txBody>
      </p:sp>
      <p:sp>
        <p:nvSpPr>
          <p:cNvPr id="14" name="Text 12"/>
          <p:cNvSpPr txBox="1"/>
          <p:nvPr/>
        </p:nvSpPr>
        <p:spPr>
          <a:xfrm>
            <a:off x="9326880" y="4069080"/>
            <a:ext cx="2377440" cy="557784"/>
          </a:xfrm>
          <a:prstGeom prst="roundRect">
            <a:avLst>
              <a:gd name="adj" fmla="val 13115"/>
            </a:avLst>
          </a:prstGeom>
          <a:solidFill>
            <a:srgbClr val="9A6700"/>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4   Mật hoa 4</a:t>
            </a:r>
            <a:endParaRPr lang="en-US" sz="1600" dirty="0"/>
          </a:p>
        </p:txBody>
      </p:sp>
      <p:sp>
        <p:nvSpPr>
          <p:cNvPr id="15" name="Text 13"/>
          <p:cNvSpPr txBox="1"/>
          <p:nvPr/>
        </p:nvSpPr>
        <p:spPr>
          <a:xfrm>
            <a:off x="9326880" y="4681728"/>
            <a:ext cx="2377440" cy="557784"/>
          </a:xfrm>
          <a:prstGeom prst="roundRect">
            <a:avLst>
              <a:gd name="adj" fmla="val 13115"/>
            </a:avLst>
          </a:prstGeom>
          <a:solidFill>
            <a:srgbClr val="9A6700"/>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3   Mật hoa 3</a:t>
            </a:r>
            <a:endParaRPr lang="en-US" sz="1600" dirty="0"/>
          </a:p>
        </p:txBody>
      </p:sp>
      <p:sp>
        <p:nvSpPr>
          <p:cNvPr id="16" name="Text 14"/>
          <p:cNvSpPr txBox="1"/>
          <p:nvPr/>
        </p:nvSpPr>
        <p:spPr>
          <a:xfrm>
            <a:off x="9326880" y="5294376"/>
            <a:ext cx="2377440" cy="557784"/>
          </a:xfrm>
          <a:prstGeom prst="roundRect">
            <a:avLst>
              <a:gd name="adj" fmla="val 13115"/>
            </a:avLst>
          </a:prstGeom>
          <a:solidFill>
            <a:srgbClr val="9A6700"/>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2   Mật hoa 2</a:t>
            </a:r>
            <a:endParaRPr lang="en-US" sz="1600" dirty="0"/>
          </a:p>
        </p:txBody>
      </p:sp>
      <p:sp>
        <p:nvSpPr>
          <p:cNvPr id="17" name="Text 15"/>
          <p:cNvSpPr txBox="1"/>
          <p:nvPr/>
        </p:nvSpPr>
        <p:spPr>
          <a:xfrm>
            <a:off x="9326880" y="5907024"/>
            <a:ext cx="2377440" cy="557784"/>
          </a:xfrm>
          <a:prstGeom prst="roundRect">
            <a:avLst>
              <a:gd name="adj" fmla="val 13115"/>
            </a:avLst>
          </a:prstGeom>
          <a:solidFill>
            <a:srgbClr val="9A6700"/>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1   Mật hoa 1</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5C3D00"/>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D23F"/>
                </a:solidFill>
                <a:latin typeface="Arial" pitchFamily="34" charset="0"/>
                <a:ea typeface="Arial" pitchFamily="34" charset="-122"/>
                <a:cs typeface="Arial" pitchFamily="34" charset="-120"/>
              </a:rPr>
              <a:t>Chiến thắng!</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Em đã hoàn thành cả 10 bậc!</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D23F"/>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Chơi lại</a:t>
            </a:r>
            <a:endParaRPr lang="en-US" sz="2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5C3D00"/>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thử lại nhé!</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Đội khác có thể gợi ý. Bấm để trả lời lại.</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D23F"/>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Trả lời lại</a:t>
            </a:r>
            <a:endParaRPr lang="en-US" sz="2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5C3D00"/>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thử lại nhé!</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Đội khác có thể gợi ý. Bấm để trả lời lại.</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D23F"/>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Trả lời lại</a:t>
            </a:r>
            <a:endParaRPr lang="en-US" sz="2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5C3D00"/>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thử lại nhé!</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Đội khác có thể gợi ý. Bấm để trả lời lại.</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D23F"/>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Trả lời lại</a:t>
            </a:r>
            <a:endParaRPr lang="en-US" sz="2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5C3D00"/>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thử lại nhé!</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Đội khác có thể gợi ý. Bấm để trả lời lại.</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D23F"/>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Trả lời lại</a:t>
            </a:r>
            <a:endParaRPr lang="en-US" sz="2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5C3D00"/>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thử lại nhé!</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Đội khác có thể gợi ý. Bấm để trả lời lại.</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D23F"/>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Trả lời lại</a:t>
            </a:r>
            <a:endParaRPr lang="en-US" sz="2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5C3D00"/>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thử lại nhé!</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Đội khác có thể gợi ý. Bấm để trả lời lại.</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D23F"/>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Trả lời lại</a:t>
            </a:r>
            <a:endParaRPr lang="en-US" sz="2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5C3D00"/>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thử lại nhé!</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Đội khác có thể gợi ý. Bấm để trả lời lại.</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D23F"/>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Trả lời lại</a:t>
            </a:r>
            <a:endParaRPr lang="en-US" sz="2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5C3D00"/>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thử lại nhé!</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Đội khác có thể gợi ý. Bấm để trả lời lại.</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D23F"/>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Trả lời lại</a:t>
            </a:r>
            <a:endParaRPr lang="en-US" sz="2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5C3D00"/>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thử lại nhé!</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Đội khác có thể gợi ý. Bấm để trả lời lại.</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D23F"/>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Trả lời lại</a:t>
            </a:r>
            <a:endParaRPr lang="en-US" sz="2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5C3D00"/>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thử lại nhé!</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Đội khác có thể gợi ý. Bấm để trả lời lại.</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D23F"/>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Trả lời lại</a:t>
            </a:r>
            <a:endParaRPr lang="en-US" sz="2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5C3D00"/>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D23F"/>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Em đã lên mật hoa 1 (1/10)</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D23F"/>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Câu tiếp theo</a:t>
            </a:r>
            <a:endParaRPr lang="en-US" sz="2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5C3D00"/>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D23F"/>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Em đã lên mật hoa 2 (2/10)</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D23F"/>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Câu tiếp theo</a:t>
            </a:r>
            <a:endParaRPr lang="en-US" sz="2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5C3D00"/>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D23F"/>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Em đã lên mật hoa 3 (3/10)</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D23F"/>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Câu tiếp theo</a:t>
            </a:r>
            <a:endParaRPr lang="en-US" sz="2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5C3D00"/>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D23F"/>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Em đã lên mật hoa 4 (4/10)</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D23F"/>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Câu tiếp theo</a:t>
            </a:r>
            <a:endParaRPr lang="en-US" sz="2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5C3D00"/>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D23F"/>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Em đã lên mật hoa 5 (5/10)</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D23F"/>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Câu tiếp theo</a:t>
            </a:r>
            <a:endParaRPr lang="en-US" sz="24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5C3D00"/>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D23F"/>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Em đã lên mật hoa 6 (6/10)</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D23F"/>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Câu tiếp theo</a:t>
            </a:r>
            <a:endParaRPr lang="en-US" sz="24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5C3D00"/>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D23F"/>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Em đã lên mật hoa 7 (7/10)</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D23F"/>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Câu tiếp theo</a:t>
            </a:r>
            <a:endParaRPr lang="en-US" sz="24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5C3D00"/>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D23F"/>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Em đã lên mật hoa 8 (8/10)</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D23F"/>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Câu tiếp theo</a:t>
            </a:r>
            <a:endParaRPr lang="en-US" sz="24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5C3D00"/>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D23F"/>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Em đã lên mật hoa 9 (9/10)</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D23F"/>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Câu tiếp theo</a:t>
            </a:r>
            <a:endParaRPr lang="en-US" sz="24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5C3D00"/>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D23F"/>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Em đã lên mật hoa 10 (10/10)</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D23F"/>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Nhận chiến thắng</a:t>
            </a:r>
            <a:endParaRPr lang="en-US" sz="2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32</Slides>
  <Notes>32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32</vt:i4>
      </vt:variant>
    </vt:vector>
  </HeadingPairs>
  <TitlesOfParts>
    <vt:vector size="3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Ong non học việc</dc:title>
  <dc:subject>Trò chơi PowerPoint học tập</dc:subject>
  <dc:creator>giasu.ai.vn</dc:creator>
  <cp:lastModifiedBy>giasu.ai.vn</cp:lastModifiedBy>
  <cp:revision>1</cp:revision>
  <dcterms:created xsi:type="dcterms:W3CDTF">2026-10-19T03:29:13Z</dcterms:created>
  <dcterms:modified xsi:type="dcterms:W3CDTF">2026-10-19T03:29:13Z</dcterms:modified>
</cp:coreProperties>
</file>