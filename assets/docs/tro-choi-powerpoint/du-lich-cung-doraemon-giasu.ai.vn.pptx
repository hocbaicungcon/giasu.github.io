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2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2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28.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19.xml"/><Relationship Id="rId3" Type="http://schemas.openxmlformats.org/officeDocument/2006/relationships/slide" Target="slide2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3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21.xml"/><Relationship Id="rId3" Type="http://schemas.openxmlformats.org/officeDocument/2006/relationships/slide" Target="slide2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32.xml"/><Relationship Id="rId3" Type="http://schemas.openxmlformats.org/officeDocument/2006/relationships/slide" Target="slide2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DU LỊCH CÙNG CHÚ MÈO MÁY</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để chú mèo máy bay đến điểm đến tiếp theo trên hành trình khám phá thế giới.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viết đúng chính tả?</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Chăm chỉ</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Trăm chỉ</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Chăm chĩ</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Chăm trỉ</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Điểm đến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Trái Đất quay quanh vật thể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Trăng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Trời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Hỏa</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Thổ</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Điểm đến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vuông có mấy cạnh bằng nhau?</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Điểm đến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25 + 38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73</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Điểm đến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nào có màu da cam và chứa nhiều vitamin 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Cam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Chuối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Nho</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Dưa hấu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Điểm đến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tuần có mấy ngày?</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Điểm đến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Vịnh Hạ Long thuộc tỉnh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Thanh Hóa</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Nghệ An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Quảng Ninh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Khánh Hòa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Điểm đến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Loài vật nào sống dưới nước?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Mèo</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Gà</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Bò</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Cá</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Điểm đến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100 − 37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63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67</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57</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đến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Điểm đến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EE58"/>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là danh từ?</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Chạy</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Cái bàn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Đẹp</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1976D2"/>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Nhanh</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EE5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Điểm đến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đến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đến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đến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đến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đến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đến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đến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đến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1976D2"/>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đến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E5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đến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 lịch cùng chú mèo máy</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