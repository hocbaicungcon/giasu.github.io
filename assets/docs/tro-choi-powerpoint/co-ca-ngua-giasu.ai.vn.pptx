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23.xml"/><Relationship Id="rId3" Type="http://schemas.openxmlformats.org/officeDocument/2006/relationships/slide" Target="slide13.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24.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 Target="slide15.xml"/><Relationship Id="rId3" Type="http://schemas.openxmlformats.org/officeDocument/2006/relationships/slide" Target="slide15.xml"/><Relationship Id="rId4" Type="http://schemas.openxmlformats.org/officeDocument/2006/relationships/slide" Target="slide25.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16.xml"/><Relationship Id="rId3" Type="http://schemas.openxmlformats.org/officeDocument/2006/relationships/slide" Target="slide16.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27.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 Target="slide18.xml"/><Relationship Id="rId3" Type="http://schemas.openxmlformats.org/officeDocument/2006/relationships/slide" Target="slide28.xml"/><Relationship Id="rId4" Type="http://schemas.openxmlformats.org/officeDocument/2006/relationships/slide" Target="slide18.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19.xml"/><Relationship Id="rId3" Type="http://schemas.openxmlformats.org/officeDocument/2006/relationships/slide" Target="slide19.xml"/><Relationship Id="rId4" Type="http://schemas.openxmlformats.org/officeDocument/2006/relationships/slide" Target="slide29.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30.xml"/><Relationship Id="rId2" Type="http://schemas.openxmlformats.org/officeDocument/2006/relationships/slide" Target="slide20.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1.xml"/><Relationship Id="rId2" Type="http://schemas.openxmlformats.org/officeDocument/2006/relationships/slide" Target="slide31.xml"/><Relationship Id="rId3" Type="http://schemas.openxmlformats.org/officeDocument/2006/relationships/slide" Target="slide21.xml"/><Relationship Id="rId4" Type="http://schemas.openxmlformats.org/officeDocument/2006/relationships/slide" Target="slide21.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slide" Target="slide22.xml"/><Relationship Id="rId3" Type="http://schemas.openxmlformats.org/officeDocument/2006/relationships/slide" Target="slide32.xml"/><Relationship Id="rId4" Type="http://schemas.openxmlformats.org/officeDocument/2006/relationships/slide" Target="slide22.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CỜ CÁ NGỰA</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Trả lời đúng để tiến thêm một ô cờ về chuồng. Sai thì giữ nguyên chỗ và thử lại.</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1/10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Một tuần có mấy ngày?</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7</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6</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8</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Ô cờ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Ô cờ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Ô cờ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Ô cờ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Ô cờ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Ô cờ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Ô cờ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Ô cờ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Ô cờ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   Ô cờ 1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2/10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Vịnh Hạ Long thuộc tỉnh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Thanh Hóa</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Nghệ An</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Quảng Ninh</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Khánh Hòa</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Ô cờ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Ô cờ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Ô cờ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Ô cờ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Ô cờ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Ô cờ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Ô cờ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Ô cờ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2   Ô cờ 2  🐴</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Ô cờ 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3/10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Loài vật nào sống dưới nước?</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Mèo</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Gà</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Bò</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Cá</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Ô cờ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Ô cờ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Ô cờ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Ô cờ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Ô cờ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Ô cờ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Ô cờ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3   Ô cờ 3  🐴</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Ô cờ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Ô cờ 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4/10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100 − 37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63</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73</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67</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57</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Ô cờ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Ô cờ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Ô cờ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Ô cờ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Ô cờ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Ô cờ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4   Ô cờ 4  🐴</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Ô cờ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Ô cờ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Ô cờ 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5/10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Từ nào là danh từ?</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Chạy</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Cái bàn</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Đẹp</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Nhanh</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Ô cờ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Ô cờ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Ô cờ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Ô cờ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Ô cờ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5   Ô cờ 5  🐴</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Ô cờ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Ô cờ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Ô cờ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Ô cờ 1</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6/10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Chủ tịch Hồ Chí Minh sinh năm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1911</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1945</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1890</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1900</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Ô cờ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Ô cờ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Ô cờ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Ô cờ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6   Ô cờ 6  🐴</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Ô cờ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Ô cờ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Ô cờ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Ô cờ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Ô cờ 1</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7/10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Chu vi hình vuông có cạnh 5 cm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25 cm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10 cm</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15 cm</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20 cm</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Ô cờ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Ô cờ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Ô cờ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7   Ô cờ 7  🐴</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Ô cờ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Ô cờ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Ô cờ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Ô cờ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Ô cờ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Ô cờ 1</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8/10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Ban ngày, ngôi sao nào chiếu sáng cho Trái Đất?</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Mặt Trời</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Sao Hôm</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Sao Bắc Đẩu</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Sao Hỏa</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Ô cờ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Ô cờ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8   Ô cờ 8  🐴</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Ô cờ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Ô cờ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Ô cờ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Ô cờ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Ô cờ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Ô cờ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Ô cờ 1</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9/10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Âm thanh KHÔNG thể truyền qua môi trường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Không khí</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Chân không</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Nước</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Gỗ</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Ô cờ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9   Ô cờ 9  🐴</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Ô cờ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Ô cờ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Ô cờ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Ô cờ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Ô cờ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Ô cờ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Ô cờ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Ô cờ 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10/10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9 × 6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56</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45</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54</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63</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10   Ô cờ 10  🐴</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Ô cờ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Ô cờ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Ô cờ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Ô cờ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Ô cờ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Ô cờ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Ô cờ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Ô cờ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Ô cờ 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Chiến thắng!</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hoàn thành cả 10 bậc!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ô cờ 1 (1/10)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ô cờ 2 (2/10)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ô cờ 3 (3/10)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ô cờ 4 (4/10)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ô cờ 5 (5/10)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ô cờ 6 (6/10)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ô cờ 7 (7/10)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ô cờ 8 (8/10)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ô cờ 9 (9/10)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ô cờ 10 (10/10)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Nhận chiến thắng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Cờ cá ngựa</dc:title>
  <dc:subject>Trò chơi PowerPoint học tập</dc:subject>
  <dc:creator>giasu.ai.vn</dc:creator>
  <cp:lastModifiedBy>giasu.ai.vn</cp:lastModifiedBy>
  <cp:revision>1</cp:revision>
  <dcterms:created xsi:type="dcterms:W3CDTF">2026-10-19T03:29:12Z</dcterms:created>
  <dcterms:modified xsi:type="dcterms:W3CDTF">2026-10-19T03:29:12Z</dcterms:modified>
</cp:coreProperties>
</file>