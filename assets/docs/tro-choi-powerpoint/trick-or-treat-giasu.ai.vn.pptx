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5.xml"/><Relationship Id="rId3" Type="http://schemas.openxmlformats.org/officeDocument/2006/relationships/slide" Target="slide5.xml"/><Relationship Id="rId4" Type="http://schemas.openxmlformats.org/officeDocument/2006/relationships/slide" Target="slide4.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 Target="slide8.xml"/><Relationship Id="rId3" Type="http://schemas.openxmlformats.org/officeDocument/2006/relationships/slide" Target="slide8.xml"/><Relationship Id="rId4" Type="http://schemas.openxmlformats.org/officeDocument/2006/relationships/slide" Target="slide8.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10.xml"/><Relationship Id="rId3" Type="http://schemas.openxmlformats.org/officeDocument/2006/relationships/slide" Target="slide11.xml"/><Relationship Id="rId4" Type="http://schemas.openxmlformats.org/officeDocument/2006/relationships/slide" Target="slide11.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4.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7.xml"/><Relationship Id="rId3" Type="http://schemas.openxmlformats.org/officeDocument/2006/relationships/slide" Target="slide17.xml"/><Relationship Id="rId4" Type="http://schemas.openxmlformats.org/officeDocument/2006/relationships/slide" Target="slide16.xm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19.xml"/><Relationship Id="rId2" Type="http://schemas.openxmlformats.org/officeDocument/2006/relationships/slide" Target="slide20.xml"/><Relationship Id="rId3" Type="http://schemas.openxmlformats.org/officeDocument/2006/relationships/slide" Target="slide20.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3.xml"/><Relationship Id="rId2" Type="http://schemas.openxmlformats.org/officeDocument/2006/relationships/slide" Target="slide22.xml"/><Relationship Id="rId3" Type="http://schemas.openxmlformats.org/officeDocument/2006/relationships/slide" Target="slide23.xml"/><Relationship Id="rId4" Type="http://schemas.openxmlformats.org/officeDocument/2006/relationships/slide" Target="slide23.xml"/><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6.xml"/><Relationship Id="rId2" Type="http://schemas.openxmlformats.org/officeDocument/2006/relationships/slide" Target="slide26.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29.xml"/><Relationship Id="rId2" Type="http://schemas.openxmlformats.org/officeDocument/2006/relationships/slide" Target="slide29.xml"/><Relationship Id="rId3" Type="http://schemas.openxmlformats.org/officeDocument/2006/relationships/slide" Target="slide29.xml"/><Relationship Id="rId4" Type="http://schemas.openxmlformats.org/officeDocument/2006/relationships/slide" Target="slide28.xml"/><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31.xml"/><Relationship Id="rId2" Type="http://schemas.openxmlformats.org/officeDocument/2006/relationships/slide" Target="slide32.xml"/><Relationship Id="rId3" Type="http://schemas.openxmlformats.org/officeDocument/2006/relationships/slide" Target="slide32.xml"/><Relationship Id="rId4" Type="http://schemas.openxmlformats.org/officeDocument/2006/relationships/slide" Target="slide32.xml"/><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35.xml"/><Relationship Id="rId2" Type="http://schemas.openxmlformats.org/officeDocument/2006/relationships/slide" Target="slide34.xml"/><Relationship Id="rId3" Type="http://schemas.openxmlformats.org/officeDocument/2006/relationships/slide" Target="slide35.xml"/><Relationship Id="rId4" Type="http://schemas.openxmlformats.org/officeDocument/2006/relationships/slide" Target="slide35.xml"/><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 Target="slide38.xml"/><Relationship Id="rId2" Type="http://schemas.openxmlformats.org/officeDocument/2006/relationships/slide" Target="slide38.xml"/><Relationship Id="rId3" Type="http://schemas.openxmlformats.org/officeDocument/2006/relationships/slide" Target="slide37.xml"/><Relationship Id="rId4" Type="http://schemas.openxmlformats.org/officeDocument/2006/relationships/slide" Target="slide38.xml"/><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TRICK OR TREAT</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Chọn quả bí ngô: trả lời đúng thì được kẹo (Treat), sai thì bị trêu (Trick).</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548640" y="228600"/>
            <a:ext cx="11094415"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TRICK OR TREAT</a:t>
            </a:r>
            <a:endParaRPr lang="en-US" sz="3200" dirty="0"/>
          </a:p>
        </p:txBody>
      </p:sp>
      <p:sp>
        <p:nvSpPr>
          <p:cNvPr id="3" name="Text 1">
            <a:hlinkClick r:id="rIdundefined" tooltip="Chọn ô 1" action="ppaction://hlinksldjump"/>
          </p:cNvPr>
          <p:cNvSpPr txBox="1"/>
          <p:nvPr/>
        </p:nvSpPr>
        <p:spPr>
          <a:xfrm>
            <a:off x="998068" y="1280160"/>
            <a:ext cx="2377440" cy="1417320"/>
          </a:xfrm>
          <a:prstGeom prst="roundRect">
            <a:avLst>
              <a:gd name="adj" fmla="val 11613"/>
            </a:avLst>
          </a:prstGeom>
          <a:solidFill>
            <a:srgbClr val="D9560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4" name="Text 2">
            <a:hlinkClick r:id="rIdundefined" tooltip="Chọn ô 2" action="ppaction://hlinksldjump"/>
          </p:cNvPr>
          <p:cNvSpPr txBox="1"/>
          <p:nvPr/>
        </p:nvSpPr>
        <p:spPr>
          <a:xfrm>
            <a:off x="3604108" y="1280160"/>
            <a:ext cx="2377440" cy="1417320"/>
          </a:xfrm>
          <a:prstGeom prst="roundRect">
            <a:avLst>
              <a:gd name="adj" fmla="val 11613"/>
            </a:avLst>
          </a:prstGeom>
          <a:solidFill>
            <a:srgbClr val="D9560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5" name="Text 3">
            <a:hlinkClick r:id="rIdundefined" tooltip="Chọn ô 3" action="ppaction://hlinksldjump"/>
          </p:cNvPr>
          <p:cNvSpPr txBox="1"/>
          <p:nvPr/>
        </p:nvSpPr>
        <p:spPr>
          <a:xfrm>
            <a:off x="6210148" y="1280160"/>
            <a:ext cx="2377440" cy="1417320"/>
          </a:xfrm>
          <a:prstGeom prst="roundRect">
            <a:avLst>
              <a:gd name="adj" fmla="val 11613"/>
            </a:avLst>
          </a:prstGeom>
          <a:solidFill>
            <a:srgbClr val="D9560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6" name="Text 4">
            <a:hlinkClick r:id="rIdundefined" tooltip="Chọn ô 4" action="ppaction://hlinksldjump"/>
          </p:cNvPr>
          <p:cNvSpPr txBox="1"/>
          <p:nvPr/>
        </p:nvSpPr>
        <p:spPr>
          <a:xfrm>
            <a:off x="8816188" y="1280160"/>
            <a:ext cx="2377440" cy="1417320"/>
          </a:xfrm>
          <a:prstGeom prst="roundRect">
            <a:avLst>
              <a:gd name="adj" fmla="val 11613"/>
            </a:avLst>
          </a:prstGeom>
          <a:solidFill>
            <a:srgbClr val="D9560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7" name="Text 5">
            <a:hlinkClick r:id="rIdundefined" tooltip="Chọn ô 5" action="ppaction://hlinksldjump"/>
          </p:cNvPr>
          <p:cNvSpPr txBox="1"/>
          <p:nvPr/>
        </p:nvSpPr>
        <p:spPr>
          <a:xfrm>
            <a:off x="998068" y="2926080"/>
            <a:ext cx="2377440" cy="1417320"/>
          </a:xfrm>
          <a:prstGeom prst="roundRect">
            <a:avLst>
              <a:gd name="adj" fmla="val 11613"/>
            </a:avLst>
          </a:prstGeom>
          <a:solidFill>
            <a:srgbClr val="D9560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8" name="Text 6">
            <a:hlinkClick r:id="rIdundefined" tooltip="Chọn ô 6" action="ppaction://hlinksldjump"/>
          </p:cNvPr>
          <p:cNvSpPr txBox="1"/>
          <p:nvPr/>
        </p:nvSpPr>
        <p:spPr>
          <a:xfrm>
            <a:off x="3604108" y="2926080"/>
            <a:ext cx="2377440" cy="1417320"/>
          </a:xfrm>
          <a:prstGeom prst="roundRect">
            <a:avLst>
              <a:gd name="adj" fmla="val 11613"/>
            </a:avLst>
          </a:prstGeom>
          <a:solidFill>
            <a:srgbClr val="D9560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9" name="Text 7">
            <a:hlinkClick r:id="rIdundefined" tooltip="Chọn ô 7" action="ppaction://hlinksldjump"/>
          </p:cNvPr>
          <p:cNvSpPr txBox="1"/>
          <p:nvPr/>
        </p:nvSpPr>
        <p:spPr>
          <a:xfrm>
            <a:off x="6210148" y="2926080"/>
            <a:ext cx="2377440" cy="1417320"/>
          </a:xfrm>
          <a:prstGeom prst="roundRect">
            <a:avLst>
              <a:gd name="adj" fmla="val 11613"/>
            </a:avLst>
          </a:prstGeom>
          <a:solidFill>
            <a:srgbClr val="D9560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7</a:t>
            </a:r>
            <a:endParaRPr lang="en-US" sz="2400" dirty="0"/>
          </a:p>
        </p:txBody>
      </p:sp>
      <p:sp>
        <p:nvSpPr>
          <p:cNvPr id="10" name="Text 8">
            <a:hlinkClick r:id="rIdundefined" tooltip="Chọn ô 8" action="ppaction://hlinksldjump"/>
          </p:cNvPr>
          <p:cNvSpPr txBox="1"/>
          <p:nvPr/>
        </p:nvSpPr>
        <p:spPr>
          <a:xfrm>
            <a:off x="8816188" y="2926080"/>
            <a:ext cx="2377440" cy="1417320"/>
          </a:xfrm>
          <a:prstGeom prst="roundRect">
            <a:avLst>
              <a:gd name="adj" fmla="val 11613"/>
            </a:avLst>
          </a:prstGeom>
          <a:solidFill>
            <a:srgbClr val="D9560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8</a:t>
            </a:r>
            <a:endParaRPr lang="en-US" sz="2400" dirty="0"/>
          </a:p>
        </p:txBody>
      </p:sp>
      <p:sp>
        <p:nvSpPr>
          <p:cNvPr id="11" name="Text 9">
            <a:hlinkClick r:id="rIdundefined" tooltip="Chọn ô 9" action="ppaction://hlinksldjump"/>
          </p:cNvPr>
          <p:cNvSpPr txBox="1"/>
          <p:nvPr/>
        </p:nvSpPr>
        <p:spPr>
          <a:xfrm>
            <a:off x="998068" y="4572000"/>
            <a:ext cx="2377440" cy="1417320"/>
          </a:xfrm>
          <a:prstGeom prst="roundRect">
            <a:avLst>
              <a:gd name="adj" fmla="val 11613"/>
            </a:avLst>
          </a:prstGeom>
          <a:solidFill>
            <a:srgbClr val="D9560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9</a:t>
            </a:r>
            <a:endParaRPr lang="en-US" sz="2400" dirty="0"/>
          </a:p>
        </p:txBody>
      </p:sp>
      <p:sp>
        <p:nvSpPr>
          <p:cNvPr id="12" name="Text 10">
            <a:hlinkClick r:id="rIdundefined" tooltip="Chọn ô 10" action="ppaction://hlinksldjump"/>
          </p:cNvPr>
          <p:cNvSpPr txBox="1"/>
          <p:nvPr/>
        </p:nvSpPr>
        <p:spPr>
          <a:xfrm>
            <a:off x="3604108" y="4572000"/>
            <a:ext cx="2377440" cy="1417320"/>
          </a:xfrm>
          <a:prstGeom prst="roundRect">
            <a:avLst>
              <a:gd name="adj" fmla="val 11613"/>
            </a:avLst>
          </a:prstGeom>
          <a:solidFill>
            <a:srgbClr val="D9560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10</a:t>
            </a:r>
            <a:endParaRPr lang="en-US" sz="2400" dirty="0"/>
          </a:p>
        </p:txBody>
      </p:sp>
      <p:sp>
        <p:nvSpPr>
          <p:cNvPr id="13" name="Text 11">
            <a:hlinkClick r:id="rIdundefined" tooltip="Chọn ô 11" action="ppaction://hlinksldjump"/>
          </p:cNvPr>
          <p:cNvSpPr txBox="1"/>
          <p:nvPr/>
        </p:nvSpPr>
        <p:spPr>
          <a:xfrm>
            <a:off x="6210148" y="4572000"/>
            <a:ext cx="2377440" cy="1417320"/>
          </a:xfrm>
          <a:prstGeom prst="roundRect">
            <a:avLst>
              <a:gd name="adj" fmla="val 11613"/>
            </a:avLst>
          </a:prstGeom>
          <a:solidFill>
            <a:srgbClr val="D9560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11</a:t>
            </a:r>
            <a:endParaRPr lang="en-US" sz="2400" dirty="0"/>
          </a:p>
        </p:txBody>
      </p:sp>
      <p:sp>
        <p:nvSpPr>
          <p:cNvPr id="14" name="Text 12">
            <a:hlinkClick r:id="rIdundefined" tooltip="Chọn ô 12" action="ppaction://hlinksldjump"/>
          </p:cNvPr>
          <p:cNvSpPr txBox="1"/>
          <p:nvPr/>
        </p:nvSpPr>
        <p:spPr>
          <a:xfrm>
            <a:off x="8816188" y="4572000"/>
            <a:ext cx="2377440" cy="1417320"/>
          </a:xfrm>
          <a:prstGeom prst="roundRect">
            <a:avLst>
              <a:gd name="adj" fmla="val 11613"/>
            </a:avLst>
          </a:prstGeom>
          <a:solidFill>
            <a:srgbClr val="D9560B"/>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12</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300"/>
                </a:solidFill>
                <a:latin typeface="Arial" pitchFamily="34" charset="0"/>
                <a:ea typeface="Arial" pitchFamily="34" charset="-122"/>
                <a:cs typeface="Arial" pitchFamily="34" charset="-120"/>
              </a:rPr>
              <a:t>Ô số 1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Tìm x: x + 15 = 40. Vậy x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30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35</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25</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300"/>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25</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300"/>
                </a:solidFill>
                <a:latin typeface="Arial" pitchFamily="34" charset="0"/>
                <a:ea typeface="Arial" pitchFamily="34" charset="-122"/>
                <a:cs typeface="Arial" pitchFamily="34" charset="-120"/>
              </a:rPr>
              <a:t>Ô số 2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nào viết đúng chính tả?</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Chăm chỉ</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Trăm chỉ</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Chăm chĩ</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Chăm trỉ</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300"/>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Chăm chỉ</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300"/>
                </a:solidFill>
                <a:latin typeface="Arial" pitchFamily="34" charset="0"/>
                <a:ea typeface="Arial" pitchFamily="34" charset="-122"/>
                <a:cs typeface="Arial" pitchFamily="34" charset="-120"/>
              </a:rPr>
              <a:t>Ô số 3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Trái Đất quay quanh vật thể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Mặt Trăng</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Mặt Trời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Sao Hỏa</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Sao Thổ</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300"/>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Mặt Trời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300"/>
                </a:solidFill>
                <a:latin typeface="Arial" pitchFamily="34" charset="0"/>
                <a:ea typeface="Arial" pitchFamily="34" charset="-122"/>
                <a:cs typeface="Arial" pitchFamily="34" charset="-120"/>
              </a:rPr>
              <a:t>Ô số 4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Hình vuông có mấy cạnh bằng nhau?</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2</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3</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4</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5</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300"/>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4</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300"/>
                </a:solidFill>
                <a:latin typeface="Arial" pitchFamily="34" charset="0"/>
                <a:ea typeface="Arial" pitchFamily="34" charset="-122"/>
                <a:cs typeface="Arial" pitchFamily="34" charset="-120"/>
              </a:rPr>
              <a:t>Ô số 5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25 + 38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53</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62</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73</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63</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300"/>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63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300"/>
                </a:solidFill>
                <a:latin typeface="Arial" pitchFamily="34" charset="0"/>
                <a:ea typeface="Arial" pitchFamily="34" charset="-122"/>
                <a:cs typeface="Arial" pitchFamily="34" charset="-120"/>
              </a:rPr>
              <a:t>Ô số 6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Quả nào có màu da cam và chứa nhiều vitamin C?</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Cam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Chuối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Nho</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Dưa hấu</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300"/>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Cam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300"/>
                </a:solidFill>
                <a:latin typeface="Arial" pitchFamily="34" charset="0"/>
                <a:ea typeface="Arial" pitchFamily="34" charset="-122"/>
                <a:cs typeface="Arial" pitchFamily="34" charset="-120"/>
              </a:rPr>
              <a:t>Ô số 7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Một tuần có mấy ngày?</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7</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6</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8</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300"/>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7</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300"/>
                </a:solidFill>
                <a:latin typeface="Arial" pitchFamily="34" charset="0"/>
                <a:ea typeface="Arial" pitchFamily="34" charset="-122"/>
                <a:cs typeface="Arial" pitchFamily="34" charset="-120"/>
              </a:rPr>
              <a:t>Ô số 8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Vịnh Hạ Long thuộc tỉnh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Thanh Hóa</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Nghệ An</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Quảng Ninh</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Khánh Hòa</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300"/>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Quảng Ninh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300"/>
                </a:solidFill>
                <a:latin typeface="Arial" pitchFamily="34" charset="0"/>
                <a:ea typeface="Arial" pitchFamily="34" charset="-122"/>
                <a:cs typeface="Arial" pitchFamily="34" charset="-120"/>
              </a:rPr>
              <a:t>Ô số 9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Loài vật nào sống dưới nước?</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Mèo</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Gà</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Bò</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Cá</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300"/>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Cá</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300"/>
                </a:solidFill>
                <a:latin typeface="Arial" pitchFamily="34" charset="0"/>
                <a:ea typeface="Arial" pitchFamily="34" charset="-122"/>
                <a:cs typeface="Arial" pitchFamily="34" charset="-120"/>
              </a:rPr>
              <a:t>Ô số 10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100 − 37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63</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73</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67</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57</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300"/>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63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300"/>
                </a:solidFill>
                <a:latin typeface="Arial" pitchFamily="34" charset="0"/>
                <a:ea typeface="Arial" pitchFamily="34" charset="-122"/>
                <a:cs typeface="Arial" pitchFamily="34" charset="-120"/>
              </a:rPr>
              <a:t>Ô số 11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nào là danh từ?</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Chạy</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Cái bàn</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Đẹp</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Nhanh</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300"/>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Cái bàn</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300"/>
                </a:solidFill>
                <a:latin typeface="Arial" pitchFamily="34" charset="0"/>
                <a:ea typeface="Arial" pitchFamily="34" charset="-122"/>
                <a:cs typeface="Arial" pitchFamily="34" charset="-120"/>
              </a:rPr>
              <a:t>Ô số 12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Chủ tịch Hồ Chí Minh sinh năm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1911</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1945</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1890</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D9560B"/>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1900</a:t>
            </a:r>
            <a:endParaRPr lang="en-US"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300"/>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1890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300"/>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Trick or Treat</dc:title>
  <dc:subject>Trò chơi PowerPoint học tập</dc:subject>
  <dc:creator>giasu.ai.vn</dc:creator>
  <cp:lastModifiedBy>giasu.ai.vn</cp:lastModifiedBy>
  <cp:revision>1</cp:revision>
  <dcterms:created xsi:type="dcterms:W3CDTF">2026-10-19T03:29:14Z</dcterms:created>
  <dcterms:modified xsi:type="dcterms:W3CDTF">2026-10-19T03:29:14Z</dcterms:modified>
</cp:coreProperties>
</file>