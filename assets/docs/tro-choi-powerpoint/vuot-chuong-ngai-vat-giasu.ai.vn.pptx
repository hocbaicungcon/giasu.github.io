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23.xml"/><Relationship Id="rId3" Type="http://schemas.openxmlformats.org/officeDocument/2006/relationships/slide" Target="slide13.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2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5.xml"/><Relationship Id="rId3" Type="http://schemas.openxmlformats.org/officeDocument/2006/relationships/slide" Target="slide15.xml"/><Relationship Id="rId4" Type="http://schemas.openxmlformats.org/officeDocument/2006/relationships/slide" Target="slide25.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16.xml"/><Relationship Id="rId3" Type="http://schemas.openxmlformats.org/officeDocument/2006/relationships/slide" Target="slide16.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2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18.xml"/><Relationship Id="rId3" Type="http://schemas.openxmlformats.org/officeDocument/2006/relationships/slide" Target="slide28.xml"/><Relationship Id="rId4" Type="http://schemas.openxmlformats.org/officeDocument/2006/relationships/slide" Target="slide1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19.xml"/><Relationship Id="rId3" Type="http://schemas.openxmlformats.org/officeDocument/2006/relationships/slide" Target="slide1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30.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 Target="slide31.xml"/><Relationship Id="rId3" Type="http://schemas.openxmlformats.org/officeDocument/2006/relationships/slide" Target="slide21.xml"/><Relationship Id="rId4" Type="http://schemas.openxmlformats.org/officeDocument/2006/relationships/slide" Target="slide21.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22.xml"/><Relationship Id="rId3" Type="http://schemas.openxmlformats.org/officeDocument/2006/relationships/slide" Target="slide32.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VƯỢT CHƯỚNG NGẠI VẬT</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Vượt qua từng chướng ngại vật bằng câu trả lời đúng. Sai thì lùi lại một chướng ngại.</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Câu 1/10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Âm thanh KHÔNG thể truyền qua môi trường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Không khí</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Chân không</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Nước</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Gỗ</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Chướng ngại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Chướng ngại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Chướng ngại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Chướng ngại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Chướng ngại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Chướng ngại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Chướng ngại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Chướng ngại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Chướng ngại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FFB703"/>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Chướng ngại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Câu 2/10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9 × 6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56</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54</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63</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Chướng ngại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Chướng ngại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Chướng ngại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Chướng ngại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Chướng ngại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Chướng ngại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Chướng ngại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Chướng ngại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B703"/>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Chướng ngại 2  🏃</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Chướng ngại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Câu 3/10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Tết Trung thu vào ngày nào của âm lịch?</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15 tháng Giêng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5 tháng 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Mùng 1 tháng Giêng</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15 tháng 8</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Chướng ngại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Chướng ngại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Chướng ngại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Chướng ngại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Chướng ngại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Chướng ngại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Chướng ngại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B703"/>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Chướng ngại 3  🏃</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Chướng ngại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Chướng ngại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Câu 4/10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đồng nghĩa với "to lớn"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Khổng lồ</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Nhỏ bé</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Tí hon</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Bé xíu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Chướng ngại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Chướng ngại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Chướng ngại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Chướng ngại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Chướng ngại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Chướng ngại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B703"/>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Chướng ngại 4  🏃</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Chướng ngại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Chướng ngại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Chướng ngại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Câu 5/10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giờ có bao nhiêu phút?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60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30</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24</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Chướng ngại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Chướng ngại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Chướng ngại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Chướng ngại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Chướng ngại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B703"/>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Chướng ngại 5  🏃</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Chướng ngại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Chướng ngại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Chướng ngại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Chướng ngại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Câu 6/10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Cơ quan nào giúp ta hít thở?</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Tim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Dạ dày</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Phổi</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Gan</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Chướng ngại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Chướng ngại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Chướng ngại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Chướng ngại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B703"/>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Chướng ngại 6  🏃</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Chướng ngại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Chướng ngại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Chướng ngại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Chướng ngại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Chướng ngại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Câu 7/10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Số lớn nhất có hai chữ số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90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98</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99</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Chướng ngại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Chướng ngại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Chướng ngại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B703"/>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Chướng ngại 7  🏃</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Chướng ngại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Chướng ngại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Chướng ngại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Chướng ngại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Chướng ngại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Chướng ngại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Câu 8/10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Hình tam giác có mấy góc?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2</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Chướng ngại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Chướng ngại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B703"/>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Chướng ngại 8  🏃</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Chướng ngại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Chướng ngại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Chướng ngại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Chướng ngại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Chướng ngại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Chướng ngại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Chướng ngại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Câu 9/10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Bài thơ "Tre Việt Nam" là của nhà thơ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Tố Hữu</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Nguyễn Duy</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Xuân Quỳnh</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Huy Cận</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Chướng ngại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B703"/>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9   Chướng ngại 9  🏃</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Chướng ngại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Chướng ngại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Chướng ngại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Chướng ngại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Chướng ngại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Chướng ngại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Chướng ngại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Chướng ngại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Câu 10/10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1 km bằng bao nhiêu mét?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 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10 m</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1000 m</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10 000 m</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B703"/>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10   Chướng ngại 10  🏃</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Chướng ngại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Chướng ngại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Chướng ngại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Chướng ngại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Chướng ngại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Chướng ngại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Chướng ngại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Chướng ngại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B5446E"/>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Chướng ngại 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10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Chân không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Làm lại câu 1</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15 tháng 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Khổng lồ</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60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Phổi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99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Nguyễn Duy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1000 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chướng ngại 1 (1/10)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chướng ngại 2 (2/10)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chướng ngại 3 (3/10)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chướng ngại 4 (4/10)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chướng ngại 5 (5/10)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chướng ngại 6 (6/10)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chướng ngại 7 (7/10)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chướng ngại 8 (8/10)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chướng ngại 9 (9/10)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chướng ngại 10 (10/10)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Vượt chướng ngại vật</dc:title>
  <dc:subject>Trò chơi PowerPoint học tập</dc:subject>
  <dc:creator>giasu.ai.vn</dc:creator>
  <cp:lastModifiedBy>giasu.ai.vn</cp:lastModifiedBy>
  <cp:revision>1</cp:revision>
  <dcterms:created xsi:type="dcterms:W3CDTF">2026-10-19T03:29:14Z</dcterms:created>
  <dcterms:modified xsi:type="dcterms:W3CDTF">2026-10-19T03:29:14Z</dcterms:modified>
</cp:coreProperties>
</file>