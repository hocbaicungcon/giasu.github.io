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7.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1.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19.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3.xml"/><Relationship Id="rId3" Type="http://schemas.openxmlformats.org/officeDocument/2006/relationships/slide" Target="slide22.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6.xml"/><Relationship Id="rId4" Type="http://schemas.openxmlformats.org/officeDocument/2006/relationships/slide" Target="slide25.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8.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31.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5.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8.xml"/><Relationship Id="rId3" Type="http://schemas.openxmlformats.org/officeDocument/2006/relationships/slide" Target="slide38.xml"/><Relationship Id="rId4" Type="http://schemas.openxmlformats.org/officeDocument/2006/relationships/slide" Target="slide37.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Ô CỬA BÍ MẬT</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một cánh cửa, trả lời đúng để mở cánh cửa nhận điểm thưởng.</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Ô CỬA BÍ MẬT</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Giữa quốc kỳ Việt Nam có hình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Ngôi sao vàng năm cánh</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Mặt trăng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Búa liềm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Bông hoa</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Ngôi sao vàng năm cánh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năm có mấy tháng?</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12</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11</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13</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12</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Con vật nào KHÔNG phải là loài chim?</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Én</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Chim sẻ</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Dơi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Bồ câu</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Dơi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Tìm x: x + 15 = 40. Vậy x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35</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25</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25</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viết đúng chính tả?</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Chăm chỉ</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Trăm chỉ</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Chăm chĩ</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Chăm trỉ</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Chăm chỉ</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Trái Đất quay quanh vật thể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Mặt Trăng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Mặt Trời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Hỏa</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Thổ</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Hình vuông có mấy cạnh bằng nhau?</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2</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4</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25 + 38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62</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73</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63</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Quả nào có màu da cam và chứa nhiều vitamin 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Cam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Chuối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Nho</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Dưa hấu</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Cam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tuần có mấy ngày?</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7</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6</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8</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7</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Vịnh Hạ Long thuộc tỉnh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Thanh Hóa</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Nghệ An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Quảng Ninh</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Khánh Hòa</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Quảng Ninh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Loài vật nào sống dưới nước?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Mèo</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Gà</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Bò</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Cá</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Cá</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Ô cửa bí mật</dc:title>
  <dc:subject>Trò chơi PowerPoint học tập</dc:subject>
  <dc:creator>giasu.ai.vn</dc:creator>
  <cp:lastModifiedBy>giasu.ai.vn</cp:lastModifiedBy>
  <cp:revision>1</cp:revision>
  <dcterms:created xsi:type="dcterms:W3CDTF">2026-10-19T03:29:12Z</dcterms:created>
  <dcterms:modified xsi:type="dcterms:W3CDTF">2026-10-19T03:29:12Z</dcterms:modified>
</cp:coreProperties>
</file>