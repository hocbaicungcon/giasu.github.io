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2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4.xml"/><Relationship Id="rId2" Type="http://schemas.openxmlformats.org/officeDocument/2006/relationships/slide" Target="slide14.xml"/><Relationship Id="rId3" Type="http://schemas.openxmlformats.org/officeDocument/2006/relationships/slide" Target="slide1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25.xml"/><Relationship Id="rId3" Type="http://schemas.openxmlformats.org/officeDocument/2006/relationships/slide" Target="slide15.xml"/><Relationship Id="rId4" Type="http://schemas.openxmlformats.org/officeDocument/2006/relationships/slide" Target="slide1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16.xml"/><Relationship Id="rId2" Type="http://schemas.openxmlformats.org/officeDocument/2006/relationships/slide" Target="slide16.xml"/><Relationship Id="rId3" Type="http://schemas.openxmlformats.org/officeDocument/2006/relationships/slide" Target="slide2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17.xml"/><Relationship Id="rId3" Type="http://schemas.openxmlformats.org/officeDocument/2006/relationships/slide" Target="slide17.xml"/><Relationship Id="rId4" Type="http://schemas.openxmlformats.org/officeDocument/2006/relationships/slide" Target="slide2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8.xml"/><Relationship Id="rId2" Type="http://schemas.openxmlformats.org/officeDocument/2006/relationships/slide" Target="slide18.xml"/><Relationship Id="rId3" Type="http://schemas.openxmlformats.org/officeDocument/2006/relationships/slide" Target="slide1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29.xml"/><Relationship Id="rId3" Type="http://schemas.openxmlformats.org/officeDocument/2006/relationships/slide" Target="slide19.xml"/><Relationship Id="rId4" Type="http://schemas.openxmlformats.org/officeDocument/2006/relationships/slide" Target="slide1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0.xml"/><Relationship Id="rId2" Type="http://schemas.openxmlformats.org/officeDocument/2006/relationships/slide" Target="slide20.xml"/><Relationship Id="rId3" Type="http://schemas.openxmlformats.org/officeDocument/2006/relationships/slide" Target="slide3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21.xml"/><Relationship Id="rId3" Type="http://schemas.openxmlformats.org/officeDocument/2006/relationships/slide" Target="slide21.xml"/><Relationship Id="rId4" Type="http://schemas.openxmlformats.org/officeDocument/2006/relationships/slide" Target="slide3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32.xml"/><Relationship Id="rId2" Type="http://schemas.openxmlformats.org/officeDocument/2006/relationships/slide" Target="slide22.xml"/><Relationship Id="rId3" Type="http://schemas.openxmlformats.org/officeDocument/2006/relationships/slide" Target="slide2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TẢNG BĂNG TRÔI</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Nhảy qua từng tảng băng bằng câu trả lời đúng. Sai thì tụt về tảng băng trước.</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Chu vi hình vuông có cạnh 5 cm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25 cm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10 cm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15 cm</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20 cm</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Tảng băng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Ban ngày, ngôi sao nào chiếu sáng cho Trái Đất?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Trời</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Sao Hôm</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Bắc Đẩu</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Hỏa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Tảng băng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Âm thanh KHÔNG thể truyền qua môi trường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Không khí</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Chân không</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Nước</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Gỗ</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Tảng băng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9 × 6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56</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54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Tảng băng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Tết Trung thu vào ngày nào của âm lịch?</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15 tháng Giêng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5 tháng 5</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Mùng 1 tháng Giêng</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15 tháng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Tảng băng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đồng nghĩa với "to lớn"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Khổng lồ</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Nhỏ bé</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Tí hon</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Bé xíu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Tảng băng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giờ có bao nhiêu phút?</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30</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24</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Tảng băng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Cơ quan nào giúp ta hít thở?</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Tim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Dạ dày</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Phổi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Gan</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Tảng băng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Số lớn nhất có hai chữ số là?</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90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98</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99</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Tảng băng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Tảng băng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E0FBFC"/>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tam giác có mấy góc?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4</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2</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2E86AB"/>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E0FBFC"/>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Tảng băng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Tảng băng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Tảng băng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Tảng băng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Tảng băng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Tảng băng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Tảng băng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Tảng băng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Tảng băng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2E86AB"/>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Tảng băng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20 cm</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Làm lại câu 1</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Mặt Trời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Chân không</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54</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15 tháng 8</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Khổng lồ</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B. 60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C. Phổi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D. 99</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Ôi, bị tụt lại rồi!</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Đáp án đúng: A. 3</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Về bậc trước</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2394D"/>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E0FBFC"/>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tảng băng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E0FBFC"/>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Tảng băng trôi</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