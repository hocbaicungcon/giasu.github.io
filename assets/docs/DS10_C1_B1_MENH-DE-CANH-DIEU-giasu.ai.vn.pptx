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6"/>
  </p:notesMasterIdLst>
  <p:sldIdLst>
    <p:sldId id="313" r:id="rId4"/>
    <p:sldId id="301" r:id="rId5"/>
    <p:sldId id="315" r:id="rId7"/>
    <p:sldId id="316" r:id="rId8"/>
  </p:sldIdLst>
  <p:sldSz cx="24384000" cy="13716000"/>
  <p:notesSz cx="6858000" cy="9144000"/>
  <p:custDataLst>
    <p:tags r:id="rId12"/>
  </p:custDataLst>
  <p:defaultTextStyle>
    <a:defPPr>
      <a:defRPr lang="en-US"/>
    </a:defPPr>
    <a:lvl1pPr marL="0" algn="l" defTabSz="2177415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390" algn="l" defTabSz="2177415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415" algn="l" defTabSz="2177415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805" algn="l" defTabSz="2177415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830" algn="l" defTabSz="2177415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220" algn="l" defTabSz="2177415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610" algn="l" defTabSz="2177415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635" algn="l" defTabSz="2177415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025" algn="l" defTabSz="2177415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F8AE"/>
    <a:srgbClr val="C6F9BD"/>
    <a:srgbClr val="F3F6D2"/>
    <a:srgbClr val="DDF5C7"/>
    <a:srgbClr val="DEFEE1"/>
    <a:srgbClr val="E1FFBD"/>
    <a:srgbClr val="BFFDE5"/>
    <a:srgbClr val="E7F7FF"/>
    <a:srgbClr val="D6F7FE"/>
    <a:srgbClr val="EEF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0021" autoAdjust="0"/>
    <p:restoredTop sz="94139" autoAdjust="0"/>
  </p:normalViewPr>
  <p:slideViewPr>
    <p:cSldViewPr>
      <p:cViewPr varScale="1">
        <p:scale>
          <a:sx n="42" d="100"/>
          <a:sy n="42" d="100"/>
        </p:scale>
        <p:origin x="114" y="942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2177415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390" algn="l" defTabSz="2177415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415" algn="l" defTabSz="2177415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805" algn="l" defTabSz="2177415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830" algn="l" defTabSz="2177415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220" algn="l" defTabSz="2177415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610" algn="l" defTabSz="2177415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635" algn="l" defTabSz="2177415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025" algn="l" defTabSz="2177415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727" y="1781954"/>
            <a:ext cx="21031200" cy="2651126"/>
          </a:xfrm>
          <a:prstGeom prst="rect">
            <a:avLst/>
          </a:prstGeom>
        </p:spPr>
        <p:txBody>
          <a:bodyPr/>
          <a:lstStyle>
            <a:lvl1pPr algn="l">
              <a:defRPr sz="5400">
                <a:latin typeface="Tomaho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9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7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image" Target="../media/image2.png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44203" y="1065704"/>
            <a:ext cx="24239797" cy="126502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9677400" y="1676400"/>
            <a:ext cx="13944600" cy="11583070"/>
            <a:chOff x="9851187" y="2126503"/>
            <a:chExt cx="13944600" cy="11583070"/>
          </a:xfrm>
        </p:grpSpPr>
        <p:grpSp>
          <p:nvGrpSpPr>
            <p:cNvPr id="8" name="Group 7"/>
            <p:cNvGrpSpPr/>
            <p:nvPr/>
          </p:nvGrpSpPr>
          <p:grpSpPr>
            <a:xfrm>
              <a:off x="9851187" y="2126503"/>
              <a:ext cx="13944600" cy="11583070"/>
              <a:chOff x="1339699" y="3448230"/>
              <a:chExt cx="13944600" cy="11583070"/>
            </a:xfrm>
          </p:grpSpPr>
          <p:sp>
            <p:nvSpPr>
              <p:cNvPr id="10" name="Right Triangle 9"/>
              <p:cNvSpPr/>
              <p:nvPr/>
            </p:nvSpPr>
            <p:spPr>
              <a:xfrm flipH="1">
                <a:off x="8958821" y="3486542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339699" y="3448230"/>
                <a:ext cx="13944600" cy="11583070"/>
                <a:chOff x="1339699" y="3448230"/>
                <a:chExt cx="13944600" cy="11583070"/>
              </a:xfrm>
            </p:grpSpPr>
            <p:sp>
              <p:nvSpPr>
                <p:cNvPr id="12" name="Rounded Rectangle 11"/>
                <p:cNvSpPr/>
                <p:nvPr/>
              </p:nvSpPr>
              <p:spPr>
                <a:xfrm>
                  <a:off x="1339699" y="3696072"/>
                  <a:ext cx="13944600" cy="11335228"/>
                </a:xfrm>
                <a:prstGeom prst="roundRect">
                  <a:avLst>
                    <a:gd name="adj" fmla="val 2374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>
                  <a:solidFill>
                    <a:srgbClr val="0999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18000" rIns="36000" bIns="18000" rtlCol="0" anchor="ctr"/>
                <a:lstStyle/>
                <a:p>
                  <a:pPr algn="ctr"/>
                  <a:endParaRPr lang="en-US" sz="46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CHƯƠNG I</a:t>
                  </a:r>
                  <a:endParaRPr lang="en-US" sz="5400" b="1" cap="all" dirty="0">
                    <a:ln w="0"/>
                    <a:solidFill>
                      <a:schemeClr val="bg1"/>
                    </a:solidFill>
                    <a:effectLst>
                      <a:reflection blurRad="12700" stA="50000" endPos="50000" dist="5000" dir="5400000" sy="-100000" rotWithShape="0"/>
                    </a:effectLst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</p:grpSp>
        <p:sp>
          <p:nvSpPr>
            <p:cNvPr id="15" name="Right Triangle 14"/>
            <p:cNvSpPr/>
            <p:nvPr/>
          </p:nvSpPr>
          <p:spPr>
            <a:xfrm flipH="1">
              <a:off x="11477625" y="2164818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 Same Side Corner Rectangle 15"/>
            <p:cNvSpPr/>
            <p:nvPr/>
          </p:nvSpPr>
          <p:spPr>
            <a:xfrm flipV="1">
              <a:off x="11671001" y="2164811"/>
              <a:ext cx="10807999" cy="1333291"/>
            </a:xfrm>
            <a:prstGeom prst="round2Same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1757873" y="5288484"/>
              <a:ext cx="10634253" cy="510540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/>
            <a:lstStyle/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§1.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Mệnh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đề</a:t>
              </a:r>
              <a:endParaRPr lang="en-US" sz="60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§2.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hợp</a:t>
              </a:r>
              <a:endParaRPr lang="en-US" sz="60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§3</a:t>
              </a:r>
              <a:r>
                <a:rPr lang="en-US" sz="6000" b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Bài tập cuối chương 1</a:t>
              </a:r>
              <a:endParaRPr lang="en-US" sz="6000" b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1912450" y="2428363"/>
              <a:ext cx="103251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4800" b="1" dirty="0">
                  <a:solidFill>
                    <a:schemeClr val="bg1"/>
                  </a:solidFill>
                  <a:latin typeface="+mj-lt"/>
                </a:rPr>
                <a:t>CHƯƠNG I. MỆNH </a:t>
              </a:r>
              <a:r>
                <a:rPr lang="vi-VN" sz="4800" b="1">
                  <a:solidFill>
                    <a:schemeClr val="bg1"/>
                  </a:solidFill>
                  <a:latin typeface="+mj-lt"/>
                </a:rPr>
                <a:t>ĐỀ </a:t>
              </a:r>
              <a:r>
                <a:rPr lang="en-US" sz="4800" b="1">
                  <a:solidFill>
                    <a:schemeClr val="bg1"/>
                  </a:solidFill>
                  <a:latin typeface="+mj-lt"/>
                </a:rPr>
                <a:t>VÀ</a:t>
              </a:r>
              <a:r>
                <a:rPr lang="vi-VN" sz="4800" b="1">
                  <a:solidFill>
                    <a:schemeClr val="bg1"/>
                  </a:solidFill>
                  <a:latin typeface="+mj-lt"/>
                </a:rPr>
                <a:t> </a:t>
              </a:r>
              <a:r>
                <a:rPr lang="vi-VN" sz="4800" b="1" dirty="0">
                  <a:solidFill>
                    <a:schemeClr val="bg1"/>
                  </a:solidFill>
                  <a:latin typeface="+mj-lt"/>
                </a:rPr>
                <a:t>TẬP HỢP</a:t>
              </a:r>
              <a:endParaRPr lang="vi-VN" sz="4800" b="1" dirty="0">
                <a:solidFill>
                  <a:schemeClr val="bg1"/>
                </a:solidFill>
                <a:latin typeface="+mj-lt"/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092" y="1714708"/>
            <a:ext cx="8153400" cy="115447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90600" y="1957614"/>
            <a:ext cx="22808128" cy="11529786"/>
            <a:chOff x="1447799" y="1941610"/>
            <a:chExt cx="22808128" cy="11529786"/>
          </a:xfrm>
        </p:grpSpPr>
        <p:grpSp>
          <p:nvGrpSpPr>
            <p:cNvPr id="2" name="Group 1"/>
            <p:cNvGrpSpPr/>
            <p:nvPr/>
          </p:nvGrpSpPr>
          <p:grpSpPr>
            <a:xfrm>
              <a:off x="1447799" y="1941610"/>
              <a:ext cx="22808128" cy="11529786"/>
              <a:chOff x="1447799" y="1941610"/>
              <a:chExt cx="22808128" cy="11529786"/>
            </a:xfrm>
          </p:grpSpPr>
          <p:sp>
            <p:nvSpPr>
              <p:cNvPr id="72" name="Rounded Rectangle 71"/>
              <p:cNvSpPr/>
              <p:nvPr/>
            </p:nvSpPr>
            <p:spPr>
              <a:xfrm>
                <a:off x="1575873" y="1941610"/>
                <a:ext cx="22680054" cy="11529786"/>
              </a:xfrm>
              <a:prstGeom prst="roundRect">
                <a:avLst>
                  <a:gd name="adj" fmla="val 2127"/>
                </a:avLst>
              </a:prstGeom>
              <a:solidFill>
                <a:schemeClr val="bg1"/>
              </a:solidFill>
              <a:ln w="28575">
                <a:solidFill>
                  <a:srgbClr val="0999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/>
              <a:lstStyle/>
              <a:p>
                <a:pPr algn="ctr"/>
                <a:endParaRPr lang="en-US" sz="46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04" name="Picture 53"/>
              <p:cNvPicPr>
                <a:picLocks noChangeAspect="1" noChangeArrowheads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230" y="2975075"/>
                <a:ext cx="1495424" cy="1495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7467544" y="4114018"/>
                <a:ext cx="13632086" cy="8332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0" tIns="45705" rIns="91410" bIns="45705" rtlCol="0" anchor="ctr"/>
              <a:lstStyle/>
              <a:p>
                <a:pPr algn="ctr"/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56" name="Group 60"/>
              <p:cNvGrpSpPr/>
              <p:nvPr/>
            </p:nvGrpSpPr>
            <p:grpSpPr>
              <a:xfrm>
                <a:off x="1447800" y="5264647"/>
                <a:ext cx="11518637" cy="907184"/>
                <a:chOff x="7459670" y="7086600"/>
                <a:chExt cx="11519970" cy="907289"/>
              </a:xfrm>
            </p:grpSpPr>
            <p:sp>
              <p:nvSpPr>
                <p:cNvPr id="57" name="Rectangle 56"/>
                <p:cNvSpPr/>
                <p:nvPr/>
              </p:nvSpPr>
              <p:spPr>
                <a:xfrm>
                  <a:off x="9092456" y="7178187"/>
                  <a:ext cx="9887184" cy="81570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sz="4700" b="1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MỆNH ĐỀ. MỆNH ĐỀ CHỨA BIẾN</a:t>
                  </a:r>
                  <a:endParaRPr lang="en-US" sz="4700" b="1" dirty="0">
                    <a:solidFill>
                      <a:srgbClr val="24245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58" name="Group 26"/>
                <p:cNvGrpSpPr/>
                <p:nvPr/>
              </p:nvGrpSpPr>
              <p:grpSpPr>
                <a:xfrm>
                  <a:off x="7459670" y="7086600"/>
                  <a:ext cx="1392615" cy="872846"/>
                  <a:chOff x="7459669" y="7543800"/>
                  <a:chExt cx="1381118" cy="872846"/>
                </a:xfrm>
              </p:grpSpPr>
              <p:sp>
                <p:nvSpPr>
                  <p:cNvPr id="59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-1" fmla="*/ 2363 w 296088"/>
                      <a:gd name="connsiteY0-2" fmla="*/ 164221 h 164221"/>
                      <a:gd name="connsiteX1-3" fmla="*/ 0 w 296088"/>
                      <a:gd name="connsiteY1-4" fmla="*/ 0 h 164221"/>
                      <a:gd name="connsiteX2-5" fmla="*/ 296088 w 296088"/>
                      <a:gd name="connsiteY2-6" fmla="*/ 164221 h 164221"/>
                      <a:gd name="connsiteX3-7" fmla="*/ 2363 w 296088"/>
                      <a:gd name="connsiteY3-8" fmla="*/ 164221 h 164221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60" name="Group 28"/>
                  <p:cNvGrpSpPr/>
                  <p:nvPr/>
                </p:nvGrpSpPr>
                <p:grpSpPr>
                  <a:xfrm>
                    <a:off x="7469187" y="7685126"/>
                    <a:ext cx="1371600" cy="731520"/>
                    <a:chOff x="7469187" y="7685126"/>
                    <a:chExt cx="1371600" cy="731520"/>
                  </a:xfrm>
                </p:grpSpPr>
                <p:sp>
                  <p:nvSpPr>
                    <p:cNvPr id="61" name="Round Same Side Corner Rectangle 60"/>
                    <p:cNvSpPr/>
                    <p:nvPr/>
                  </p:nvSpPr>
                  <p:spPr>
                    <a:xfrm rot="5400000">
                      <a:off x="7789227" y="7365086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2" name="TextBox 61"/>
                    <p:cNvSpPr txBox="1"/>
                    <p:nvPr/>
                  </p:nvSpPr>
                  <p:spPr>
                    <a:xfrm>
                      <a:off x="7958807" y="7688759"/>
                      <a:ext cx="507514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63" name="Group 67"/>
              <p:cNvGrpSpPr/>
              <p:nvPr/>
            </p:nvGrpSpPr>
            <p:grpSpPr>
              <a:xfrm>
                <a:off x="1447800" y="8814033"/>
                <a:ext cx="10524775" cy="929775"/>
                <a:chOff x="7459670" y="8524495"/>
                <a:chExt cx="10525993" cy="929882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9092456" y="8638675"/>
                  <a:ext cx="8893207" cy="81570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700" b="1" spc="-150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PHỦ ĐỊNH CỦA MỘT MỆNH ĐỀ</a:t>
                  </a:r>
                  <a:endParaRPr lang="en-US" sz="4700" b="1" spc="-150" dirty="0">
                    <a:solidFill>
                      <a:srgbClr val="24245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76" name="Group 32"/>
                <p:cNvGrpSpPr/>
                <p:nvPr/>
              </p:nvGrpSpPr>
              <p:grpSpPr>
                <a:xfrm>
                  <a:off x="7459670" y="8524495"/>
                  <a:ext cx="1392615" cy="872846"/>
                  <a:chOff x="7459669" y="7543800"/>
                  <a:chExt cx="1381118" cy="872846"/>
                </a:xfrm>
              </p:grpSpPr>
              <p:sp>
                <p:nvSpPr>
                  <p:cNvPr id="77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-1" fmla="*/ 2363 w 296088"/>
                      <a:gd name="connsiteY0-2" fmla="*/ 164221 h 164221"/>
                      <a:gd name="connsiteX1-3" fmla="*/ 0 w 296088"/>
                      <a:gd name="connsiteY1-4" fmla="*/ 0 h 164221"/>
                      <a:gd name="connsiteX2-5" fmla="*/ 296088 w 296088"/>
                      <a:gd name="connsiteY2-6" fmla="*/ 164221 h 164221"/>
                      <a:gd name="connsiteX3-7" fmla="*/ 2363 w 296088"/>
                      <a:gd name="connsiteY3-8" fmla="*/ 164221 h 164221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78" name="Group 41"/>
                  <p:cNvGrpSpPr/>
                  <p:nvPr/>
                </p:nvGrpSpPr>
                <p:grpSpPr>
                  <a:xfrm>
                    <a:off x="7469187" y="7685126"/>
                    <a:ext cx="1371600" cy="731520"/>
                    <a:chOff x="7469187" y="7685126"/>
                    <a:chExt cx="1371600" cy="731520"/>
                  </a:xfrm>
                </p:grpSpPr>
                <p:sp>
                  <p:nvSpPr>
                    <p:cNvPr id="79" name="Round Same Side Corner Rectangle 78"/>
                    <p:cNvSpPr/>
                    <p:nvPr/>
                  </p:nvSpPr>
                  <p:spPr>
                    <a:xfrm rot="5400000">
                      <a:off x="7789227" y="7365086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0" name="TextBox 79"/>
                    <p:cNvSpPr txBox="1"/>
                    <p:nvPr/>
                  </p:nvSpPr>
                  <p:spPr>
                    <a:xfrm>
                      <a:off x="7958806" y="7688759"/>
                      <a:ext cx="507513" cy="70796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81" name="Group 74"/>
              <p:cNvGrpSpPr/>
              <p:nvPr/>
            </p:nvGrpSpPr>
            <p:grpSpPr>
              <a:xfrm>
                <a:off x="1447800" y="11125200"/>
                <a:ext cx="16307263" cy="914831"/>
                <a:chOff x="7459670" y="9982200"/>
                <a:chExt cx="16309150" cy="914937"/>
              </a:xfrm>
            </p:grpSpPr>
            <p:sp>
              <p:nvSpPr>
                <p:cNvPr id="82" name="Rectangle 81"/>
                <p:cNvSpPr/>
                <p:nvPr/>
              </p:nvSpPr>
              <p:spPr>
                <a:xfrm>
                  <a:off x="8900530" y="10081435"/>
                  <a:ext cx="14868290" cy="81570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sz="4700" b="1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MỆNH ĐỀ ĐẢO - HAI MỆNH ĐỀ TƯƠNG ĐƯƠNG</a:t>
                  </a:r>
                  <a:endParaRPr lang="en-US" sz="4700" b="1" dirty="0">
                    <a:solidFill>
                      <a:srgbClr val="24245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83" name="Group 44"/>
                <p:cNvGrpSpPr/>
                <p:nvPr/>
              </p:nvGrpSpPr>
              <p:grpSpPr>
                <a:xfrm>
                  <a:off x="7459670" y="9982200"/>
                  <a:ext cx="1392615" cy="872846"/>
                  <a:chOff x="7459669" y="7543800"/>
                  <a:chExt cx="1381118" cy="872846"/>
                </a:xfrm>
              </p:grpSpPr>
              <p:sp>
                <p:nvSpPr>
                  <p:cNvPr id="84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-1" fmla="*/ 2363 w 296088"/>
                      <a:gd name="connsiteY0-2" fmla="*/ 164221 h 164221"/>
                      <a:gd name="connsiteX1-3" fmla="*/ 0 w 296088"/>
                      <a:gd name="connsiteY1-4" fmla="*/ 0 h 164221"/>
                      <a:gd name="connsiteX2-5" fmla="*/ 296088 w 296088"/>
                      <a:gd name="connsiteY2-6" fmla="*/ 164221 h 164221"/>
                      <a:gd name="connsiteX3-7" fmla="*/ 2363 w 296088"/>
                      <a:gd name="connsiteY3-8" fmla="*/ 164221 h 164221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85" name="Group 46"/>
                  <p:cNvGrpSpPr/>
                  <p:nvPr/>
                </p:nvGrpSpPr>
                <p:grpSpPr>
                  <a:xfrm>
                    <a:off x="7469187" y="7685126"/>
                    <a:ext cx="1371600" cy="731520"/>
                    <a:chOff x="7469187" y="7685126"/>
                    <a:chExt cx="1371600" cy="731520"/>
                  </a:xfrm>
                </p:grpSpPr>
                <p:sp>
                  <p:nvSpPr>
                    <p:cNvPr id="86" name="Round Same Side Corner Rectangle 85"/>
                    <p:cNvSpPr/>
                    <p:nvPr/>
                  </p:nvSpPr>
                  <p:spPr>
                    <a:xfrm rot="5400000">
                      <a:off x="7789227" y="7365086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7" name="TextBox 86"/>
                    <p:cNvSpPr txBox="1"/>
                    <p:nvPr/>
                  </p:nvSpPr>
                  <p:spPr>
                    <a:xfrm>
                      <a:off x="7958808" y="7688759"/>
                      <a:ext cx="507513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88" name="Group 87"/>
              <p:cNvGrpSpPr/>
              <p:nvPr/>
            </p:nvGrpSpPr>
            <p:grpSpPr>
              <a:xfrm>
                <a:off x="3462338" y="6486123"/>
                <a:ext cx="10379283" cy="890586"/>
                <a:chOff x="-1303336" y="2872606"/>
                <a:chExt cx="10379283" cy="890586"/>
              </a:xfrm>
            </p:grpSpPr>
            <p:sp>
              <p:nvSpPr>
                <p:cNvPr id="89" name="TextBox 88"/>
                <p:cNvSpPr txBox="1"/>
                <p:nvPr/>
              </p:nvSpPr>
              <p:spPr>
                <a:xfrm>
                  <a:off x="84347" y="2932195"/>
                  <a:ext cx="8991600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800" b="1" i="1" dirty="0" err="1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Mệnh</a:t>
                  </a:r>
                  <a:r>
                    <a:rPr lang="en-US" sz="4800" b="1" i="1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4800" b="1" i="1" dirty="0" err="1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đề</a:t>
                  </a:r>
                  <a:endParaRPr lang="en-US" sz="4800" b="1" i="1" dirty="0">
                    <a:solidFill>
                      <a:srgbClr val="24245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0" name="Rounded Rectangle 89"/>
                <p:cNvSpPr/>
                <p:nvPr/>
              </p:nvSpPr>
              <p:spPr>
                <a:xfrm>
                  <a:off x="-1303336" y="2875252"/>
                  <a:ext cx="1269206" cy="804672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1" name="TextBox 90"/>
                <p:cNvSpPr txBox="1"/>
                <p:nvPr/>
              </p:nvSpPr>
              <p:spPr>
                <a:xfrm>
                  <a:off x="-920921" y="2872606"/>
                  <a:ext cx="543740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400" b="1">
                      <a:solidFill>
                        <a:schemeClr val="bg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1</a:t>
                  </a:r>
                  <a:endParaRPr lang="en-US" sz="4400" b="1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3462338" y="7659171"/>
                <a:ext cx="10253661" cy="861774"/>
                <a:chOff x="-1303336" y="2818150"/>
                <a:chExt cx="10253661" cy="861774"/>
              </a:xfrm>
            </p:grpSpPr>
            <p:sp>
              <p:nvSpPr>
                <p:cNvPr id="93" name="TextBox 92"/>
                <p:cNvSpPr txBox="1"/>
                <p:nvPr/>
              </p:nvSpPr>
              <p:spPr>
                <a:xfrm>
                  <a:off x="-41275" y="2818150"/>
                  <a:ext cx="8991600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800" b="1" i="1" dirty="0" err="1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Mệnh</a:t>
                  </a:r>
                  <a:r>
                    <a:rPr lang="en-US" sz="4800" b="1" i="1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4800" b="1" i="1" dirty="0" err="1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đề</a:t>
                  </a:r>
                  <a:r>
                    <a:rPr lang="en-US" sz="4800" b="1" i="1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4800" b="1" i="1" dirty="0" err="1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chứa</a:t>
                  </a:r>
                  <a:r>
                    <a:rPr lang="en-US" sz="4800" b="1" i="1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4800" b="1" i="1" dirty="0" err="1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biến</a:t>
                  </a:r>
                  <a:endParaRPr lang="en-US" sz="4800" b="1" i="1" dirty="0">
                    <a:solidFill>
                      <a:srgbClr val="24245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4" name="Rounded Rectangle 93"/>
                <p:cNvSpPr/>
                <p:nvPr/>
              </p:nvSpPr>
              <p:spPr>
                <a:xfrm>
                  <a:off x="-1303336" y="2875252"/>
                  <a:ext cx="1269206" cy="804672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sp>
              <p:nvSpPr>
                <p:cNvPr id="95" name="TextBox 94"/>
                <p:cNvSpPr txBox="1"/>
                <p:nvPr/>
              </p:nvSpPr>
              <p:spPr>
                <a:xfrm>
                  <a:off x="-955675" y="2847202"/>
                  <a:ext cx="543740" cy="7694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4400" b="1" dirty="0">
                      <a:solidFill>
                        <a:schemeClr val="bg1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2</a:t>
                  </a:r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grpSp>
            <p:nvGrpSpPr>
              <p:cNvPr id="47" name="Group 67"/>
              <p:cNvGrpSpPr/>
              <p:nvPr/>
            </p:nvGrpSpPr>
            <p:grpSpPr>
              <a:xfrm>
                <a:off x="1447799" y="9982200"/>
                <a:ext cx="7596774" cy="956919"/>
                <a:chOff x="7459670" y="8524495"/>
                <a:chExt cx="9822005" cy="957029"/>
              </a:xfrm>
            </p:grpSpPr>
            <p:sp>
              <p:nvSpPr>
                <p:cNvPr id="48" name="Rectangle 47"/>
                <p:cNvSpPr/>
                <p:nvPr/>
              </p:nvSpPr>
              <p:spPr>
                <a:xfrm>
                  <a:off x="9529918" y="8665822"/>
                  <a:ext cx="7751757" cy="81570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700" b="1" spc="-150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MỆNH ĐỀ KÉO THEO</a:t>
                  </a:r>
                  <a:endParaRPr lang="en-US" sz="4700" b="1" spc="-150" dirty="0">
                    <a:solidFill>
                      <a:srgbClr val="242452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49" name="Group 32"/>
                <p:cNvGrpSpPr/>
                <p:nvPr/>
              </p:nvGrpSpPr>
              <p:grpSpPr>
                <a:xfrm>
                  <a:off x="7459670" y="8524495"/>
                  <a:ext cx="1800329" cy="929883"/>
                  <a:chOff x="7459669" y="7543800"/>
                  <a:chExt cx="1785466" cy="929883"/>
                </a:xfrm>
              </p:grpSpPr>
              <p:sp>
                <p:nvSpPr>
                  <p:cNvPr id="50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-1" fmla="*/ 2363 w 296088"/>
                      <a:gd name="connsiteY0-2" fmla="*/ 164221 h 164221"/>
                      <a:gd name="connsiteX1-3" fmla="*/ 0 w 296088"/>
                      <a:gd name="connsiteY1-4" fmla="*/ 0 h 164221"/>
                      <a:gd name="connsiteX2-5" fmla="*/ 296088 w 296088"/>
                      <a:gd name="connsiteY2-6" fmla="*/ 164221 h 164221"/>
                      <a:gd name="connsiteX3-7" fmla="*/ 2363 w 296088"/>
                      <a:gd name="connsiteY3-8" fmla="*/ 164221 h 164221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51" name="Group 41"/>
                  <p:cNvGrpSpPr/>
                  <p:nvPr/>
                </p:nvGrpSpPr>
                <p:grpSpPr>
                  <a:xfrm>
                    <a:off x="7469189" y="7685126"/>
                    <a:ext cx="1775946" cy="788557"/>
                    <a:chOff x="7469189" y="7685126"/>
                    <a:chExt cx="1775946" cy="788557"/>
                  </a:xfrm>
                </p:grpSpPr>
                <p:sp>
                  <p:nvSpPr>
                    <p:cNvPr id="52" name="Round Same Side Corner Rectangle 51"/>
                    <p:cNvSpPr/>
                    <p:nvPr/>
                  </p:nvSpPr>
                  <p:spPr>
                    <a:xfrm rot="5400000">
                      <a:off x="7962883" y="7191432"/>
                      <a:ext cx="788557" cy="1775946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3" name="TextBox 52"/>
                    <p:cNvSpPr txBox="1"/>
                    <p:nvPr/>
                  </p:nvSpPr>
                  <p:spPr>
                    <a:xfrm>
                      <a:off x="8104940" y="7725421"/>
                      <a:ext cx="656097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54" name="Group 74"/>
              <p:cNvGrpSpPr/>
              <p:nvPr/>
            </p:nvGrpSpPr>
            <p:grpSpPr>
              <a:xfrm>
                <a:off x="1447800" y="12257830"/>
                <a:ext cx="6294906" cy="962527"/>
                <a:chOff x="7459670" y="9982200"/>
                <a:chExt cx="6295633" cy="962638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5" name="Rectangle 54"/>
                    <p:cNvSpPr/>
                    <p:nvPr/>
                  </p:nvSpPr>
                  <p:spPr>
                    <a:xfrm>
                      <a:off x="8900529" y="10129136"/>
                      <a:ext cx="4854774" cy="81570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r>
                        <a:rPr lang="en-US" sz="4700" b="1" dirty="0">
                          <a:solidFill>
                            <a:srgbClr val="24245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KÍ HIỆU </a:t>
                      </a:r>
                      <a14:m>
                        <m:oMath xmlns:m="http://schemas.openxmlformats.org/officeDocument/2006/math">
                          <m:r>
                            <a:rPr lang="en-US" sz="4700" b="1" i="1" smtClean="0">
                              <a:solidFill>
                                <a:srgbClr val="24245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Tahoma" panose="020B0604030504040204" pitchFamily="34" charset="0"/>
                            </a:rPr>
                            <m:t>∀ </m:t>
                          </m:r>
                        </m:oMath>
                      </a14:m>
                      <a:r>
                        <a:rPr lang="en-US" sz="4700" b="1" dirty="0">
                          <a:solidFill>
                            <a:srgbClr val="24245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VÀ </a:t>
                      </a:r>
                      <a14:m>
                        <m:oMath xmlns:m="http://schemas.openxmlformats.org/officeDocument/2006/math">
                          <m:r>
                            <a:rPr lang="en-US" sz="4700" b="1" i="1" smtClean="0">
                              <a:solidFill>
                                <a:srgbClr val="24245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Tahoma" panose="020B0604030504040204" pitchFamily="34" charset="0"/>
                            </a:rPr>
                            <m:t>∃</m:t>
                          </m:r>
                        </m:oMath>
                      </a14:m>
                      <a:endParaRPr lang="en-US" sz="4700" b="1" dirty="0">
                        <a:solidFill>
                          <a:srgbClr val="242452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55" name="Rectangle 5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900529" y="10129136"/>
                      <a:ext cx="4854774" cy="815702"/>
                    </a:xfrm>
                    <a:prstGeom prst="rect">
                      <a:avLst/>
                    </a:prstGeom>
                    <a:blipFill rotWithShape="1">
                      <a:blip r:embed="rId2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64" name="Group 44"/>
                <p:cNvGrpSpPr/>
                <p:nvPr/>
              </p:nvGrpSpPr>
              <p:grpSpPr>
                <a:xfrm>
                  <a:off x="7459670" y="9982200"/>
                  <a:ext cx="1392615" cy="872846"/>
                  <a:chOff x="7459669" y="7543800"/>
                  <a:chExt cx="1381118" cy="872846"/>
                </a:xfrm>
              </p:grpSpPr>
              <p:sp>
                <p:nvSpPr>
                  <p:cNvPr id="65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-1" fmla="*/ 2363 w 296088"/>
                      <a:gd name="connsiteY0-2" fmla="*/ 164221 h 164221"/>
                      <a:gd name="connsiteX1-3" fmla="*/ 0 w 296088"/>
                      <a:gd name="connsiteY1-4" fmla="*/ 0 h 164221"/>
                      <a:gd name="connsiteX2-5" fmla="*/ 296088 w 296088"/>
                      <a:gd name="connsiteY2-6" fmla="*/ 164221 h 164221"/>
                      <a:gd name="connsiteX3-7" fmla="*/ 2363 w 296088"/>
                      <a:gd name="connsiteY3-8" fmla="*/ 164221 h 164221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66" name="Group 46"/>
                  <p:cNvGrpSpPr/>
                  <p:nvPr/>
                </p:nvGrpSpPr>
                <p:grpSpPr>
                  <a:xfrm>
                    <a:off x="7469187" y="7685126"/>
                    <a:ext cx="1371600" cy="731520"/>
                    <a:chOff x="7469187" y="7685126"/>
                    <a:chExt cx="1371600" cy="731520"/>
                  </a:xfrm>
                </p:grpSpPr>
                <p:sp>
                  <p:nvSpPr>
                    <p:cNvPr id="67" name="Round Same Side Corner Rectangle 66"/>
                    <p:cNvSpPr/>
                    <p:nvPr/>
                  </p:nvSpPr>
                  <p:spPr>
                    <a:xfrm rot="5400000">
                      <a:off x="7789227" y="7365086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8" name="TextBox 67"/>
                    <p:cNvSpPr txBox="1"/>
                    <p:nvPr/>
                  </p:nvSpPr>
                  <p:spPr>
                    <a:xfrm>
                      <a:off x="7949269" y="7688759"/>
                      <a:ext cx="526593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103" name="Google Shape;122;p14"/>
            <p:cNvSpPr/>
            <p:nvPr/>
          </p:nvSpPr>
          <p:spPr>
            <a:xfrm>
              <a:off x="2873941" y="2676229"/>
              <a:ext cx="4418523" cy="88263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17500" dir="5400000" sx="90000" sy="-19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  <a:scene3d>
                <a:camera prst="orthographicFront"/>
                <a:lightRig rig="threePt" dir="t"/>
              </a:scene3d>
              <a:sp3d prstMaterial="metal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sed" panose="020B0502040204020203" pitchFamily="34" charset="0"/>
                  <a:sym typeface="Baumans"/>
                </a:rPr>
                <a:t>TOÁN</a:t>
              </a:r>
              <a:endParaRPr sz="8000" dirty="0">
                <a:solidFill>
                  <a:srgbClr val="FF0000"/>
                </a:solidFill>
                <a:effectLst>
                  <a:glow rad="76200">
                    <a:srgbClr val="FFFF00">
                      <a:alpha val="47000"/>
                    </a:srgbClr>
                  </a:glow>
                  <a:outerShdw blurRad="50800" dist="38100" dir="18900000" algn="bl" rotWithShape="0">
                    <a:srgbClr val="0000CC">
                      <a:alpha val="40000"/>
                    </a:srgbClr>
                  </a:outerShdw>
                </a:effectLst>
                <a:latin typeface="Bahnschrift SemiBold SemiCondensed" panose="020B0502040204020203" pitchFamily="34" charset="0"/>
              </a:endParaRPr>
            </a:p>
          </p:txBody>
        </p:sp>
        <p:grpSp>
          <p:nvGrpSpPr>
            <p:cNvPr id="105" name="Group 104"/>
            <p:cNvGrpSpPr/>
            <p:nvPr/>
          </p:nvGrpSpPr>
          <p:grpSpPr>
            <a:xfrm>
              <a:off x="4441592" y="3938762"/>
              <a:ext cx="1316269" cy="1323399"/>
              <a:chOff x="4902568" y="2960791"/>
              <a:chExt cx="1316269" cy="1323399"/>
            </a:xfrm>
          </p:grpSpPr>
          <p:grpSp>
            <p:nvGrpSpPr>
              <p:cNvPr id="106" name="Group 105"/>
              <p:cNvGrpSpPr/>
              <p:nvPr/>
            </p:nvGrpSpPr>
            <p:grpSpPr>
              <a:xfrm>
                <a:off x="5015148" y="2971696"/>
                <a:ext cx="1175009" cy="1143519"/>
                <a:chOff x="5015148" y="2971695"/>
                <a:chExt cx="1175009" cy="1143520"/>
              </a:xfrm>
            </p:grpSpPr>
            <p:sp>
              <p:nvSpPr>
                <p:cNvPr id="108" name="Oval 107"/>
                <p:cNvSpPr/>
                <p:nvPr/>
              </p:nvSpPr>
              <p:spPr>
                <a:xfrm>
                  <a:off x="5015148" y="2971695"/>
                  <a:ext cx="1175009" cy="1143520"/>
                </a:xfrm>
                <a:prstGeom prst="ellipse">
                  <a:avLst/>
                </a:prstGeom>
                <a:solidFill>
                  <a:srgbClr val="FFFF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/>
                <p:cNvSpPr/>
                <p:nvPr/>
              </p:nvSpPr>
              <p:spPr>
                <a:xfrm>
                  <a:off x="5015148" y="2993775"/>
                  <a:ext cx="1091111" cy="1121440"/>
                </a:xfrm>
                <a:prstGeom prst="ellipse">
                  <a:avLst/>
                </a:prstGeom>
                <a:solidFill>
                  <a:srgbClr val="3333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Google Shape;123;p14"/>
              <p:cNvSpPr txBox="1"/>
              <p:nvPr/>
            </p:nvSpPr>
            <p:spPr>
              <a:xfrm>
                <a:off x="4902568" y="2960791"/>
                <a:ext cx="1316269" cy="1323399"/>
              </a:xfrm>
              <a:prstGeom prst="rect">
                <a:avLst/>
              </a:prstGeom>
              <a:noFill/>
              <a:ln>
                <a:noFill/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0">
                    <a:solidFill>
                      <a:schemeClr val="bg1"/>
                    </a:solidFill>
                    <a:latin typeface="Yu Gothic UI Semilight" panose="020B0400000000000000" pitchFamily="34" charset="-128"/>
                    <a:ea typeface="Yu Gothic UI Semilight" panose="020B0400000000000000" pitchFamily="34" charset="-128"/>
                  </a:rPr>
                  <a:t>➉</a:t>
                </a:r>
                <a:endParaRPr sz="8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7" name="Group 96"/>
          <p:cNvGrpSpPr/>
          <p:nvPr/>
        </p:nvGrpSpPr>
        <p:grpSpPr>
          <a:xfrm>
            <a:off x="7285507" y="1769490"/>
            <a:ext cx="11228423" cy="1866040"/>
            <a:chOff x="394026" y="139419"/>
            <a:chExt cx="11228423" cy="1866040"/>
          </a:xfrm>
        </p:grpSpPr>
        <p:grpSp>
          <p:nvGrpSpPr>
            <p:cNvPr id="99" name="Group 98"/>
            <p:cNvGrpSpPr/>
            <p:nvPr/>
          </p:nvGrpSpPr>
          <p:grpSpPr>
            <a:xfrm>
              <a:off x="394026" y="139419"/>
              <a:ext cx="11228423" cy="1866040"/>
              <a:chOff x="814648" y="4231655"/>
              <a:chExt cx="11228423" cy="1866040"/>
            </a:xfrm>
          </p:grpSpPr>
          <p:sp>
            <p:nvSpPr>
              <p:cNvPr id="101" name="Rectangle 100"/>
              <p:cNvSpPr/>
              <p:nvPr/>
            </p:nvSpPr>
            <p:spPr>
              <a:xfrm>
                <a:off x="870246" y="4231803"/>
                <a:ext cx="11172825" cy="653260"/>
              </a:xfrm>
              <a:prstGeom prst="rect">
                <a:avLst/>
              </a:prstGeom>
              <a:pattFill prst="openDmnd">
                <a:fgClr>
                  <a:srgbClr val="F1FEE8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>
                <a:noFill/>
              </a:ln>
              <a:effectLst>
                <a:innerShdw blurRad="63500" dist="50800" dir="108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2" name="Group 101"/>
              <p:cNvGrpSpPr/>
              <p:nvPr/>
            </p:nvGrpSpPr>
            <p:grpSpPr>
              <a:xfrm>
                <a:off x="814648" y="4231655"/>
                <a:ext cx="2576252" cy="1866040"/>
                <a:chOff x="295100" y="4145454"/>
                <a:chExt cx="2768316" cy="1866040"/>
              </a:xfrm>
            </p:grpSpPr>
            <p:grpSp>
              <p:nvGrpSpPr>
                <p:cNvPr id="121" name="Group 120"/>
                <p:cNvGrpSpPr/>
                <p:nvPr/>
              </p:nvGrpSpPr>
              <p:grpSpPr>
                <a:xfrm>
                  <a:off x="295100" y="4145454"/>
                  <a:ext cx="2768316" cy="1866040"/>
                  <a:chOff x="295100" y="4145454"/>
                  <a:chExt cx="2768316" cy="1866040"/>
                </a:xfrm>
              </p:grpSpPr>
              <p:sp>
                <p:nvSpPr>
                  <p:cNvPr id="123" name="Freeform: Shape 122"/>
                  <p:cNvSpPr/>
                  <p:nvPr/>
                </p:nvSpPr>
                <p:spPr>
                  <a:xfrm rot="5400000">
                    <a:off x="746239" y="3694317"/>
                    <a:ext cx="1866039" cy="2768315"/>
                  </a:xfrm>
                  <a:custGeom>
                    <a:avLst/>
                    <a:gdLst>
                      <a:gd name="connsiteX0" fmla="*/ 0 w 2294140"/>
                      <a:gd name="connsiteY0" fmla="*/ 2006314 h 2006314"/>
                      <a:gd name="connsiteX1" fmla="*/ 0 w 2294140"/>
                      <a:gd name="connsiteY1" fmla="*/ 0 h 2006314"/>
                      <a:gd name="connsiteX2" fmla="*/ 10689 w 2294140"/>
                      <a:gd name="connsiteY2" fmla="*/ 9348 h 2006314"/>
                      <a:gd name="connsiteX3" fmla="*/ 35640 w 2294140"/>
                      <a:gd name="connsiteY3" fmla="*/ 123055 h 2006314"/>
                      <a:gd name="connsiteX4" fmla="*/ 2209107 w 2294140"/>
                      <a:gd name="connsiteY4" fmla="*/ 1996789 h 2006314"/>
                      <a:gd name="connsiteX5" fmla="*/ 2278550 w 2294140"/>
                      <a:gd name="connsiteY5" fmla="*/ 1992680 h 2006314"/>
                      <a:gd name="connsiteX6" fmla="*/ 2294140 w 2294140"/>
                      <a:gd name="connsiteY6" fmla="*/ 2006314 h 20063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94140" h="2006314">
                        <a:moveTo>
                          <a:pt x="0" y="2006314"/>
                        </a:moveTo>
                        <a:lnTo>
                          <a:pt x="0" y="0"/>
                        </a:lnTo>
                        <a:lnTo>
                          <a:pt x="10689" y="9348"/>
                        </a:lnTo>
                        <a:lnTo>
                          <a:pt x="35640" y="123055"/>
                        </a:lnTo>
                        <a:cubicBezTo>
                          <a:pt x="323780" y="1208601"/>
                          <a:pt x="1187892" y="1996789"/>
                          <a:pt x="2209107" y="1996789"/>
                        </a:cubicBezTo>
                        <a:lnTo>
                          <a:pt x="2278550" y="1992680"/>
                        </a:lnTo>
                        <a:lnTo>
                          <a:pt x="2294140" y="2006314"/>
                        </a:lnTo>
                        <a:close/>
                      </a:path>
                    </a:pathLst>
                  </a:cu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4" name="Freeform: Shape 123"/>
                  <p:cNvSpPr/>
                  <p:nvPr/>
                </p:nvSpPr>
                <p:spPr>
                  <a:xfrm rot="5400000">
                    <a:off x="238468" y="4211612"/>
                    <a:ext cx="1866037" cy="1733724"/>
                  </a:xfrm>
                  <a:custGeom>
                    <a:avLst/>
                    <a:gdLst>
                      <a:gd name="connsiteX0" fmla="*/ 0 w 2294140"/>
                      <a:gd name="connsiteY0" fmla="*/ 2006314 h 2006314"/>
                      <a:gd name="connsiteX1" fmla="*/ 0 w 2294140"/>
                      <a:gd name="connsiteY1" fmla="*/ 0 h 2006314"/>
                      <a:gd name="connsiteX2" fmla="*/ 10689 w 2294140"/>
                      <a:gd name="connsiteY2" fmla="*/ 9348 h 2006314"/>
                      <a:gd name="connsiteX3" fmla="*/ 35640 w 2294140"/>
                      <a:gd name="connsiteY3" fmla="*/ 123055 h 2006314"/>
                      <a:gd name="connsiteX4" fmla="*/ 2209107 w 2294140"/>
                      <a:gd name="connsiteY4" fmla="*/ 1996789 h 2006314"/>
                      <a:gd name="connsiteX5" fmla="*/ 2278550 w 2294140"/>
                      <a:gd name="connsiteY5" fmla="*/ 1992680 h 2006314"/>
                      <a:gd name="connsiteX6" fmla="*/ 2294140 w 2294140"/>
                      <a:gd name="connsiteY6" fmla="*/ 2006314 h 20063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94140" h="2006314">
                        <a:moveTo>
                          <a:pt x="0" y="2006314"/>
                        </a:moveTo>
                        <a:lnTo>
                          <a:pt x="0" y="0"/>
                        </a:lnTo>
                        <a:lnTo>
                          <a:pt x="10689" y="9348"/>
                        </a:lnTo>
                        <a:lnTo>
                          <a:pt x="35640" y="123055"/>
                        </a:lnTo>
                        <a:cubicBezTo>
                          <a:pt x="323780" y="1208601"/>
                          <a:pt x="1187892" y="1996789"/>
                          <a:pt x="2209107" y="1996789"/>
                        </a:cubicBezTo>
                        <a:lnTo>
                          <a:pt x="2278550" y="1992680"/>
                        </a:lnTo>
                        <a:lnTo>
                          <a:pt x="2294140" y="2006314"/>
                        </a:lnTo>
                        <a:close/>
                      </a:path>
                    </a:pathLst>
                  </a:custGeom>
                  <a:solidFill>
                    <a:schemeClr val="accent4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5" name="Freeform: Shape 124"/>
                  <p:cNvSpPr/>
                  <p:nvPr/>
                </p:nvSpPr>
                <p:spPr>
                  <a:xfrm rot="5400000">
                    <a:off x="5106" y="4435448"/>
                    <a:ext cx="1866038" cy="1286049"/>
                  </a:xfrm>
                  <a:custGeom>
                    <a:avLst/>
                    <a:gdLst>
                      <a:gd name="connsiteX0" fmla="*/ 0 w 2294140"/>
                      <a:gd name="connsiteY0" fmla="*/ 2006314 h 2006314"/>
                      <a:gd name="connsiteX1" fmla="*/ 0 w 2294140"/>
                      <a:gd name="connsiteY1" fmla="*/ 0 h 2006314"/>
                      <a:gd name="connsiteX2" fmla="*/ 10689 w 2294140"/>
                      <a:gd name="connsiteY2" fmla="*/ 9348 h 2006314"/>
                      <a:gd name="connsiteX3" fmla="*/ 35640 w 2294140"/>
                      <a:gd name="connsiteY3" fmla="*/ 123055 h 2006314"/>
                      <a:gd name="connsiteX4" fmla="*/ 2209107 w 2294140"/>
                      <a:gd name="connsiteY4" fmla="*/ 1996789 h 2006314"/>
                      <a:gd name="connsiteX5" fmla="*/ 2278550 w 2294140"/>
                      <a:gd name="connsiteY5" fmla="*/ 1992680 h 2006314"/>
                      <a:gd name="connsiteX6" fmla="*/ 2294140 w 2294140"/>
                      <a:gd name="connsiteY6" fmla="*/ 2006314 h 20063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294140" h="2006314">
                        <a:moveTo>
                          <a:pt x="0" y="2006314"/>
                        </a:moveTo>
                        <a:lnTo>
                          <a:pt x="0" y="0"/>
                        </a:lnTo>
                        <a:lnTo>
                          <a:pt x="10689" y="9348"/>
                        </a:lnTo>
                        <a:lnTo>
                          <a:pt x="35640" y="123055"/>
                        </a:lnTo>
                        <a:cubicBezTo>
                          <a:pt x="323780" y="1208601"/>
                          <a:pt x="1187892" y="1996789"/>
                          <a:pt x="2209107" y="1996789"/>
                        </a:cubicBezTo>
                        <a:lnTo>
                          <a:pt x="2278550" y="1992680"/>
                        </a:lnTo>
                        <a:lnTo>
                          <a:pt x="2294140" y="2006314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122" name="Picture 121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4843" y="4191912"/>
                  <a:ext cx="374013" cy="492528"/>
                </a:xfrm>
                <a:prstGeom prst="rect">
                  <a:avLst/>
                </a:prstGeom>
              </p:spPr>
            </p:pic>
          </p:grpSp>
          <p:grpSp>
            <p:nvGrpSpPr>
              <p:cNvPr id="110" name="Group 109"/>
              <p:cNvGrpSpPr/>
              <p:nvPr/>
            </p:nvGrpSpPr>
            <p:grpSpPr>
              <a:xfrm>
                <a:off x="1382150" y="4821034"/>
                <a:ext cx="7841621" cy="1080999"/>
                <a:chOff x="2217673" y="4788029"/>
                <a:chExt cx="7841621" cy="1080999"/>
              </a:xfrm>
            </p:grpSpPr>
            <p:grpSp>
              <p:nvGrpSpPr>
                <p:cNvPr id="111" name="Group 110"/>
                <p:cNvGrpSpPr/>
                <p:nvPr/>
              </p:nvGrpSpPr>
              <p:grpSpPr>
                <a:xfrm>
                  <a:off x="2217673" y="4788029"/>
                  <a:ext cx="7841621" cy="1080999"/>
                  <a:chOff x="2151171" y="4731333"/>
                  <a:chExt cx="7841621" cy="1080999"/>
                </a:xfrm>
              </p:grpSpPr>
              <p:sp>
                <p:nvSpPr>
                  <p:cNvPr id="117" name="Arrow: Pentagon 116"/>
                  <p:cNvSpPr/>
                  <p:nvPr/>
                </p:nvSpPr>
                <p:spPr>
                  <a:xfrm>
                    <a:off x="3103023" y="4731333"/>
                    <a:ext cx="6889769" cy="707886"/>
                  </a:xfrm>
                  <a:prstGeom prst="homePlate">
                    <a:avLst>
                      <a:gd name="adj" fmla="val 32355"/>
                    </a:avLst>
                  </a:prstGeom>
                  <a:solidFill>
                    <a:srgbClr val="F1FEE8">
                      <a:alpha val="26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18" name="Group 117"/>
                  <p:cNvGrpSpPr/>
                  <p:nvPr/>
                </p:nvGrpSpPr>
                <p:grpSpPr>
                  <a:xfrm>
                    <a:off x="2151171" y="4769642"/>
                    <a:ext cx="1377331" cy="1042690"/>
                    <a:chOff x="2830740" y="5063236"/>
                    <a:chExt cx="1377331" cy="1042690"/>
                  </a:xfrm>
                </p:grpSpPr>
                <p:sp>
                  <p:nvSpPr>
                    <p:cNvPr id="119" name="Oval 118"/>
                    <p:cNvSpPr/>
                    <p:nvPr/>
                  </p:nvSpPr>
                  <p:spPr>
                    <a:xfrm>
                      <a:off x="2830740" y="5063236"/>
                      <a:ext cx="1041975" cy="1042690"/>
                    </a:xfrm>
                    <a:prstGeom prst="ellipse">
                      <a:avLst/>
                    </a:prstGeom>
                    <a:solidFill>
                      <a:srgbClr val="EBFDFF"/>
                    </a:solidFill>
                    <a:ln>
                      <a:noFill/>
                    </a:ln>
                    <a:effectLst>
                      <a:glow rad="63500">
                        <a:schemeClr val="accent5">
                          <a:satMod val="175000"/>
                          <a:alpha val="40000"/>
                        </a:schemeClr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20" name="TextBox 119"/>
                    <p:cNvSpPr txBox="1"/>
                    <p:nvPr/>
                  </p:nvSpPr>
                  <p:spPr>
                    <a:xfrm>
                      <a:off x="3001248" y="5193344"/>
                      <a:ext cx="1206823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4000" b="1">
                          <a:solidFill>
                            <a:srgbClr val="FF0000"/>
                          </a:solidFill>
                          <a:latin typeface="Britannic Bold" panose="020B0903060703020204" pitchFamily="34" charset="0"/>
                        </a:rPr>
                        <a:t>§1</a:t>
                      </a:r>
                      <a:endParaRPr lang="en-US" sz="4000" b="1">
                        <a:solidFill>
                          <a:srgbClr val="FF0000"/>
                        </a:solidFill>
                        <a:latin typeface="Britannic Bold" panose="020B0903060703020204" pitchFamily="34" charset="0"/>
                      </a:endParaRPr>
                    </a:p>
                  </p:txBody>
                </p:sp>
              </p:grpSp>
            </p:grpSp>
            <p:sp>
              <p:nvSpPr>
                <p:cNvPr id="116" name="TextBox 115"/>
                <p:cNvSpPr txBox="1"/>
                <p:nvPr/>
              </p:nvSpPr>
              <p:spPr>
                <a:xfrm>
                  <a:off x="3526873" y="5017566"/>
                  <a:ext cx="58004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200" b="1">
                      <a:solidFill>
                        <a:schemeClr val="accent4">
                          <a:lumMod val="50000"/>
                        </a:schemeClr>
                      </a:solidFill>
                      <a:latin typeface="Britannic Bold" panose="020B0903060703020204" pitchFamily="34" charset="0"/>
                    </a:rPr>
                    <a:t>MỆNH ĐỀ TOÁN HỌC</a:t>
                  </a:r>
                  <a:endParaRPr lang="en-US" sz="3200" b="1">
                    <a:solidFill>
                      <a:schemeClr val="accent4">
                        <a:lumMod val="50000"/>
                      </a:schemeClr>
                    </a:solidFill>
                    <a:latin typeface="Britannic Bold" panose="020B0903060703020204" pitchFamily="34" charset="0"/>
                  </a:endParaRPr>
                </a:p>
              </p:txBody>
            </p:sp>
          </p:grpSp>
        </p:grpSp>
        <p:pic>
          <p:nvPicPr>
            <p:cNvPr id="100" name="Picture 9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04501" y="196907"/>
              <a:ext cx="545403" cy="481498"/>
            </a:xfrm>
            <a:prstGeom prst="rect">
              <a:avLst/>
            </a:prstGeom>
          </p:spPr>
        </p:pic>
      </p:grpSp>
      <p:sp>
        <p:nvSpPr>
          <p:cNvPr id="126" name="TextBox 125"/>
          <p:cNvSpPr txBox="1"/>
          <p:nvPr/>
        </p:nvSpPr>
        <p:spPr>
          <a:xfrm>
            <a:off x="9598480" y="1744970"/>
            <a:ext cx="8460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C00000"/>
                </a:solidFill>
                <a:latin typeface="+mj-lt"/>
              </a:rPr>
              <a:t>CHƯƠNG I. MỆNH ĐỀ - TẬP HỢP</a:t>
            </a:r>
            <a:endParaRPr lang="vi-VN" sz="4000" b="1" dirty="0">
              <a:solidFill>
                <a:srgbClr val="C00000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97" name="Title 1"/>
          <p:cNvSpPr txBox="1"/>
          <p:nvPr/>
        </p:nvSpPr>
        <p:spPr>
          <a:xfrm>
            <a:off x="838200" y="1879600"/>
            <a:ext cx="23164800" cy="27685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sp>
        <p:nvSpPr>
          <p:cNvPr id="99" name="Content Placeholder 2"/>
          <p:cNvSpPr txBox="1"/>
          <p:nvPr/>
        </p:nvSpPr>
        <p:spPr>
          <a:xfrm>
            <a:off x="838200" y="4716464"/>
            <a:ext cx="11353800" cy="8786812"/>
          </a:xfrm>
          <a:prstGeom prst="rect">
            <a:avLst/>
          </a:prstGeom>
          <a:solidFill>
            <a:srgbClr val="B9F8AE">
              <a:alpha val="49804"/>
            </a:srgbClr>
          </a:solidFill>
          <a:ln>
            <a:solidFill>
              <a:schemeClr val="accent5">
                <a:lumMod val="40000"/>
                <a:lumOff val="60000"/>
                <a:alpha val="48000"/>
              </a:schemeClr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Content Placeholder 2"/>
          <p:cNvSpPr txBox="1"/>
          <p:nvPr/>
        </p:nvSpPr>
        <p:spPr>
          <a:xfrm>
            <a:off x="12344400" y="4716464"/>
            <a:ext cx="11630891" cy="8702676"/>
          </a:xfrm>
          <a:prstGeom prst="rect">
            <a:avLst/>
          </a:prstGeom>
          <a:solidFill>
            <a:srgbClr val="B9F8AE">
              <a:alpha val="49804"/>
            </a:srgbClr>
          </a:solidFill>
          <a:ln>
            <a:solidFill>
              <a:schemeClr val="accent5">
                <a:lumMod val="40000"/>
                <a:lumOff val="60000"/>
                <a:alpha val="48000"/>
              </a:schemeClr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/>
          <p:nvPr>
            <p:ph sz="half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bldLvl="0" animBg="1"/>
      <p:bldP spid="99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/>
          <p:nvPr/>
        </p:nvSpPr>
        <p:spPr>
          <a:xfrm>
            <a:off x="685800" y="1981200"/>
            <a:ext cx="11353800" cy="11001946"/>
          </a:xfrm>
          <a:prstGeom prst="rect">
            <a:avLst/>
          </a:prstGeom>
          <a:solidFill>
            <a:srgbClr val="C6F9BD">
              <a:alpha val="66000"/>
            </a:srgbClr>
          </a:solidFill>
          <a:ln>
            <a:solidFill>
              <a:schemeClr val="accent5">
                <a:lumMod val="40000"/>
                <a:lumOff val="60000"/>
                <a:alpha val="48000"/>
              </a:schemeClr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2"/>
          <p:cNvSpPr txBox="1"/>
          <p:nvPr/>
        </p:nvSpPr>
        <p:spPr>
          <a:xfrm>
            <a:off x="12192000" y="1981200"/>
            <a:ext cx="11630891" cy="10972800"/>
          </a:xfrm>
          <a:prstGeom prst="rect">
            <a:avLst/>
          </a:prstGeom>
          <a:solidFill>
            <a:srgbClr val="C6F9BD">
              <a:alpha val="66000"/>
            </a:srgbClr>
          </a:solidFill>
          <a:ln>
            <a:solidFill>
              <a:schemeClr val="accent5">
                <a:lumMod val="40000"/>
                <a:lumOff val="60000"/>
                <a:alpha val="48000"/>
              </a:schemeClr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ags/tag1.xml><?xml version="1.0" encoding="utf-8"?>
<p:tagLst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0</TotalTime>
  <Words>591</Words>
  <Application>WPS Presentation</Application>
  <PresentationFormat>Custom</PresentationFormat>
  <Paragraphs>72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2" baseType="lpstr">
      <vt:lpstr>Arial</vt:lpstr>
      <vt:lpstr>SimSun</vt:lpstr>
      <vt:lpstr>Wingdings</vt:lpstr>
      <vt:lpstr>Tomaho</vt:lpstr>
      <vt:lpstr>CMU Typewriter Text</vt:lpstr>
      <vt:lpstr>Tahoma</vt:lpstr>
      <vt:lpstr>Cambria Math</vt:lpstr>
      <vt:lpstr>Bahnschrift SemiBold SemiCondensed</vt:lpstr>
      <vt:lpstr>Baumans</vt:lpstr>
      <vt:lpstr>Yu Gothic UI Semilight</vt:lpstr>
      <vt:lpstr>Britannic Bold</vt:lpstr>
      <vt:lpstr>Microsoft YaHei</vt:lpstr>
      <vt:lpstr>Arial Unicode MS</vt:lpstr>
      <vt:lpstr>Calibri</vt:lpstr>
      <vt:lpstr>Times New Roman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</vt:vector>
  </TitlesOfParts>
  <Company>9Slide.vn</Company>
  <LinksUpToDate>false</LinksUpToDate>
  <SharedDoc>false</SharedDoc>
  <HyperlinksChanged>false</HyperlinksChanged>
  <AppVersion>14.0000</AppVersion>
  <Manager>9Slide.vn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BINH</dc:creator>
  <dc:description>9Slide.vn</dc:description>
  <dc:subject>9Slide.vn</dc:subject>
  <cp:category>9Slide.vn</cp:category>
  <cp:lastModifiedBy>PC</cp:lastModifiedBy>
  <cp:revision>347</cp:revision>
  <dcterms:created xsi:type="dcterms:W3CDTF">2013-08-31T11:42:00Z</dcterms:created>
  <dcterms:modified xsi:type="dcterms:W3CDTF">2022-03-17T01:46:51Z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AF8862AE710C4A32A1B801D4B979566D</vt:lpwstr>
  </property>
  <property fmtid="{D5CDD505-2E9C-101B-9397-08002B2CF9AE}" pid="3" name="KSOProductBuildVer">
    <vt:lpwstr>1033-11.2.0.11029</vt:lpwstr>
  </property>
</Properties>
</file>