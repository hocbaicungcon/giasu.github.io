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96" r:id="rId2"/>
  </p:sldMasterIdLst>
  <p:notesMasterIdLst>
    <p:notesMasterId r:id="rId22"/>
  </p:notesMasterIdLst>
  <p:sldIdLst>
    <p:sldId id="269" r:id="rId3"/>
    <p:sldId id="295" r:id="rId4"/>
    <p:sldId id="296" r:id="rId5"/>
    <p:sldId id="304" r:id="rId6"/>
    <p:sldId id="297" r:id="rId7"/>
    <p:sldId id="298" r:id="rId8"/>
    <p:sldId id="299" r:id="rId9"/>
    <p:sldId id="300" r:id="rId10"/>
    <p:sldId id="303" r:id="rId11"/>
    <p:sldId id="301" r:id="rId12"/>
    <p:sldId id="302" r:id="rId13"/>
    <p:sldId id="305" r:id="rId14"/>
    <p:sldId id="306" r:id="rId15"/>
    <p:sldId id="307" r:id="rId16"/>
    <p:sldId id="308" r:id="rId17"/>
    <p:sldId id="309" r:id="rId18"/>
    <p:sldId id="310" r:id="rId19"/>
    <p:sldId id="311" r:id="rId20"/>
    <p:sldId id="312" r:id="rId21"/>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Calibri" pitchFamily="34" charset="0"/>
        <a:ea typeface="+mn-ea"/>
        <a:cs typeface="Arial" charset="0"/>
      </a:defRPr>
    </a:lvl1pPr>
    <a:lvl2pPr marL="457200" algn="l" rtl="0" fontAlgn="base">
      <a:spcBef>
        <a:spcPct val="0"/>
      </a:spcBef>
      <a:spcAft>
        <a:spcPct val="0"/>
      </a:spcAft>
      <a:defRPr kern="1200">
        <a:solidFill>
          <a:schemeClr val="tx1"/>
        </a:solidFill>
        <a:latin typeface="Calibri" pitchFamily="34" charset="0"/>
        <a:ea typeface="+mn-ea"/>
        <a:cs typeface="Arial" charset="0"/>
      </a:defRPr>
    </a:lvl2pPr>
    <a:lvl3pPr marL="914400" algn="l" rtl="0" fontAlgn="base">
      <a:spcBef>
        <a:spcPct val="0"/>
      </a:spcBef>
      <a:spcAft>
        <a:spcPct val="0"/>
      </a:spcAft>
      <a:defRPr kern="1200">
        <a:solidFill>
          <a:schemeClr val="tx1"/>
        </a:solidFill>
        <a:latin typeface="Calibri" pitchFamily="34" charset="0"/>
        <a:ea typeface="+mn-ea"/>
        <a:cs typeface="Arial" charset="0"/>
      </a:defRPr>
    </a:lvl3pPr>
    <a:lvl4pPr marL="1371600" algn="l" rtl="0" fontAlgn="base">
      <a:spcBef>
        <a:spcPct val="0"/>
      </a:spcBef>
      <a:spcAft>
        <a:spcPct val="0"/>
      </a:spcAft>
      <a:defRPr kern="1200">
        <a:solidFill>
          <a:schemeClr val="tx1"/>
        </a:solidFill>
        <a:latin typeface="Calibri" pitchFamily="34" charset="0"/>
        <a:ea typeface="+mn-ea"/>
        <a:cs typeface="Arial" charset="0"/>
      </a:defRPr>
    </a:lvl4pPr>
    <a:lvl5pPr marL="1828800" algn="l" rtl="0" fontAlgn="base">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D0A98"/>
    <a:srgbClr val="9BD4FF"/>
    <a:srgbClr val="7EADD8"/>
    <a:srgbClr val="C2CD31"/>
    <a:srgbClr val="4A4644"/>
    <a:srgbClr val="C4FF1D"/>
    <a:srgbClr val="354800"/>
    <a:srgbClr val="75A7D5"/>
    <a:srgbClr val="183550"/>
    <a:srgbClr val="D171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4" d="100"/>
          <a:sy n="84" d="100"/>
        </p:scale>
        <p:origin x="1426" y="77"/>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1D418250-E103-4B43-9F11-D87D3E782DFC}" type="datetimeFigureOut">
              <a:rPr lang="en-US"/>
              <a:pPr>
                <a:defRPr/>
              </a:pPr>
              <a:t>3/16/2021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10679F38-BE79-4C60-B943-0A146DE7812A}" type="slidenum">
              <a:rPr lang="en-US"/>
              <a:pPr>
                <a:defRPr/>
              </a:pPr>
              <a:t>‹#›</a:t>
            </a:fld>
            <a:endParaRPr lang="en-US"/>
          </a:p>
        </p:txBody>
      </p:sp>
    </p:spTree>
    <p:extLst>
      <p:ext uri="{BB962C8B-B14F-4D97-AF65-F5344CB8AC3E}">
        <p14:creationId xmlns:p14="http://schemas.microsoft.com/office/powerpoint/2010/main" val="46758894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pPr>
              <a:defRPr/>
            </a:pPr>
            <a:fld id="{10679F38-BE79-4C60-B943-0A146DE7812A}" type="slidenum">
              <a:rPr lang="en-US" smtClean="0"/>
              <a:pPr>
                <a:defRPr/>
              </a:pPr>
              <a:t>2</a:t>
            </a:fld>
            <a:endParaRPr lang="en-US"/>
          </a:p>
        </p:txBody>
      </p:sp>
    </p:spTree>
    <p:extLst>
      <p:ext uri="{BB962C8B-B14F-4D97-AF65-F5344CB8AC3E}">
        <p14:creationId xmlns:p14="http://schemas.microsoft.com/office/powerpoint/2010/main" val="34114327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pPr>
              <a:defRPr/>
            </a:pPr>
            <a:fld id="{10679F38-BE79-4C60-B943-0A146DE7812A}" type="slidenum">
              <a:rPr lang="en-US" smtClean="0"/>
              <a:pPr>
                <a:defRPr/>
              </a:pPr>
              <a:t>3</a:t>
            </a:fld>
            <a:endParaRPr lang="en-US"/>
          </a:p>
        </p:txBody>
      </p:sp>
    </p:spTree>
    <p:extLst>
      <p:ext uri="{BB962C8B-B14F-4D97-AF65-F5344CB8AC3E}">
        <p14:creationId xmlns:p14="http://schemas.microsoft.com/office/powerpoint/2010/main" val="19443855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pPr>
              <a:defRPr/>
            </a:pPr>
            <a:fld id="{10679F38-BE79-4C60-B943-0A146DE7812A}" type="slidenum">
              <a:rPr lang="en-US" smtClean="0"/>
              <a:pPr>
                <a:defRPr/>
              </a:pPr>
              <a:t>5</a:t>
            </a:fld>
            <a:endParaRPr lang="en-US"/>
          </a:p>
        </p:txBody>
      </p:sp>
    </p:spTree>
    <p:extLst>
      <p:ext uri="{BB962C8B-B14F-4D97-AF65-F5344CB8AC3E}">
        <p14:creationId xmlns:p14="http://schemas.microsoft.com/office/powerpoint/2010/main" val="25841195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pPr>
              <a:defRPr/>
            </a:pPr>
            <a:fld id="{10679F38-BE79-4C60-B943-0A146DE7812A}" type="slidenum">
              <a:rPr lang="en-US" smtClean="0"/>
              <a:pPr>
                <a:defRPr/>
              </a:pPr>
              <a:t>6</a:t>
            </a:fld>
            <a:endParaRPr lang="en-US"/>
          </a:p>
        </p:txBody>
      </p:sp>
    </p:spTree>
    <p:extLst>
      <p:ext uri="{BB962C8B-B14F-4D97-AF65-F5344CB8AC3E}">
        <p14:creationId xmlns:p14="http://schemas.microsoft.com/office/powerpoint/2010/main" val="26925120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pPr>
              <a:defRPr/>
            </a:pPr>
            <a:fld id="{10679F38-BE79-4C60-B943-0A146DE7812A}" type="slidenum">
              <a:rPr lang="en-US" smtClean="0"/>
              <a:pPr>
                <a:defRPr/>
              </a:pPr>
              <a:t>7</a:t>
            </a:fld>
            <a:endParaRPr lang="en-US"/>
          </a:p>
        </p:txBody>
      </p:sp>
    </p:spTree>
    <p:extLst>
      <p:ext uri="{BB962C8B-B14F-4D97-AF65-F5344CB8AC3E}">
        <p14:creationId xmlns:p14="http://schemas.microsoft.com/office/powerpoint/2010/main" val="9513713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pPr>
              <a:defRPr/>
            </a:pPr>
            <a:fld id="{10679F38-BE79-4C60-B943-0A146DE7812A}" type="slidenum">
              <a:rPr lang="en-US" smtClean="0"/>
              <a:pPr>
                <a:defRPr/>
              </a:pPr>
              <a:t>8</a:t>
            </a:fld>
            <a:endParaRPr lang="en-US"/>
          </a:p>
        </p:txBody>
      </p:sp>
    </p:spTree>
    <p:extLst>
      <p:ext uri="{BB962C8B-B14F-4D97-AF65-F5344CB8AC3E}">
        <p14:creationId xmlns:p14="http://schemas.microsoft.com/office/powerpoint/2010/main" val="15299914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pPr>
              <a:defRPr/>
            </a:pPr>
            <a:fld id="{10679F38-BE79-4C60-B943-0A146DE7812A}" type="slidenum">
              <a:rPr lang="en-US" smtClean="0"/>
              <a:pPr>
                <a:defRPr/>
              </a:pPr>
              <a:t>9</a:t>
            </a:fld>
            <a:endParaRPr lang="en-US"/>
          </a:p>
        </p:txBody>
      </p:sp>
    </p:spTree>
    <p:extLst>
      <p:ext uri="{BB962C8B-B14F-4D97-AF65-F5344CB8AC3E}">
        <p14:creationId xmlns:p14="http://schemas.microsoft.com/office/powerpoint/2010/main" val="22830790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effectLst/>
                <a:latin typeface="+mn-lt"/>
                <a:ea typeface="+mn-ea"/>
                <a:cs typeface="+mn-cs"/>
              </a:rPr>
              <a:t>Polyatomic anions that contain a single metal or nonmetal atom plus one or more oxygen atoms are called </a:t>
            </a:r>
            <a:r>
              <a:rPr lang="en-US" sz="1200" i="1" kern="1200" dirty="0" err="1" smtClean="0">
                <a:solidFill>
                  <a:schemeClr val="tx1"/>
                </a:solidFill>
                <a:effectLst/>
                <a:latin typeface="+mn-lt"/>
                <a:ea typeface="+mn-ea"/>
                <a:cs typeface="+mn-cs"/>
              </a:rPr>
              <a:t>oxoanions</a:t>
            </a:r>
            <a:r>
              <a:rPr lang="en-US" sz="1200" i="1" kern="1200" dirty="0" smtClean="0">
                <a:solidFill>
                  <a:schemeClr val="tx1"/>
                </a:solidFill>
                <a:effectLst/>
                <a:latin typeface="+mn-lt"/>
                <a:ea typeface="+mn-ea"/>
                <a:cs typeface="+mn-cs"/>
              </a:rPr>
              <a:t> (or oxyanions)</a:t>
            </a:r>
            <a:r>
              <a:rPr lang="en-US" sz="1200" kern="1200" dirty="0" smtClean="0">
                <a:solidFill>
                  <a:schemeClr val="tx1"/>
                </a:solidFill>
                <a:effectLst/>
                <a:latin typeface="+mn-lt"/>
                <a:ea typeface="+mn-ea"/>
                <a:cs typeface="+mn-cs"/>
              </a:rPr>
              <a:t>. In cases where only two </a:t>
            </a:r>
            <a:r>
              <a:rPr lang="en-US" sz="1200" kern="1200" dirty="0" err="1" smtClean="0">
                <a:solidFill>
                  <a:schemeClr val="tx1"/>
                </a:solidFill>
                <a:effectLst/>
                <a:latin typeface="+mn-lt"/>
                <a:ea typeface="+mn-ea"/>
                <a:cs typeface="+mn-cs"/>
              </a:rPr>
              <a:t>oxoanions</a:t>
            </a:r>
            <a:r>
              <a:rPr lang="en-US" sz="1200" kern="1200" dirty="0" smtClean="0">
                <a:solidFill>
                  <a:schemeClr val="tx1"/>
                </a:solidFill>
                <a:effectLst/>
                <a:latin typeface="+mn-lt"/>
                <a:ea typeface="+mn-ea"/>
                <a:cs typeface="+mn-cs"/>
              </a:rPr>
              <a:t> are known for an element, the name of the </a:t>
            </a:r>
            <a:r>
              <a:rPr lang="en-US" sz="1200" kern="1200" dirty="0" err="1" smtClean="0">
                <a:solidFill>
                  <a:schemeClr val="tx1"/>
                </a:solidFill>
                <a:effectLst/>
                <a:latin typeface="+mn-lt"/>
                <a:ea typeface="+mn-ea"/>
                <a:cs typeface="+mn-cs"/>
              </a:rPr>
              <a:t>oxoanion</a:t>
            </a:r>
            <a:r>
              <a:rPr lang="en-US" sz="1200" kern="1200" dirty="0" smtClean="0">
                <a:solidFill>
                  <a:schemeClr val="tx1"/>
                </a:solidFill>
                <a:effectLst/>
                <a:latin typeface="+mn-lt"/>
                <a:ea typeface="+mn-ea"/>
                <a:cs typeface="+mn-cs"/>
              </a:rPr>
              <a:t> with more oxygen atoms ends in -</a:t>
            </a:r>
            <a:r>
              <a:rPr lang="en-US" sz="1200" i="1" kern="1200" dirty="0" smtClean="0">
                <a:solidFill>
                  <a:schemeClr val="tx1"/>
                </a:solidFill>
                <a:effectLst/>
                <a:latin typeface="+mn-lt"/>
                <a:ea typeface="+mn-ea"/>
                <a:cs typeface="+mn-cs"/>
              </a:rPr>
              <a:t>ate</a:t>
            </a:r>
            <a:r>
              <a:rPr lang="en-US" sz="1200" kern="1200" dirty="0" smtClean="0">
                <a:solidFill>
                  <a:schemeClr val="tx1"/>
                </a:solidFill>
                <a:effectLst/>
                <a:latin typeface="+mn-lt"/>
                <a:ea typeface="+mn-ea"/>
                <a:cs typeface="+mn-cs"/>
              </a:rPr>
              <a:t>, and the name of the </a:t>
            </a:r>
            <a:r>
              <a:rPr lang="en-US" sz="1200" kern="1200" dirty="0" err="1" smtClean="0">
                <a:solidFill>
                  <a:schemeClr val="tx1"/>
                </a:solidFill>
                <a:effectLst/>
                <a:latin typeface="+mn-lt"/>
                <a:ea typeface="+mn-ea"/>
                <a:cs typeface="+mn-cs"/>
              </a:rPr>
              <a:t>oxoanion</a:t>
            </a:r>
            <a:r>
              <a:rPr lang="en-US" sz="1200" kern="1200" dirty="0" smtClean="0">
                <a:solidFill>
                  <a:schemeClr val="tx1"/>
                </a:solidFill>
                <a:effectLst/>
                <a:latin typeface="+mn-lt"/>
                <a:ea typeface="+mn-ea"/>
                <a:cs typeface="+mn-cs"/>
              </a:rPr>
              <a:t> with fewer oxygen atoms ends in -</a:t>
            </a:r>
            <a:r>
              <a:rPr lang="en-US" sz="1200" i="1" kern="1200" dirty="0" err="1" smtClean="0">
                <a:solidFill>
                  <a:schemeClr val="tx1"/>
                </a:solidFill>
                <a:effectLst/>
                <a:latin typeface="+mn-lt"/>
                <a:ea typeface="+mn-ea"/>
                <a:cs typeface="+mn-cs"/>
              </a:rPr>
              <a:t>ite</a:t>
            </a:r>
            <a:r>
              <a:rPr lang="en-US" sz="1200" kern="1200" dirty="0" smtClean="0">
                <a:solidFill>
                  <a:schemeClr val="tx1"/>
                </a:solidFill>
                <a:effectLst/>
                <a:latin typeface="+mn-lt"/>
                <a:ea typeface="+mn-ea"/>
                <a:cs typeface="+mn-cs"/>
              </a:rPr>
              <a:t>. For example, NO</a:t>
            </a:r>
            <a:r>
              <a:rPr lang="en-US" sz="1200" kern="1200" baseline="-25000" dirty="0" smtClean="0">
                <a:solidFill>
                  <a:schemeClr val="tx1"/>
                </a:solidFill>
                <a:effectLst/>
                <a:latin typeface="+mn-lt"/>
                <a:ea typeface="+mn-ea"/>
                <a:cs typeface="+mn-cs"/>
              </a:rPr>
              <a:t>3−</a:t>
            </a:r>
            <a:r>
              <a:rPr lang="en-US" sz="1200" kern="1200" dirty="0" smtClean="0">
                <a:solidFill>
                  <a:schemeClr val="tx1"/>
                </a:solidFill>
                <a:effectLst/>
                <a:latin typeface="+mn-lt"/>
                <a:ea typeface="+mn-ea"/>
                <a:cs typeface="+mn-cs"/>
              </a:rPr>
              <a:t> is nitrate and NO</a:t>
            </a:r>
            <a:r>
              <a:rPr lang="en-US" sz="1200" kern="1200" baseline="-25000" dirty="0" smtClean="0">
                <a:solidFill>
                  <a:schemeClr val="tx1"/>
                </a:solidFill>
                <a:effectLst/>
                <a:latin typeface="+mn-lt"/>
                <a:ea typeface="+mn-ea"/>
                <a:cs typeface="+mn-cs"/>
              </a:rPr>
              <a:t>2−</a:t>
            </a:r>
            <a:r>
              <a:rPr lang="en-US" sz="1200" kern="1200" dirty="0" smtClean="0">
                <a:solidFill>
                  <a:schemeClr val="tx1"/>
                </a:solidFill>
                <a:effectLst/>
                <a:latin typeface="+mn-lt"/>
                <a:ea typeface="+mn-ea"/>
                <a:cs typeface="+mn-cs"/>
              </a:rPr>
              <a:t> is nitrite.</a:t>
            </a:r>
          </a:p>
          <a:p>
            <a:r>
              <a:rPr lang="en-US" sz="1200" kern="1200" dirty="0" smtClean="0">
                <a:solidFill>
                  <a:schemeClr val="tx1"/>
                </a:solidFill>
                <a:effectLst/>
                <a:latin typeface="+mn-lt"/>
                <a:ea typeface="+mn-ea"/>
                <a:cs typeface="+mn-cs"/>
              </a:rPr>
              <a:t>The halogens and some of the transition metals form more extensive series of </a:t>
            </a:r>
            <a:r>
              <a:rPr lang="en-US" sz="1200" kern="1200" dirty="0" err="1" smtClean="0">
                <a:solidFill>
                  <a:schemeClr val="tx1"/>
                </a:solidFill>
                <a:effectLst/>
                <a:latin typeface="+mn-lt"/>
                <a:ea typeface="+mn-ea"/>
                <a:cs typeface="+mn-cs"/>
              </a:rPr>
              <a:t>oxoanions</a:t>
            </a:r>
            <a:r>
              <a:rPr lang="en-US" sz="1200" kern="1200" dirty="0" smtClean="0">
                <a:solidFill>
                  <a:schemeClr val="tx1"/>
                </a:solidFill>
                <a:effectLst/>
                <a:latin typeface="+mn-lt"/>
                <a:ea typeface="+mn-ea"/>
                <a:cs typeface="+mn-cs"/>
              </a:rPr>
              <a:t> with as many as four members. In the names of these </a:t>
            </a:r>
            <a:r>
              <a:rPr lang="en-US" sz="1200" kern="1200" dirty="0" err="1" smtClean="0">
                <a:solidFill>
                  <a:schemeClr val="tx1"/>
                </a:solidFill>
                <a:effectLst/>
                <a:latin typeface="+mn-lt"/>
                <a:ea typeface="+mn-ea"/>
                <a:cs typeface="+mn-cs"/>
              </a:rPr>
              <a:t>oxoanions</a:t>
            </a:r>
            <a:r>
              <a:rPr lang="en-US" sz="1200" kern="1200" dirty="0" smtClean="0">
                <a:solidFill>
                  <a:schemeClr val="tx1"/>
                </a:solidFill>
                <a:effectLst/>
                <a:latin typeface="+mn-lt"/>
                <a:ea typeface="+mn-ea"/>
                <a:cs typeface="+mn-cs"/>
              </a:rPr>
              <a:t>, the prefix </a:t>
            </a:r>
            <a:r>
              <a:rPr lang="en-US" sz="1200" i="1" kern="1200" dirty="0" smtClean="0">
                <a:solidFill>
                  <a:schemeClr val="tx1"/>
                </a:solidFill>
                <a:effectLst/>
                <a:latin typeface="+mn-lt"/>
                <a:ea typeface="+mn-ea"/>
                <a:cs typeface="+mn-cs"/>
              </a:rPr>
              <a:t>per</a:t>
            </a:r>
            <a:r>
              <a:rPr lang="en-US" sz="1200" kern="1200" dirty="0" smtClean="0">
                <a:solidFill>
                  <a:schemeClr val="tx1"/>
                </a:solidFill>
                <a:effectLst/>
                <a:latin typeface="+mn-lt"/>
                <a:ea typeface="+mn-ea"/>
                <a:cs typeface="+mn-cs"/>
              </a:rPr>
              <a:t>- is used to identify the </a:t>
            </a:r>
            <a:r>
              <a:rPr lang="en-US" sz="1200" kern="1200" dirty="0" err="1" smtClean="0">
                <a:solidFill>
                  <a:schemeClr val="tx1"/>
                </a:solidFill>
                <a:effectLst/>
                <a:latin typeface="+mn-lt"/>
                <a:ea typeface="+mn-ea"/>
                <a:cs typeface="+mn-cs"/>
              </a:rPr>
              <a:t>oxoanion</a:t>
            </a:r>
            <a:r>
              <a:rPr lang="en-US" sz="1200" kern="1200" dirty="0" smtClean="0">
                <a:solidFill>
                  <a:schemeClr val="tx1"/>
                </a:solidFill>
                <a:effectLst/>
                <a:latin typeface="+mn-lt"/>
                <a:ea typeface="+mn-ea"/>
                <a:cs typeface="+mn-cs"/>
              </a:rPr>
              <a:t> with the most oxygen (so that ClO</a:t>
            </a:r>
            <a:r>
              <a:rPr lang="en-US" sz="1200" kern="1200" baseline="-25000" dirty="0" smtClean="0">
                <a:solidFill>
                  <a:schemeClr val="tx1"/>
                </a:solidFill>
                <a:effectLst/>
                <a:latin typeface="+mn-lt"/>
                <a:ea typeface="+mn-ea"/>
                <a:cs typeface="+mn-cs"/>
              </a:rPr>
              <a:t>4</a:t>
            </a:r>
            <a:r>
              <a:rPr lang="en-US" sz="1200" kern="1200" baseline="30000" dirty="0" smtClean="0">
                <a:solidFill>
                  <a:schemeClr val="tx1"/>
                </a:solidFill>
                <a:effectLst/>
                <a:latin typeface="+mn-lt"/>
                <a:ea typeface="+mn-ea"/>
                <a:cs typeface="+mn-cs"/>
              </a:rPr>
              <a:t>−</a:t>
            </a:r>
            <a:r>
              <a:rPr lang="en-US" sz="1200" kern="1200" dirty="0" smtClean="0">
                <a:solidFill>
                  <a:schemeClr val="tx1"/>
                </a:solidFill>
                <a:effectLst/>
                <a:latin typeface="+mn-lt"/>
                <a:ea typeface="+mn-ea"/>
                <a:cs typeface="+mn-cs"/>
              </a:rPr>
              <a:t> is perchlorate and ClO</a:t>
            </a:r>
            <a:r>
              <a:rPr lang="en-US" sz="1200" kern="1200" baseline="-25000" dirty="0" smtClean="0">
                <a:solidFill>
                  <a:schemeClr val="tx1"/>
                </a:solidFill>
                <a:effectLst/>
                <a:latin typeface="+mn-lt"/>
                <a:ea typeface="+mn-ea"/>
                <a:cs typeface="+mn-cs"/>
              </a:rPr>
              <a:t>3</a:t>
            </a:r>
            <a:r>
              <a:rPr lang="en-US" sz="1200" kern="1200" baseline="30000" dirty="0" smtClean="0">
                <a:solidFill>
                  <a:schemeClr val="tx1"/>
                </a:solidFill>
                <a:effectLst/>
                <a:latin typeface="+mn-lt"/>
                <a:ea typeface="+mn-ea"/>
                <a:cs typeface="+mn-cs"/>
              </a:rPr>
              <a:t>−</a:t>
            </a:r>
            <a:r>
              <a:rPr lang="en-US" sz="1200" kern="1200" dirty="0" smtClean="0">
                <a:solidFill>
                  <a:schemeClr val="tx1"/>
                </a:solidFill>
                <a:effectLst/>
                <a:latin typeface="+mn-lt"/>
                <a:ea typeface="+mn-ea"/>
                <a:cs typeface="+mn-cs"/>
              </a:rPr>
              <a:t> is chlorate), and the prefix </a:t>
            </a:r>
            <a:r>
              <a:rPr lang="en-US" sz="1200" i="1" kern="1200" dirty="0" smtClean="0">
                <a:solidFill>
                  <a:schemeClr val="tx1"/>
                </a:solidFill>
                <a:effectLst/>
                <a:latin typeface="+mn-lt"/>
                <a:ea typeface="+mn-ea"/>
                <a:cs typeface="+mn-cs"/>
              </a:rPr>
              <a:t>hypo</a:t>
            </a:r>
            <a:r>
              <a:rPr lang="en-US" sz="1200" kern="1200" dirty="0" smtClean="0">
                <a:solidFill>
                  <a:schemeClr val="tx1"/>
                </a:solidFill>
                <a:effectLst/>
                <a:latin typeface="+mn-lt"/>
                <a:ea typeface="+mn-ea"/>
                <a:cs typeface="+mn-cs"/>
              </a:rPr>
              <a:t>- is used to identify the anion with the fewest oxygen (ClO</a:t>
            </a:r>
            <a:r>
              <a:rPr lang="en-US" sz="1200" kern="1200" baseline="-25000" dirty="0" smtClean="0">
                <a:solidFill>
                  <a:schemeClr val="tx1"/>
                </a:solidFill>
                <a:effectLst/>
                <a:latin typeface="+mn-lt"/>
                <a:ea typeface="+mn-ea"/>
                <a:cs typeface="+mn-cs"/>
              </a:rPr>
              <a:t>2</a:t>
            </a:r>
            <a:r>
              <a:rPr lang="en-US" sz="1200" kern="1200" baseline="30000" dirty="0" smtClean="0">
                <a:solidFill>
                  <a:schemeClr val="tx1"/>
                </a:solidFill>
                <a:effectLst/>
                <a:latin typeface="+mn-lt"/>
                <a:ea typeface="+mn-ea"/>
                <a:cs typeface="+mn-cs"/>
              </a:rPr>
              <a:t>−</a:t>
            </a:r>
            <a:r>
              <a:rPr lang="en-US" sz="1200" kern="1200" dirty="0" smtClean="0">
                <a:solidFill>
                  <a:schemeClr val="tx1"/>
                </a:solidFill>
                <a:effectLst/>
                <a:latin typeface="+mn-lt"/>
                <a:ea typeface="+mn-ea"/>
                <a:cs typeface="+mn-cs"/>
              </a:rPr>
              <a:t> is chlorite and </a:t>
            </a:r>
            <a:r>
              <a:rPr lang="en-US" sz="1200" kern="1200" dirty="0" err="1" smtClean="0">
                <a:solidFill>
                  <a:schemeClr val="tx1"/>
                </a:solidFill>
                <a:effectLst/>
                <a:latin typeface="+mn-lt"/>
                <a:ea typeface="+mn-ea"/>
                <a:cs typeface="+mn-cs"/>
              </a:rPr>
              <a:t>ClO</a:t>
            </a:r>
            <a:r>
              <a:rPr lang="en-US" sz="1200" kern="1200" baseline="30000" dirty="0" smtClean="0">
                <a:solidFill>
                  <a:schemeClr val="tx1"/>
                </a:solidFill>
                <a:effectLst/>
                <a:latin typeface="+mn-lt"/>
                <a:ea typeface="+mn-ea"/>
                <a:cs typeface="+mn-cs"/>
              </a:rPr>
              <a:t>−</a:t>
            </a:r>
            <a:r>
              <a:rPr lang="en-US" sz="1200" kern="1200" dirty="0" smtClean="0">
                <a:solidFill>
                  <a:schemeClr val="tx1"/>
                </a:solidFill>
                <a:effectLst/>
                <a:latin typeface="+mn-lt"/>
                <a:ea typeface="+mn-ea"/>
                <a:cs typeface="+mn-cs"/>
              </a:rPr>
              <a:t> is hypochlorite)</a:t>
            </a:r>
            <a:endParaRPr lang="en-US" dirty="0"/>
          </a:p>
        </p:txBody>
      </p:sp>
      <p:sp>
        <p:nvSpPr>
          <p:cNvPr id="4" name="Slide Number Placeholder 3"/>
          <p:cNvSpPr>
            <a:spLocks noGrp="1"/>
          </p:cNvSpPr>
          <p:nvPr>
            <p:ph type="sldNum" sz="quarter" idx="10"/>
          </p:nvPr>
        </p:nvSpPr>
        <p:spPr/>
        <p:txBody>
          <a:bodyPr/>
          <a:lstStyle/>
          <a:p>
            <a:pPr>
              <a:defRPr/>
            </a:pPr>
            <a:fld id="{10679F38-BE79-4C60-B943-0A146DE7812A}" type="slidenum">
              <a:rPr lang="en-US" smtClean="0"/>
              <a:pPr>
                <a:defRPr/>
              </a:pPr>
              <a:t>11</a:t>
            </a:fld>
            <a:endParaRPr lang="en-US"/>
          </a:p>
        </p:txBody>
      </p:sp>
    </p:spTree>
    <p:extLst>
      <p:ext uri="{BB962C8B-B14F-4D97-AF65-F5344CB8AC3E}">
        <p14:creationId xmlns:p14="http://schemas.microsoft.com/office/powerpoint/2010/main" val="31919467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effectLst/>
                <a:latin typeface="+mn-lt"/>
                <a:ea typeface="+mn-ea"/>
                <a:cs typeface="+mn-cs"/>
              </a:rPr>
              <a:t>The element farthest to the left in the periodic table is usually named first. If both elements are in the same group, the element closer to the bottom of the column is named first.</a:t>
            </a:r>
            <a:endParaRPr lang="en-US" sz="1100" kern="1200" dirty="0" smtClean="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pPr>
              <a:defRPr/>
            </a:pPr>
            <a:fld id="{10679F38-BE79-4C60-B943-0A146DE7812A}" type="slidenum">
              <a:rPr lang="en-US" smtClean="0"/>
              <a:pPr>
                <a:defRPr/>
              </a:pPr>
              <a:t>13</a:t>
            </a:fld>
            <a:endParaRPr lang="en-US"/>
          </a:p>
        </p:txBody>
      </p:sp>
    </p:spTree>
    <p:extLst>
      <p:ext uri="{BB962C8B-B14F-4D97-AF65-F5344CB8AC3E}">
        <p14:creationId xmlns:p14="http://schemas.microsoft.com/office/powerpoint/2010/main" val="37000830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smtClean="0">
                <a:solidFill>
                  <a:schemeClr val="tx1"/>
                </a:solidFill>
                <a:effectLst/>
                <a:latin typeface="+mn-lt"/>
                <a:ea typeface="+mn-ea"/>
                <a:cs typeface="+mn-cs"/>
              </a:rPr>
              <a:t>Prefix</a:t>
            </a:r>
            <a:endParaRPr lang="en-US" sz="1200" kern="1200" dirty="0" smtClean="0">
              <a:solidFill>
                <a:schemeClr val="tx1"/>
              </a:solidFill>
              <a:effectLst/>
              <a:latin typeface="+mn-lt"/>
              <a:ea typeface="+mn-ea"/>
              <a:cs typeface="+mn-cs"/>
            </a:endParaRPr>
          </a:p>
          <a:p>
            <a:r>
              <a:rPr lang="en-US" sz="1200" b="1" kern="1200" dirty="0" smtClean="0">
                <a:solidFill>
                  <a:schemeClr val="tx1"/>
                </a:solidFill>
                <a:effectLst/>
                <a:latin typeface="+mn-lt"/>
                <a:ea typeface="+mn-ea"/>
                <a:cs typeface="+mn-cs"/>
              </a:rPr>
              <a:t>Number</a:t>
            </a:r>
            <a:endParaRPr lang="en-US"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mono-</a:t>
            </a:r>
          </a:p>
          <a:p>
            <a:r>
              <a:rPr lang="en-US" sz="1200" kern="1200" dirty="0" smtClean="0">
                <a:solidFill>
                  <a:schemeClr val="tx1"/>
                </a:solidFill>
                <a:effectLst/>
                <a:latin typeface="+mn-lt"/>
                <a:ea typeface="+mn-ea"/>
                <a:cs typeface="+mn-cs"/>
              </a:rPr>
              <a:t>1</a:t>
            </a:r>
          </a:p>
          <a:p>
            <a:r>
              <a:rPr lang="en-US" sz="1200" kern="1200" dirty="0" smtClean="0">
                <a:solidFill>
                  <a:schemeClr val="tx1"/>
                </a:solidFill>
                <a:effectLst/>
                <a:latin typeface="+mn-lt"/>
                <a:ea typeface="+mn-ea"/>
                <a:cs typeface="+mn-cs"/>
              </a:rPr>
              <a:t>di-</a:t>
            </a:r>
          </a:p>
          <a:p>
            <a:r>
              <a:rPr lang="en-US" sz="1200" kern="1200" dirty="0" smtClean="0">
                <a:solidFill>
                  <a:schemeClr val="tx1"/>
                </a:solidFill>
                <a:effectLst/>
                <a:latin typeface="+mn-lt"/>
                <a:ea typeface="+mn-ea"/>
                <a:cs typeface="+mn-cs"/>
              </a:rPr>
              <a:t>2</a:t>
            </a:r>
          </a:p>
          <a:p>
            <a:r>
              <a:rPr lang="en-US" sz="1200" kern="1200" dirty="0" smtClean="0">
                <a:solidFill>
                  <a:schemeClr val="tx1"/>
                </a:solidFill>
                <a:effectLst/>
                <a:latin typeface="+mn-lt"/>
                <a:ea typeface="+mn-ea"/>
                <a:cs typeface="+mn-cs"/>
              </a:rPr>
              <a:t>tri-</a:t>
            </a:r>
          </a:p>
          <a:p>
            <a:r>
              <a:rPr lang="en-US" sz="1200" kern="1200" dirty="0" smtClean="0">
                <a:solidFill>
                  <a:schemeClr val="tx1"/>
                </a:solidFill>
                <a:effectLst/>
                <a:latin typeface="+mn-lt"/>
                <a:ea typeface="+mn-ea"/>
                <a:cs typeface="+mn-cs"/>
              </a:rPr>
              <a:t>3</a:t>
            </a:r>
          </a:p>
          <a:p>
            <a:r>
              <a:rPr lang="en-US" sz="1200" kern="1200" dirty="0" smtClean="0">
                <a:solidFill>
                  <a:schemeClr val="tx1"/>
                </a:solidFill>
                <a:effectLst/>
                <a:latin typeface="+mn-lt"/>
                <a:ea typeface="+mn-ea"/>
                <a:cs typeface="+mn-cs"/>
              </a:rPr>
              <a:t>tetra-</a:t>
            </a:r>
          </a:p>
          <a:p>
            <a:r>
              <a:rPr lang="en-US" sz="1200" kern="1200" dirty="0" smtClean="0">
                <a:solidFill>
                  <a:schemeClr val="tx1"/>
                </a:solidFill>
                <a:effectLst/>
                <a:latin typeface="+mn-lt"/>
                <a:ea typeface="+mn-ea"/>
                <a:cs typeface="+mn-cs"/>
              </a:rPr>
              <a:t>4</a:t>
            </a:r>
          </a:p>
          <a:p>
            <a:r>
              <a:rPr lang="en-US" sz="1200" kern="1200" dirty="0" err="1" smtClean="0">
                <a:solidFill>
                  <a:schemeClr val="tx1"/>
                </a:solidFill>
                <a:effectLst/>
                <a:latin typeface="+mn-lt"/>
                <a:ea typeface="+mn-ea"/>
                <a:cs typeface="+mn-cs"/>
              </a:rPr>
              <a:t>penta</a:t>
            </a:r>
            <a:r>
              <a:rPr lang="en-US" sz="1200" kern="1200" dirty="0" smtClean="0">
                <a:solidFill>
                  <a:schemeClr val="tx1"/>
                </a:solidFill>
                <a:effectLst/>
                <a:latin typeface="+mn-lt"/>
                <a:ea typeface="+mn-ea"/>
                <a:cs typeface="+mn-cs"/>
              </a:rPr>
              <a:t>-</a:t>
            </a:r>
          </a:p>
          <a:p>
            <a:r>
              <a:rPr lang="en-US" sz="1200" kern="1200" dirty="0" smtClean="0">
                <a:solidFill>
                  <a:schemeClr val="tx1"/>
                </a:solidFill>
                <a:effectLst/>
                <a:latin typeface="+mn-lt"/>
                <a:ea typeface="+mn-ea"/>
                <a:cs typeface="+mn-cs"/>
              </a:rPr>
              <a:t>5</a:t>
            </a:r>
          </a:p>
          <a:p>
            <a:r>
              <a:rPr lang="en-US" sz="1200" kern="1200" dirty="0" err="1" smtClean="0">
                <a:solidFill>
                  <a:schemeClr val="tx1"/>
                </a:solidFill>
                <a:effectLst/>
                <a:latin typeface="+mn-lt"/>
                <a:ea typeface="+mn-ea"/>
                <a:cs typeface="+mn-cs"/>
              </a:rPr>
              <a:t>hexa</a:t>
            </a:r>
            <a:r>
              <a:rPr lang="en-US" sz="1200" kern="1200" dirty="0" smtClean="0">
                <a:solidFill>
                  <a:schemeClr val="tx1"/>
                </a:solidFill>
                <a:effectLst/>
                <a:latin typeface="+mn-lt"/>
                <a:ea typeface="+mn-ea"/>
                <a:cs typeface="+mn-cs"/>
              </a:rPr>
              <a:t>-</a:t>
            </a:r>
          </a:p>
          <a:p>
            <a:r>
              <a:rPr lang="en-US" sz="1200" kern="1200" dirty="0" smtClean="0">
                <a:solidFill>
                  <a:schemeClr val="tx1"/>
                </a:solidFill>
                <a:effectLst/>
                <a:latin typeface="+mn-lt"/>
                <a:ea typeface="+mn-ea"/>
                <a:cs typeface="+mn-cs"/>
              </a:rPr>
              <a:t>6</a:t>
            </a:r>
          </a:p>
          <a:p>
            <a:r>
              <a:rPr lang="en-US" sz="1200" kern="1200" dirty="0" err="1" smtClean="0">
                <a:solidFill>
                  <a:schemeClr val="tx1"/>
                </a:solidFill>
                <a:effectLst/>
                <a:latin typeface="+mn-lt"/>
                <a:ea typeface="+mn-ea"/>
                <a:cs typeface="+mn-cs"/>
              </a:rPr>
              <a:t>hepta</a:t>
            </a:r>
            <a:r>
              <a:rPr lang="en-US" sz="1200" kern="1200" dirty="0" smtClean="0">
                <a:solidFill>
                  <a:schemeClr val="tx1"/>
                </a:solidFill>
                <a:effectLst/>
                <a:latin typeface="+mn-lt"/>
                <a:ea typeface="+mn-ea"/>
                <a:cs typeface="+mn-cs"/>
              </a:rPr>
              <a:t>-</a:t>
            </a:r>
          </a:p>
          <a:p>
            <a:r>
              <a:rPr lang="en-US" sz="1200" kern="1200" dirty="0" smtClean="0">
                <a:solidFill>
                  <a:schemeClr val="tx1"/>
                </a:solidFill>
                <a:effectLst/>
                <a:latin typeface="+mn-lt"/>
                <a:ea typeface="+mn-ea"/>
                <a:cs typeface="+mn-cs"/>
              </a:rPr>
              <a:t>7</a:t>
            </a:r>
          </a:p>
          <a:p>
            <a:r>
              <a:rPr lang="en-US" sz="1200" kern="1200" dirty="0" err="1" smtClean="0">
                <a:solidFill>
                  <a:schemeClr val="tx1"/>
                </a:solidFill>
                <a:effectLst/>
                <a:latin typeface="+mn-lt"/>
                <a:ea typeface="+mn-ea"/>
                <a:cs typeface="+mn-cs"/>
              </a:rPr>
              <a:t>octa</a:t>
            </a:r>
            <a:r>
              <a:rPr lang="en-US" sz="1200" kern="1200" dirty="0" smtClean="0">
                <a:solidFill>
                  <a:schemeClr val="tx1"/>
                </a:solidFill>
                <a:effectLst/>
                <a:latin typeface="+mn-lt"/>
                <a:ea typeface="+mn-ea"/>
                <a:cs typeface="+mn-cs"/>
              </a:rPr>
              <a:t>-</a:t>
            </a:r>
          </a:p>
          <a:p>
            <a:r>
              <a:rPr lang="en-US" sz="1200" kern="1200" dirty="0" smtClean="0">
                <a:solidFill>
                  <a:schemeClr val="tx1"/>
                </a:solidFill>
                <a:effectLst/>
                <a:latin typeface="+mn-lt"/>
                <a:ea typeface="+mn-ea"/>
                <a:cs typeface="+mn-cs"/>
              </a:rPr>
              <a:t>8</a:t>
            </a:r>
          </a:p>
          <a:p>
            <a:r>
              <a:rPr lang="en-US" sz="1200" kern="1200" dirty="0" err="1" smtClean="0">
                <a:solidFill>
                  <a:schemeClr val="tx1"/>
                </a:solidFill>
                <a:effectLst/>
                <a:latin typeface="+mn-lt"/>
                <a:ea typeface="+mn-ea"/>
                <a:cs typeface="+mn-cs"/>
              </a:rPr>
              <a:t>nona</a:t>
            </a:r>
            <a:r>
              <a:rPr lang="en-US" sz="1200" kern="1200" dirty="0" smtClean="0">
                <a:solidFill>
                  <a:schemeClr val="tx1"/>
                </a:solidFill>
                <a:effectLst/>
                <a:latin typeface="+mn-lt"/>
                <a:ea typeface="+mn-ea"/>
                <a:cs typeface="+mn-cs"/>
              </a:rPr>
              <a:t>-</a:t>
            </a:r>
          </a:p>
          <a:p>
            <a:r>
              <a:rPr lang="en-US" sz="1200" kern="1200" dirty="0" smtClean="0">
                <a:solidFill>
                  <a:schemeClr val="tx1"/>
                </a:solidFill>
                <a:effectLst/>
                <a:latin typeface="+mn-lt"/>
                <a:ea typeface="+mn-ea"/>
                <a:cs typeface="+mn-cs"/>
              </a:rPr>
              <a:t>9</a:t>
            </a:r>
          </a:p>
          <a:p>
            <a:r>
              <a:rPr lang="en-US" sz="1200" kern="1200" dirty="0" err="1" smtClean="0">
                <a:solidFill>
                  <a:schemeClr val="tx1"/>
                </a:solidFill>
                <a:effectLst/>
                <a:latin typeface="+mn-lt"/>
                <a:ea typeface="+mn-ea"/>
                <a:cs typeface="+mn-cs"/>
              </a:rPr>
              <a:t>deca</a:t>
            </a:r>
            <a:r>
              <a:rPr lang="en-US" sz="1200" kern="1200" dirty="0" smtClean="0">
                <a:solidFill>
                  <a:schemeClr val="tx1"/>
                </a:solidFill>
                <a:effectLst/>
                <a:latin typeface="+mn-lt"/>
                <a:ea typeface="+mn-ea"/>
                <a:cs typeface="+mn-cs"/>
              </a:rPr>
              <a:t>-</a:t>
            </a:r>
          </a:p>
          <a:p>
            <a:r>
              <a:rPr lang="en-US" sz="1200" kern="1200" dirty="0" smtClean="0">
                <a:solidFill>
                  <a:schemeClr val="tx1"/>
                </a:solidFill>
                <a:effectLst/>
                <a:latin typeface="+mn-lt"/>
                <a:ea typeface="+mn-ea"/>
                <a:cs typeface="+mn-cs"/>
              </a:rPr>
              <a:t>10</a:t>
            </a:r>
          </a:p>
          <a:p>
            <a:r>
              <a:rPr lang="en-US" sz="1200" kern="1200" dirty="0" err="1" smtClean="0">
                <a:solidFill>
                  <a:schemeClr val="tx1"/>
                </a:solidFill>
                <a:effectLst/>
                <a:latin typeface="+mn-lt"/>
                <a:ea typeface="+mn-ea"/>
                <a:cs typeface="+mn-cs"/>
              </a:rPr>
              <a:t>undeca</a:t>
            </a:r>
            <a:r>
              <a:rPr lang="en-US" sz="1200" kern="1200" dirty="0" smtClean="0">
                <a:solidFill>
                  <a:schemeClr val="tx1"/>
                </a:solidFill>
                <a:effectLst/>
                <a:latin typeface="+mn-lt"/>
                <a:ea typeface="+mn-ea"/>
                <a:cs typeface="+mn-cs"/>
              </a:rPr>
              <a:t>-</a:t>
            </a:r>
          </a:p>
          <a:p>
            <a:r>
              <a:rPr lang="en-US" sz="1200" kern="1200" dirty="0" smtClean="0">
                <a:solidFill>
                  <a:schemeClr val="tx1"/>
                </a:solidFill>
                <a:effectLst/>
                <a:latin typeface="+mn-lt"/>
                <a:ea typeface="+mn-ea"/>
                <a:cs typeface="+mn-cs"/>
              </a:rPr>
              <a:t>11</a:t>
            </a:r>
          </a:p>
          <a:p>
            <a:r>
              <a:rPr lang="en-US" sz="1200" kern="1200" dirty="0" err="1" smtClean="0">
                <a:solidFill>
                  <a:schemeClr val="tx1"/>
                </a:solidFill>
                <a:effectLst/>
                <a:latin typeface="+mn-lt"/>
                <a:ea typeface="+mn-ea"/>
                <a:cs typeface="+mn-cs"/>
              </a:rPr>
              <a:t>dodeca</a:t>
            </a:r>
            <a:r>
              <a:rPr lang="en-US" sz="1200" kern="1200" dirty="0" smtClean="0">
                <a:solidFill>
                  <a:schemeClr val="tx1"/>
                </a:solidFill>
                <a:effectLst/>
                <a:latin typeface="+mn-lt"/>
                <a:ea typeface="+mn-ea"/>
                <a:cs typeface="+mn-cs"/>
              </a:rPr>
              <a:t>-</a:t>
            </a:r>
          </a:p>
          <a:p>
            <a:r>
              <a:rPr lang="en-US" sz="1200" kern="1200" dirty="0" smtClean="0">
                <a:solidFill>
                  <a:schemeClr val="tx1"/>
                </a:solidFill>
                <a:effectLst/>
                <a:latin typeface="+mn-lt"/>
                <a:ea typeface="+mn-ea"/>
                <a:cs typeface="+mn-cs"/>
              </a:rPr>
              <a:t>12</a:t>
            </a:r>
          </a:p>
          <a:p>
            <a:r>
              <a:rPr lang="en-US" sz="1200" b="1" kern="1200" dirty="0" smtClean="0">
                <a:solidFill>
                  <a:schemeClr val="tx1"/>
                </a:solidFill>
                <a:effectLst/>
                <a:latin typeface="+mn-lt"/>
                <a:ea typeface="+mn-ea"/>
                <a:cs typeface="+mn-cs"/>
              </a:rPr>
              <a:t>Prefix</a:t>
            </a:r>
            <a:endParaRPr lang="en-US" sz="1200" kern="1200" dirty="0" smtClean="0">
              <a:solidFill>
                <a:schemeClr val="tx1"/>
              </a:solidFill>
              <a:effectLst/>
              <a:latin typeface="+mn-lt"/>
              <a:ea typeface="+mn-ea"/>
              <a:cs typeface="+mn-cs"/>
            </a:endParaRPr>
          </a:p>
          <a:p>
            <a:r>
              <a:rPr lang="en-US" sz="1200" b="1" kern="1200" dirty="0" smtClean="0">
                <a:solidFill>
                  <a:schemeClr val="tx1"/>
                </a:solidFill>
                <a:effectLst/>
                <a:latin typeface="+mn-lt"/>
                <a:ea typeface="+mn-ea"/>
                <a:cs typeface="+mn-cs"/>
              </a:rPr>
              <a:t>Number</a:t>
            </a:r>
            <a:endParaRPr lang="en-US"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mono-</a:t>
            </a:r>
          </a:p>
          <a:p>
            <a:r>
              <a:rPr lang="en-US" sz="1200" kern="1200" dirty="0" smtClean="0">
                <a:solidFill>
                  <a:schemeClr val="tx1"/>
                </a:solidFill>
                <a:effectLst/>
                <a:latin typeface="+mn-lt"/>
                <a:ea typeface="+mn-ea"/>
                <a:cs typeface="+mn-cs"/>
              </a:rPr>
              <a:t>1</a:t>
            </a:r>
          </a:p>
          <a:p>
            <a:r>
              <a:rPr lang="en-US" sz="1200" kern="1200" dirty="0" smtClean="0">
                <a:solidFill>
                  <a:schemeClr val="tx1"/>
                </a:solidFill>
                <a:effectLst/>
                <a:latin typeface="+mn-lt"/>
                <a:ea typeface="+mn-ea"/>
                <a:cs typeface="+mn-cs"/>
              </a:rPr>
              <a:t>di-</a:t>
            </a:r>
          </a:p>
          <a:p>
            <a:r>
              <a:rPr lang="en-US" sz="1200" kern="1200" dirty="0" smtClean="0">
                <a:solidFill>
                  <a:schemeClr val="tx1"/>
                </a:solidFill>
                <a:effectLst/>
                <a:latin typeface="+mn-lt"/>
                <a:ea typeface="+mn-ea"/>
                <a:cs typeface="+mn-cs"/>
              </a:rPr>
              <a:t>2</a:t>
            </a:r>
          </a:p>
          <a:p>
            <a:r>
              <a:rPr lang="en-US" sz="1200" kern="1200" dirty="0" smtClean="0">
                <a:solidFill>
                  <a:schemeClr val="tx1"/>
                </a:solidFill>
                <a:effectLst/>
                <a:latin typeface="+mn-lt"/>
                <a:ea typeface="+mn-ea"/>
                <a:cs typeface="+mn-cs"/>
              </a:rPr>
              <a:t>tri-</a:t>
            </a:r>
          </a:p>
          <a:p>
            <a:r>
              <a:rPr lang="en-US" sz="1200" kern="1200" dirty="0" smtClean="0">
                <a:solidFill>
                  <a:schemeClr val="tx1"/>
                </a:solidFill>
                <a:effectLst/>
                <a:latin typeface="+mn-lt"/>
                <a:ea typeface="+mn-ea"/>
                <a:cs typeface="+mn-cs"/>
              </a:rPr>
              <a:t>3</a:t>
            </a:r>
          </a:p>
          <a:p>
            <a:r>
              <a:rPr lang="en-US" sz="1200" kern="1200" dirty="0" smtClean="0">
                <a:solidFill>
                  <a:schemeClr val="tx1"/>
                </a:solidFill>
                <a:effectLst/>
                <a:latin typeface="+mn-lt"/>
                <a:ea typeface="+mn-ea"/>
                <a:cs typeface="+mn-cs"/>
              </a:rPr>
              <a:t>tetra-</a:t>
            </a:r>
          </a:p>
          <a:p>
            <a:r>
              <a:rPr lang="en-US" sz="1200" kern="1200" dirty="0" smtClean="0">
                <a:solidFill>
                  <a:schemeClr val="tx1"/>
                </a:solidFill>
                <a:effectLst/>
                <a:latin typeface="+mn-lt"/>
                <a:ea typeface="+mn-ea"/>
                <a:cs typeface="+mn-cs"/>
              </a:rPr>
              <a:t>4</a:t>
            </a:r>
          </a:p>
          <a:p>
            <a:r>
              <a:rPr lang="en-US" sz="1200" kern="1200" dirty="0" err="1" smtClean="0">
                <a:solidFill>
                  <a:schemeClr val="tx1"/>
                </a:solidFill>
                <a:effectLst/>
                <a:latin typeface="+mn-lt"/>
                <a:ea typeface="+mn-ea"/>
                <a:cs typeface="+mn-cs"/>
              </a:rPr>
              <a:t>penta</a:t>
            </a:r>
            <a:r>
              <a:rPr lang="en-US" sz="1200" kern="1200" dirty="0" smtClean="0">
                <a:solidFill>
                  <a:schemeClr val="tx1"/>
                </a:solidFill>
                <a:effectLst/>
                <a:latin typeface="+mn-lt"/>
                <a:ea typeface="+mn-ea"/>
                <a:cs typeface="+mn-cs"/>
              </a:rPr>
              <a:t>-</a:t>
            </a:r>
          </a:p>
          <a:p>
            <a:r>
              <a:rPr lang="en-US" sz="1200" kern="1200" dirty="0" smtClean="0">
                <a:solidFill>
                  <a:schemeClr val="tx1"/>
                </a:solidFill>
                <a:effectLst/>
                <a:latin typeface="+mn-lt"/>
                <a:ea typeface="+mn-ea"/>
                <a:cs typeface="+mn-cs"/>
              </a:rPr>
              <a:t>5</a:t>
            </a:r>
          </a:p>
          <a:p>
            <a:r>
              <a:rPr lang="en-US" sz="1200" kern="1200" dirty="0" err="1" smtClean="0">
                <a:solidFill>
                  <a:schemeClr val="tx1"/>
                </a:solidFill>
                <a:effectLst/>
                <a:latin typeface="+mn-lt"/>
                <a:ea typeface="+mn-ea"/>
                <a:cs typeface="+mn-cs"/>
              </a:rPr>
              <a:t>hexa</a:t>
            </a:r>
            <a:r>
              <a:rPr lang="en-US" sz="1200" kern="1200" dirty="0" smtClean="0">
                <a:solidFill>
                  <a:schemeClr val="tx1"/>
                </a:solidFill>
                <a:effectLst/>
                <a:latin typeface="+mn-lt"/>
                <a:ea typeface="+mn-ea"/>
                <a:cs typeface="+mn-cs"/>
              </a:rPr>
              <a:t>-</a:t>
            </a:r>
          </a:p>
          <a:p>
            <a:r>
              <a:rPr lang="en-US" sz="1200" kern="1200" dirty="0" smtClean="0">
                <a:solidFill>
                  <a:schemeClr val="tx1"/>
                </a:solidFill>
                <a:effectLst/>
                <a:latin typeface="+mn-lt"/>
                <a:ea typeface="+mn-ea"/>
                <a:cs typeface="+mn-cs"/>
              </a:rPr>
              <a:t>6</a:t>
            </a:r>
          </a:p>
          <a:p>
            <a:r>
              <a:rPr lang="en-US" sz="1200" kern="1200" dirty="0" err="1" smtClean="0">
                <a:solidFill>
                  <a:schemeClr val="tx1"/>
                </a:solidFill>
                <a:effectLst/>
                <a:latin typeface="+mn-lt"/>
                <a:ea typeface="+mn-ea"/>
                <a:cs typeface="+mn-cs"/>
              </a:rPr>
              <a:t>hepta</a:t>
            </a:r>
            <a:r>
              <a:rPr lang="en-US" sz="1200" kern="1200" dirty="0" smtClean="0">
                <a:solidFill>
                  <a:schemeClr val="tx1"/>
                </a:solidFill>
                <a:effectLst/>
                <a:latin typeface="+mn-lt"/>
                <a:ea typeface="+mn-ea"/>
                <a:cs typeface="+mn-cs"/>
              </a:rPr>
              <a:t>-</a:t>
            </a:r>
          </a:p>
          <a:p>
            <a:r>
              <a:rPr lang="en-US" sz="1200" kern="1200" dirty="0" smtClean="0">
                <a:solidFill>
                  <a:schemeClr val="tx1"/>
                </a:solidFill>
                <a:effectLst/>
                <a:latin typeface="+mn-lt"/>
                <a:ea typeface="+mn-ea"/>
                <a:cs typeface="+mn-cs"/>
              </a:rPr>
              <a:t>7</a:t>
            </a:r>
          </a:p>
          <a:p>
            <a:r>
              <a:rPr lang="en-US" sz="1200" kern="1200" dirty="0" err="1" smtClean="0">
                <a:solidFill>
                  <a:schemeClr val="tx1"/>
                </a:solidFill>
                <a:effectLst/>
                <a:latin typeface="+mn-lt"/>
                <a:ea typeface="+mn-ea"/>
                <a:cs typeface="+mn-cs"/>
              </a:rPr>
              <a:t>octa</a:t>
            </a:r>
            <a:r>
              <a:rPr lang="en-US" sz="1200" kern="1200" dirty="0" smtClean="0">
                <a:solidFill>
                  <a:schemeClr val="tx1"/>
                </a:solidFill>
                <a:effectLst/>
                <a:latin typeface="+mn-lt"/>
                <a:ea typeface="+mn-ea"/>
                <a:cs typeface="+mn-cs"/>
              </a:rPr>
              <a:t>-</a:t>
            </a:r>
          </a:p>
          <a:p>
            <a:r>
              <a:rPr lang="en-US" sz="1200" kern="1200" dirty="0" smtClean="0">
                <a:solidFill>
                  <a:schemeClr val="tx1"/>
                </a:solidFill>
                <a:effectLst/>
                <a:latin typeface="+mn-lt"/>
                <a:ea typeface="+mn-ea"/>
                <a:cs typeface="+mn-cs"/>
              </a:rPr>
              <a:t>8</a:t>
            </a:r>
          </a:p>
          <a:p>
            <a:r>
              <a:rPr lang="en-US" sz="1200" kern="1200" dirty="0" err="1" smtClean="0">
                <a:solidFill>
                  <a:schemeClr val="tx1"/>
                </a:solidFill>
                <a:effectLst/>
                <a:latin typeface="+mn-lt"/>
                <a:ea typeface="+mn-ea"/>
                <a:cs typeface="+mn-cs"/>
              </a:rPr>
              <a:t>nona</a:t>
            </a:r>
            <a:r>
              <a:rPr lang="en-US" sz="1200" kern="1200" dirty="0" smtClean="0">
                <a:solidFill>
                  <a:schemeClr val="tx1"/>
                </a:solidFill>
                <a:effectLst/>
                <a:latin typeface="+mn-lt"/>
                <a:ea typeface="+mn-ea"/>
                <a:cs typeface="+mn-cs"/>
              </a:rPr>
              <a:t>-</a:t>
            </a:r>
          </a:p>
          <a:p>
            <a:r>
              <a:rPr lang="en-US" sz="1200" kern="1200" dirty="0" smtClean="0">
                <a:solidFill>
                  <a:schemeClr val="tx1"/>
                </a:solidFill>
                <a:effectLst/>
                <a:latin typeface="+mn-lt"/>
                <a:ea typeface="+mn-ea"/>
                <a:cs typeface="+mn-cs"/>
              </a:rPr>
              <a:t>9</a:t>
            </a:r>
          </a:p>
          <a:p>
            <a:r>
              <a:rPr lang="en-US" sz="1200" kern="1200" dirty="0" err="1" smtClean="0">
                <a:solidFill>
                  <a:schemeClr val="tx1"/>
                </a:solidFill>
                <a:effectLst/>
                <a:latin typeface="+mn-lt"/>
                <a:ea typeface="+mn-ea"/>
                <a:cs typeface="+mn-cs"/>
              </a:rPr>
              <a:t>deca</a:t>
            </a:r>
            <a:r>
              <a:rPr lang="en-US" sz="1200" kern="1200" dirty="0" smtClean="0">
                <a:solidFill>
                  <a:schemeClr val="tx1"/>
                </a:solidFill>
                <a:effectLst/>
                <a:latin typeface="+mn-lt"/>
                <a:ea typeface="+mn-ea"/>
                <a:cs typeface="+mn-cs"/>
              </a:rPr>
              <a:t>-</a:t>
            </a:r>
          </a:p>
          <a:p>
            <a:r>
              <a:rPr lang="en-US" sz="1200" kern="1200" dirty="0" smtClean="0">
                <a:solidFill>
                  <a:schemeClr val="tx1"/>
                </a:solidFill>
                <a:effectLst/>
                <a:latin typeface="+mn-lt"/>
                <a:ea typeface="+mn-ea"/>
                <a:cs typeface="+mn-cs"/>
              </a:rPr>
              <a:t>10</a:t>
            </a:r>
          </a:p>
          <a:p>
            <a:r>
              <a:rPr lang="en-US" sz="1200" kern="1200" dirty="0" err="1" smtClean="0">
                <a:solidFill>
                  <a:schemeClr val="tx1"/>
                </a:solidFill>
                <a:effectLst/>
                <a:latin typeface="+mn-lt"/>
                <a:ea typeface="+mn-ea"/>
                <a:cs typeface="+mn-cs"/>
              </a:rPr>
              <a:t>undeca</a:t>
            </a:r>
            <a:r>
              <a:rPr lang="en-US" sz="1200" kern="1200" dirty="0" smtClean="0">
                <a:solidFill>
                  <a:schemeClr val="tx1"/>
                </a:solidFill>
                <a:effectLst/>
                <a:latin typeface="+mn-lt"/>
                <a:ea typeface="+mn-ea"/>
                <a:cs typeface="+mn-cs"/>
              </a:rPr>
              <a:t>-</a:t>
            </a:r>
          </a:p>
          <a:p>
            <a:r>
              <a:rPr lang="en-US" sz="1200" kern="1200" dirty="0" smtClean="0">
                <a:solidFill>
                  <a:schemeClr val="tx1"/>
                </a:solidFill>
                <a:effectLst/>
                <a:latin typeface="+mn-lt"/>
                <a:ea typeface="+mn-ea"/>
                <a:cs typeface="+mn-cs"/>
              </a:rPr>
              <a:t>11</a:t>
            </a:r>
          </a:p>
          <a:p>
            <a:r>
              <a:rPr lang="en-US" sz="1200" kern="1200" dirty="0" err="1" smtClean="0">
                <a:solidFill>
                  <a:schemeClr val="tx1"/>
                </a:solidFill>
                <a:effectLst/>
                <a:latin typeface="+mn-lt"/>
                <a:ea typeface="+mn-ea"/>
                <a:cs typeface="+mn-cs"/>
              </a:rPr>
              <a:t>dodeca</a:t>
            </a:r>
            <a:r>
              <a:rPr lang="en-US" sz="1200" kern="1200" dirty="0" smtClean="0">
                <a:solidFill>
                  <a:schemeClr val="tx1"/>
                </a:solidFill>
                <a:effectLst/>
                <a:latin typeface="+mn-lt"/>
                <a:ea typeface="+mn-ea"/>
                <a:cs typeface="+mn-cs"/>
              </a:rPr>
              <a:t>-</a:t>
            </a:r>
          </a:p>
          <a:p>
            <a:r>
              <a:rPr lang="en-US" sz="1200" kern="1200" dirty="0" smtClean="0">
                <a:solidFill>
                  <a:schemeClr val="tx1"/>
                </a:solidFill>
                <a:effectLst/>
                <a:latin typeface="+mn-lt"/>
                <a:ea typeface="+mn-ea"/>
                <a:cs typeface="+mn-cs"/>
              </a:rPr>
              <a:t>12</a:t>
            </a:r>
          </a:p>
          <a:p>
            <a:endParaRPr lang="en-US" dirty="0"/>
          </a:p>
        </p:txBody>
      </p:sp>
      <p:sp>
        <p:nvSpPr>
          <p:cNvPr id="4" name="Slide Number Placeholder 3"/>
          <p:cNvSpPr>
            <a:spLocks noGrp="1"/>
          </p:cNvSpPr>
          <p:nvPr>
            <p:ph type="sldNum" sz="quarter" idx="10"/>
          </p:nvPr>
        </p:nvSpPr>
        <p:spPr/>
        <p:txBody>
          <a:bodyPr/>
          <a:lstStyle/>
          <a:p>
            <a:pPr>
              <a:defRPr/>
            </a:pPr>
            <a:fld id="{10679F38-BE79-4C60-B943-0A146DE7812A}" type="slidenum">
              <a:rPr lang="en-US" smtClean="0"/>
              <a:pPr>
                <a:defRPr/>
              </a:pPr>
              <a:t>14</a:t>
            </a:fld>
            <a:endParaRPr lang="en-US"/>
          </a:p>
        </p:txBody>
      </p:sp>
    </p:spTree>
    <p:extLst>
      <p:ext uri="{BB962C8B-B14F-4D97-AF65-F5344CB8AC3E}">
        <p14:creationId xmlns:p14="http://schemas.microsoft.com/office/powerpoint/2010/main" val="42561301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err="1" smtClean="0">
                <a:solidFill>
                  <a:schemeClr val="tx1"/>
                </a:solidFill>
                <a:effectLst/>
                <a:latin typeface="+mn-lt"/>
                <a:ea typeface="+mn-ea"/>
                <a:cs typeface="+mn-cs"/>
              </a:rPr>
              <a:t>HCl</a:t>
            </a:r>
            <a:r>
              <a:rPr lang="en-US" sz="1200" kern="1200" dirty="0" smtClean="0">
                <a:solidFill>
                  <a:schemeClr val="tx1"/>
                </a:solidFill>
                <a:effectLst/>
                <a:latin typeface="+mn-lt"/>
                <a:ea typeface="+mn-ea"/>
                <a:cs typeface="+mn-cs"/>
              </a:rPr>
              <a:t> as hydrogen chloride (because hydrogen is to the left of chlorine in the periodic table) and PCl</a:t>
            </a:r>
            <a:r>
              <a:rPr lang="en-US" sz="1200" kern="1200" baseline="-25000" dirty="0" smtClean="0">
                <a:solidFill>
                  <a:schemeClr val="tx1"/>
                </a:solidFill>
                <a:effectLst/>
                <a:latin typeface="+mn-lt"/>
                <a:ea typeface="+mn-ea"/>
                <a:cs typeface="+mn-cs"/>
              </a:rPr>
              <a:t>5</a:t>
            </a:r>
            <a:r>
              <a:rPr lang="en-US" sz="1200" kern="1200" dirty="0" smtClean="0">
                <a:solidFill>
                  <a:schemeClr val="tx1"/>
                </a:solidFill>
                <a:effectLst/>
                <a:latin typeface="+mn-lt"/>
                <a:ea typeface="+mn-ea"/>
                <a:cs typeface="+mn-cs"/>
              </a:rPr>
              <a:t> as phosphorus </a:t>
            </a:r>
            <a:r>
              <a:rPr lang="en-US" sz="1200" kern="1200" dirty="0" err="1" smtClean="0">
                <a:solidFill>
                  <a:schemeClr val="tx1"/>
                </a:solidFill>
                <a:effectLst/>
                <a:latin typeface="+mn-lt"/>
                <a:ea typeface="+mn-ea"/>
                <a:cs typeface="+mn-cs"/>
              </a:rPr>
              <a:t>pentachloride</a:t>
            </a:r>
            <a:r>
              <a:rPr lang="en-US" sz="1200" kern="1200" dirty="0" smtClean="0">
                <a:solidFill>
                  <a:schemeClr val="tx1"/>
                </a:solidFill>
                <a:effectLst/>
                <a:latin typeface="+mn-lt"/>
                <a:ea typeface="+mn-ea"/>
                <a:cs typeface="+mn-cs"/>
              </a:rPr>
              <a:t>. The order of the elements in the name of BrF</a:t>
            </a:r>
            <a:r>
              <a:rPr lang="en-US" sz="1200" kern="1200" baseline="-25000" dirty="0" smtClean="0">
                <a:solidFill>
                  <a:schemeClr val="tx1"/>
                </a:solidFill>
                <a:effectLst/>
                <a:latin typeface="+mn-lt"/>
                <a:ea typeface="+mn-ea"/>
                <a:cs typeface="+mn-cs"/>
              </a:rPr>
              <a:t>3</a:t>
            </a:r>
            <a:r>
              <a:rPr lang="en-US" sz="1200" kern="1200" dirty="0" smtClean="0">
                <a:solidFill>
                  <a:schemeClr val="tx1"/>
                </a:solidFill>
                <a:effectLst/>
                <a:latin typeface="+mn-lt"/>
                <a:ea typeface="+mn-ea"/>
                <a:cs typeface="+mn-cs"/>
              </a:rPr>
              <a:t>, bromine </a:t>
            </a:r>
            <a:r>
              <a:rPr lang="en-US" sz="1200" kern="1200" dirty="0" err="1" smtClean="0">
                <a:solidFill>
                  <a:schemeClr val="tx1"/>
                </a:solidFill>
                <a:effectLst/>
                <a:latin typeface="+mn-lt"/>
                <a:ea typeface="+mn-ea"/>
                <a:cs typeface="+mn-cs"/>
              </a:rPr>
              <a:t>trifluoride</a:t>
            </a:r>
            <a:r>
              <a:rPr lang="en-US" sz="1200" kern="1200" dirty="0" smtClean="0">
                <a:solidFill>
                  <a:schemeClr val="tx1"/>
                </a:solidFill>
                <a:effectLst/>
                <a:latin typeface="+mn-lt"/>
                <a:ea typeface="+mn-ea"/>
                <a:cs typeface="+mn-cs"/>
              </a:rPr>
              <a:t>, is determined by the fact that bromine lies below fluorine in group 17</a:t>
            </a:r>
            <a:endParaRPr lang="en-US" dirty="0"/>
          </a:p>
        </p:txBody>
      </p:sp>
      <p:sp>
        <p:nvSpPr>
          <p:cNvPr id="4" name="Slide Number Placeholder 3"/>
          <p:cNvSpPr>
            <a:spLocks noGrp="1"/>
          </p:cNvSpPr>
          <p:nvPr>
            <p:ph type="sldNum" sz="quarter" idx="10"/>
          </p:nvPr>
        </p:nvSpPr>
        <p:spPr/>
        <p:txBody>
          <a:bodyPr/>
          <a:lstStyle/>
          <a:p>
            <a:pPr>
              <a:defRPr/>
            </a:pPr>
            <a:fld id="{10679F38-BE79-4C60-B943-0A146DE7812A}" type="slidenum">
              <a:rPr lang="en-US" smtClean="0"/>
              <a:pPr>
                <a:defRPr/>
              </a:pPr>
              <a:t>15</a:t>
            </a:fld>
            <a:endParaRPr lang="en-US"/>
          </a:p>
        </p:txBody>
      </p:sp>
    </p:spTree>
    <p:extLst>
      <p:ext uri="{BB962C8B-B14F-4D97-AF65-F5344CB8AC3E}">
        <p14:creationId xmlns:p14="http://schemas.microsoft.com/office/powerpoint/2010/main" val="9844622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0679F38-BE79-4C60-B943-0A146DE7812A}" type="slidenum">
              <a:rPr lang="en-US" smtClean="0"/>
              <a:pPr>
                <a:defRPr/>
              </a:pPr>
              <a:t>16</a:t>
            </a:fld>
            <a:endParaRPr lang="en-US"/>
          </a:p>
        </p:txBody>
      </p:sp>
    </p:spTree>
    <p:extLst>
      <p:ext uri="{BB962C8B-B14F-4D97-AF65-F5344CB8AC3E}">
        <p14:creationId xmlns:p14="http://schemas.microsoft.com/office/powerpoint/2010/main" val="10035678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l" defTabSz="914400" rtl="0" eaLnBrk="0" fontAlgn="base" latinLnBrk="0" hangingPunct="0">
              <a:lnSpc>
                <a:spcPct val="100000"/>
              </a:lnSpc>
              <a:spcBef>
                <a:spcPct val="30000"/>
              </a:spcBef>
              <a:spcAft>
                <a:spcPct val="0"/>
              </a:spcAft>
              <a:buClrTx/>
              <a:buSzTx/>
              <a:buFontTx/>
              <a:buNone/>
              <a:tabLst/>
              <a:defRPr/>
            </a:pPr>
            <a:r>
              <a:rPr lang="en-US" dirty="0" smtClean="0">
                <a:solidFill>
                  <a:srgbClr val="0D0A98"/>
                </a:solidFill>
                <a:latin typeface="Palatino Linotype" panose="02040502050505030304" pitchFamily="18" charset="0"/>
                <a:ea typeface="Calibri" panose="020F0502020204030204" pitchFamily="34" charset="0"/>
                <a:cs typeface="Calibri" panose="020F0502020204030204" pitchFamily="34" charset="0"/>
              </a:rPr>
              <a:t>For many compounds, the systematic name and the common name are both used frequently, so you must be familiar with them. For example, the systematic name for NO is nitrogen monoxide, but it is much more commonly called nitric oxide. Similarly, N</a:t>
            </a:r>
            <a:r>
              <a:rPr lang="en-US" baseline="-25000" dirty="0" smtClean="0">
                <a:solidFill>
                  <a:srgbClr val="0D0A98"/>
                </a:solidFill>
                <a:latin typeface="Palatino Linotype" panose="02040502050505030304" pitchFamily="18" charset="0"/>
                <a:ea typeface="Calibri" panose="020F0502020204030204" pitchFamily="34" charset="0"/>
                <a:cs typeface="Calibri" panose="020F0502020204030204" pitchFamily="34" charset="0"/>
              </a:rPr>
              <a:t>2</a:t>
            </a:r>
            <a:r>
              <a:rPr lang="en-US" dirty="0" smtClean="0">
                <a:solidFill>
                  <a:srgbClr val="0D0A98"/>
                </a:solidFill>
                <a:latin typeface="Palatino Linotype" panose="02040502050505030304" pitchFamily="18" charset="0"/>
                <a:ea typeface="Calibri" panose="020F0502020204030204" pitchFamily="34" charset="0"/>
                <a:cs typeface="Calibri" panose="020F0502020204030204" pitchFamily="34" charset="0"/>
              </a:rPr>
              <a:t>O is usually called nitrous oxide rather than </a:t>
            </a:r>
            <a:r>
              <a:rPr lang="en-US" dirty="0" err="1" smtClean="0">
                <a:solidFill>
                  <a:srgbClr val="0D0A98"/>
                </a:solidFill>
                <a:latin typeface="Palatino Linotype" panose="02040502050505030304" pitchFamily="18" charset="0"/>
                <a:ea typeface="Calibri" panose="020F0502020204030204" pitchFamily="34" charset="0"/>
                <a:cs typeface="Calibri" panose="020F0502020204030204" pitchFamily="34" charset="0"/>
              </a:rPr>
              <a:t>dinitrogen</a:t>
            </a:r>
            <a:r>
              <a:rPr lang="en-US" dirty="0" smtClean="0">
                <a:solidFill>
                  <a:srgbClr val="0D0A98"/>
                </a:solidFill>
                <a:latin typeface="Palatino Linotype" panose="02040502050505030304" pitchFamily="18" charset="0"/>
                <a:ea typeface="Calibri" panose="020F0502020204030204" pitchFamily="34" charset="0"/>
                <a:cs typeface="Calibri" panose="020F0502020204030204" pitchFamily="34" charset="0"/>
              </a:rPr>
              <a:t> monoxide. Notice that the suffixes -</a:t>
            </a:r>
            <a:r>
              <a:rPr lang="en-US" i="1" dirty="0" err="1" smtClean="0">
                <a:solidFill>
                  <a:srgbClr val="0D0A98"/>
                </a:solidFill>
                <a:latin typeface="Palatino Linotype" panose="02040502050505030304" pitchFamily="18" charset="0"/>
                <a:ea typeface="Calibri" panose="020F0502020204030204" pitchFamily="34" charset="0"/>
                <a:cs typeface="Calibri" panose="020F0502020204030204" pitchFamily="34" charset="0"/>
              </a:rPr>
              <a:t>ic</a:t>
            </a:r>
            <a:r>
              <a:rPr lang="en-US" dirty="0" smtClean="0">
                <a:solidFill>
                  <a:srgbClr val="0D0A98"/>
                </a:solidFill>
                <a:latin typeface="Palatino Linotype" panose="02040502050505030304" pitchFamily="18" charset="0"/>
                <a:ea typeface="Calibri" panose="020F0502020204030204" pitchFamily="34" charset="0"/>
                <a:cs typeface="Calibri" panose="020F0502020204030204" pitchFamily="34" charset="0"/>
              </a:rPr>
              <a:t> and -</a:t>
            </a:r>
            <a:r>
              <a:rPr lang="en-US" i="1" dirty="0" err="1" smtClean="0">
                <a:solidFill>
                  <a:srgbClr val="0D0A98"/>
                </a:solidFill>
                <a:latin typeface="Palatino Linotype" panose="02040502050505030304" pitchFamily="18" charset="0"/>
                <a:ea typeface="Calibri" panose="020F0502020204030204" pitchFamily="34" charset="0"/>
                <a:cs typeface="Calibri" panose="020F0502020204030204" pitchFamily="34" charset="0"/>
              </a:rPr>
              <a:t>ous</a:t>
            </a:r>
            <a:r>
              <a:rPr lang="en-US" dirty="0" smtClean="0">
                <a:solidFill>
                  <a:srgbClr val="0D0A98"/>
                </a:solidFill>
                <a:latin typeface="Palatino Linotype" panose="02040502050505030304" pitchFamily="18" charset="0"/>
                <a:ea typeface="Calibri" panose="020F0502020204030204" pitchFamily="34" charset="0"/>
                <a:cs typeface="Calibri" panose="020F0502020204030204" pitchFamily="34" charset="0"/>
              </a:rPr>
              <a:t> are the same ones used for ionic compounds.</a:t>
            </a:r>
            <a:endParaRPr lang="en-US" sz="1600" dirty="0" smtClean="0">
              <a:solidFill>
                <a:srgbClr val="0D0A98"/>
              </a:solidFill>
              <a:ea typeface="Calibri" panose="020F050202020403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10"/>
          </p:nvPr>
        </p:nvSpPr>
        <p:spPr/>
        <p:txBody>
          <a:bodyPr/>
          <a:lstStyle/>
          <a:p>
            <a:pPr>
              <a:defRPr/>
            </a:pPr>
            <a:fld id="{10679F38-BE79-4C60-B943-0A146DE7812A}" type="slidenum">
              <a:rPr lang="en-US" smtClean="0"/>
              <a:pPr>
                <a:defRPr/>
              </a:pPr>
              <a:t>17</a:t>
            </a:fld>
            <a:endParaRPr lang="en-US"/>
          </a:p>
        </p:txBody>
      </p:sp>
    </p:spTree>
    <p:extLst>
      <p:ext uri="{BB962C8B-B14F-4D97-AF65-F5344CB8AC3E}">
        <p14:creationId xmlns:p14="http://schemas.microsoft.com/office/powerpoint/2010/main" val="29867322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0679F38-BE79-4C60-B943-0A146DE7812A}" type="slidenum">
              <a:rPr lang="en-US" smtClean="0"/>
              <a:pPr>
                <a:defRPr/>
              </a:pPr>
              <a:t>18</a:t>
            </a:fld>
            <a:endParaRPr lang="en-US"/>
          </a:p>
        </p:txBody>
      </p:sp>
    </p:spTree>
    <p:extLst>
      <p:ext uri="{BB962C8B-B14F-4D97-AF65-F5344CB8AC3E}">
        <p14:creationId xmlns:p14="http://schemas.microsoft.com/office/powerpoint/2010/main" val="18078420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0679F38-BE79-4C60-B943-0A146DE7812A}" type="slidenum">
              <a:rPr lang="en-US" smtClean="0"/>
              <a:pPr>
                <a:defRPr/>
              </a:pPr>
              <a:t>19</a:t>
            </a:fld>
            <a:endParaRPr lang="en-US"/>
          </a:p>
        </p:txBody>
      </p:sp>
    </p:spTree>
    <p:extLst>
      <p:ext uri="{BB962C8B-B14F-4D97-AF65-F5344CB8AC3E}">
        <p14:creationId xmlns:p14="http://schemas.microsoft.com/office/powerpoint/2010/main" val="35707187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ounded Rectangle 3"/>
          <p:cNvSpPr/>
          <p:nvPr userDrawn="1"/>
        </p:nvSpPr>
        <p:spPr>
          <a:xfrm>
            <a:off x="160338" y="144463"/>
            <a:ext cx="8831262" cy="6561137"/>
          </a:xfrm>
          <a:prstGeom prst="roundRect">
            <a:avLst>
              <a:gd name="adj" fmla="val 3912"/>
            </a:avLst>
          </a:prstGeom>
          <a:noFill/>
          <a:ln w="12700">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solidFill>
                <a:prstClr val="white"/>
              </a:solidFill>
            </a:endParaRPr>
          </a:p>
        </p:txBody>
      </p:sp>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5" name="Date Placeholder 3"/>
          <p:cNvSpPr>
            <a:spLocks noGrp="1"/>
          </p:cNvSpPr>
          <p:nvPr>
            <p:ph type="dt" sz="half" idx="10"/>
          </p:nvPr>
        </p:nvSpPr>
        <p:spPr/>
        <p:txBody>
          <a:bodyPr/>
          <a:lstStyle>
            <a:lvl1pPr>
              <a:defRPr/>
            </a:lvl1pPr>
          </a:lstStyle>
          <a:p>
            <a:pPr>
              <a:defRPr/>
            </a:pPr>
            <a:fld id="{84CA3123-2576-438D-9A83-55AD214EC710}" type="datetimeFigureOut">
              <a:rPr lang="en-US"/>
              <a:pPr>
                <a:defRPr/>
              </a:pPr>
              <a:t>3/16/2021</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4F8C5BB4-4A6C-4231-AF70-D52FB3372A96}"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BB62BD53-D2B5-4B61-82F2-9ADD9C6AA01F}" type="datetimeFigureOut">
              <a:rPr lang="en-US"/>
              <a:pPr>
                <a:defRPr/>
              </a:pPr>
              <a:t>3/16/2021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115BFDD-CAF6-476C-A658-9C5A6201EE96}"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16D880D6-7C4C-4AC1-9227-29A59BB70BE6}" type="datetimeFigureOut">
              <a:rPr lang="en-US"/>
              <a:pPr>
                <a:defRPr/>
              </a:pPr>
              <a:t>3/16/2021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653F898E-479D-4903-9BAD-1F831A3DE48F}"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D5A2D75A-2D40-41A2-A500-A77EC242E0D9}" type="datetimeFigureOut">
              <a:rPr lang="en-US"/>
              <a:pPr>
                <a:defRPr/>
              </a:pPr>
              <a:t>3/16/2021</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D6C9E9A-8277-4D2B-9307-12D9E93FACF8}"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A290B0BE-F576-43EB-B154-F8AE993924B5}" type="datetimeFigureOut">
              <a:rPr lang="en-US"/>
              <a:pPr>
                <a:defRPr/>
              </a:pPr>
              <a:t>3/16/2021</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721C2127-5EA1-4CB9-9213-95AFD77E3261}"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C2ABF8E3-A743-457C-A27F-896D43773DA6}" type="datetimeFigureOut">
              <a:rPr lang="en-US"/>
              <a:pPr>
                <a:defRPr/>
              </a:pPr>
              <a:t>3/16/2021</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D70C9FAB-D794-41A0-A015-629EE4C1A07B}"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4867FC1C-4464-4B0D-BD19-4F5ADA7E5A5A}" type="datetimeFigureOut">
              <a:rPr lang="en-US"/>
              <a:pPr>
                <a:defRPr/>
              </a:pPr>
              <a:t>3/16/2021</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69C50FF6-7BD2-4102-9AD1-0CE9071A8AF7}"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28CFCE35-7E1F-4FFD-BC02-CDE0A2FBA1AD}" type="datetimeFigureOut">
              <a:rPr lang="en-US"/>
              <a:pPr>
                <a:defRPr/>
              </a:pPr>
              <a:t>3/16/2021</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FACC51CB-DFB8-49FA-9190-AEDAD4C91A07}"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45338812-B12F-4A59-A452-854CEB0D875D}" type="datetimeFigureOut">
              <a:rPr lang="en-US"/>
              <a:pPr>
                <a:defRPr/>
              </a:pPr>
              <a:t>3/16/2021</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C371EA74-7A3B-4A17-B25F-35FEA7730C83}"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69D33F30-A5DA-4C08-A5AC-C0FF2DB18421}" type="datetimeFigureOut">
              <a:rPr lang="en-US"/>
              <a:pPr>
                <a:defRPr/>
              </a:pPr>
              <a:t>3/16/2021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DA3A2D4-293A-44A0-A563-A1CBDD39923A}"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8BA863B8-AEF5-41E8-9810-C1613FD60EFE}" type="datetimeFigureOut">
              <a:rPr lang="en-US"/>
              <a:pPr>
                <a:defRPr/>
              </a:pPr>
              <a:t>3/16/2021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0F4C9DD-C983-4294-83CD-D379F875BBE9}"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FD653B16-DA88-4FE0-AB22-BB4858992853}" type="datetimeFigureOut">
              <a:rPr lang="en-US"/>
              <a:pPr>
                <a:defRPr/>
              </a:pPr>
              <a:t>3/16/2021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D7FB584-C163-40BF-85E3-BE2BB2814631}" type="slidenum">
              <a:rPr lang="en-US"/>
              <a:pPr>
                <a:defRPr/>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C5AFF4DE-A01C-43CF-8483-22463301C008}" type="datetimeFigureOut">
              <a:rPr lang="en-US"/>
              <a:pPr>
                <a:defRPr/>
              </a:pPr>
              <a:t>3/16/2021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ADC1E0A-07D3-4CA1-B7A6-A62BA2CCF60B}" type="slidenum">
              <a:rPr lang="en-US"/>
              <a:pPr>
                <a:defRPr/>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8DD8470E-404C-48BE-9CD7-621E955FD69E}" type="datetimeFigureOut">
              <a:rPr lang="en-US"/>
              <a:pPr>
                <a:defRPr/>
              </a:pPr>
              <a:t>3/16/2021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C7EA1D58-F192-4D59-9208-704B55AFF1FA}" type="slidenum">
              <a:rPr lang="en-US"/>
              <a:pPr>
                <a:defRPr/>
              </a:pPr>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81E7B3B1-9F35-43B3-B30E-B6CDD46951F2}" type="datetimeFigureOut">
              <a:rPr lang="en-US"/>
              <a:pPr>
                <a:defRPr/>
              </a:pPr>
              <a:t>3/16/2021</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66E05E1D-30A7-4B5E-8D18-3AAB8762C68F}" type="slidenum">
              <a:rPr lang="en-US"/>
              <a:pPr>
                <a:defRPr/>
              </a:pPr>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32D5B452-72E2-4315-8262-7FA1B4954055}" type="datetimeFigureOut">
              <a:rPr lang="en-US"/>
              <a:pPr>
                <a:defRPr/>
              </a:pPr>
              <a:t>3/16/2021</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A071197B-67C9-4EB2-AC0F-60CC14145E93}" type="slidenum">
              <a:rPr lang="en-US"/>
              <a:pPr>
                <a:defRPr/>
              </a:pPr>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28B91A51-8EDA-429F-AD3D-930768938540}" type="datetimeFigureOut">
              <a:rPr lang="en-US"/>
              <a:pPr>
                <a:defRPr/>
              </a:pPr>
              <a:t>3/16/2021</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3EA24323-C8C0-42D8-ACB0-7920154A74AB}" type="slidenum">
              <a:rPr lang="en-US"/>
              <a:pPr>
                <a:defRPr/>
              </a:pPr>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AED657F4-02C8-42DB-A61C-256DD549B338}" type="datetimeFigureOut">
              <a:rPr lang="en-US"/>
              <a:pPr>
                <a:defRPr/>
              </a:pPr>
              <a:t>3/16/2021</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6A32E35A-4991-4280-B7AF-31676BCE1D5F}" type="slidenum">
              <a:rPr lang="en-US"/>
              <a:pPr>
                <a:defRPr/>
              </a:pPr>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AD1D5626-4190-4707-BE59-DBC50B864B9C}" type="datetimeFigureOut">
              <a:rPr lang="en-US"/>
              <a:pPr>
                <a:defRPr/>
              </a:pPr>
              <a:t>3/16/2021</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0A5476DB-5CD9-41B5-983F-84B22FB7B165}" type="slidenum">
              <a:rPr lang="en-US"/>
              <a:pPr>
                <a:defRPr/>
              </a:pPr>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299A25F9-B819-4ED7-A516-F87A3DB39523}" type="datetimeFigureOut">
              <a:rPr lang="en-US"/>
              <a:pPr>
                <a:defRPr/>
              </a:pPr>
              <a:t>3/16/2021</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36E45C92-2AF9-4F39-BD93-D6393384AC18}" type="slidenum">
              <a:rPr lang="en-US"/>
              <a:pPr>
                <a:defRPr/>
              </a:pPr>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27F5B0C1-ACF1-429D-BB9C-CFE83B3E5F49}" type="datetimeFigureOut">
              <a:rPr lang="en-US"/>
              <a:pPr>
                <a:defRPr/>
              </a:pPr>
              <a:t>3/16/2021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65B144E-18E9-4163-A0AC-B92B06F45406}" type="slidenum">
              <a:rPr lang="en-US"/>
              <a:pPr>
                <a:defRPr/>
              </a:pPr>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1C2CA745-3FAD-413A-9FCE-281A7307C548}" type="datetimeFigureOut">
              <a:rPr lang="en-US"/>
              <a:pPr>
                <a:defRPr/>
              </a:pPr>
              <a:t>3/16/2021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4C0B9F4-8C55-42DC-B918-1730F1B9FDA9}"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1">
          <a:gsLst>
            <a:gs pos="35000">
              <a:schemeClr val="bg1">
                <a:tint val="80000"/>
                <a:satMod val="300000"/>
              </a:schemeClr>
            </a:gs>
            <a:gs pos="100000">
              <a:schemeClr val="bg1">
                <a:shade val="30000"/>
                <a:satMod val="200000"/>
                <a:lumMod val="60000"/>
                <a:lumOff val="40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prstClr val="black">
                    <a:tint val="75000"/>
                  </a:prstClr>
                </a:solidFill>
                <a:latin typeface="+mn-lt"/>
                <a:cs typeface="+mn-cs"/>
              </a:defRPr>
            </a:lvl1pPr>
          </a:lstStyle>
          <a:p>
            <a:pPr>
              <a:defRPr/>
            </a:pPr>
            <a:fld id="{AA5BE6D9-2389-40EC-80F2-9A5E7BB2BC4D}" type="datetimeFigureOut">
              <a:rPr lang="en-US"/>
              <a:pPr>
                <a:defRPr/>
              </a:pPr>
              <a:t>3/16/2021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prstClr val="black">
                    <a:tint val="75000"/>
                  </a:prstClr>
                </a:solidFill>
                <a:latin typeface="+mn-lt"/>
                <a:cs typeface="+mn-cs"/>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prstClr val="black">
                    <a:tint val="75000"/>
                  </a:prstClr>
                </a:solidFill>
                <a:latin typeface="+mn-lt"/>
                <a:cs typeface="+mn-cs"/>
              </a:defRPr>
            </a:lvl1pPr>
          </a:lstStyle>
          <a:p>
            <a:pPr>
              <a:defRPr/>
            </a:pPr>
            <a:fld id="{A9E4A4CA-91AF-4386-A975-532AD2111037}"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88" r:id="rId1"/>
    <p:sldLayoutId id="2147483757" r:id="rId2"/>
    <p:sldLayoutId id="2147483758" r:id="rId3"/>
    <p:sldLayoutId id="2147483759" r:id="rId4"/>
    <p:sldLayoutId id="2147483760" r:id="rId5"/>
    <p:sldLayoutId id="2147483761" r:id="rId6"/>
    <p:sldLayoutId id="2147483762" r:id="rId7"/>
    <p:sldLayoutId id="2147483763" r:id="rId8"/>
    <p:sldLayoutId id="2147483764" r:id="rId9"/>
    <p:sldLayoutId id="2147483765" r:id="rId10"/>
    <p:sldLayoutId id="2147483766" r:id="rId11"/>
  </p:sldLayoutIdLst>
  <p:timing>
    <p:tnLst>
      <p:par>
        <p:cTn id="1" dur="indefinite" restart="never" nodeType="tmRoot"/>
      </p:par>
    </p:tnLst>
  </p:timing>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rotWithShape="1">
          <a:gsLst>
            <a:gs pos="0">
              <a:srgbClr val="6A3629"/>
            </a:gs>
            <a:gs pos="100000">
              <a:srgbClr val="411B0E"/>
            </a:gs>
          </a:gsLst>
          <a:path path="circle">
            <a:fillToRect l="50000" t="50000" r="50000" b="50000"/>
          </a:path>
        </a:grad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2051"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prstClr val="black">
                    <a:tint val="75000"/>
                  </a:prstClr>
                </a:solidFill>
                <a:latin typeface="+mn-lt"/>
                <a:cs typeface="+mn-cs"/>
              </a:defRPr>
            </a:lvl1pPr>
          </a:lstStyle>
          <a:p>
            <a:pPr>
              <a:defRPr/>
            </a:pPr>
            <a:fld id="{03BC7A9E-F1B1-436B-8872-76144C02D43C}" type="datetimeFigureOut">
              <a:rPr lang="en-US"/>
              <a:pPr>
                <a:defRPr/>
              </a:pPr>
              <a:t>3/16/2021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prstClr val="black">
                    <a:tint val="75000"/>
                  </a:prstClr>
                </a:solidFill>
                <a:latin typeface="+mn-lt"/>
                <a:cs typeface="+mn-cs"/>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prstClr val="black">
                    <a:tint val="75000"/>
                  </a:prstClr>
                </a:solidFill>
                <a:latin typeface="+mn-lt"/>
                <a:cs typeface="+mn-cs"/>
              </a:defRPr>
            </a:lvl1pPr>
          </a:lstStyle>
          <a:p>
            <a:pPr>
              <a:defRPr/>
            </a:pPr>
            <a:fld id="{350527A2-D83C-4E39-9C67-65DAC93BBC3F}"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67" r:id="rId1"/>
    <p:sldLayoutId id="2147483768" r:id="rId2"/>
    <p:sldLayoutId id="2147483769" r:id="rId3"/>
    <p:sldLayoutId id="2147483770" r:id="rId4"/>
    <p:sldLayoutId id="2147483771" r:id="rId5"/>
    <p:sldLayoutId id="2147483772" r:id="rId6"/>
    <p:sldLayoutId id="2147483773" r:id="rId7"/>
    <p:sldLayoutId id="2147483774" r:id="rId8"/>
    <p:sldLayoutId id="2147483775" r:id="rId9"/>
    <p:sldLayoutId id="2147483776" r:id="rId10"/>
    <p:sldLayoutId id="2147483777" r:id="rId11"/>
  </p:sldLayoutIdLst>
  <p:timing>
    <p:tnLst>
      <p:par>
        <p:cTn id="1" dur="indefinite" restart="never" nodeType="tmRoot"/>
      </p:par>
    </p:tnLst>
  </p:timing>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Box 4"/>
          <p:cNvSpPr txBox="1">
            <a:spLocks noChangeArrowheads="1"/>
          </p:cNvSpPr>
          <p:nvPr/>
        </p:nvSpPr>
        <p:spPr bwMode="auto">
          <a:xfrm>
            <a:off x="2138199" y="150625"/>
            <a:ext cx="4764446" cy="892552"/>
          </a:xfrm>
          <a:prstGeom prst="rect">
            <a:avLst/>
          </a:prstGeom>
          <a:solidFill>
            <a:schemeClr val="accent3">
              <a:lumMod val="75000"/>
            </a:schemeClr>
          </a:solidFill>
          <a:ln w="9525">
            <a:noFill/>
            <a:miter lim="800000"/>
            <a:headEnd/>
            <a:tailEnd/>
          </a:ln>
        </p:spPr>
        <p:txBody>
          <a:bodyPr wrap="none" anchor="ctr">
            <a:spAutoFit/>
          </a:bodyPr>
          <a:lstStyle/>
          <a:p>
            <a:pPr algn="ctr"/>
            <a:r>
              <a:rPr lang="en-US" sz="2600" b="1" dirty="0" smtClean="0">
                <a:solidFill>
                  <a:srgbClr val="FF0000"/>
                </a:solidFill>
                <a:latin typeface="Palatino Linotype" panose="02040502050505030304" pitchFamily="18" charset="0"/>
              </a:rPr>
              <a:t>CHƯƠNG 2: PHÂN TỬ, ION,</a:t>
            </a:r>
          </a:p>
          <a:p>
            <a:pPr algn="ctr"/>
            <a:r>
              <a:rPr lang="en-US" sz="2600" b="1" dirty="0" smtClean="0">
                <a:solidFill>
                  <a:srgbClr val="FF0000"/>
                </a:solidFill>
                <a:latin typeface="Palatino Linotype" panose="02040502050505030304" pitchFamily="18" charset="0"/>
              </a:rPr>
              <a:t>CÔNG THỨC HÓA HỌC</a:t>
            </a:r>
            <a:endParaRPr lang="en-US" sz="2600" b="1" dirty="0">
              <a:solidFill>
                <a:srgbClr val="FF0000"/>
              </a:solidFill>
              <a:latin typeface="Palatino Linotype" panose="02040502050505030304" pitchFamily="18" charset="0"/>
            </a:endParaRPr>
          </a:p>
        </p:txBody>
      </p:sp>
      <p:grpSp>
        <p:nvGrpSpPr>
          <p:cNvPr id="6147" name="Group 7"/>
          <p:cNvGrpSpPr>
            <a:grpSpLocks/>
          </p:cNvGrpSpPr>
          <p:nvPr/>
        </p:nvGrpSpPr>
        <p:grpSpPr bwMode="auto">
          <a:xfrm>
            <a:off x="403225" y="1697038"/>
            <a:ext cx="2359025" cy="3636962"/>
            <a:chOff x="457200" y="1239996"/>
            <a:chExt cx="2177144" cy="2804886"/>
          </a:xfrm>
          <a:solidFill>
            <a:srgbClr val="00B050"/>
          </a:solidFill>
        </p:grpSpPr>
        <p:sp>
          <p:nvSpPr>
            <p:cNvPr id="4" name="Rectangle 3"/>
            <p:cNvSpPr/>
            <p:nvPr/>
          </p:nvSpPr>
          <p:spPr>
            <a:xfrm>
              <a:off x="457200" y="1239996"/>
              <a:ext cx="2177144" cy="2804886"/>
            </a:xfrm>
            <a:prstGeom prst="rect">
              <a:avLst/>
            </a:prstGeom>
            <a:grp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57" name="Rectangle 56"/>
            <p:cNvSpPr/>
            <p:nvPr/>
          </p:nvSpPr>
          <p:spPr>
            <a:xfrm>
              <a:off x="536316" y="1293865"/>
              <a:ext cx="2018913" cy="2694698"/>
            </a:xfrm>
            <a:prstGeom prst="rect">
              <a:avLst/>
            </a:prstGeom>
            <a:grpFill/>
            <a:ln w="19050">
              <a:solidFill>
                <a:schemeClr val="accent2">
                  <a:lumMod val="60000"/>
                  <a:lumOff val="40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grpSp>
        <p:nvGrpSpPr>
          <p:cNvPr id="6148" name="Group 6"/>
          <p:cNvGrpSpPr>
            <a:grpSpLocks/>
          </p:cNvGrpSpPr>
          <p:nvPr/>
        </p:nvGrpSpPr>
        <p:grpSpPr bwMode="auto">
          <a:xfrm flipV="1">
            <a:off x="276225" y="1870075"/>
            <a:ext cx="2101850" cy="738188"/>
            <a:chOff x="4763053" y="2429435"/>
            <a:chExt cx="2840865" cy="833718"/>
          </a:xfrm>
        </p:grpSpPr>
        <p:sp>
          <p:nvSpPr>
            <p:cNvPr id="55" name="Freeform 54"/>
            <p:cNvSpPr/>
            <p:nvPr/>
          </p:nvSpPr>
          <p:spPr bwMode="gray">
            <a:xfrm>
              <a:off x="4770794" y="2429435"/>
              <a:ext cx="2833124" cy="768967"/>
            </a:xfrm>
            <a:custGeom>
              <a:avLst/>
              <a:gdLst>
                <a:gd name="connsiteX0" fmla="*/ 0 w 1205789"/>
                <a:gd name="connsiteY0" fmla="*/ 0 h 404774"/>
                <a:gd name="connsiteX1" fmla="*/ 1003402 w 1205789"/>
                <a:gd name="connsiteY1" fmla="*/ 0 h 404774"/>
                <a:gd name="connsiteX2" fmla="*/ 1205789 w 1205789"/>
                <a:gd name="connsiteY2" fmla="*/ 202387 h 404774"/>
                <a:gd name="connsiteX3" fmla="*/ 1003402 w 1205789"/>
                <a:gd name="connsiteY3" fmla="*/ 404774 h 404774"/>
                <a:gd name="connsiteX4" fmla="*/ 0 w 1205789"/>
                <a:gd name="connsiteY4" fmla="*/ 404774 h 404774"/>
                <a:gd name="connsiteX5" fmla="*/ 0 w 1205789"/>
                <a:gd name="connsiteY5" fmla="*/ 0 h 404774"/>
                <a:gd name="connsiteX0" fmla="*/ 7314 w 1213103"/>
                <a:gd name="connsiteY0" fmla="*/ 0 h 404774"/>
                <a:gd name="connsiteX1" fmla="*/ 1010716 w 1213103"/>
                <a:gd name="connsiteY1" fmla="*/ 0 h 404774"/>
                <a:gd name="connsiteX2" fmla="*/ 1213103 w 1213103"/>
                <a:gd name="connsiteY2" fmla="*/ 202387 h 404774"/>
                <a:gd name="connsiteX3" fmla="*/ 1010716 w 1213103"/>
                <a:gd name="connsiteY3" fmla="*/ 404774 h 404774"/>
                <a:gd name="connsiteX4" fmla="*/ 7314 w 1213103"/>
                <a:gd name="connsiteY4" fmla="*/ 404774 h 404774"/>
                <a:gd name="connsiteX5" fmla="*/ 0 w 1213103"/>
                <a:gd name="connsiteY5" fmla="*/ 131673 h 404774"/>
                <a:gd name="connsiteX6" fmla="*/ 7314 w 1213103"/>
                <a:gd name="connsiteY6" fmla="*/ 0 h 404774"/>
                <a:gd name="connsiteX0" fmla="*/ 89610 w 1295399"/>
                <a:gd name="connsiteY0" fmla="*/ 0 h 404774"/>
                <a:gd name="connsiteX1" fmla="*/ 1093012 w 1295399"/>
                <a:gd name="connsiteY1" fmla="*/ 0 h 404774"/>
                <a:gd name="connsiteX2" fmla="*/ 1295399 w 1295399"/>
                <a:gd name="connsiteY2" fmla="*/ 202387 h 404774"/>
                <a:gd name="connsiteX3" fmla="*/ 1093012 w 1295399"/>
                <a:gd name="connsiteY3" fmla="*/ 404774 h 404774"/>
                <a:gd name="connsiteX4" fmla="*/ 89610 w 1295399"/>
                <a:gd name="connsiteY4" fmla="*/ 404774 h 404774"/>
                <a:gd name="connsiteX5" fmla="*/ 0 w 1295399"/>
                <a:gd name="connsiteY5" fmla="*/ 99974 h 404774"/>
                <a:gd name="connsiteX6" fmla="*/ 89610 w 1295399"/>
                <a:gd name="connsiteY6" fmla="*/ 0 h 404774"/>
                <a:gd name="connsiteX0" fmla="*/ 89610 w 1295399"/>
                <a:gd name="connsiteY0" fmla="*/ 0 h 404774"/>
                <a:gd name="connsiteX1" fmla="*/ 1093012 w 1295399"/>
                <a:gd name="connsiteY1" fmla="*/ 0 h 404774"/>
                <a:gd name="connsiteX2" fmla="*/ 1295399 w 1295399"/>
                <a:gd name="connsiteY2" fmla="*/ 202387 h 404774"/>
                <a:gd name="connsiteX3" fmla="*/ 1093012 w 1295399"/>
                <a:gd name="connsiteY3" fmla="*/ 404774 h 404774"/>
                <a:gd name="connsiteX4" fmla="*/ 89610 w 1295399"/>
                <a:gd name="connsiteY4" fmla="*/ 404774 h 404774"/>
                <a:gd name="connsiteX5" fmla="*/ 60350 w 1295399"/>
                <a:gd name="connsiteY5" fmla="*/ 299923 h 404774"/>
                <a:gd name="connsiteX6" fmla="*/ 0 w 1295399"/>
                <a:gd name="connsiteY6" fmla="*/ 99974 h 404774"/>
                <a:gd name="connsiteX7" fmla="*/ 89610 w 1295399"/>
                <a:gd name="connsiteY7" fmla="*/ 0 h 404774"/>
                <a:gd name="connsiteX0" fmla="*/ 89610 w 1295399"/>
                <a:gd name="connsiteY0" fmla="*/ 0 h 480974"/>
                <a:gd name="connsiteX1" fmla="*/ 1093012 w 1295399"/>
                <a:gd name="connsiteY1" fmla="*/ 0 h 480974"/>
                <a:gd name="connsiteX2" fmla="*/ 1295399 w 1295399"/>
                <a:gd name="connsiteY2" fmla="*/ 202387 h 480974"/>
                <a:gd name="connsiteX3" fmla="*/ 1093012 w 1295399"/>
                <a:gd name="connsiteY3" fmla="*/ 404774 h 480974"/>
                <a:gd name="connsiteX4" fmla="*/ 89610 w 1295399"/>
                <a:gd name="connsiteY4" fmla="*/ 404774 h 480974"/>
                <a:gd name="connsiteX5" fmla="*/ 0 w 1295399"/>
                <a:gd name="connsiteY5" fmla="*/ 480974 h 480974"/>
                <a:gd name="connsiteX6" fmla="*/ 0 w 1295399"/>
                <a:gd name="connsiteY6" fmla="*/ 99974 h 480974"/>
                <a:gd name="connsiteX7" fmla="*/ 89610 w 1295399"/>
                <a:gd name="connsiteY7" fmla="*/ 0 h 480974"/>
                <a:gd name="connsiteX0" fmla="*/ 89610 w 1295399"/>
                <a:gd name="connsiteY0" fmla="*/ 0 h 480974"/>
                <a:gd name="connsiteX1" fmla="*/ 1093012 w 1295399"/>
                <a:gd name="connsiteY1" fmla="*/ 0 h 480974"/>
                <a:gd name="connsiteX2" fmla="*/ 1295399 w 1295399"/>
                <a:gd name="connsiteY2" fmla="*/ 202387 h 480974"/>
                <a:gd name="connsiteX3" fmla="*/ 1093012 w 1295399"/>
                <a:gd name="connsiteY3" fmla="*/ 404774 h 480974"/>
                <a:gd name="connsiteX4" fmla="*/ 89610 w 1295399"/>
                <a:gd name="connsiteY4" fmla="*/ 404774 h 480974"/>
                <a:gd name="connsiteX5" fmla="*/ 0 w 1295399"/>
                <a:gd name="connsiteY5" fmla="*/ 480974 h 480974"/>
                <a:gd name="connsiteX6" fmla="*/ 0 w 1295399"/>
                <a:gd name="connsiteY6" fmla="*/ 99974 h 480974"/>
                <a:gd name="connsiteX7" fmla="*/ 89610 w 1295399"/>
                <a:gd name="connsiteY7" fmla="*/ 0 h 480974"/>
                <a:gd name="connsiteX0" fmla="*/ 89610 w 1295399"/>
                <a:gd name="connsiteY0" fmla="*/ 0 h 480974"/>
                <a:gd name="connsiteX1" fmla="*/ 1093012 w 1295399"/>
                <a:gd name="connsiteY1" fmla="*/ 0 h 480974"/>
                <a:gd name="connsiteX2" fmla="*/ 1295399 w 1295399"/>
                <a:gd name="connsiteY2" fmla="*/ 202387 h 480974"/>
                <a:gd name="connsiteX3" fmla="*/ 1093012 w 1295399"/>
                <a:gd name="connsiteY3" fmla="*/ 404774 h 480974"/>
                <a:gd name="connsiteX4" fmla="*/ 89610 w 1295399"/>
                <a:gd name="connsiteY4" fmla="*/ 404774 h 480974"/>
                <a:gd name="connsiteX5" fmla="*/ 0 w 1295399"/>
                <a:gd name="connsiteY5" fmla="*/ 480974 h 480974"/>
                <a:gd name="connsiteX6" fmla="*/ 0 w 1295399"/>
                <a:gd name="connsiteY6" fmla="*/ 99974 h 480974"/>
                <a:gd name="connsiteX7" fmla="*/ 89610 w 1295399"/>
                <a:gd name="connsiteY7" fmla="*/ 0 h 480974"/>
                <a:gd name="connsiteX0" fmla="*/ 89610 w 1295399"/>
                <a:gd name="connsiteY0" fmla="*/ 0 h 480974"/>
                <a:gd name="connsiteX1" fmla="*/ 1093012 w 1295399"/>
                <a:gd name="connsiteY1" fmla="*/ 0 h 480974"/>
                <a:gd name="connsiteX2" fmla="*/ 1295399 w 1295399"/>
                <a:gd name="connsiteY2" fmla="*/ 202387 h 480974"/>
                <a:gd name="connsiteX3" fmla="*/ 1093012 w 1295399"/>
                <a:gd name="connsiteY3" fmla="*/ 404774 h 480974"/>
                <a:gd name="connsiteX4" fmla="*/ 89610 w 1295399"/>
                <a:gd name="connsiteY4" fmla="*/ 404774 h 480974"/>
                <a:gd name="connsiteX5" fmla="*/ 0 w 1295399"/>
                <a:gd name="connsiteY5" fmla="*/ 480974 h 480974"/>
                <a:gd name="connsiteX6" fmla="*/ 0 w 1295399"/>
                <a:gd name="connsiteY6" fmla="*/ 99974 h 480974"/>
                <a:gd name="connsiteX7" fmla="*/ 89610 w 1295399"/>
                <a:gd name="connsiteY7" fmla="*/ 0 h 480974"/>
                <a:gd name="connsiteX0" fmla="*/ 104497 w 1310286"/>
                <a:gd name="connsiteY0" fmla="*/ 0 h 480974"/>
                <a:gd name="connsiteX1" fmla="*/ 1107899 w 1310286"/>
                <a:gd name="connsiteY1" fmla="*/ 0 h 480974"/>
                <a:gd name="connsiteX2" fmla="*/ 1310286 w 1310286"/>
                <a:gd name="connsiteY2" fmla="*/ 202387 h 480974"/>
                <a:gd name="connsiteX3" fmla="*/ 1107899 w 1310286"/>
                <a:gd name="connsiteY3" fmla="*/ 404774 h 480974"/>
                <a:gd name="connsiteX4" fmla="*/ 104497 w 1310286"/>
                <a:gd name="connsiteY4" fmla="*/ 404774 h 480974"/>
                <a:gd name="connsiteX5" fmla="*/ 14887 w 1310286"/>
                <a:gd name="connsiteY5" fmla="*/ 480974 h 480974"/>
                <a:gd name="connsiteX6" fmla="*/ 14887 w 1310286"/>
                <a:gd name="connsiteY6" fmla="*/ 99974 h 480974"/>
                <a:gd name="connsiteX7" fmla="*/ 104497 w 1310286"/>
                <a:gd name="connsiteY7" fmla="*/ 0 h 480974"/>
                <a:gd name="connsiteX0" fmla="*/ 104497 w 1310286"/>
                <a:gd name="connsiteY0" fmla="*/ 0 h 480974"/>
                <a:gd name="connsiteX1" fmla="*/ 1107899 w 1310286"/>
                <a:gd name="connsiteY1" fmla="*/ 0 h 480974"/>
                <a:gd name="connsiteX2" fmla="*/ 1310286 w 1310286"/>
                <a:gd name="connsiteY2" fmla="*/ 202387 h 480974"/>
                <a:gd name="connsiteX3" fmla="*/ 1107899 w 1310286"/>
                <a:gd name="connsiteY3" fmla="*/ 404774 h 480974"/>
                <a:gd name="connsiteX4" fmla="*/ 104497 w 1310286"/>
                <a:gd name="connsiteY4" fmla="*/ 404774 h 480974"/>
                <a:gd name="connsiteX5" fmla="*/ 14887 w 1310286"/>
                <a:gd name="connsiteY5" fmla="*/ 480974 h 480974"/>
                <a:gd name="connsiteX6" fmla="*/ 14887 w 1310286"/>
                <a:gd name="connsiteY6" fmla="*/ 99974 h 480974"/>
                <a:gd name="connsiteX7" fmla="*/ 104497 w 1310286"/>
                <a:gd name="connsiteY7" fmla="*/ 0 h 480974"/>
                <a:gd name="connsiteX0" fmla="*/ 89610 w 1295399"/>
                <a:gd name="connsiteY0" fmla="*/ 0 h 480974"/>
                <a:gd name="connsiteX1" fmla="*/ 1093012 w 1295399"/>
                <a:gd name="connsiteY1" fmla="*/ 0 h 480974"/>
                <a:gd name="connsiteX2" fmla="*/ 1295399 w 1295399"/>
                <a:gd name="connsiteY2" fmla="*/ 202387 h 480974"/>
                <a:gd name="connsiteX3" fmla="*/ 1093012 w 1295399"/>
                <a:gd name="connsiteY3" fmla="*/ 404774 h 480974"/>
                <a:gd name="connsiteX4" fmla="*/ 89610 w 1295399"/>
                <a:gd name="connsiteY4" fmla="*/ 404774 h 480974"/>
                <a:gd name="connsiteX5" fmla="*/ 0 w 1295399"/>
                <a:gd name="connsiteY5" fmla="*/ 480974 h 480974"/>
                <a:gd name="connsiteX6" fmla="*/ 0 w 1295399"/>
                <a:gd name="connsiteY6" fmla="*/ 99974 h 480974"/>
                <a:gd name="connsiteX7" fmla="*/ 89610 w 1295399"/>
                <a:gd name="connsiteY7" fmla="*/ 0 h 480974"/>
                <a:gd name="connsiteX0" fmla="*/ 89610 w 1295399"/>
                <a:gd name="connsiteY0" fmla="*/ 0 h 480974"/>
                <a:gd name="connsiteX1" fmla="*/ 1093012 w 1295399"/>
                <a:gd name="connsiteY1" fmla="*/ 0 h 480974"/>
                <a:gd name="connsiteX2" fmla="*/ 1295399 w 1295399"/>
                <a:gd name="connsiteY2" fmla="*/ 202387 h 480974"/>
                <a:gd name="connsiteX3" fmla="*/ 1093012 w 1295399"/>
                <a:gd name="connsiteY3" fmla="*/ 404774 h 480974"/>
                <a:gd name="connsiteX4" fmla="*/ 89610 w 1295399"/>
                <a:gd name="connsiteY4" fmla="*/ 404774 h 480974"/>
                <a:gd name="connsiteX5" fmla="*/ 0 w 1295399"/>
                <a:gd name="connsiteY5" fmla="*/ 480974 h 480974"/>
                <a:gd name="connsiteX6" fmla="*/ 0 w 1295399"/>
                <a:gd name="connsiteY6" fmla="*/ 99974 h 480974"/>
                <a:gd name="connsiteX7" fmla="*/ 89610 w 1295399"/>
                <a:gd name="connsiteY7" fmla="*/ 0 h 480974"/>
                <a:gd name="connsiteX0" fmla="*/ 89610 w 1295399"/>
                <a:gd name="connsiteY0" fmla="*/ 0 h 480974"/>
                <a:gd name="connsiteX1" fmla="*/ 1093012 w 1295399"/>
                <a:gd name="connsiteY1" fmla="*/ 0 h 480974"/>
                <a:gd name="connsiteX2" fmla="*/ 1295399 w 1295399"/>
                <a:gd name="connsiteY2" fmla="*/ 202387 h 480974"/>
                <a:gd name="connsiteX3" fmla="*/ 1093012 w 1295399"/>
                <a:gd name="connsiteY3" fmla="*/ 404774 h 480974"/>
                <a:gd name="connsiteX4" fmla="*/ 89610 w 1295399"/>
                <a:gd name="connsiteY4" fmla="*/ 404774 h 480974"/>
                <a:gd name="connsiteX5" fmla="*/ 0 w 1295399"/>
                <a:gd name="connsiteY5" fmla="*/ 480974 h 480974"/>
                <a:gd name="connsiteX6" fmla="*/ 0 w 1295399"/>
                <a:gd name="connsiteY6" fmla="*/ 99974 h 480974"/>
                <a:gd name="connsiteX7" fmla="*/ 89610 w 1295399"/>
                <a:gd name="connsiteY7" fmla="*/ 0 h 480974"/>
                <a:gd name="connsiteX0" fmla="*/ 89610 w 1295399"/>
                <a:gd name="connsiteY0" fmla="*/ 0 h 480974"/>
                <a:gd name="connsiteX1" fmla="*/ 1093012 w 1295399"/>
                <a:gd name="connsiteY1" fmla="*/ 0 h 480974"/>
                <a:gd name="connsiteX2" fmla="*/ 1295399 w 1295399"/>
                <a:gd name="connsiteY2" fmla="*/ 202387 h 480974"/>
                <a:gd name="connsiteX3" fmla="*/ 1093012 w 1295399"/>
                <a:gd name="connsiteY3" fmla="*/ 404774 h 480974"/>
                <a:gd name="connsiteX4" fmla="*/ 89610 w 1295399"/>
                <a:gd name="connsiteY4" fmla="*/ 404774 h 480974"/>
                <a:gd name="connsiteX5" fmla="*/ 0 w 1295399"/>
                <a:gd name="connsiteY5" fmla="*/ 480974 h 480974"/>
                <a:gd name="connsiteX6" fmla="*/ 0 w 1295399"/>
                <a:gd name="connsiteY6" fmla="*/ 99974 h 480974"/>
                <a:gd name="connsiteX7" fmla="*/ 89610 w 1295399"/>
                <a:gd name="connsiteY7" fmla="*/ 0 h 480974"/>
                <a:gd name="connsiteX0" fmla="*/ 89610 w 1295399"/>
                <a:gd name="connsiteY0" fmla="*/ 2367 h 483341"/>
                <a:gd name="connsiteX1" fmla="*/ 1093012 w 1295399"/>
                <a:gd name="connsiteY1" fmla="*/ 2367 h 483341"/>
                <a:gd name="connsiteX2" fmla="*/ 1295399 w 1295399"/>
                <a:gd name="connsiteY2" fmla="*/ 204754 h 483341"/>
                <a:gd name="connsiteX3" fmla="*/ 1093012 w 1295399"/>
                <a:gd name="connsiteY3" fmla="*/ 407141 h 483341"/>
                <a:gd name="connsiteX4" fmla="*/ 89610 w 1295399"/>
                <a:gd name="connsiteY4" fmla="*/ 407141 h 483341"/>
                <a:gd name="connsiteX5" fmla="*/ 0 w 1295399"/>
                <a:gd name="connsiteY5" fmla="*/ 483341 h 483341"/>
                <a:gd name="connsiteX6" fmla="*/ 0 w 1295399"/>
                <a:gd name="connsiteY6" fmla="*/ 102341 h 483341"/>
                <a:gd name="connsiteX7" fmla="*/ 89610 w 1295399"/>
                <a:gd name="connsiteY7" fmla="*/ 2367 h 483341"/>
                <a:gd name="connsiteX0" fmla="*/ 103929 w 1309718"/>
                <a:gd name="connsiteY0" fmla="*/ 2367 h 483341"/>
                <a:gd name="connsiteX1" fmla="*/ 1107331 w 1309718"/>
                <a:gd name="connsiteY1" fmla="*/ 2367 h 483341"/>
                <a:gd name="connsiteX2" fmla="*/ 1309718 w 1309718"/>
                <a:gd name="connsiteY2" fmla="*/ 204754 h 483341"/>
                <a:gd name="connsiteX3" fmla="*/ 1107331 w 1309718"/>
                <a:gd name="connsiteY3" fmla="*/ 407141 h 483341"/>
                <a:gd name="connsiteX4" fmla="*/ 103929 w 1309718"/>
                <a:gd name="connsiteY4" fmla="*/ 407141 h 483341"/>
                <a:gd name="connsiteX5" fmla="*/ 14319 w 1309718"/>
                <a:gd name="connsiteY5" fmla="*/ 483341 h 483341"/>
                <a:gd name="connsiteX6" fmla="*/ 14319 w 1309718"/>
                <a:gd name="connsiteY6" fmla="*/ 102341 h 483341"/>
                <a:gd name="connsiteX7" fmla="*/ 103929 w 1309718"/>
                <a:gd name="connsiteY7" fmla="*/ 2367 h 483341"/>
                <a:gd name="connsiteX0" fmla="*/ 103929 w 1309718"/>
                <a:gd name="connsiteY0" fmla="*/ 2367 h 483341"/>
                <a:gd name="connsiteX1" fmla="*/ 1107331 w 1309718"/>
                <a:gd name="connsiteY1" fmla="*/ 2367 h 483341"/>
                <a:gd name="connsiteX2" fmla="*/ 1309718 w 1309718"/>
                <a:gd name="connsiteY2" fmla="*/ 204754 h 483341"/>
                <a:gd name="connsiteX3" fmla="*/ 1107331 w 1309718"/>
                <a:gd name="connsiteY3" fmla="*/ 407141 h 483341"/>
                <a:gd name="connsiteX4" fmla="*/ 103929 w 1309718"/>
                <a:gd name="connsiteY4" fmla="*/ 407141 h 483341"/>
                <a:gd name="connsiteX5" fmla="*/ 14319 w 1309718"/>
                <a:gd name="connsiteY5" fmla="*/ 483341 h 483341"/>
                <a:gd name="connsiteX6" fmla="*/ 14319 w 1309718"/>
                <a:gd name="connsiteY6" fmla="*/ 102341 h 483341"/>
                <a:gd name="connsiteX7" fmla="*/ 103929 w 1309718"/>
                <a:gd name="connsiteY7" fmla="*/ 2367 h 483341"/>
                <a:gd name="connsiteX0" fmla="*/ 103929 w 1309718"/>
                <a:gd name="connsiteY0" fmla="*/ 2367 h 483341"/>
                <a:gd name="connsiteX1" fmla="*/ 1107331 w 1309718"/>
                <a:gd name="connsiteY1" fmla="*/ 2367 h 483341"/>
                <a:gd name="connsiteX2" fmla="*/ 1309718 w 1309718"/>
                <a:gd name="connsiteY2" fmla="*/ 204754 h 483341"/>
                <a:gd name="connsiteX3" fmla="*/ 1107331 w 1309718"/>
                <a:gd name="connsiteY3" fmla="*/ 407141 h 483341"/>
                <a:gd name="connsiteX4" fmla="*/ 103929 w 1309718"/>
                <a:gd name="connsiteY4" fmla="*/ 407141 h 483341"/>
                <a:gd name="connsiteX5" fmla="*/ 14319 w 1309718"/>
                <a:gd name="connsiteY5" fmla="*/ 483341 h 483341"/>
                <a:gd name="connsiteX6" fmla="*/ 14319 w 1309718"/>
                <a:gd name="connsiteY6" fmla="*/ 102341 h 483341"/>
                <a:gd name="connsiteX7" fmla="*/ 103929 w 1309718"/>
                <a:gd name="connsiteY7" fmla="*/ 2367 h 483341"/>
                <a:gd name="connsiteX0" fmla="*/ 103929 w 1309718"/>
                <a:gd name="connsiteY0" fmla="*/ 2367 h 483341"/>
                <a:gd name="connsiteX1" fmla="*/ 1107331 w 1309718"/>
                <a:gd name="connsiteY1" fmla="*/ 2367 h 483341"/>
                <a:gd name="connsiteX2" fmla="*/ 1309718 w 1309718"/>
                <a:gd name="connsiteY2" fmla="*/ 204754 h 483341"/>
                <a:gd name="connsiteX3" fmla="*/ 1107331 w 1309718"/>
                <a:gd name="connsiteY3" fmla="*/ 407141 h 483341"/>
                <a:gd name="connsiteX4" fmla="*/ 103929 w 1309718"/>
                <a:gd name="connsiteY4" fmla="*/ 407141 h 483341"/>
                <a:gd name="connsiteX5" fmla="*/ 14319 w 1309718"/>
                <a:gd name="connsiteY5" fmla="*/ 483341 h 483341"/>
                <a:gd name="connsiteX6" fmla="*/ 14319 w 1309718"/>
                <a:gd name="connsiteY6" fmla="*/ 102341 h 483341"/>
                <a:gd name="connsiteX7" fmla="*/ 103929 w 1309718"/>
                <a:gd name="connsiteY7" fmla="*/ 2367 h 483341"/>
                <a:gd name="connsiteX0" fmla="*/ 140419 w 1309718"/>
                <a:gd name="connsiteY0" fmla="*/ 2549 h 480974"/>
                <a:gd name="connsiteX1" fmla="*/ 1107331 w 1309718"/>
                <a:gd name="connsiteY1" fmla="*/ 0 h 480974"/>
                <a:gd name="connsiteX2" fmla="*/ 1309718 w 1309718"/>
                <a:gd name="connsiteY2" fmla="*/ 202387 h 480974"/>
                <a:gd name="connsiteX3" fmla="*/ 1107331 w 1309718"/>
                <a:gd name="connsiteY3" fmla="*/ 404774 h 480974"/>
                <a:gd name="connsiteX4" fmla="*/ 103929 w 1309718"/>
                <a:gd name="connsiteY4" fmla="*/ 404774 h 480974"/>
                <a:gd name="connsiteX5" fmla="*/ 14319 w 1309718"/>
                <a:gd name="connsiteY5" fmla="*/ 480974 h 480974"/>
                <a:gd name="connsiteX6" fmla="*/ 14319 w 1309718"/>
                <a:gd name="connsiteY6" fmla="*/ 99974 h 480974"/>
                <a:gd name="connsiteX7" fmla="*/ 140419 w 1309718"/>
                <a:gd name="connsiteY7" fmla="*/ 2549 h 480974"/>
                <a:gd name="connsiteX0" fmla="*/ 140419 w 1309718"/>
                <a:gd name="connsiteY0" fmla="*/ 2549 h 480974"/>
                <a:gd name="connsiteX1" fmla="*/ 1107331 w 1309718"/>
                <a:gd name="connsiteY1" fmla="*/ 0 h 480974"/>
                <a:gd name="connsiteX2" fmla="*/ 1309718 w 1309718"/>
                <a:gd name="connsiteY2" fmla="*/ 202387 h 480974"/>
                <a:gd name="connsiteX3" fmla="*/ 1107331 w 1309718"/>
                <a:gd name="connsiteY3" fmla="*/ 404774 h 480974"/>
                <a:gd name="connsiteX4" fmla="*/ 137051 w 1309718"/>
                <a:gd name="connsiteY4" fmla="*/ 410439 h 480974"/>
                <a:gd name="connsiteX5" fmla="*/ 14319 w 1309718"/>
                <a:gd name="connsiteY5" fmla="*/ 480974 h 480974"/>
                <a:gd name="connsiteX6" fmla="*/ 14319 w 1309718"/>
                <a:gd name="connsiteY6" fmla="*/ 99974 h 480974"/>
                <a:gd name="connsiteX7" fmla="*/ 140419 w 1309718"/>
                <a:gd name="connsiteY7" fmla="*/ 2549 h 480974"/>
                <a:gd name="connsiteX0" fmla="*/ 140419 w 1309718"/>
                <a:gd name="connsiteY0" fmla="*/ 2549 h 480974"/>
                <a:gd name="connsiteX1" fmla="*/ 1107331 w 1309718"/>
                <a:gd name="connsiteY1" fmla="*/ 0 h 480974"/>
                <a:gd name="connsiteX2" fmla="*/ 1309718 w 1309718"/>
                <a:gd name="connsiteY2" fmla="*/ 202387 h 480974"/>
                <a:gd name="connsiteX3" fmla="*/ 1107331 w 1309718"/>
                <a:gd name="connsiteY3" fmla="*/ 404774 h 480974"/>
                <a:gd name="connsiteX4" fmla="*/ 137051 w 1309718"/>
                <a:gd name="connsiteY4" fmla="*/ 410439 h 480974"/>
                <a:gd name="connsiteX5" fmla="*/ 14319 w 1309718"/>
                <a:gd name="connsiteY5" fmla="*/ 480974 h 480974"/>
                <a:gd name="connsiteX6" fmla="*/ 14319 w 1309718"/>
                <a:gd name="connsiteY6" fmla="*/ 99974 h 480974"/>
                <a:gd name="connsiteX7" fmla="*/ 140419 w 1309718"/>
                <a:gd name="connsiteY7" fmla="*/ 2549 h 480974"/>
                <a:gd name="connsiteX0" fmla="*/ 140419 w 1309718"/>
                <a:gd name="connsiteY0" fmla="*/ 2549 h 480974"/>
                <a:gd name="connsiteX1" fmla="*/ 1107331 w 1309718"/>
                <a:gd name="connsiteY1" fmla="*/ 0 h 480974"/>
                <a:gd name="connsiteX2" fmla="*/ 1309718 w 1309718"/>
                <a:gd name="connsiteY2" fmla="*/ 202387 h 480974"/>
                <a:gd name="connsiteX3" fmla="*/ 1107331 w 1309718"/>
                <a:gd name="connsiteY3" fmla="*/ 404774 h 480974"/>
                <a:gd name="connsiteX4" fmla="*/ 137051 w 1309718"/>
                <a:gd name="connsiteY4" fmla="*/ 410439 h 480974"/>
                <a:gd name="connsiteX5" fmla="*/ 14319 w 1309718"/>
                <a:gd name="connsiteY5" fmla="*/ 480974 h 480974"/>
                <a:gd name="connsiteX6" fmla="*/ 14319 w 1309718"/>
                <a:gd name="connsiteY6" fmla="*/ 99974 h 480974"/>
                <a:gd name="connsiteX7" fmla="*/ 140419 w 1309718"/>
                <a:gd name="connsiteY7" fmla="*/ 2549 h 480974"/>
                <a:gd name="connsiteX0" fmla="*/ 140419 w 1309718"/>
                <a:gd name="connsiteY0" fmla="*/ 2549 h 480974"/>
                <a:gd name="connsiteX1" fmla="*/ 1107331 w 1309718"/>
                <a:gd name="connsiteY1" fmla="*/ 0 h 480974"/>
                <a:gd name="connsiteX2" fmla="*/ 1309718 w 1309718"/>
                <a:gd name="connsiteY2" fmla="*/ 202387 h 480974"/>
                <a:gd name="connsiteX3" fmla="*/ 1107331 w 1309718"/>
                <a:gd name="connsiteY3" fmla="*/ 404774 h 480974"/>
                <a:gd name="connsiteX4" fmla="*/ 137051 w 1309718"/>
                <a:gd name="connsiteY4" fmla="*/ 410439 h 480974"/>
                <a:gd name="connsiteX5" fmla="*/ 14319 w 1309718"/>
                <a:gd name="connsiteY5" fmla="*/ 480974 h 480974"/>
                <a:gd name="connsiteX6" fmla="*/ 14319 w 1309718"/>
                <a:gd name="connsiteY6" fmla="*/ 99974 h 480974"/>
                <a:gd name="connsiteX7" fmla="*/ 140419 w 1309718"/>
                <a:gd name="connsiteY7" fmla="*/ 2549 h 480974"/>
                <a:gd name="connsiteX0" fmla="*/ 140419 w 1309718"/>
                <a:gd name="connsiteY0" fmla="*/ 2549 h 480974"/>
                <a:gd name="connsiteX1" fmla="*/ 1107331 w 1309718"/>
                <a:gd name="connsiteY1" fmla="*/ 0 h 480974"/>
                <a:gd name="connsiteX2" fmla="*/ 1309718 w 1309718"/>
                <a:gd name="connsiteY2" fmla="*/ 202387 h 480974"/>
                <a:gd name="connsiteX3" fmla="*/ 1107331 w 1309718"/>
                <a:gd name="connsiteY3" fmla="*/ 404774 h 480974"/>
                <a:gd name="connsiteX4" fmla="*/ 137051 w 1309718"/>
                <a:gd name="connsiteY4" fmla="*/ 410439 h 480974"/>
                <a:gd name="connsiteX5" fmla="*/ 14319 w 1309718"/>
                <a:gd name="connsiteY5" fmla="*/ 480974 h 480974"/>
                <a:gd name="connsiteX6" fmla="*/ 14319 w 1309718"/>
                <a:gd name="connsiteY6" fmla="*/ 99974 h 480974"/>
                <a:gd name="connsiteX7" fmla="*/ 140419 w 1309718"/>
                <a:gd name="connsiteY7" fmla="*/ 2549 h 480974"/>
                <a:gd name="connsiteX0" fmla="*/ 94046 w 1309718"/>
                <a:gd name="connsiteY0" fmla="*/ 2367 h 483679"/>
                <a:gd name="connsiteX1" fmla="*/ 1107331 w 1309718"/>
                <a:gd name="connsiteY1" fmla="*/ 2705 h 483679"/>
                <a:gd name="connsiteX2" fmla="*/ 1309718 w 1309718"/>
                <a:gd name="connsiteY2" fmla="*/ 205092 h 483679"/>
                <a:gd name="connsiteX3" fmla="*/ 1107331 w 1309718"/>
                <a:gd name="connsiteY3" fmla="*/ 407479 h 483679"/>
                <a:gd name="connsiteX4" fmla="*/ 137051 w 1309718"/>
                <a:gd name="connsiteY4" fmla="*/ 413144 h 483679"/>
                <a:gd name="connsiteX5" fmla="*/ 14319 w 1309718"/>
                <a:gd name="connsiteY5" fmla="*/ 483679 h 483679"/>
                <a:gd name="connsiteX6" fmla="*/ 14319 w 1309718"/>
                <a:gd name="connsiteY6" fmla="*/ 102679 h 483679"/>
                <a:gd name="connsiteX7" fmla="*/ 94046 w 1309718"/>
                <a:gd name="connsiteY7" fmla="*/ 2367 h 483679"/>
                <a:gd name="connsiteX0" fmla="*/ 94046 w 1309718"/>
                <a:gd name="connsiteY0" fmla="*/ 0 h 481312"/>
                <a:gd name="connsiteX1" fmla="*/ 1107331 w 1309718"/>
                <a:gd name="connsiteY1" fmla="*/ 338 h 481312"/>
                <a:gd name="connsiteX2" fmla="*/ 1309718 w 1309718"/>
                <a:gd name="connsiteY2" fmla="*/ 202725 h 481312"/>
                <a:gd name="connsiteX3" fmla="*/ 1107331 w 1309718"/>
                <a:gd name="connsiteY3" fmla="*/ 405112 h 481312"/>
                <a:gd name="connsiteX4" fmla="*/ 137051 w 1309718"/>
                <a:gd name="connsiteY4" fmla="*/ 410777 h 481312"/>
                <a:gd name="connsiteX5" fmla="*/ 14319 w 1309718"/>
                <a:gd name="connsiteY5" fmla="*/ 481312 h 481312"/>
                <a:gd name="connsiteX6" fmla="*/ 14319 w 1309718"/>
                <a:gd name="connsiteY6" fmla="*/ 100312 h 481312"/>
                <a:gd name="connsiteX7" fmla="*/ 94046 w 1309718"/>
                <a:gd name="connsiteY7" fmla="*/ 0 h 481312"/>
                <a:gd name="connsiteX0" fmla="*/ 94046 w 1309718"/>
                <a:gd name="connsiteY0" fmla="*/ 11030 h 492342"/>
                <a:gd name="connsiteX1" fmla="*/ 1107331 w 1309718"/>
                <a:gd name="connsiteY1" fmla="*/ 11368 h 492342"/>
                <a:gd name="connsiteX2" fmla="*/ 1309718 w 1309718"/>
                <a:gd name="connsiteY2" fmla="*/ 213755 h 492342"/>
                <a:gd name="connsiteX3" fmla="*/ 1107331 w 1309718"/>
                <a:gd name="connsiteY3" fmla="*/ 416142 h 492342"/>
                <a:gd name="connsiteX4" fmla="*/ 137051 w 1309718"/>
                <a:gd name="connsiteY4" fmla="*/ 421807 h 492342"/>
                <a:gd name="connsiteX5" fmla="*/ 14319 w 1309718"/>
                <a:gd name="connsiteY5" fmla="*/ 492342 h 492342"/>
                <a:gd name="connsiteX6" fmla="*/ 14319 w 1309718"/>
                <a:gd name="connsiteY6" fmla="*/ 111342 h 492342"/>
                <a:gd name="connsiteX7" fmla="*/ 94046 w 1309718"/>
                <a:gd name="connsiteY7" fmla="*/ 11030 h 492342"/>
                <a:gd name="connsiteX0" fmla="*/ 94046 w 1309718"/>
                <a:gd name="connsiteY0" fmla="*/ 0 h 481312"/>
                <a:gd name="connsiteX1" fmla="*/ 1107331 w 1309718"/>
                <a:gd name="connsiteY1" fmla="*/ 338 h 481312"/>
                <a:gd name="connsiteX2" fmla="*/ 1309718 w 1309718"/>
                <a:gd name="connsiteY2" fmla="*/ 202725 h 481312"/>
                <a:gd name="connsiteX3" fmla="*/ 1107331 w 1309718"/>
                <a:gd name="connsiteY3" fmla="*/ 405112 h 481312"/>
                <a:gd name="connsiteX4" fmla="*/ 137051 w 1309718"/>
                <a:gd name="connsiteY4" fmla="*/ 410777 h 481312"/>
                <a:gd name="connsiteX5" fmla="*/ 14319 w 1309718"/>
                <a:gd name="connsiteY5" fmla="*/ 481312 h 481312"/>
                <a:gd name="connsiteX6" fmla="*/ 14319 w 1309718"/>
                <a:gd name="connsiteY6" fmla="*/ 100312 h 481312"/>
                <a:gd name="connsiteX7" fmla="*/ 94046 w 1309718"/>
                <a:gd name="connsiteY7" fmla="*/ 0 h 481312"/>
                <a:gd name="connsiteX0" fmla="*/ 94046 w 1309718"/>
                <a:gd name="connsiteY0" fmla="*/ 0 h 481312"/>
                <a:gd name="connsiteX1" fmla="*/ 1107331 w 1309718"/>
                <a:gd name="connsiteY1" fmla="*/ 338 h 481312"/>
                <a:gd name="connsiteX2" fmla="*/ 1309718 w 1309718"/>
                <a:gd name="connsiteY2" fmla="*/ 202725 h 481312"/>
                <a:gd name="connsiteX3" fmla="*/ 1107331 w 1309718"/>
                <a:gd name="connsiteY3" fmla="*/ 405112 h 481312"/>
                <a:gd name="connsiteX4" fmla="*/ 137051 w 1309718"/>
                <a:gd name="connsiteY4" fmla="*/ 410777 h 481312"/>
                <a:gd name="connsiteX5" fmla="*/ 14319 w 1309718"/>
                <a:gd name="connsiteY5" fmla="*/ 481312 h 481312"/>
                <a:gd name="connsiteX6" fmla="*/ 14319 w 1309718"/>
                <a:gd name="connsiteY6" fmla="*/ 100312 h 481312"/>
                <a:gd name="connsiteX7" fmla="*/ 94046 w 1309718"/>
                <a:gd name="connsiteY7" fmla="*/ 0 h 481312"/>
                <a:gd name="connsiteX0" fmla="*/ 81513 w 1297185"/>
                <a:gd name="connsiteY0" fmla="*/ 0 h 481312"/>
                <a:gd name="connsiteX1" fmla="*/ 1094798 w 1297185"/>
                <a:gd name="connsiteY1" fmla="*/ 338 h 481312"/>
                <a:gd name="connsiteX2" fmla="*/ 1297185 w 1297185"/>
                <a:gd name="connsiteY2" fmla="*/ 202725 h 481312"/>
                <a:gd name="connsiteX3" fmla="*/ 1094798 w 1297185"/>
                <a:gd name="connsiteY3" fmla="*/ 405112 h 481312"/>
                <a:gd name="connsiteX4" fmla="*/ 124518 w 1297185"/>
                <a:gd name="connsiteY4" fmla="*/ 410777 h 481312"/>
                <a:gd name="connsiteX5" fmla="*/ 1786 w 1297185"/>
                <a:gd name="connsiteY5" fmla="*/ 481312 h 481312"/>
                <a:gd name="connsiteX6" fmla="*/ 1786 w 1297185"/>
                <a:gd name="connsiteY6" fmla="*/ 100312 h 481312"/>
                <a:gd name="connsiteX7" fmla="*/ 81513 w 1297185"/>
                <a:gd name="connsiteY7" fmla="*/ 0 h 481312"/>
                <a:gd name="connsiteX0" fmla="*/ 79727 w 1295399"/>
                <a:gd name="connsiteY0" fmla="*/ 0 h 481312"/>
                <a:gd name="connsiteX1" fmla="*/ 1093012 w 1295399"/>
                <a:gd name="connsiteY1" fmla="*/ 338 h 481312"/>
                <a:gd name="connsiteX2" fmla="*/ 1295399 w 1295399"/>
                <a:gd name="connsiteY2" fmla="*/ 202725 h 481312"/>
                <a:gd name="connsiteX3" fmla="*/ 1093012 w 1295399"/>
                <a:gd name="connsiteY3" fmla="*/ 405112 h 481312"/>
                <a:gd name="connsiteX4" fmla="*/ 122732 w 1295399"/>
                <a:gd name="connsiteY4" fmla="*/ 410777 h 481312"/>
                <a:gd name="connsiteX5" fmla="*/ 0 w 1295399"/>
                <a:gd name="connsiteY5" fmla="*/ 481312 h 481312"/>
                <a:gd name="connsiteX6" fmla="*/ 0 w 1295399"/>
                <a:gd name="connsiteY6" fmla="*/ 100312 h 481312"/>
                <a:gd name="connsiteX7" fmla="*/ 79727 w 1295399"/>
                <a:gd name="connsiteY7" fmla="*/ 0 h 481312"/>
                <a:gd name="connsiteX0" fmla="*/ 79727 w 1302292"/>
                <a:gd name="connsiteY0" fmla="*/ 0 h 481312"/>
                <a:gd name="connsiteX1" fmla="*/ 1134372 w 1302292"/>
                <a:gd name="connsiteY1" fmla="*/ 1301 h 481312"/>
                <a:gd name="connsiteX2" fmla="*/ 1295399 w 1302292"/>
                <a:gd name="connsiteY2" fmla="*/ 202725 h 481312"/>
                <a:gd name="connsiteX3" fmla="*/ 1093012 w 1302292"/>
                <a:gd name="connsiteY3" fmla="*/ 405112 h 481312"/>
                <a:gd name="connsiteX4" fmla="*/ 122732 w 1302292"/>
                <a:gd name="connsiteY4" fmla="*/ 410777 h 481312"/>
                <a:gd name="connsiteX5" fmla="*/ 0 w 1302292"/>
                <a:gd name="connsiteY5" fmla="*/ 481312 h 481312"/>
                <a:gd name="connsiteX6" fmla="*/ 0 w 1302292"/>
                <a:gd name="connsiteY6" fmla="*/ 100312 h 481312"/>
                <a:gd name="connsiteX7" fmla="*/ 79727 w 1302292"/>
                <a:gd name="connsiteY7" fmla="*/ 0 h 481312"/>
                <a:gd name="connsiteX0" fmla="*/ 79727 w 1295608"/>
                <a:gd name="connsiteY0" fmla="*/ 0 h 481312"/>
                <a:gd name="connsiteX1" fmla="*/ 1134372 w 1295608"/>
                <a:gd name="connsiteY1" fmla="*/ 1301 h 481312"/>
                <a:gd name="connsiteX2" fmla="*/ 1295399 w 1295608"/>
                <a:gd name="connsiteY2" fmla="*/ 202725 h 481312"/>
                <a:gd name="connsiteX3" fmla="*/ 1133118 w 1295608"/>
                <a:gd name="connsiteY3" fmla="*/ 405112 h 481312"/>
                <a:gd name="connsiteX4" fmla="*/ 122732 w 1295608"/>
                <a:gd name="connsiteY4" fmla="*/ 410777 h 481312"/>
                <a:gd name="connsiteX5" fmla="*/ 0 w 1295608"/>
                <a:gd name="connsiteY5" fmla="*/ 481312 h 481312"/>
                <a:gd name="connsiteX6" fmla="*/ 0 w 1295608"/>
                <a:gd name="connsiteY6" fmla="*/ 100312 h 481312"/>
                <a:gd name="connsiteX7" fmla="*/ 79727 w 1295608"/>
                <a:gd name="connsiteY7" fmla="*/ 0 h 481312"/>
                <a:gd name="connsiteX0" fmla="*/ 79727 w 1295399"/>
                <a:gd name="connsiteY0" fmla="*/ 0 h 481312"/>
                <a:gd name="connsiteX1" fmla="*/ 1134372 w 1295399"/>
                <a:gd name="connsiteY1" fmla="*/ 1301 h 481312"/>
                <a:gd name="connsiteX2" fmla="*/ 1295399 w 1295399"/>
                <a:gd name="connsiteY2" fmla="*/ 202725 h 481312"/>
                <a:gd name="connsiteX3" fmla="*/ 1133118 w 1295399"/>
                <a:gd name="connsiteY3" fmla="*/ 405112 h 481312"/>
                <a:gd name="connsiteX4" fmla="*/ 122732 w 1295399"/>
                <a:gd name="connsiteY4" fmla="*/ 410777 h 481312"/>
                <a:gd name="connsiteX5" fmla="*/ 0 w 1295399"/>
                <a:gd name="connsiteY5" fmla="*/ 481312 h 481312"/>
                <a:gd name="connsiteX6" fmla="*/ 0 w 1295399"/>
                <a:gd name="connsiteY6" fmla="*/ 100312 h 481312"/>
                <a:gd name="connsiteX7" fmla="*/ 79727 w 1295399"/>
                <a:gd name="connsiteY7" fmla="*/ 0 h 481312"/>
                <a:gd name="connsiteX0" fmla="*/ 79727 w 1295399"/>
                <a:gd name="connsiteY0" fmla="*/ 0 h 481312"/>
                <a:gd name="connsiteX1" fmla="*/ 1134372 w 1295399"/>
                <a:gd name="connsiteY1" fmla="*/ 1301 h 481312"/>
                <a:gd name="connsiteX2" fmla="*/ 1295399 w 1295399"/>
                <a:gd name="connsiteY2" fmla="*/ 202725 h 481312"/>
                <a:gd name="connsiteX3" fmla="*/ 1133118 w 1295399"/>
                <a:gd name="connsiteY3" fmla="*/ 405112 h 481312"/>
                <a:gd name="connsiteX4" fmla="*/ 122732 w 1295399"/>
                <a:gd name="connsiteY4" fmla="*/ 410777 h 481312"/>
                <a:gd name="connsiteX5" fmla="*/ 0 w 1295399"/>
                <a:gd name="connsiteY5" fmla="*/ 481312 h 481312"/>
                <a:gd name="connsiteX6" fmla="*/ 0 w 1295399"/>
                <a:gd name="connsiteY6" fmla="*/ 100312 h 481312"/>
                <a:gd name="connsiteX7" fmla="*/ 79727 w 1295399"/>
                <a:gd name="connsiteY7" fmla="*/ 0 h 481312"/>
                <a:gd name="connsiteX0" fmla="*/ 79727 w 1295399"/>
                <a:gd name="connsiteY0" fmla="*/ 0 h 481312"/>
                <a:gd name="connsiteX1" fmla="*/ 1134372 w 1295399"/>
                <a:gd name="connsiteY1" fmla="*/ 1301 h 481312"/>
                <a:gd name="connsiteX2" fmla="*/ 1295399 w 1295399"/>
                <a:gd name="connsiteY2" fmla="*/ 202725 h 481312"/>
                <a:gd name="connsiteX3" fmla="*/ 1165078 w 1295399"/>
                <a:gd name="connsiteY3" fmla="*/ 406074 h 481312"/>
                <a:gd name="connsiteX4" fmla="*/ 122732 w 1295399"/>
                <a:gd name="connsiteY4" fmla="*/ 410777 h 481312"/>
                <a:gd name="connsiteX5" fmla="*/ 0 w 1295399"/>
                <a:gd name="connsiteY5" fmla="*/ 481312 h 481312"/>
                <a:gd name="connsiteX6" fmla="*/ 0 w 1295399"/>
                <a:gd name="connsiteY6" fmla="*/ 100312 h 481312"/>
                <a:gd name="connsiteX7" fmla="*/ 79727 w 1295399"/>
                <a:gd name="connsiteY7" fmla="*/ 0 h 481312"/>
                <a:gd name="connsiteX0" fmla="*/ 79727 w 1295399"/>
                <a:gd name="connsiteY0" fmla="*/ 0 h 481312"/>
                <a:gd name="connsiteX1" fmla="*/ 1156305 w 1295399"/>
                <a:gd name="connsiteY1" fmla="*/ 6114 h 481312"/>
                <a:gd name="connsiteX2" fmla="*/ 1295399 w 1295399"/>
                <a:gd name="connsiteY2" fmla="*/ 202725 h 481312"/>
                <a:gd name="connsiteX3" fmla="*/ 1165078 w 1295399"/>
                <a:gd name="connsiteY3" fmla="*/ 406074 h 481312"/>
                <a:gd name="connsiteX4" fmla="*/ 122732 w 1295399"/>
                <a:gd name="connsiteY4" fmla="*/ 410777 h 481312"/>
                <a:gd name="connsiteX5" fmla="*/ 0 w 1295399"/>
                <a:gd name="connsiteY5" fmla="*/ 481312 h 481312"/>
                <a:gd name="connsiteX6" fmla="*/ 0 w 1295399"/>
                <a:gd name="connsiteY6" fmla="*/ 100312 h 481312"/>
                <a:gd name="connsiteX7" fmla="*/ 79727 w 1295399"/>
                <a:gd name="connsiteY7" fmla="*/ 0 h 481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5399" h="481312">
                  <a:moveTo>
                    <a:pt x="79727" y="0"/>
                  </a:moveTo>
                  <a:lnTo>
                    <a:pt x="1156305" y="6114"/>
                  </a:lnTo>
                  <a:lnTo>
                    <a:pt x="1295399" y="202725"/>
                  </a:lnTo>
                  <a:lnTo>
                    <a:pt x="1165078" y="406074"/>
                  </a:lnTo>
                  <a:lnTo>
                    <a:pt x="122732" y="410777"/>
                  </a:lnTo>
                  <a:cubicBezTo>
                    <a:pt x="78235" y="412895"/>
                    <a:pt x="11453" y="402374"/>
                    <a:pt x="0" y="481312"/>
                  </a:cubicBezTo>
                  <a:lnTo>
                    <a:pt x="0" y="100312"/>
                  </a:lnTo>
                  <a:cubicBezTo>
                    <a:pt x="721" y="14824"/>
                    <a:pt x="31644" y="5334"/>
                    <a:pt x="79727" y="0"/>
                  </a:cubicBezTo>
                  <a:close/>
                </a:path>
              </a:pathLst>
            </a:custGeom>
            <a:gradFill flip="none" rotWithShape="1">
              <a:gsLst>
                <a:gs pos="0">
                  <a:schemeClr val="accent2">
                    <a:lumMod val="75000"/>
                  </a:schemeClr>
                </a:gs>
                <a:gs pos="69000">
                  <a:schemeClr val="accent2"/>
                </a:gs>
                <a:gs pos="100000">
                  <a:schemeClr val="accent2">
                    <a:lumMod val="60000"/>
                    <a:lumOff val="40000"/>
                  </a:schemeClr>
                </a:gs>
              </a:gsLst>
              <a:lin ang="0" scaled="1"/>
              <a:tileRect/>
            </a:gradFill>
            <a:ln>
              <a:noFill/>
            </a:ln>
            <a:effectLst/>
            <a:scene3d>
              <a:camera prst="orthographicFront">
                <a:rot lat="0" lon="0" rev="0"/>
              </a:camera>
              <a:lightRig rig="threePt" dir="t"/>
            </a:scene3d>
            <a:sp3d prstMaterial="plastic">
              <a:bevelT w="57150" h="57150"/>
            </a:sp3d>
          </p:spPr>
          <p:style>
            <a:lnRef idx="0">
              <a:schemeClr val="accent4"/>
            </a:lnRef>
            <a:fillRef idx="3">
              <a:schemeClr val="accent4"/>
            </a:fillRef>
            <a:effectRef idx="3">
              <a:schemeClr val="accent4"/>
            </a:effectRef>
            <a:fontRef idx="minor">
              <a:schemeClr val="lt1"/>
            </a:fontRef>
          </p:style>
          <p:txBody>
            <a:bodyPr anchor="ctr"/>
            <a:lstStyle/>
            <a:p>
              <a:pPr algn="ctr">
                <a:defRPr/>
              </a:pPr>
              <a:endParaRPr lang="en-US" dirty="0"/>
            </a:p>
          </p:txBody>
        </p:sp>
        <p:sp>
          <p:nvSpPr>
            <p:cNvPr id="56" name="Pie 55"/>
            <p:cNvSpPr/>
            <p:nvPr/>
          </p:nvSpPr>
          <p:spPr bwMode="gray">
            <a:xfrm>
              <a:off x="4763053" y="3083859"/>
              <a:ext cx="304685" cy="179294"/>
            </a:xfrm>
            <a:prstGeom prst="pie">
              <a:avLst>
                <a:gd name="adj1" fmla="val 5429925"/>
                <a:gd name="adj2" fmla="val 16200000"/>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chemeClr val="tx1"/>
                </a:solidFill>
              </a:endParaRPr>
            </a:p>
          </p:txBody>
        </p:sp>
      </p:grpSp>
      <p:grpSp>
        <p:nvGrpSpPr>
          <p:cNvPr id="6149" name="Group 57"/>
          <p:cNvGrpSpPr>
            <a:grpSpLocks/>
          </p:cNvGrpSpPr>
          <p:nvPr/>
        </p:nvGrpSpPr>
        <p:grpSpPr bwMode="auto">
          <a:xfrm>
            <a:off x="3389313" y="1697038"/>
            <a:ext cx="2359025" cy="3636962"/>
            <a:chOff x="457200" y="1239996"/>
            <a:chExt cx="2177144" cy="2804886"/>
          </a:xfrm>
          <a:solidFill>
            <a:srgbClr val="00B050"/>
          </a:solidFill>
        </p:grpSpPr>
        <p:sp>
          <p:nvSpPr>
            <p:cNvPr id="59" name="Rectangle 58"/>
            <p:cNvSpPr/>
            <p:nvPr/>
          </p:nvSpPr>
          <p:spPr>
            <a:xfrm>
              <a:off x="457200" y="1239996"/>
              <a:ext cx="2177144" cy="2804886"/>
            </a:xfrm>
            <a:prstGeom prst="rect">
              <a:avLst/>
            </a:prstGeom>
            <a:grp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0" name="Rectangle 59"/>
            <p:cNvSpPr/>
            <p:nvPr/>
          </p:nvSpPr>
          <p:spPr>
            <a:xfrm>
              <a:off x="536316" y="1293865"/>
              <a:ext cx="2018913" cy="2694698"/>
            </a:xfrm>
            <a:prstGeom prst="rect">
              <a:avLst/>
            </a:prstGeom>
            <a:grpFill/>
            <a:ln w="19050">
              <a:solidFill>
                <a:schemeClr val="accent1">
                  <a:lumMod val="60000"/>
                  <a:lumOff val="40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grpSp>
        <p:nvGrpSpPr>
          <p:cNvPr id="6150" name="Group 60"/>
          <p:cNvGrpSpPr>
            <a:grpSpLocks/>
          </p:cNvGrpSpPr>
          <p:nvPr/>
        </p:nvGrpSpPr>
        <p:grpSpPr bwMode="auto">
          <a:xfrm flipV="1">
            <a:off x="3276600" y="1870075"/>
            <a:ext cx="2101850" cy="738188"/>
            <a:chOff x="4782670" y="2429435"/>
            <a:chExt cx="2840865" cy="833718"/>
          </a:xfrm>
        </p:grpSpPr>
        <p:sp>
          <p:nvSpPr>
            <p:cNvPr id="64" name="Freeform 63"/>
            <p:cNvSpPr/>
            <p:nvPr/>
          </p:nvSpPr>
          <p:spPr bwMode="gray">
            <a:xfrm>
              <a:off x="4790411" y="2429435"/>
              <a:ext cx="2833124" cy="768967"/>
            </a:xfrm>
            <a:custGeom>
              <a:avLst/>
              <a:gdLst>
                <a:gd name="connsiteX0" fmla="*/ 0 w 1205789"/>
                <a:gd name="connsiteY0" fmla="*/ 0 h 404774"/>
                <a:gd name="connsiteX1" fmla="*/ 1003402 w 1205789"/>
                <a:gd name="connsiteY1" fmla="*/ 0 h 404774"/>
                <a:gd name="connsiteX2" fmla="*/ 1205789 w 1205789"/>
                <a:gd name="connsiteY2" fmla="*/ 202387 h 404774"/>
                <a:gd name="connsiteX3" fmla="*/ 1003402 w 1205789"/>
                <a:gd name="connsiteY3" fmla="*/ 404774 h 404774"/>
                <a:gd name="connsiteX4" fmla="*/ 0 w 1205789"/>
                <a:gd name="connsiteY4" fmla="*/ 404774 h 404774"/>
                <a:gd name="connsiteX5" fmla="*/ 0 w 1205789"/>
                <a:gd name="connsiteY5" fmla="*/ 0 h 404774"/>
                <a:gd name="connsiteX0" fmla="*/ 7314 w 1213103"/>
                <a:gd name="connsiteY0" fmla="*/ 0 h 404774"/>
                <a:gd name="connsiteX1" fmla="*/ 1010716 w 1213103"/>
                <a:gd name="connsiteY1" fmla="*/ 0 h 404774"/>
                <a:gd name="connsiteX2" fmla="*/ 1213103 w 1213103"/>
                <a:gd name="connsiteY2" fmla="*/ 202387 h 404774"/>
                <a:gd name="connsiteX3" fmla="*/ 1010716 w 1213103"/>
                <a:gd name="connsiteY3" fmla="*/ 404774 h 404774"/>
                <a:gd name="connsiteX4" fmla="*/ 7314 w 1213103"/>
                <a:gd name="connsiteY4" fmla="*/ 404774 h 404774"/>
                <a:gd name="connsiteX5" fmla="*/ 0 w 1213103"/>
                <a:gd name="connsiteY5" fmla="*/ 131673 h 404774"/>
                <a:gd name="connsiteX6" fmla="*/ 7314 w 1213103"/>
                <a:gd name="connsiteY6" fmla="*/ 0 h 404774"/>
                <a:gd name="connsiteX0" fmla="*/ 89610 w 1295399"/>
                <a:gd name="connsiteY0" fmla="*/ 0 h 404774"/>
                <a:gd name="connsiteX1" fmla="*/ 1093012 w 1295399"/>
                <a:gd name="connsiteY1" fmla="*/ 0 h 404774"/>
                <a:gd name="connsiteX2" fmla="*/ 1295399 w 1295399"/>
                <a:gd name="connsiteY2" fmla="*/ 202387 h 404774"/>
                <a:gd name="connsiteX3" fmla="*/ 1093012 w 1295399"/>
                <a:gd name="connsiteY3" fmla="*/ 404774 h 404774"/>
                <a:gd name="connsiteX4" fmla="*/ 89610 w 1295399"/>
                <a:gd name="connsiteY4" fmla="*/ 404774 h 404774"/>
                <a:gd name="connsiteX5" fmla="*/ 0 w 1295399"/>
                <a:gd name="connsiteY5" fmla="*/ 99974 h 404774"/>
                <a:gd name="connsiteX6" fmla="*/ 89610 w 1295399"/>
                <a:gd name="connsiteY6" fmla="*/ 0 h 404774"/>
                <a:gd name="connsiteX0" fmla="*/ 89610 w 1295399"/>
                <a:gd name="connsiteY0" fmla="*/ 0 h 404774"/>
                <a:gd name="connsiteX1" fmla="*/ 1093012 w 1295399"/>
                <a:gd name="connsiteY1" fmla="*/ 0 h 404774"/>
                <a:gd name="connsiteX2" fmla="*/ 1295399 w 1295399"/>
                <a:gd name="connsiteY2" fmla="*/ 202387 h 404774"/>
                <a:gd name="connsiteX3" fmla="*/ 1093012 w 1295399"/>
                <a:gd name="connsiteY3" fmla="*/ 404774 h 404774"/>
                <a:gd name="connsiteX4" fmla="*/ 89610 w 1295399"/>
                <a:gd name="connsiteY4" fmla="*/ 404774 h 404774"/>
                <a:gd name="connsiteX5" fmla="*/ 60350 w 1295399"/>
                <a:gd name="connsiteY5" fmla="*/ 299923 h 404774"/>
                <a:gd name="connsiteX6" fmla="*/ 0 w 1295399"/>
                <a:gd name="connsiteY6" fmla="*/ 99974 h 404774"/>
                <a:gd name="connsiteX7" fmla="*/ 89610 w 1295399"/>
                <a:gd name="connsiteY7" fmla="*/ 0 h 404774"/>
                <a:gd name="connsiteX0" fmla="*/ 89610 w 1295399"/>
                <a:gd name="connsiteY0" fmla="*/ 0 h 480974"/>
                <a:gd name="connsiteX1" fmla="*/ 1093012 w 1295399"/>
                <a:gd name="connsiteY1" fmla="*/ 0 h 480974"/>
                <a:gd name="connsiteX2" fmla="*/ 1295399 w 1295399"/>
                <a:gd name="connsiteY2" fmla="*/ 202387 h 480974"/>
                <a:gd name="connsiteX3" fmla="*/ 1093012 w 1295399"/>
                <a:gd name="connsiteY3" fmla="*/ 404774 h 480974"/>
                <a:gd name="connsiteX4" fmla="*/ 89610 w 1295399"/>
                <a:gd name="connsiteY4" fmla="*/ 404774 h 480974"/>
                <a:gd name="connsiteX5" fmla="*/ 0 w 1295399"/>
                <a:gd name="connsiteY5" fmla="*/ 480974 h 480974"/>
                <a:gd name="connsiteX6" fmla="*/ 0 w 1295399"/>
                <a:gd name="connsiteY6" fmla="*/ 99974 h 480974"/>
                <a:gd name="connsiteX7" fmla="*/ 89610 w 1295399"/>
                <a:gd name="connsiteY7" fmla="*/ 0 h 480974"/>
                <a:gd name="connsiteX0" fmla="*/ 89610 w 1295399"/>
                <a:gd name="connsiteY0" fmla="*/ 0 h 480974"/>
                <a:gd name="connsiteX1" fmla="*/ 1093012 w 1295399"/>
                <a:gd name="connsiteY1" fmla="*/ 0 h 480974"/>
                <a:gd name="connsiteX2" fmla="*/ 1295399 w 1295399"/>
                <a:gd name="connsiteY2" fmla="*/ 202387 h 480974"/>
                <a:gd name="connsiteX3" fmla="*/ 1093012 w 1295399"/>
                <a:gd name="connsiteY3" fmla="*/ 404774 h 480974"/>
                <a:gd name="connsiteX4" fmla="*/ 89610 w 1295399"/>
                <a:gd name="connsiteY4" fmla="*/ 404774 h 480974"/>
                <a:gd name="connsiteX5" fmla="*/ 0 w 1295399"/>
                <a:gd name="connsiteY5" fmla="*/ 480974 h 480974"/>
                <a:gd name="connsiteX6" fmla="*/ 0 w 1295399"/>
                <a:gd name="connsiteY6" fmla="*/ 99974 h 480974"/>
                <a:gd name="connsiteX7" fmla="*/ 89610 w 1295399"/>
                <a:gd name="connsiteY7" fmla="*/ 0 h 480974"/>
                <a:gd name="connsiteX0" fmla="*/ 89610 w 1295399"/>
                <a:gd name="connsiteY0" fmla="*/ 0 h 480974"/>
                <a:gd name="connsiteX1" fmla="*/ 1093012 w 1295399"/>
                <a:gd name="connsiteY1" fmla="*/ 0 h 480974"/>
                <a:gd name="connsiteX2" fmla="*/ 1295399 w 1295399"/>
                <a:gd name="connsiteY2" fmla="*/ 202387 h 480974"/>
                <a:gd name="connsiteX3" fmla="*/ 1093012 w 1295399"/>
                <a:gd name="connsiteY3" fmla="*/ 404774 h 480974"/>
                <a:gd name="connsiteX4" fmla="*/ 89610 w 1295399"/>
                <a:gd name="connsiteY4" fmla="*/ 404774 h 480974"/>
                <a:gd name="connsiteX5" fmla="*/ 0 w 1295399"/>
                <a:gd name="connsiteY5" fmla="*/ 480974 h 480974"/>
                <a:gd name="connsiteX6" fmla="*/ 0 w 1295399"/>
                <a:gd name="connsiteY6" fmla="*/ 99974 h 480974"/>
                <a:gd name="connsiteX7" fmla="*/ 89610 w 1295399"/>
                <a:gd name="connsiteY7" fmla="*/ 0 h 480974"/>
                <a:gd name="connsiteX0" fmla="*/ 89610 w 1295399"/>
                <a:gd name="connsiteY0" fmla="*/ 0 h 480974"/>
                <a:gd name="connsiteX1" fmla="*/ 1093012 w 1295399"/>
                <a:gd name="connsiteY1" fmla="*/ 0 h 480974"/>
                <a:gd name="connsiteX2" fmla="*/ 1295399 w 1295399"/>
                <a:gd name="connsiteY2" fmla="*/ 202387 h 480974"/>
                <a:gd name="connsiteX3" fmla="*/ 1093012 w 1295399"/>
                <a:gd name="connsiteY3" fmla="*/ 404774 h 480974"/>
                <a:gd name="connsiteX4" fmla="*/ 89610 w 1295399"/>
                <a:gd name="connsiteY4" fmla="*/ 404774 h 480974"/>
                <a:gd name="connsiteX5" fmla="*/ 0 w 1295399"/>
                <a:gd name="connsiteY5" fmla="*/ 480974 h 480974"/>
                <a:gd name="connsiteX6" fmla="*/ 0 w 1295399"/>
                <a:gd name="connsiteY6" fmla="*/ 99974 h 480974"/>
                <a:gd name="connsiteX7" fmla="*/ 89610 w 1295399"/>
                <a:gd name="connsiteY7" fmla="*/ 0 h 480974"/>
                <a:gd name="connsiteX0" fmla="*/ 104497 w 1310286"/>
                <a:gd name="connsiteY0" fmla="*/ 0 h 480974"/>
                <a:gd name="connsiteX1" fmla="*/ 1107899 w 1310286"/>
                <a:gd name="connsiteY1" fmla="*/ 0 h 480974"/>
                <a:gd name="connsiteX2" fmla="*/ 1310286 w 1310286"/>
                <a:gd name="connsiteY2" fmla="*/ 202387 h 480974"/>
                <a:gd name="connsiteX3" fmla="*/ 1107899 w 1310286"/>
                <a:gd name="connsiteY3" fmla="*/ 404774 h 480974"/>
                <a:gd name="connsiteX4" fmla="*/ 104497 w 1310286"/>
                <a:gd name="connsiteY4" fmla="*/ 404774 h 480974"/>
                <a:gd name="connsiteX5" fmla="*/ 14887 w 1310286"/>
                <a:gd name="connsiteY5" fmla="*/ 480974 h 480974"/>
                <a:gd name="connsiteX6" fmla="*/ 14887 w 1310286"/>
                <a:gd name="connsiteY6" fmla="*/ 99974 h 480974"/>
                <a:gd name="connsiteX7" fmla="*/ 104497 w 1310286"/>
                <a:gd name="connsiteY7" fmla="*/ 0 h 480974"/>
                <a:gd name="connsiteX0" fmla="*/ 104497 w 1310286"/>
                <a:gd name="connsiteY0" fmla="*/ 0 h 480974"/>
                <a:gd name="connsiteX1" fmla="*/ 1107899 w 1310286"/>
                <a:gd name="connsiteY1" fmla="*/ 0 h 480974"/>
                <a:gd name="connsiteX2" fmla="*/ 1310286 w 1310286"/>
                <a:gd name="connsiteY2" fmla="*/ 202387 h 480974"/>
                <a:gd name="connsiteX3" fmla="*/ 1107899 w 1310286"/>
                <a:gd name="connsiteY3" fmla="*/ 404774 h 480974"/>
                <a:gd name="connsiteX4" fmla="*/ 104497 w 1310286"/>
                <a:gd name="connsiteY4" fmla="*/ 404774 h 480974"/>
                <a:gd name="connsiteX5" fmla="*/ 14887 w 1310286"/>
                <a:gd name="connsiteY5" fmla="*/ 480974 h 480974"/>
                <a:gd name="connsiteX6" fmla="*/ 14887 w 1310286"/>
                <a:gd name="connsiteY6" fmla="*/ 99974 h 480974"/>
                <a:gd name="connsiteX7" fmla="*/ 104497 w 1310286"/>
                <a:gd name="connsiteY7" fmla="*/ 0 h 480974"/>
                <a:gd name="connsiteX0" fmla="*/ 89610 w 1295399"/>
                <a:gd name="connsiteY0" fmla="*/ 0 h 480974"/>
                <a:gd name="connsiteX1" fmla="*/ 1093012 w 1295399"/>
                <a:gd name="connsiteY1" fmla="*/ 0 h 480974"/>
                <a:gd name="connsiteX2" fmla="*/ 1295399 w 1295399"/>
                <a:gd name="connsiteY2" fmla="*/ 202387 h 480974"/>
                <a:gd name="connsiteX3" fmla="*/ 1093012 w 1295399"/>
                <a:gd name="connsiteY3" fmla="*/ 404774 h 480974"/>
                <a:gd name="connsiteX4" fmla="*/ 89610 w 1295399"/>
                <a:gd name="connsiteY4" fmla="*/ 404774 h 480974"/>
                <a:gd name="connsiteX5" fmla="*/ 0 w 1295399"/>
                <a:gd name="connsiteY5" fmla="*/ 480974 h 480974"/>
                <a:gd name="connsiteX6" fmla="*/ 0 w 1295399"/>
                <a:gd name="connsiteY6" fmla="*/ 99974 h 480974"/>
                <a:gd name="connsiteX7" fmla="*/ 89610 w 1295399"/>
                <a:gd name="connsiteY7" fmla="*/ 0 h 480974"/>
                <a:gd name="connsiteX0" fmla="*/ 89610 w 1295399"/>
                <a:gd name="connsiteY0" fmla="*/ 0 h 480974"/>
                <a:gd name="connsiteX1" fmla="*/ 1093012 w 1295399"/>
                <a:gd name="connsiteY1" fmla="*/ 0 h 480974"/>
                <a:gd name="connsiteX2" fmla="*/ 1295399 w 1295399"/>
                <a:gd name="connsiteY2" fmla="*/ 202387 h 480974"/>
                <a:gd name="connsiteX3" fmla="*/ 1093012 w 1295399"/>
                <a:gd name="connsiteY3" fmla="*/ 404774 h 480974"/>
                <a:gd name="connsiteX4" fmla="*/ 89610 w 1295399"/>
                <a:gd name="connsiteY4" fmla="*/ 404774 h 480974"/>
                <a:gd name="connsiteX5" fmla="*/ 0 w 1295399"/>
                <a:gd name="connsiteY5" fmla="*/ 480974 h 480974"/>
                <a:gd name="connsiteX6" fmla="*/ 0 w 1295399"/>
                <a:gd name="connsiteY6" fmla="*/ 99974 h 480974"/>
                <a:gd name="connsiteX7" fmla="*/ 89610 w 1295399"/>
                <a:gd name="connsiteY7" fmla="*/ 0 h 480974"/>
                <a:gd name="connsiteX0" fmla="*/ 89610 w 1295399"/>
                <a:gd name="connsiteY0" fmla="*/ 0 h 480974"/>
                <a:gd name="connsiteX1" fmla="*/ 1093012 w 1295399"/>
                <a:gd name="connsiteY1" fmla="*/ 0 h 480974"/>
                <a:gd name="connsiteX2" fmla="*/ 1295399 w 1295399"/>
                <a:gd name="connsiteY2" fmla="*/ 202387 h 480974"/>
                <a:gd name="connsiteX3" fmla="*/ 1093012 w 1295399"/>
                <a:gd name="connsiteY3" fmla="*/ 404774 h 480974"/>
                <a:gd name="connsiteX4" fmla="*/ 89610 w 1295399"/>
                <a:gd name="connsiteY4" fmla="*/ 404774 h 480974"/>
                <a:gd name="connsiteX5" fmla="*/ 0 w 1295399"/>
                <a:gd name="connsiteY5" fmla="*/ 480974 h 480974"/>
                <a:gd name="connsiteX6" fmla="*/ 0 w 1295399"/>
                <a:gd name="connsiteY6" fmla="*/ 99974 h 480974"/>
                <a:gd name="connsiteX7" fmla="*/ 89610 w 1295399"/>
                <a:gd name="connsiteY7" fmla="*/ 0 h 480974"/>
                <a:gd name="connsiteX0" fmla="*/ 89610 w 1295399"/>
                <a:gd name="connsiteY0" fmla="*/ 0 h 480974"/>
                <a:gd name="connsiteX1" fmla="*/ 1093012 w 1295399"/>
                <a:gd name="connsiteY1" fmla="*/ 0 h 480974"/>
                <a:gd name="connsiteX2" fmla="*/ 1295399 w 1295399"/>
                <a:gd name="connsiteY2" fmla="*/ 202387 h 480974"/>
                <a:gd name="connsiteX3" fmla="*/ 1093012 w 1295399"/>
                <a:gd name="connsiteY3" fmla="*/ 404774 h 480974"/>
                <a:gd name="connsiteX4" fmla="*/ 89610 w 1295399"/>
                <a:gd name="connsiteY4" fmla="*/ 404774 h 480974"/>
                <a:gd name="connsiteX5" fmla="*/ 0 w 1295399"/>
                <a:gd name="connsiteY5" fmla="*/ 480974 h 480974"/>
                <a:gd name="connsiteX6" fmla="*/ 0 w 1295399"/>
                <a:gd name="connsiteY6" fmla="*/ 99974 h 480974"/>
                <a:gd name="connsiteX7" fmla="*/ 89610 w 1295399"/>
                <a:gd name="connsiteY7" fmla="*/ 0 h 480974"/>
                <a:gd name="connsiteX0" fmla="*/ 89610 w 1295399"/>
                <a:gd name="connsiteY0" fmla="*/ 2367 h 483341"/>
                <a:gd name="connsiteX1" fmla="*/ 1093012 w 1295399"/>
                <a:gd name="connsiteY1" fmla="*/ 2367 h 483341"/>
                <a:gd name="connsiteX2" fmla="*/ 1295399 w 1295399"/>
                <a:gd name="connsiteY2" fmla="*/ 204754 h 483341"/>
                <a:gd name="connsiteX3" fmla="*/ 1093012 w 1295399"/>
                <a:gd name="connsiteY3" fmla="*/ 407141 h 483341"/>
                <a:gd name="connsiteX4" fmla="*/ 89610 w 1295399"/>
                <a:gd name="connsiteY4" fmla="*/ 407141 h 483341"/>
                <a:gd name="connsiteX5" fmla="*/ 0 w 1295399"/>
                <a:gd name="connsiteY5" fmla="*/ 483341 h 483341"/>
                <a:gd name="connsiteX6" fmla="*/ 0 w 1295399"/>
                <a:gd name="connsiteY6" fmla="*/ 102341 h 483341"/>
                <a:gd name="connsiteX7" fmla="*/ 89610 w 1295399"/>
                <a:gd name="connsiteY7" fmla="*/ 2367 h 483341"/>
                <a:gd name="connsiteX0" fmla="*/ 103929 w 1309718"/>
                <a:gd name="connsiteY0" fmla="*/ 2367 h 483341"/>
                <a:gd name="connsiteX1" fmla="*/ 1107331 w 1309718"/>
                <a:gd name="connsiteY1" fmla="*/ 2367 h 483341"/>
                <a:gd name="connsiteX2" fmla="*/ 1309718 w 1309718"/>
                <a:gd name="connsiteY2" fmla="*/ 204754 h 483341"/>
                <a:gd name="connsiteX3" fmla="*/ 1107331 w 1309718"/>
                <a:gd name="connsiteY3" fmla="*/ 407141 h 483341"/>
                <a:gd name="connsiteX4" fmla="*/ 103929 w 1309718"/>
                <a:gd name="connsiteY4" fmla="*/ 407141 h 483341"/>
                <a:gd name="connsiteX5" fmla="*/ 14319 w 1309718"/>
                <a:gd name="connsiteY5" fmla="*/ 483341 h 483341"/>
                <a:gd name="connsiteX6" fmla="*/ 14319 w 1309718"/>
                <a:gd name="connsiteY6" fmla="*/ 102341 h 483341"/>
                <a:gd name="connsiteX7" fmla="*/ 103929 w 1309718"/>
                <a:gd name="connsiteY7" fmla="*/ 2367 h 483341"/>
                <a:gd name="connsiteX0" fmla="*/ 103929 w 1309718"/>
                <a:gd name="connsiteY0" fmla="*/ 2367 h 483341"/>
                <a:gd name="connsiteX1" fmla="*/ 1107331 w 1309718"/>
                <a:gd name="connsiteY1" fmla="*/ 2367 h 483341"/>
                <a:gd name="connsiteX2" fmla="*/ 1309718 w 1309718"/>
                <a:gd name="connsiteY2" fmla="*/ 204754 h 483341"/>
                <a:gd name="connsiteX3" fmla="*/ 1107331 w 1309718"/>
                <a:gd name="connsiteY3" fmla="*/ 407141 h 483341"/>
                <a:gd name="connsiteX4" fmla="*/ 103929 w 1309718"/>
                <a:gd name="connsiteY4" fmla="*/ 407141 h 483341"/>
                <a:gd name="connsiteX5" fmla="*/ 14319 w 1309718"/>
                <a:gd name="connsiteY5" fmla="*/ 483341 h 483341"/>
                <a:gd name="connsiteX6" fmla="*/ 14319 w 1309718"/>
                <a:gd name="connsiteY6" fmla="*/ 102341 h 483341"/>
                <a:gd name="connsiteX7" fmla="*/ 103929 w 1309718"/>
                <a:gd name="connsiteY7" fmla="*/ 2367 h 483341"/>
                <a:gd name="connsiteX0" fmla="*/ 103929 w 1309718"/>
                <a:gd name="connsiteY0" fmla="*/ 2367 h 483341"/>
                <a:gd name="connsiteX1" fmla="*/ 1107331 w 1309718"/>
                <a:gd name="connsiteY1" fmla="*/ 2367 h 483341"/>
                <a:gd name="connsiteX2" fmla="*/ 1309718 w 1309718"/>
                <a:gd name="connsiteY2" fmla="*/ 204754 h 483341"/>
                <a:gd name="connsiteX3" fmla="*/ 1107331 w 1309718"/>
                <a:gd name="connsiteY3" fmla="*/ 407141 h 483341"/>
                <a:gd name="connsiteX4" fmla="*/ 103929 w 1309718"/>
                <a:gd name="connsiteY4" fmla="*/ 407141 h 483341"/>
                <a:gd name="connsiteX5" fmla="*/ 14319 w 1309718"/>
                <a:gd name="connsiteY5" fmla="*/ 483341 h 483341"/>
                <a:gd name="connsiteX6" fmla="*/ 14319 w 1309718"/>
                <a:gd name="connsiteY6" fmla="*/ 102341 h 483341"/>
                <a:gd name="connsiteX7" fmla="*/ 103929 w 1309718"/>
                <a:gd name="connsiteY7" fmla="*/ 2367 h 483341"/>
                <a:gd name="connsiteX0" fmla="*/ 103929 w 1309718"/>
                <a:gd name="connsiteY0" fmla="*/ 2367 h 483341"/>
                <a:gd name="connsiteX1" fmla="*/ 1107331 w 1309718"/>
                <a:gd name="connsiteY1" fmla="*/ 2367 h 483341"/>
                <a:gd name="connsiteX2" fmla="*/ 1309718 w 1309718"/>
                <a:gd name="connsiteY2" fmla="*/ 204754 h 483341"/>
                <a:gd name="connsiteX3" fmla="*/ 1107331 w 1309718"/>
                <a:gd name="connsiteY3" fmla="*/ 407141 h 483341"/>
                <a:gd name="connsiteX4" fmla="*/ 103929 w 1309718"/>
                <a:gd name="connsiteY4" fmla="*/ 407141 h 483341"/>
                <a:gd name="connsiteX5" fmla="*/ 14319 w 1309718"/>
                <a:gd name="connsiteY5" fmla="*/ 483341 h 483341"/>
                <a:gd name="connsiteX6" fmla="*/ 14319 w 1309718"/>
                <a:gd name="connsiteY6" fmla="*/ 102341 h 483341"/>
                <a:gd name="connsiteX7" fmla="*/ 103929 w 1309718"/>
                <a:gd name="connsiteY7" fmla="*/ 2367 h 483341"/>
                <a:gd name="connsiteX0" fmla="*/ 140419 w 1309718"/>
                <a:gd name="connsiteY0" fmla="*/ 2549 h 480974"/>
                <a:gd name="connsiteX1" fmla="*/ 1107331 w 1309718"/>
                <a:gd name="connsiteY1" fmla="*/ 0 h 480974"/>
                <a:gd name="connsiteX2" fmla="*/ 1309718 w 1309718"/>
                <a:gd name="connsiteY2" fmla="*/ 202387 h 480974"/>
                <a:gd name="connsiteX3" fmla="*/ 1107331 w 1309718"/>
                <a:gd name="connsiteY3" fmla="*/ 404774 h 480974"/>
                <a:gd name="connsiteX4" fmla="*/ 103929 w 1309718"/>
                <a:gd name="connsiteY4" fmla="*/ 404774 h 480974"/>
                <a:gd name="connsiteX5" fmla="*/ 14319 w 1309718"/>
                <a:gd name="connsiteY5" fmla="*/ 480974 h 480974"/>
                <a:gd name="connsiteX6" fmla="*/ 14319 w 1309718"/>
                <a:gd name="connsiteY6" fmla="*/ 99974 h 480974"/>
                <a:gd name="connsiteX7" fmla="*/ 140419 w 1309718"/>
                <a:gd name="connsiteY7" fmla="*/ 2549 h 480974"/>
                <a:gd name="connsiteX0" fmla="*/ 140419 w 1309718"/>
                <a:gd name="connsiteY0" fmla="*/ 2549 h 480974"/>
                <a:gd name="connsiteX1" fmla="*/ 1107331 w 1309718"/>
                <a:gd name="connsiteY1" fmla="*/ 0 h 480974"/>
                <a:gd name="connsiteX2" fmla="*/ 1309718 w 1309718"/>
                <a:gd name="connsiteY2" fmla="*/ 202387 h 480974"/>
                <a:gd name="connsiteX3" fmla="*/ 1107331 w 1309718"/>
                <a:gd name="connsiteY3" fmla="*/ 404774 h 480974"/>
                <a:gd name="connsiteX4" fmla="*/ 137051 w 1309718"/>
                <a:gd name="connsiteY4" fmla="*/ 410439 h 480974"/>
                <a:gd name="connsiteX5" fmla="*/ 14319 w 1309718"/>
                <a:gd name="connsiteY5" fmla="*/ 480974 h 480974"/>
                <a:gd name="connsiteX6" fmla="*/ 14319 w 1309718"/>
                <a:gd name="connsiteY6" fmla="*/ 99974 h 480974"/>
                <a:gd name="connsiteX7" fmla="*/ 140419 w 1309718"/>
                <a:gd name="connsiteY7" fmla="*/ 2549 h 480974"/>
                <a:gd name="connsiteX0" fmla="*/ 140419 w 1309718"/>
                <a:gd name="connsiteY0" fmla="*/ 2549 h 480974"/>
                <a:gd name="connsiteX1" fmla="*/ 1107331 w 1309718"/>
                <a:gd name="connsiteY1" fmla="*/ 0 h 480974"/>
                <a:gd name="connsiteX2" fmla="*/ 1309718 w 1309718"/>
                <a:gd name="connsiteY2" fmla="*/ 202387 h 480974"/>
                <a:gd name="connsiteX3" fmla="*/ 1107331 w 1309718"/>
                <a:gd name="connsiteY3" fmla="*/ 404774 h 480974"/>
                <a:gd name="connsiteX4" fmla="*/ 137051 w 1309718"/>
                <a:gd name="connsiteY4" fmla="*/ 410439 h 480974"/>
                <a:gd name="connsiteX5" fmla="*/ 14319 w 1309718"/>
                <a:gd name="connsiteY5" fmla="*/ 480974 h 480974"/>
                <a:gd name="connsiteX6" fmla="*/ 14319 w 1309718"/>
                <a:gd name="connsiteY6" fmla="*/ 99974 h 480974"/>
                <a:gd name="connsiteX7" fmla="*/ 140419 w 1309718"/>
                <a:gd name="connsiteY7" fmla="*/ 2549 h 480974"/>
                <a:gd name="connsiteX0" fmla="*/ 140419 w 1309718"/>
                <a:gd name="connsiteY0" fmla="*/ 2549 h 480974"/>
                <a:gd name="connsiteX1" fmla="*/ 1107331 w 1309718"/>
                <a:gd name="connsiteY1" fmla="*/ 0 h 480974"/>
                <a:gd name="connsiteX2" fmla="*/ 1309718 w 1309718"/>
                <a:gd name="connsiteY2" fmla="*/ 202387 h 480974"/>
                <a:gd name="connsiteX3" fmla="*/ 1107331 w 1309718"/>
                <a:gd name="connsiteY3" fmla="*/ 404774 h 480974"/>
                <a:gd name="connsiteX4" fmla="*/ 137051 w 1309718"/>
                <a:gd name="connsiteY4" fmla="*/ 410439 h 480974"/>
                <a:gd name="connsiteX5" fmla="*/ 14319 w 1309718"/>
                <a:gd name="connsiteY5" fmla="*/ 480974 h 480974"/>
                <a:gd name="connsiteX6" fmla="*/ 14319 w 1309718"/>
                <a:gd name="connsiteY6" fmla="*/ 99974 h 480974"/>
                <a:gd name="connsiteX7" fmla="*/ 140419 w 1309718"/>
                <a:gd name="connsiteY7" fmla="*/ 2549 h 480974"/>
                <a:gd name="connsiteX0" fmla="*/ 140419 w 1309718"/>
                <a:gd name="connsiteY0" fmla="*/ 2549 h 480974"/>
                <a:gd name="connsiteX1" fmla="*/ 1107331 w 1309718"/>
                <a:gd name="connsiteY1" fmla="*/ 0 h 480974"/>
                <a:gd name="connsiteX2" fmla="*/ 1309718 w 1309718"/>
                <a:gd name="connsiteY2" fmla="*/ 202387 h 480974"/>
                <a:gd name="connsiteX3" fmla="*/ 1107331 w 1309718"/>
                <a:gd name="connsiteY3" fmla="*/ 404774 h 480974"/>
                <a:gd name="connsiteX4" fmla="*/ 137051 w 1309718"/>
                <a:gd name="connsiteY4" fmla="*/ 410439 h 480974"/>
                <a:gd name="connsiteX5" fmla="*/ 14319 w 1309718"/>
                <a:gd name="connsiteY5" fmla="*/ 480974 h 480974"/>
                <a:gd name="connsiteX6" fmla="*/ 14319 w 1309718"/>
                <a:gd name="connsiteY6" fmla="*/ 99974 h 480974"/>
                <a:gd name="connsiteX7" fmla="*/ 140419 w 1309718"/>
                <a:gd name="connsiteY7" fmla="*/ 2549 h 480974"/>
                <a:gd name="connsiteX0" fmla="*/ 140419 w 1309718"/>
                <a:gd name="connsiteY0" fmla="*/ 2549 h 480974"/>
                <a:gd name="connsiteX1" fmla="*/ 1107331 w 1309718"/>
                <a:gd name="connsiteY1" fmla="*/ 0 h 480974"/>
                <a:gd name="connsiteX2" fmla="*/ 1309718 w 1309718"/>
                <a:gd name="connsiteY2" fmla="*/ 202387 h 480974"/>
                <a:gd name="connsiteX3" fmla="*/ 1107331 w 1309718"/>
                <a:gd name="connsiteY3" fmla="*/ 404774 h 480974"/>
                <a:gd name="connsiteX4" fmla="*/ 137051 w 1309718"/>
                <a:gd name="connsiteY4" fmla="*/ 410439 h 480974"/>
                <a:gd name="connsiteX5" fmla="*/ 14319 w 1309718"/>
                <a:gd name="connsiteY5" fmla="*/ 480974 h 480974"/>
                <a:gd name="connsiteX6" fmla="*/ 14319 w 1309718"/>
                <a:gd name="connsiteY6" fmla="*/ 99974 h 480974"/>
                <a:gd name="connsiteX7" fmla="*/ 140419 w 1309718"/>
                <a:gd name="connsiteY7" fmla="*/ 2549 h 480974"/>
                <a:gd name="connsiteX0" fmla="*/ 94046 w 1309718"/>
                <a:gd name="connsiteY0" fmla="*/ 2367 h 483679"/>
                <a:gd name="connsiteX1" fmla="*/ 1107331 w 1309718"/>
                <a:gd name="connsiteY1" fmla="*/ 2705 h 483679"/>
                <a:gd name="connsiteX2" fmla="*/ 1309718 w 1309718"/>
                <a:gd name="connsiteY2" fmla="*/ 205092 h 483679"/>
                <a:gd name="connsiteX3" fmla="*/ 1107331 w 1309718"/>
                <a:gd name="connsiteY3" fmla="*/ 407479 h 483679"/>
                <a:gd name="connsiteX4" fmla="*/ 137051 w 1309718"/>
                <a:gd name="connsiteY4" fmla="*/ 413144 h 483679"/>
                <a:gd name="connsiteX5" fmla="*/ 14319 w 1309718"/>
                <a:gd name="connsiteY5" fmla="*/ 483679 h 483679"/>
                <a:gd name="connsiteX6" fmla="*/ 14319 w 1309718"/>
                <a:gd name="connsiteY6" fmla="*/ 102679 h 483679"/>
                <a:gd name="connsiteX7" fmla="*/ 94046 w 1309718"/>
                <a:gd name="connsiteY7" fmla="*/ 2367 h 483679"/>
                <a:gd name="connsiteX0" fmla="*/ 94046 w 1309718"/>
                <a:gd name="connsiteY0" fmla="*/ 0 h 481312"/>
                <a:gd name="connsiteX1" fmla="*/ 1107331 w 1309718"/>
                <a:gd name="connsiteY1" fmla="*/ 338 h 481312"/>
                <a:gd name="connsiteX2" fmla="*/ 1309718 w 1309718"/>
                <a:gd name="connsiteY2" fmla="*/ 202725 h 481312"/>
                <a:gd name="connsiteX3" fmla="*/ 1107331 w 1309718"/>
                <a:gd name="connsiteY3" fmla="*/ 405112 h 481312"/>
                <a:gd name="connsiteX4" fmla="*/ 137051 w 1309718"/>
                <a:gd name="connsiteY4" fmla="*/ 410777 h 481312"/>
                <a:gd name="connsiteX5" fmla="*/ 14319 w 1309718"/>
                <a:gd name="connsiteY5" fmla="*/ 481312 h 481312"/>
                <a:gd name="connsiteX6" fmla="*/ 14319 w 1309718"/>
                <a:gd name="connsiteY6" fmla="*/ 100312 h 481312"/>
                <a:gd name="connsiteX7" fmla="*/ 94046 w 1309718"/>
                <a:gd name="connsiteY7" fmla="*/ 0 h 481312"/>
                <a:gd name="connsiteX0" fmla="*/ 94046 w 1309718"/>
                <a:gd name="connsiteY0" fmla="*/ 11030 h 492342"/>
                <a:gd name="connsiteX1" fmla="*/ 1107331 w 1309718"/>
                <a:gd name="connsiteY1" fmla="*/ 11368 h 492342"/>
                <a:gd name="connsiteX2" fmla="*/ 1309718 w 1309718"/>
                <a:gd name="connsiteY2" fmla="*/ 213755 h 492342"/>
                <a:gd name="connsiteX3" fmla="*/ 1107331 w 1309718"/>
                <a:gd name="connsiteY3" fmla="*/ 416142 h 492342"/>
                <a:gd name="connsiteX4" fmla="*/ 137051 w 1309718"/>
                <a:gd name="connsiteY4" fmla="*/ 421807 h 492342"/>
                <a:gd name="connsiteX5" fmla="*/ 14319 w 1309718"/>
                <a:gd name="connsiteY5" fmla="*/ 492342 h 492342"/>
                <a:gd name="connsiteX6" fmla="*/ 14319 w 1309718"/>
                <a:gd name="connsiteY6" fmla="*/ 111342 h 492342"/>
                <a:gd name="connsiteX7" fmla="*/ 94046 w 1309718"/>
                <a:gd name="connsiteY7" fmla="*/ 11030 h 492342"/>
                <a:gd name="connsiteX0" fmla="*/ 94046 w 1309718"/>
                <a:gd name="connsiteY0" fmla="*/ 0 h 481312"/>
                <a:gd name="connsiteX1" fmla="*/ 1107331 w 1309718"/>
                <a:gd name="connsiteY1" fmla="*/ 338 h 481312"/>
                <a:gd name="connsiteX2" fmla="*/ 1309718 w 1309718"/>
                <a:gd name="connsiteY2" fmla="*/ 202725 h 481312"/>
                <a:gd name="connsiteX3" fmla="*/ 1107331 w 1309718"/>
                <a:gd name="connsiteY3" fmla="*/ 405112 h 481312"/>
                <a:gd name="connsiteX4" fmla="*/ 137051 w 1309718"/>
                <a:gd name="connsiteY4" fmla="*/ 410777 h 481312"/>
                <a:gd name="connsiteX5" fmla="*/ 14319 w 1309718"/>
                <a:gd name="connsiteY5" fmla="*/ 481312 h 481312"/>
                <a:gd name="connsiteX6" fmla="*/ 14319 w 1309718"/>
                <a:gd name="connsiteY6" fmla="*/ 100312 h 481312"/>
                <a:gd name="connsiteX7" fmla="*/ 94046 w 1309718"/>
                <a:gd name="connsiteY7" fmla="*/ 0 h 481312"/>
                <a:gd name="connsiteX0" fmla="*/ 94046 w 1309718"/>
                <a:gd name="connsiteY0" fmla="*/ 0 h 481312"/>
                <a:gd name="connsiteX1" fmla="*/ 1107331 w 1309718"/>
                <a:gd name="connsiteY1" fmla="*/ 338 h 481312"/>
                <a:gd name="connsiteX2" fmla="*/ 1309718 w 1309718"/>
                <a:gd name="connsiteY2" fmla="*/ 202725 h 481312"/>
                <a:gd name="connsiteX3" fmla="*/ 1107331 w 1309718"/>
                <a:gd name="connsiteY3" fmla="*/ 405112 h 481312"/>
                <a:gd name="connsiteX4" fmla="*/ 137051 w 1309718"/>
                <a:gd name="connsiteY4" fmla="*/ 410777 h 481312"/>
                <a:gd name="connsiteX5" fmla="*/ 14319 w 1309718"/>
                <a:gd name="connsiteY5" fmla="*/ 481312 h 481312"/>
                <a:gd name="connsiteX6" fmla="*/ 14319 w 1309718"/>
                <a:gd name="connsiteY6" fmla="*/ 100312 h 481312"/>
                <a:gd name="connsiteX7" fmla="*/ 94046 w 1309718"/>
                <a:gd name="connsiteY7" fmla="*/ 0 h 481312"/>
                <a:gd name="connsiteX0" fmla="*/ 81513 w 1297185"/>
                <a:gd name="connsiteY0" fmla="*/ 0 h 481312"/>
                <a:gd name="connsiteX1" fmla="*/ 1094798 w 1297185"/>
                <a:gd name="connsiteY1" fmla="*/ 338 h 481312"/>
                <a:gd name="connsiteX2" fmla="*/ 1297185 w 1297185"/>
                <a:gd name="connsiteY2" fmla="*/ 202725 h 481312"/>
                <a:gd name="connsiteX3" fmla="*/ 1094798 w 1297185"/>
                <a:gd name="connsiteY3" fmla="*/ 405112 h 481312"/>
                <a:gd name="connsiteX4" fmla="*/ 124518 w 1297185"/>
                <a:gd name="connsiteY4" fmla="*/ 410777 h 481312"/>
                <a:gd name="connsiteX5" fmla="*/ 1786 w 1297185"/>
                <a:gd name="connsiteY5" fmla="*/ 481312 h 481312"/>
                <a:gd name="connsiteX6" fmla="*/ 1786 w 1297185"/>
                <a:gd name="connsiteY6" fmla="*/ 100312 h 481312"/>
                <a:gd name="connsiteX7" fmla="*/ 81513 w 1297185"/>
                <a:gd name="connsiteY7" fmla="*/ 0 h 481312"/>
                <a:gd name="connsiteX0" fmla="*/ 79727 w 1295399"/>
                <a:gd name="connsiteY0" fmla="*/ 0 h 481312"/>
                <a:gd name="connsiteX1" fmla="*/ 1093012 w 1295399"/>
                <a:gd name="connsiteY1" fmla="*/ 338 h 481312"/>
                <a:gd name="connsiteX2" fmla="*/ 1295399 w 1295399"/>
                <a:gd name="connsiteY2" fmla="*/ 202725 h 481312"/>
                <a:gd name="connsiteX3" fmla="*/ 1093012 w 1295399"/>
                <a:gd name="connsiteY3" fmla="*/ 405112 h 481312"/>
                <a:gd name="connsiteX4" fmla="*/ 122732 w 1295399"/>
                <a:gd name="connsiteY4" fmla="*/ 410777 h 481312"/>
                <a:gd name="connsiteX5" fmla="*/ 0 w 1295399"/>
                <a:gd name="connsiteY5" fmla="*/ 481312 h 481312"/>
                <a:gd name="connsiteX6" fmla="*/ 0 w 1295399"/>
                <a:gd name="connsiteY6" fmla="*/ 100312 h 481312"/>
                <a:gd name="connsiteX7" fmla="*/ 79727 w 1295399"/>
                <a:gd name="connsiteY7" fmla="*/ 0 h 481312"/>
                <a:gd name="connsiteX0" fmla="*/ 79727 w 1302292"/>
                <a:gd name="connsiteY0" fmla="*/ 0 h 481312"/>
                <a:gd name="connsiteX1" fmla="*/ 1134372 w 1302292"/>
                <a:gd name="connsiteY1" fmla="*/ 1301 h 481312"/>
                <a:gd name="connsiteX2" fmla="*/ 1295399 w 1302292"/>
                <a:gd name="connsiteY2" fmla="*/ 202725 h 481312"/>
                <a:gd name="connsiteX3" fmla="*/ 1093012 w 1302292"/>
                <a:gd name="connsiteY3" fmla="*/ 405112 h 481312"/>
                <a:gd name="connsiteX4" fmla="*/ 122732 w 1302292"/>
                <a:gd name="connsiteY4" fmla="*/ 410777 h 481312"/>
                <a:gd name="connsiteX5" fmla="*/ 0 w 1302292"/>
                <a:gd name="connsiteY5" fmla="*/ 481312 h 481312"/>
                <a:gd name="connsiteX6" fmla="*/ 0 w 1302292"/>
                <a:gd name="connsiteY6" fmla="*/ 100312 h 481312"/>
                <a:gd name="connsiteX7" fmla="*/ 79727 w 1302292"/>
                <a:gd name="connsiteY7" fmla="*/ 0 h 481312"/>
                <a:gd name="connsiteX0" fmla="*/ 79727 w 1295608"/>
                <a:gd name="connsiteY0" fmla="*/ 0 h 481312"/>
                <a:gd name="connsiteX1" fmla="*/ 1134372 w 1295608"/>
                <a:gd name="connsiteY1" fmla="*/ 1301 h 481312"/>
                <a:gd name="connsiteX2" fmla="*/ 1295399 w 1295608"/>
                <a:gd name="connsiteY2" fmla="*/ 202725 h 481312"/>
                <a:gd name="connsiteX3" fmla="*/ 1133118 w 1295608"/>
                <a:gd name="connsiteY3" fmla="*/ 405112 h 481312"/>
                <a:gd name="connsiteX4" fmla="*/ 122732 w 1295608"/>
                <a:gd name="connsiteY4" fmla="*/ 410777 h 481312"/>
                <a:gd name="connsiteX5" fmla="*/ 0 w 1295608"/>
                <a:gd name="connsiteY5" fmla="*/ 481312 h 481312"/>
                <a:gd name="connsiteX6" fmla="*/ 0 w 1295608"/>
                <a:gd name="connsiteY6" fmla="*/ 100312 h 481312"/>
                <a:gd name="connsiteX7" fmla="*/ 79727 w 1295608"/>
                <a:gd name="connsiteY7" fmla="*/ 0 h 481312"/>
                <a:gd name="connsiteX0" fmla="*/ 79727 w 1295399"/>
                <a:gd name="connsiteY0" fmla="*/ 0 h 481312"/>
                <a:gd name="connsiteX1" fmla="*/ 1134372 w 1295399"/>
                <a:gd name="connsiteY1" fmla="*/ 1301 h 481312"/>
                <a:gd name="connsiteX2" fmla="*/ 1295399 w 1295399"/>
                <a:gd name="connsiteY2" fmla="*/ 202725 h 481312"/>
                <a:gd name="connsiteX3" fmla="*/ 1133118 w 1295399"/>
                <a:gd name="connsiteY3" fmla="*/ 405112 h 481312"/>
                <a:gd name="connsiteX4" fmla="*/ 122732 w 1295399"/>
                <a:gd name="connsiteY4" fmla="*/ 410777 h 481312"/>
                <a:gd name="connsiteX5" fmla="*/ 0 w 1295399"/>
                <a:gd name="connsiteY5" fmla="*/ 481312 h 481312"/>
                <a:gd name="connsiteX6" fmla="*/ 0 w 1295399"/>
                <a:gd name="connsiteY6" fmla="*/ 100312 h 481312"/>
                <a:gd name="connsiteX7" fmla="*/ 79727 w 1295399"/>
                <a:gd name="connsiteY7" fmla="*/ 0 h 481312"/>
                <a:gd name="connsiteX0" fmla="*/ 79727 w 1295399"/>
                <a:gd name="connsiteY0" fmla="*/ 0 h 481312"/>
                <a:gd name="connsiteX1" fmla="*/ 1134372 w 1295399"/>
                <a:gd name="connsiteY1" fmla="*/ 1301 h 481312"/>
                <a:gd name="connsiteX2" fmla="*/ 1295399 w 1295399"/>
                <a:gd name="connsiteY2" fmla="*/ 202725 h 481312"/>
                <a:gd name="connsiteX3" fmla="*/ 1133118 w 1295399"/>
                <a:gd name="connsiteY3" fmla="*/ 405112 h 481312"/>
                <a:gd name="connsiteX4" fmla="*/ 122732 w 1295399"/>
                <a:gd name="connsiteY4" fmla="*/ 410777 h 481312"/>
                <a:gd name="connsiteX5" fmla="*/ 0 w 1295399"/>
                <a:gd name="connsiteY5" fmla="*/ 481312 h 481312"/>
                <a:gd name="connsiteX6" fmla="*/ 0 w 1295399"/>
                <a:gd name="connsiteY6" fmla="*/ 100312 h 481312"/>
                <a:gd name="connsiteX7" fmla="*/ 79727 w 1295399"/>
                <a:gd name="connsiteY7" fmla="*/ 0 h 481312"/>
                <a:gd name="connsiteX0" fmla="*/ 79727 w 1295399"/>
                <a:gd name="connsiteY0" fmla="*/ 0 h 481312"/>
                <a:gd name="connsiteX1" fmla="*/ 1134372 w 1295399"/>
                <a:gd name="connsiteY1" fmla="*/ 1301 h 481312"/>
                <a:gd name="connsiteX2" fmla="*/ 1295399 w 1295399"/>
                <a:gd name="connsiteY2" fmla="*/ 202725 h 481312"/>
                <a:gd name="connsiteX3" fmla="*/ 1165078 w 1295399"/>
                <a:gd name="connsiteY3" fmla="*/ 406074 h 481312"/>
                <a:gd name="connsiteX4" fmla="*/ 122732 w 1295399"/>
                <a:gd name="connsiteY4" fmla="*/ 410777 h 481312"/>
                <a:gd name="connsiteX5" fmla="*/ 0 w 1295399"/>
                <a:gd name="connsiteY5" fmla="*/ 481312 h 481312"/>
                <a:gd name="connsiteX6" fmla="*/ 0 w 1295399"/>
                <a:gd name="connsiteY6" fmla="*/ 100312 h 481312"/>
                <a:gd name="connsiteX7" fmla="*/ 79727 w 1295399"/>
                <a:gd name="connsiteY7" fmla="*/ 0 h 481312"/>
                <a:gd name="connsiteX0" fmla="*/ 79727 w 1295399"/>
                <a:gd name="connsiteY0" fmla="*/ 0 h 481312"/>
                <a:gd name="connsiteX1" fmla="*/ 1156305 w 1295399"/>
                <a:gd name="connsiteY1" fmla="*/ 6114 h 481312"/>
                <a:gd name="connsiteX2" fmla="*/ 1295399 w 1295399"/>
                <a:gd name="connsiteY2" fmla="*/ 202725 h 481312"/>
                <a:gd name="connsiteX3" fmla="*/ 1165078 w 1295399"/>
                <a:gd name="connsiteY3" fmla="*/ 406074 h 481312"/>
                <a:gd name="connsiteX4" fmla="*/ 122732 w 1295399"/>
                <a:gd name="connsiteY4" fmla="*/ 410777 h 481312"/>
                <a:gd name="connsiteX5" fmla="*/ 0 w 1295399"/>
                <a:gd name="connsiteY5" fmla="*/ 481312 h 481312"/>
                <a:gd name="connsiteX6" fmla="*/ 0 w 1295399"/>
                <a:gd name="connsiteY6" fmla="*/ 100312 h 481312"/>
                <a:gd name="connsiteX7" fmla="*/ 79727 w 1295399"/>
                <a:gd name="connsiteY7" fmla="*/ 0 h 481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5399" h="481312">
                  <a:moveTo>
                    <a:pt x="79727" y="0"/>
                  </a:moveTo>
                  <a:lnTo>
                    <a:pt x="1156305" y="6114"/>
                  </a:lnTo>
                  <a:lnTo>
                    <a:pt x="1295399" y="202725"/>
                  </a:lnTo>
                  <a:lnTo>
                    <a:pt x="1165078" y="406074"/>
                  </a:lnTo>
                  <a:lnTo>
                    <a:pt x="122732" y="410777"/>
                  </a:lnTo>
                  <a:cubicBezTo>
                    <a:pt x="78235" y="412895"/>
                    <a:pt x="11453" y="402374"/>
                    <a:pt x="0" y="481312"/>
                  </a:cubicBezTo>
                  <a:lnTo>
                    <a:pt x="0" y="100312"/>
                  </a:lnTo>
                  <a:cubicBezTo>
                    <a:pt x="721" y="14824"/>
                    <a:pt x="31644" y="5334"/>
                    <a:pt x="79727" y="0"/>
                  </a:cubicBezTo>
                  <a:close/>
                </a:path>
              </a:pathLst>
            </a:custGeom>
            <a:gradFill flip="none" rotWithShape="1">
              <a:gsLst>
                <a:gs pos="0">
                  <a:schemeClr val="accent1">
                    <a:lumMod val="75000"/>
                  </a:schemeClr>
                </a:gs>
                <a:gs pos="69000">
                  <a:schemeClr val="accent1"/>
                </a:gs>
                <a:gs pos="100000">
                  <a:schemeClr val="accent1">
                    <a:lumMod val="60000"/>
                    <a:lumOff val="40000"/>
                  </a:schemeClr>
                </a:gs>
              </a:gsLst>
              <a:lin ang="0" scaled="1"/>
              <a:tileRect/>
            </a:gradFill>
            <a:ln>
              <a:noFill/>
            </a:ln>
            <a:effectLst/>
            <a:scene3d>
              <a:camera prst="orthographicFront">
                <a:rot lat="0" lon="0" rev="0"/>
              </a:camera>
              <a:lightRig rig="threePt" dir="t"/>
            </a:scene3d>
            <a:sp3d prstMaterial="plastic">
              <a:bevelT w="57150" h="57150"/>
            </a:sp3d>
          </p:spPr>
          <p:style>
            <a:lnRef idx="0">
              <a:schemeClr val="accent4"/>
            </a:lnRef>
            <a:fillRef idx="3">
              <a:schemeClr val="accent4"/>
            </a:fillRef>
            <a:effectRef idx="3">
              <a:schemeClr val="accent4"/>
            </a:effectRef>
            <a:fontRef idx="minor">
              <a:schemeClr val="lt1"/>
            </a:fontRef>
          </p:style>
          <p:txBody>
            <a:bodyPr anchor="ctr"/>
            <a:lstStyle/>
            <a:p>
              <a:pPr algn="ctr">
                <a:defRPr/>
              </a:pPr>
              <a:endParaRPr lang="en-US" dirty="0"/>
            </a:p>
          </p:txBody>
        </p:sp>
        <p:sp>
          <p:nvSpPr>
            <p:cNvPr id="65" name="Pie 64"/>
            <p:cNvSpPr/>
            <p:nvPr/>
          </p:nvSpPr>
          <p:spPr bwMode="gray">
            <a:xfrm>
              <a:off x="4782670" y="3083859"/>
              <a:ext cx="304685" cy="179294"/>
            </a:xfrm>
            <a:prstGeom prst="pie">
              <a:avLst>
                <a:gd name="adj1" fmla="val 5429925"/>
                <a:gd name="adj2" fmla="val 1620000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chemeClr val="tx1"/>
                </a:solidFill>
              </a:endParaRPr>
            </a:p>
          </p:txBody>
        </p:sp>
      </p:grpSp>
      <p:grpSp>
        <p:nvGrpSpPr>
          <p:cNvPr id="6151" name="Group 71"/>
          <p:cNvGrpSpPr>
            <a:grpSpLocks/>
          </p:cNvGrpSpPr>
          <p:nvPr/>
        </p:nvGrpSpPr>
        <p:grpSpPr bwMode="auto">
          <a:xfrm>
            <a:off x="6361113" y="1697038"/>
            <a:ext cx="2359025" cy="3636962"/>
            <a:chOff x="457200" y="1239996"/>
            <a:chExt cx="2177144" cy="2804886"/>
          </a:xfrm>
          <a:solidFill>
            <a:srgbClr val="00B050"/>
          </a:solidFill>
        </p:grpSpPr>
        <p:sp>
          <p:nvSpPr>
            <p:cNvPr id="73" name="Rectangle 72"/>
            <p:cNvSpPr/>
            <p:nvPr/>
          </p:nvSpPr>
          <p:spPr>
            <a:xfrm>
              <a:off x="457200" y="1239996"/>
              <a:ext cx="2177144" cy="2804886"/>
            </a:xfrm>
            <a:prstGeom prst="rect">
              <a:avLst/>
            </a:prstGeom>
            <a:grp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5" name="Rectangle 74"/>
            <p:cNvSpPr/>
            <p:nvPr/>
          </p:nvSpPr>
          <p:spPr>
            <a:xfrm>
              <a:off x="536316" y="1293865"/>
              <a:ext cx="2018913" cy="2694698"/>
            </a:xfrm>
            <a:prstGeom prst="rect">
              <a:avLst/>
            </a:prstGeom>
            <a:grpFill/>
            <a:ln w="19050">
              <a:solidFill>
                <a:schemeClr val="accent4">
                  <a:lumMod val="60000"/>
                  <a:lumOff val="40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grpSp>
        <p:nvGrpSpPr>
          <p:cNvPr id="6152" name="Group 75"/>
          <p:cNvGrpSpPr>
            <a:grpSpLocks/>
          </p:cNvGrpSpPr>
          <p:nvPr/>
        </p:nvGrpSpPr>
        <p:grpSpPr bwMode="auto">
          <a:xfrm flipV="1">
            <a:off x="6248400" y="1870075"/>
            <a:ext cx="2101850" cy="738188"/>
            <a:chOff x="4782670" y="2429435"/>
            <a:chExt cx="2840865" cy="833718"/>
          </a:xfrm>
        </p:grpSpPr>
        <p:sp>
          <p:nvSpPr>
            <p:cNvPr id="77" name="Freeform 76"/>
            <p:cNvSpPr/>
            <p:nvPr/>
          </p:nvSpPr>
          <p:spPr bwMode="gray">
            <a:xfrm>
              <a:off x="4790411" y="2429435"/>
              <a:ext cx="2833124" cy="768967"/>
            </a:xfrm>
            <a:custGeom>
              <a:avLst/>
              <a:gdLst>
                <a:gd name="connsiteX0" fmla="*/ 0 w 1205789"/>
                <a:gd name="connsiteY0" fmla="*/ 0 h 404774"/>
                <a:gd name="connsiteX1" fmla="*/ 1003402 w 1205789"/>
                <a:gd name="connsiteY1" fmla="*/ 0 h 404774"/>
                <a:gd name="connsiteX2" fmla="*/ 1205789 w 1205789"/>
                <a:gd name="connsiteY2" fmla="*/ 202387 h 404774"/>
                <a:gd name="connsiteX3" fmla="*/ 1003402 w 1205789"/>
                <a:gd name="connsiteY3" fmla="*/ 404774 h 404774"/>
                <a:gd name="connsiteX4" fmla="*/ 0 w 1205789"/>
                <a:gd name="connsiteY4" fmla="*/ 404774 h 404774"/>
                <a:gd name="connsiteX5" fmla="*/ 0 w 1205789"/>
                <a:gd name="connsiteY5" fmla="*/ 0 h 404774"/>
                <a:gd name="connsiteX0" fmla="*/ 7314 w 1213103"/>
                <a:gd name="connsiteY0" fmla="*/ 0 h 404774"/>
                <a:gd name="connsiteX1" fmla="*/ 1010716 w 1213103"/>
                <a:gd name="connsiteY1" fmla="*/ 0 h 404774"/>
                <a:gd name="connsiteX2" fmla="*/ 1213103 w 1213103"/>
                <a:gd name="connsiteY2" fmla="*/ 202387 h 404774"/>
                <a:gd name="connsiteX3" fmla="*/ 1010716 w 1213103"/>
                <a:gd name="connsiteY3" fmla="*/ 404774 h 404774"/>
                <a:gd name="connsiteX4" fmla="*/ 7314 w 1213103"/>
                <a:gd name="connsiteY4" fmla="*/ 404774 h 404774"/>
                <a:gd name="connsiteX5" fmla="*/ 0 w 1213103"/>
                <a:gd name="connsiteY5" fmla="*/ 131673 h 404774"/>
                <a:gd name="connsiteX6" fmla="*/ 7314 w 1213103"/>
                <a:gd name="connsiteY6" fmla="*/ 0 h 404774"/>
                <a:gd name="connsiteX0" fmla="*/ 89610 w 1295399"/>
                <a:gd name="connsiteY0" fmla="*/ 0 h 404774"/>
                <a:gd name="connsiteX1" fmla="*/ 1093012 w 1295399"/>
                <a:gd name="connsiteY1" fmla="*/ 0 h 404774"/>
                <a:gd name="connsiteX2" fmla="*/ 1295399 w 1295399"/>
                <a:gd name="connsiteY2" fmla="*/ 202387 h 404774"/>
                <a:gd name="connsiteX3" fmla="*/ 1093012 w 1295399"/>
                <a:gd name="connsiteY3" fmla="*/ 404774 h 404774"/>
                <a:gd name="connsiteX4" fmla="*/ 89610 w 1295399"/>
                <a:gd name="connsiteY4" fmla="*/ 404774 h 404774"/>
                <a:gd name="connsiteX5" fmla="*/ 0 w 1295399"/>
                <a:gd name="connsiteY5" fmla="*/ 99974 h 404774"/>
                <a:gd name="connsiteX6" fmla="*/ 89610 w 1295399"/>
                <a:gd name="connsiteY6" fmla="*/ 0 h 404774"/>
                <a:gd name="connsiteX0" fmla="*/ 89610 w 1295399"/>
                <a:gd name="connsiteY0" fmla="*/ 0 h 404774"/>
                <a:gd name="connsiteX1" fmla="*/ 1093012 w 1295399"/>
                <a:gd name="connsiteY1" fmla="*/ 0 h 404774"/>
                <a:gd name="connsiteX2" fmla="*/ 1295399 w 1295399"/>
                <a:gd name="connsiteY2" fmla="*/ 202387 h 404774"/>
                <a:gd name="connsiteX3" fmla="*/ 1093012 w 1295399"/>
                <a:gd name="connsiteY3" fmla="*/ 404774 h 404774"/>
                <a:gd name="connsiteX4" fmla="*/ 89610 w 1295399"/>
                <a:gd name="connsiteY4" fmla="*/ 404774 h 404774"/>
                <a:gd name="connsiteX5" fmla="*/ 60350 w 1295399"/>
                <a:gd name="connsiteY5" fmla="*/ 299923 h 404774"/>
                <a:gd name="connsiteX6" fmla="*/ 0 w 1295399"/>
                <a:gd name="connsiteY6" fmla="*/ 99974 h 404774"/>
                <a:gd name="connsiteX7" fmla="*/ 89610 w 1295399"/>
                <a:gd name="connsiteY7" fmla="*/ 0 h 404774"/>
                <a:gd name="connsiteX0" fmla="*/ 89610 w 1295399"/>
                <a:gd name="connsiteY0" fmla="*/ 0 h 480974"/>
                <a:gd name="connsiteX1" fmla="*/ 1093012 w 1295399"/>
                <a:gd name="connsiteY1" fmla="*/ 0 h 480974"/>
                <a:gd name="connsiteX2" fmla="*/ 1295399 w 1295399"/>
                <a:gd name="connsiteY2" fmla="*/ 202387 h 480974"/>
                <a:gd name="connsiteX3" fmla="*/ 1093012 w 1295399"/>
                <a:gd name="connsiteY3" fmla="*/ 404774 h 480974"/>
                <a:gd name="connsiteX4" fmla="*/ 89610 w 1295399"/>
                <a:gd name="connsiteY4" fmla="*/ 404774 h 480974"/>
                <a:gd name="connsiteX5" fmla="*/ 0 w 1295399"/>
                <a:gd name="connsiteY5" fmla="*/ 480974 h 480974"/>
                <a:gd name="connsiteX6" fmla="*/ 0 w 1295399"/>
                <a:gd name="connsiteY6" fmla="*/ 99974 h 480974"/>
                <a:gd name="connsiteX7" fmla="*/ 89610 w 1295399"/>
                <a:gd name="connsiteY7" fmla="*/ 0 h 480974"/>
                <a:gd name="connsiteX0" fmla="*/ 89610 w 1295399"/>
                <a:gd name="connsiteY0" fmla="*/ 0 h 480974"/>
                <a:gd name="connsiteX1" fmla="*/ 1093012 w 1295399"/>
                <a:gd name="connsiteY1" fmla="*/ 0 h 480974"/>
                <a:gd name="connsiteX2" fmla="*/ 1295399 w 1295399"/>
                <a:gd name="connsiteY2" fmla="*/ 202387 h 480974"/>
                <a:gd name="connsiteX3" fmla="*/ 1093012 w 1295399"/>
                <a:gd name="connsiteY3" fmla="*/ 404774 h 480974"/>
                <a:gd name="connsiteX4" fmla="*/ 89610 w 1295399"/>
                <a:gd name="connsiteY4" fmla="*/ 404774 h 480974"/>
                <a:gd name="connsiteX5" fmla="*/ 0 w 1295399"/>
                <a:gd name="connsiteY5" fmla="*/ 480974 h 480974"/>
                <a:gd name="connsiteX6" fmla="*/ 0 w 1295399"/>
                <a:gd name="connsiteY6" fmla="*/ 99974 h 480974"/>
                <a:gd name="connsiteX7" fmla="*/ 89610 w 1295399"/>
                <a:gd name="connsiteY7" fmla="*/ 0 h 480974"/>
                <a:gd name="connsiteX0" fmla="*/ 89610 w 1295399"/>
                <a:gd name="connsiteY0" fmla="*/ 0 h 480974"/>
                <a:gd name="connsiteX1" fmla="*/ 1093012 w 1295399"/>
                <a:gd name="connsiteY1" fmla="*/ 0 h 480974"/>
                <a:gd name="connsiteX2" fmla="*/ 1295399 w 1295399"/>
                <a:gd name="connsiteY2" fmla="*/ 202387 h 480974"/>
                <a:gd name="connsiteX3" fmla="*/ 1093012 w 1295399"/>
                <a:gd name="connsiteY3" fmla="*/ 404774 h 480974"/>
                <a:gd name="connsiteX4" fmla="*/ 89610 w 1295399"/>
                <a:gd name="connsiteY4" fmla="*/ 404774 h 480974"/>
                <a:gd name="connsiteX5" fmla="*/ 0 w 1295399"/>
                <a:gd name="connsiteY5" fmla="*/ 480974 h 480974"/>
                <a:gd name="connsiteX6" fmla="*/ 0 w 1295399"/>
                <a:gd name="connsiteY6" fmla="*/ 99974 h 480974"/>
                <a:gd name="connsiteX7" fmla="*/ 89610 w 1295399"/>
                <a:gd name="connsiteY7" fmla="*/ 0 h 480974"/>
                <a:gd name="connsiteX0" fmla="*/ 89610 w 1295399"/>
                <a:gd name="connsiteY0" fmla="*/ 0 h 480974"/>
                <a:gd name="connsiteX1" fmla="*/ 1093012 w 1295399"/>
                <a:gd name="connsiteY1" fmla="*/ 0 h 480974"/>
                <a:gd name="connsiteX2" fmla="*/ 1295399 w 1295399"/>
                <a:gd name="connsiteY2" fmla="*/ 202387 h 480974"/>
                <a:gd name="connsiteX3" fmla="*/ 1093012 w 1295399"/>
                <a:gd name="connsiteY3" fmla="*/ 404774 h 480974"/>
                <a:gd name="connsiteX4" fmla="*/ 89610 w 1295399"/>
                <a:gd name="connsiteY4" fmla="*/ 404774 h 480974"/>
                <a:gd name="connsiteX5" fmla="*/ 0 w 1295399"/>
                <a:gd name="connsiteY5" fmla="*/ 480974 h 480974"/>
                <a:gd name="connsiteX6" fmla="*/ 0 w 1295399"/>
                <a:gd name="connsiteY6" fmla="*/ 99974 h 480974"/>
                <a:gd name="connsiteX7" fmla="*/ 89610 w 1295399"/>
                <a:gd name="connsiteY7" fmla="*/ 0 h 480974"/>
                <a:gd name="connsiteX0" fmla="*/ 104497 w 1310286"/>
                <a:gd name="connsiteY0" fmla="*/ 0 h 480974"/>
                <a:gd name="connsiteX1" fmla="*/ 1107899 w 1310286"/>
                <a:gd name="connsiteY1" fmla="*/ 0 h 480974"/>
                <a:gd name="connsiteX2" fmla="*/ 1310286 w 1310286"/>
                <a:gd name="connsiteY2" fmla="*/ 202387 h 480974"/>
                <a:gd name="connsiteX3" fmla="*/ 1107899 w 1310286"/>
                <a:gd name="connsiteY3" fmla="*/ 404774 h 480974"/>
                <a:gd name="connsiteX4" fmla="*/ 104497 w 1310286"/>
                <a:gd name="connsiteY4" fmla="*/ 404774 h 480974"/>
                <a:gd name="connsiteX5" fmla="*/ 14887 w 1310286"/>
                <a:gd name="connsiteY5" fmla="*/ 480974 h 480974"/>
                <a:gd name="connsiteX6" fmla="*/ 14887 w 1310286"/>
                <a:gd name="connsiteY6" fmla="*/ 99974 h 480974"/>
                <a:gd name="connsiteX7" fmla="*/ 104497 w 1310286"/>
                <a:gd name="connsiteY7" fmla="*/ 0 h 480974"/>
                <a:gd name="connsiteX0" fmla="*/ 104497 w 1310286"/>
                <a:gd name="connsiteY0" fmla="*/ 0 h 480974"/>
                <a:gd name="connsiteX1" fmla="*/ 1107899 w 1310286"/>
                <a:gd name="connsiteY1" fmla="*/ 0 h 480974"/>
                <a:gd name="connsiteX2" fmla="*/ 1310286 w 1310286"/>
                <a:gd name="connsiteY2" fmla="*/ 202387 h 480974"/>
                <a:gd name="connsiteX3" fmla="*/ 1107899 w 1310286"/>
                <a:gd name="connsiteY3" fmla="*/ 404774 h 480974"/>
                <a:gd name="connsiteX4" fmla="*/ 104497 w 1310286"/>
                <a:gd name="connsiteY4" fmla="*/ 404774 h 480974"/>
                <a:gd name="connsiteX5" fmla="*/ 14887 w 1310286"/>
                <a:gd name="connsiteY5" fmla="*/ 480974 h 480974"/>
                <a:gd name="connsiteX6" fmla="*/ 14887 w 1310286"/>
                <a:gd name="connsiteY6" fmla="*/ 99974 h 480974"/>
                <a:gd name="connsiteX7" fmla="*/ 104497 w 1310286"/>
                <a:gd name="connsiteY7" fmla="*/ 0 h 480974"/>
                <a:gd name="connsiteX0" fmla="*/ 89610 w 1295399"/>
                <a:gd name="connsiteY0" fmla="*/ 0 h 480974"/>
                <a:gd name="connsiteX1" fmla="*/ 1093012 w 1295399"/>
                <a:gd name="connsiteY1" fmla="*/ 0 h 480974"/>
                <a:gd name="connsiteX2" fmla="*/ 1295399 w 1295399"/>
                <a:gd name="connsiteY2" fmla="*/ 202387 h 480974"/>
                <a:gd name="connsiteX3" fmla="*/ 1093012 w 1295399"/>
                <a:gd name="connsiteY3" fmla="*/ 404774 h 480974"/>
                <a:gd name="connsiteX4" fmla="*/ 89610 w 1295399"/>
                <a:gd name="connsiteY4" fmla="*/ 404774 h 480974"/>
                <a:gd name="connsiteX5" fmla="*/ 0 w 1295399"/>
                <a:gd name="connsiteY5" fmla="*/ 480974 h 480974"/>
                <a:gd name="connsiteX6" fmla="*/ 0 w 1295399"/>
                <a:gd name="connsiteY6" fmla="*/ 99974 h 480974"/>
                <a:gd name="connsiteX7" fmla="*/ 89610 w 1295399"/>
                <a:gd name="connsiteY7" fmla="*/ 0 h 480974"/>
                <a:gd name="connsiteX0" fmla="*/ 89610 w 1295399"/>
                <a:gd name="connsiteY0" fmla="*/ 0 h 480974"/>
                <a:gd name="connsiteX1" fmla="*/ 1093012 w 1295399"/>
                <a:gd name="connsiteY1" fmla="*/ 0 h 480974"/>
                <a:gd name="connsiteX2" fmla="*/ 1295399 w 1295399"/>
                <a:gd name="connsiteY2" fmla="*/ 202387 h 480974"/>
                <a:gd name="connsiteX3" fmla="*/ 1093012 w 1295399"/>
                <a:gd name="connsiteY3" fmla="*/ 404774 h 480974"/>
                <a:gd name="connsiteX4" fmla="*/ 89610 w 1295399"/>
                <a:gd name="connsiteY4" fmla="*/ 404774 h 480974"/>
                <a:gd name="connsiteX5" fmla="*/ 0 w 1295399"/>
                <a:gd name="connsiteY5" fmla="*/ 480974 h 480974"/>
                <a:gd name="connsiteX6" fmla="*/ 0 w 1295399"/>
                <a:gd name="connsiteY6" fmla="*/ 99974 h 480974"/>
                <a:gd name="connsiteX7" fmla="*/ 89610 w 1295399"/>
                <a:gd name="connsiteY7" fmla="*/ 0 h 480974"/>
                <a:gd name="connsiteX0" fmla="*/ 89610 w 1295399"/>
                <a:gd name="connsiteY0" fmla="*/ 0 h 480974"/>
                <a:gd name="connsiteX1" fmla="*/ 1093012 w 1295399"/>
                <a:gd name="connsiteY1" fmla="*/ 0 h 480974"/>
                <a:gd name="connsiteX2" fmla="*/ 1295399 w 1295399"/>
                <a:gd name="connsiteY2" fmla="*/ 202387 h 480974"/>
                <a:gd name="connsiteX3" fmla="*/ 1093012 w 1295399"/>
                <a:gd name="connsiteY3" fmla="*/ 404774 h 480974"/>
                <a:gd name="connsiteX4" fmla="*/ 89610 w 1295399"/>
                <a:gd name="connsiteY4" fmla="*/ 404774 h 480974"/>
                <a:gd name="connsiteX5" fmla="*/ 0 w 1295399"/>
                <a:gd name="connsiteY5" fmla="*/ 480974 h 480974"/>
                <a:gd name="connsiteX6" fmla="*/ 0 w 1295399"/>
                <a:gd name="connsiteY6" fmla="*/ 99974 h 480974"/>
                <a:gd name="connsiteX7" fmla="*/ 89610 w 1295399"/>
                <a:gd name="connsiteY7" fmla="*/ 0 h 480974"/>
                <a:gd name="connsiteX0" fmla="*/ 89610 w 1295399"/>
                <a:gd name="connsiteY0" fmla="*/ 0 h 480974"/>
                <a:gd name="connsiteX1" fmla="*/ 1093012 w 1295399"/>
                <a:gd name="connsiteY1" fmla="*/ 0 h 480974"/>
                <a:gd name="connsiteX2" fmla="*/ 1295399 w 1295399"/>
                <a:gd name="connsiteY2" fmla="*/ 202387 h 480974"/>
                <a:gd name="connsiteX3" fmla="*/ 1093012 w 1295399"/>
                <a:gd name="connsiteY3" fmla="*/ 404774 h 480974"/>
                <a:gd name="connsiteX4" fmla="*/ 89610 w 1295399"/>
                <a:gd name="connsiteY4" fmla="*/ 404774 h 480974"/>
                <a:gd name="connsiteX5" fmla="*/ 0 w 1295399"/>
                <a:gd name="connsiteY5" fmla="*/ 480974 h 480974"/>
                <a:gd name="connsiteX6" fmla="*/ 0 w 1295399"/>
                <a:gd name="connsiteY6" fmla="*/ 99974 h 480974"/>
                <a:gd name="connsiteX7" fmla="*/ 89610 w 1295399"/>
                <a:gd name="connsiteY7" fmla="*/ 0 h 480974"/>
                <a:gd name="connsiteX0" fmla="*/ 89610 w 1295399"/>
                <a:gd name="connsiteY0" fmla="*/ 2367 h 483341"/>
                <a:gd name="connsiteX1" fmla="*/ 1093012 w 1295399"/>
                <a:gd name="connsiteY1" fmla="*/ 2367 h 483341"/>
                <a:gd name="connsiteX2" fmla="*/ 1295399 w 1295399"/>
                <a:gd name="connsiteY2" fmla="*/ 204754 h 483341"/>
                <a:gd name="connsiteX3" fmla="*/ 1093012 w 1295399"/>
                <a:gd name="connsiteY3" fmla="*/ 407141 h 483341"/>
                <a:gd name="connsiteX4" fmla="*/ 89610 w 1295399"/>
                <a:gd name="connsiteY4" fmla="*/ 407141 h 483341"/>
                <a:gd name="connsiteX5" fmla="*/ 0 w 1295399"/>
                <a:gd name="connsiteY5" fmla="*/ 483341 h 483341"/>
                <a:gd name="connsiteX6" fmla="*/ 0 w 1295399"/>
                <a:gd name="connsiteY6" fmla="*/ 102341 h 483341"/>
                <a:gd name="connsiteX7" fmla="*/ 89610 w 1295399"/>
                <a:gd name="connsiteY7" fmla="*/ 2367 h 483341"/>
                <a:gd name="connsiteX0" fmla="*/ 103929 w 1309718"/>
                <a:gd name="connsiteY0" fmla="*/ 2367 h 483341"/>
                <a:gd name="connsiteX1" fmla="*/ 1107331 w 1309718"/>
                <a:gd name="connsiteY1" fmla="*/ 2367 h 483341"/>
                <a:gd name="connsiteX2" fmla="*/ 1309718 w 1309718"/>
                <a:gd name="connsiteY2" fmla="*/ 204754 h 483341"/>
                <a:gd name="connsiteX3" fmla="*/ 1107331 w 1309718"/>
                <a:gd name="connsiteY3" fmla="*/ 407141 h 483341"/>
                <a:gd name="connsiteX4" fmla="*/ 103929 w 1309718"/>
                <a:gd name="connsiteY4" fmla="*/ 407141 h 483341"/>
                <a:gd name="connsiteX5" fmla="*/ 14319 w 1309718"/>
                <a:gd name="connsiteY5" fmla="*/ 483341 h 483341"/>
                <a:gd name="connsiteX6" fmla="*/ 14319 w 1309718"/>
                <a:gd name="connsiteY6" fmla="*/ 102341 h 483341"/>
                <a:gd name="connsiteX7" fmla="*/ 103929 w 1309718"/>
                <a:gd name="connsiteY7" fmla="*/ 2367 h 483341"/>
                <a:gd name="connsiteX0" fmla="*/ 103929 w 1309718"/>
                <a:gd name="connsiteY0" fmla="*/ 2367 h 483341"/>
                <a:gd name="connsiteX1" fmla="*/ 1107331 w 1309718"/>
                <a:gd name="connsiteY1" fmla="*/ 2367 h 483341"/>
                <a:gd name="connsiteX2" fmla="*/ 1309718 w 1309718"/>
                <a:gd name="connsiteY2" fmla="*/ 204754 h 483341"/>
                <a:gd name="connsiteX3" fmla="*/ 1107331 w 1309718"/>
                <a:gd name="connsiteY3" fmla="*/ 407141 h 483341"/>
                <a:gd name="connsiteX4" fmla="*/ 103929 w 1309718"/>
                <a:gd name="connsiteY4" fmla="*/ 407141 h 483341"/>
                <a:gd name="connsiteX5" fmla="*/ 14319 w 1309718"/>
                <a:gd name="connsiteY5" fmla="*/ 483341 h 483341"/>
                <a:gd name="connsiteX6" fmla="*/ 14319 w 1309718"/>
                <a:gd name="connsiteY6" fmla="*/ 102341 h 483341"/>
                <a:gd name="connsiteX7" fmla="*/ 103929 w 1309718"/>
                <a:gd name="connsiteY7" fmla="*/ 2367 h 483341"/>
                <a:gd name="connsiteX0" fmla="*/ 103929 w 1309718"/>
                <a:gd name="connsiteY0" fmla="*/ 2367 h 483341"/>
                <a:gd name="connsiteX1" fmla="*/ 1107331 w 1309718"/>
                <a:gd name="connsiteY1" fmla="*/ 2367 h 483341"/>
                <a:gd name="connsiteX2" fmla="*/ 1309718 w 1309718"/>
                <a:gd name="connsiteY2" fmla="*/ 204754 h 483341"/>
                <a:gd name="connsiteX3" fmla="*/ 1107331 w 1309718"/>
                <a:gd name="connsiteY3" fmla="*/ 407141 h 483341"/>
                <a:gd name="connsiteX4" fmla="*/ 103929 w 1309718"/>
                <a:gd name="connsiteY4" fmla="*/ 407141 h 483341"/>
                <a:gd name="connsiteX5" fmla="*/ 14319 w 1309718"/>
                <a:gd name="connsiteY5" fmla="*/ 483341 h 483341"/>
                <a:gd name="connsiteX6" fmla="*/ 14319 w 1309718"/>
                <a:gd name="connsiteY6" fmla="*/ 102341 h 483341"/>
                <a:gd name="connsiteX7" fmla="*/ 103929 w 1309718"/>
                <a:gd name="connsiteY7" fmla="*/ 2367 h 483341"/>
                <a:gd name="connsiteX0" fmla="*/ 103929 w 1309718"/>
                <a:gd name="connsiteY0" fmla="*/ 2367 h 483341"/>
                <a:gd name="connsiteX1" fmla="*/ 1107331 w 1309718"/>
                <a:gd name="connsiteY1" fmla="*/ 2367 h 483341"/>
                <a:gd name="connsiteX2" fmla="*/ 1309718 w 1309718"/>
                <a:gd name="connsiteY2" fmla="*/ 204754 h 483341"/>
                <a:gd name="connsiteX3" fmla="*/ 1107331 w 1309718"/>
                <a:gd name="connsiteY3" fmla="*/ 407141 h 483341"/>
                <a:gd name="connsiteX4" fmla="*/ 103929 w 1309718"/>
                <a:gd name="connsiteY4" fmla="*/ 407141 h 483341"/>
                <a:gd name="connsiteX5" fmla="*/ 14319 w 1309718"/>
                <a:gd name="connsiteY5" fmla="*/ 483341 h 483341"/>
                <a:gd name="connsiteX6" fmla="*/ 14319 w 1309718"/>
                <a:gd name="connsiteY6" fmla="*/ 102341 h 483341"/>
                <a:gd name="connsiteX7" fmla="*/ 103929 w 1309718"/>
                <a:gd name="connsiteY7" fmla="*/ 2367 h 483341"/>
                <a:gd name="connsiteX0" fmla="*/ 140419 w 1309718"/>
                <a:gd name="connsiteY0" fmla="*/ 2549 h 480974"/>
                <a:gd name="connsiteX1" fmla="*/ 1107331 w 1309718"/>
                <a:gd name="connsiteY1" fmla="*/ 0 h 480974"/>
                <a:gd name="connsiteX2" fmla="*/ 1309718 w 1309718"/>
                <a:gd name="connsiteY2" fmla="*/ 202387 h 480974"/>
                <a:gd name="connsiteX3" fmla="*/ 1107331 w 1309718"/>
                <a:gd name="connsiteY3" fmla="*/ 404774 h 480974"/>
                <a:gd name="connsiteX4" fmla="*/ 103929 w 1309718"/>
                <a:gd name="connsiteY4" fmla="*/ 404774 h 480974"/>
                <a:gd name="connsiteX5" fmla="*/ 14319 w 1309718"/>
                <a:gd name="connsiteY5" fmla="*/ 480974 h 480974"/>
                <a:gd name="connsiteX6" fmla="*/ 14319 w 1309718"/>
                <a:gd name="connsiteY6" fmla="*/ 99974 h 480974"/>
                <a:gd name="connsiteX7" fmla="*/ 140419 w 1309718"/>
                <a:gd name="connsiteY7" fmla="*/ 2549 h 480974"/>
                <a:gd name="connsiteX0" fmla="*/ 140419 w 1309718"/>
                <a:gd name="connsiteY0" fmla="*/ 2549 h 480974"/>
                <a:gd name="connsiteX1" fmla="*/ 1107331 w 1309718"/>
                <a:gd name="connsiteY1" fmla="*/ 0 h 480974"/>
                <a:gd name="connsiteX2" fmla="*/ 1309718 w 1309718"/>
                <a:gd name="connsiteY2" fmla="*/ 202387 h 480974"/>
                <a:gd name="connsiteX3" fmla="*/ 1107331 w 1309718"/>
                <a:gd name="connsiteY3" fmla="*/ 404774 h 480974"/>
                <a:gd name="connsiteX4" fmla="*/ 137051 w 1309718"/>
                <a:gd name="connsiteY4" fmla="*/ 410439 h 480974"/>
                <a:gd name="connsiteX5" fmla="*/ 14319 w 1309718"/>
                <a:gd name="connsiteY5" fmla="*/ 480974 h 480974"/>
                <a:gd name="connsiteX6" fmla="*/ 14319 w 1309718"/>
                <a:gd name="connsiteY6" fmla="*/ 99974 h 480974"/>
                <a:gd name="connsiteX7" fmla="*/ 140419 w 1309718"/>
                <a:gd name="connsiteY7" fmla="*/ 2549 h 480974"/>
                <a:gd name="connsiteX0" fmla="*/ 140419 w 1309718"/>
                <a:gd name="connsiteY0" fmla="*/ 2549 h 480974"/>
                <a:gd name="connsiteX1" fmla="*/ 1107331 w 1309718"/>
                <a:gd name="connsiteY1" fmla="*/ 0 h 480974"/>
                <a:gd name="connsiteX2" fmla="*/ 1309718 w 1309718"/>
                <a:gd name="connsiteY2" fmla="*/ 202387 h 480974"/>
                <a:gd name="connsiteX3" fmla="*/ 1107331 w 1309718"/>
                <a:gd name="connsiteY3" fmla="*/ 404774 h 480974"/>
                <a:gd name="connsiteX4" fmla="*/ 137051 w 1309718"/>
                <a:gd name="connsiteY4" fmla="*/ 410439 h 480974"/>
                <a:gd name="connsiteX5" fmla="*/ 14319 w 1309718"/>
                <a:gd name="connsiteY5" fmla="*/ 480974 h 480974"/>
                <a:gd name="connsiteX6" fmla="*/ 14319 w 1309718"/>
                <a:gd name="connsiteY6" fmla="*/ 99974 h 480974"/>
                <a:gd name="connsiteX7" fmla="*/ 140419 w 1309718"/>
                <a:gd name="connsiteY7" fmla="*/ 2549 h 480974"/>
                <a:gd name="connsiteX0" fmla="*/ 140419 w 1309718"/>
                <a:gd name="connsiteY0" fmla="*/ 2549 h 480974"/>
                <a:gd name="connsiteX1" fmla="*/ 1107331 w 1309718"/>
                <a:gd name="connsiteY1" fmla="*/ 0 h 480974"/>
                <a:gd name="connsiteX2" fmla="*/ 1309718 w 1309718"/>
                <a:gd name="connsiteY2" fmla="*/ 202387 h 480974"/>
                <a:gd name="connsiteX3" fmla="*/ 1107331 w 1309718"/>
                <a:gd name="connsiteY3" fmla="*/ 404774 h 480974"/>
                <a:gd name="connsiteX4" fmla="*/ 137051 w 1309718"/>
                <a:gd name="connsiteY4" fmla="*/ 410439 h 480974"/>
                <a:gd name="connsiteX5" fmla="*/ 14319 w 1309718"/>
                <a:gd name="connsiteY5" fmla="*/ 480974 h 480974"/>
                <a:gd name="connsiteX6" fmla="*/ 14319 w 1309718"/>
                <a:gd name="connsiteY6" fmla="*/ 99974 h 480974"/>
                <a:gd name="connsiteX7" fmla="*/ 140419 w 1309718"/>
                <a:gd name="connsiteY7" fmla="*/ 2549 h 480974"/>
                <a:gd name="connsiteX0" fmla="*/ 140419 w 1309718"/>
                <a:gd name="connsiteY0" fmla="*/ 2549 h 480974"/>
                <a:gd name="connsiteX1" fmla="*/ 1107331 w 1309718"/>
                <a:gd name="connsiteY1" fmla="*/ 0 h 480974"/>
                <a:gd name="connsiteX2" fmla="*/ 1309718 w 1309718"/>
                <a:gd name="connsiteY2" fmla="*/ 202387 h 480974"/>
                <a:gd name="connsiteX3" fmla="*/ 1107331 w 1309718"/>
                <a:gd name="connsiteY3" fmla="*/ 404774 h 480974"/>
                <a:gd name="connsiteX4" fmla="*/ 137051 w 1309718"/>
                <a:gd name="connsiteY4" fmla="*/ 410439 h 480974"/>
                <a:gd name="connsiteX5" fmla="*/ 14319 w 1309718"/>
                <a:gd name="connsiteY5" fmla="*/ 480974 h 480974"/>
                <a:gd name="connsiteX6" fmla="*/ 14319 w 1309718"/>
                <a:gd name="connsiteY6" fmla="*/ 99974 h 480974"/>
                <a:gd name="connsiteX7" fmla="*/ 140419 w 1309718"/>
                <a:gd name="connsiteY7" fmla="*/ 2549 h 480974"/>
                <a:gd name="connsiteX0" fmla="*/ 140419 w 1309718"/>
                <a:gd name="connsiteY0" fmla="*/ 2549 h 480974"/>
                <a:gd name="connsiteX1" fmla="*/ 1107331 w 1309718"/>
                <a:gd name="connsiteY1" fmla="*/ 0 h 480974"/>
                <a:gd name="connsiteX2" fmla="*/ 1309718 w 1309718"/>
                <a:gd name="connsiteY2" fmla="*/ 202387 h 480974"/>
                <a:gd name="connsiteX3" fmla="*/ 1107331 w 1309718"/>
                <a:gd name="connsiteY3" fmla="*/ 404774 h 480974"/>
                <a:gd name="connsiteX4" fmla="*/ 137051 w 1309718"/>
                <a:gd name="connsiteY4" fmla="*/ 410439 h 480974"/>
                <a:gd name="connsiteX5" fmla="*/ 14319 w 1309718"/>
                <a:gd name="connsiteY5" fmla="*/ 480974 h 480974"/>
                <a:gd name="connsiteX6" fmla="*/ 14319 w 1309718"/>
                <a:gd name="connsiteY6" fmla="*/ 99974 h 480974"/>
                <a:gd name="connsiteX7" fmla="*/ 140419 w 1309718"/>
                <a:gd name="connsiteY7" fmla="*/ 2549 h 480974"/>
                <a:gd name="connsiteX0" fmla="*/ 94046 w 1309718"/>
                <a:gd name="connsiteY0" fmla="*/ 2367 h 483679"/>
                <a:gd name="connsiteX1" fmla="*/ 1107331 w 1309718"/>
                <a:gd name="connsiteY1" fmla="*/ 2705 h 483679"/>
                <a:gd name="connsiteX2" fmla="*/ 1309718 w 1309718"/>
                <a:gd name="connsiteY2" fmla="*/ 205092 h 483679"/>
                <a:gd name="connsiteX3" fmla="*/ 1107331 w 1309718"/>
                <a:gd name="connsiteY3" fmla="*/ 407479 h 483679"/>
                <a:gd name="connsiteX4" fmla="*/ 137051 w 1309718"/>
                <a:gd name="connsiteY4" fmla="*/ 413144 h 483679"/>
                <a:gd name="connsiteX5" fmla="*/ 14319 w 1309718"/>
                <a:gd name="connsiteY5" fmla="*/ 483679 h 483679"/>
                <a:gd name="connsiteX6" fmla="*/ 14319 w 1309718"/>
                <a:gd name="connsiteY6" fmla="*/ 102679 h 483679"/>
                <a:gd name="connsiteX7" fmla="*/ 94046 w 1309718"/>
                <a:gd name="connsiteY7" fmla="*/ 2367 h 483679"/>
                <a:gd name="connsiteX0" fmla="*/ 94046 w 1309718"/>
                <a:gd name="connsiteY0" fmla="*/ 0 h 481312"/>
                <a:gd name="connsiteX1" fmla="*/ 1107331 w 1309718"/>
                <a:gd name="connsiteY1" fmla="*/ 338 h 481312"/>
                <a:gd name="connsiteX2" fmla="*/ 1309718 w 1309718"/>
                <a:gd name="connsiteY2" fmla="*/ 202725 h 481312"/>
                <a:gd name="connsiteX3" fmla="*/ 1107331 w 1309718"/>
                <a:gd name="connsiteY3" fmla="*/ 405112 h 481312"/>
                <a:gd name="connsiteX4" fmla="*/ 137051 w 1309718"/>
                <a:gd name="connsiteY4" fmla="*/ 410777 h 481312"/>
                <a:gd name="connsiteX5" fmla="*/ 14319 w 1309718"/>
                <a:gd name="connsiteY5" fmla="*/ 481312 h 481312"/>
                <a:gd name="connsiteX6" fmla="*/ 14319 w 1309718"/>
                <a:gd name="connsiteY6" fmla="*/ 100312 h 481312"/>
                <a:gd name="connsiteX7" fmla="*/ 94046 w 1309718"/>
                <a:gd name="connsiteY7" fmla="*/ 0 h 481312"/>
                <a:gd name="connsiteX0" fmla="*/ 94046 w 1309718"/>
                <a:gd name="connsiteY0" fmla="*/ 11030 h 492342"/>
                <a:gd name="connsiteX1" fmla="*/ 1107331 w 1309718"/>
                <a:gd name="connsiteY1" fmla="*/ 11368 h 492342"/>
                <a:gd name="connsiteX2" fmla="*/ 1309718 w 1309718"/>
                <a:gd name="connsiteY2" fmla="*/ 213755 h 492342"/>
                <a:gd name="connsiteX3" fmla="*/ 1107331 w 1309718"/>
                <a:gd name="connsiteY3" fmla="*/ 416142 h 492342"/>
                <a:gd name="connsiteX4" fmla="*/ 137051 w 1309718"/>
                <a:gd name="connsiteY4" fmla="*/ 421807 h 492342"/>
                <a:gd name="connsiteX5" fmla="*/ 14319 w 1309718"/>
                <a:gd name="connsiteY5" fmla="*/ 492342 h 492342"/>
                <a:gd name="connsiteX6" fmla="*/ 14319 w 1309718"/>
                <a:gd name="connsiteY6" fmla="*/ 111342 h 492342"/>
                <a:gd name="connsiteX7" fmla="*/ 94046 w 1309718"/>
                <a:gd name="connsiteY7" fmla="*/ 11030 h 492342"/>
                <a:gd name="connsiteX0" fmla="*/ 94046 w 1309718"/>
                <a:gd name="connsiteY0" fmla="*/ 0 h 481312"/>
                <a:gd name="connsiteX1" fmla="*/ 1107331 w 1309718"/>
                <a:gd name="connsiteY1" fmla="*/ 338 h 481312"/>
                <a:gd name="connsiteX2" fmla="*/ 1309718 w 1309718"/>
                <a:gd name="connsiteY2" fmla="*/ 202725 h 481312"/>
                <a:gd name="connsiteX3" fmla="*/ 1107331 w 1309718"/>
                <a:gd name="connsiteY3" fmla="*/ 405112 h 481312"/>
                <a:gd name="connsiteX4" fmla="*/ 137051 w 1309718"/>
                <a:gd name="connsiteY4" fmla="*/ 410777 h 481312"/>
                <a:gd name="connsiteX5" fmla="*/ 14319 w 1309718"/>
                <a:gd name="connsiteY5" fmla="*/ 481312 h 481312"/>
                <a:gd name="connsiteX6" fmla="*/ 14319 w 1309718"/>
                <a:gd name="connsiteY6" fmla="*/ 100312 h 481312"/>
                <a:gd name="connsiteX7" fmla="*/ 94046 w 1309718"/>
                <a:gd name="connsiteY7" fmla="*/ 0 h 481312"/>
                <a:gd name="connsiteX0" fmla="*/ 94046 w 1309718"/>
                <a:gd name="connsiteY0" fmla="*/ 0 h 481312"/>
                <a:gd name="connsiteX1" fmla="*/ 1107331 w 1309718"/>
                <a:gd name="connsiteY1" fmla="*/ 338 h 481312"/>
                <a:gd name="connsiteX2" fmla="*/ 1309718 w 1309718"/>
                <a:gd name="connsiteY2" fmla="*/ 202725 h 481312"/>
                <a:gd name="connsiteX3" fmla="*/ 1107331 w 1309718"/>
                <a:gd name="connsiteY3" fmla="*/ 405112 h 481312"/>
                <a:gd name="connsiteX4" fmla="*/ 137051 w 1309718"/>
                <a:gd name="connsiteY4" fmla="*/ 410777 h 481312"/>
                <a:gd name="connsiteX5" fmla="*/ 14319 w 1309718"/>
                <a:gd name="connsiteY5" fmla="*/ 481312 h 481312"/>
                <a:gd name="connsiteX6" fmla="*/ 14319 w 1309718"/>
                <a:gd name="connsiteY6" fmla="*/ 100312 h 481312"/>
                <a:gd name="connsiteX7" fmla="*/ 94046 w 1309718"/>
                <a:gd name="connsiteY7" fmla="*/ 0 h 481312"/>
                <a:gd name="connsiteX0" fmla="*/ 81513 w 1297185"/>
                <a:gd name="connsiteY0" fmla="*/ 0 h 481312"/>
                <a:gd name="connsiteX1" fmla="*/ 1094798 w 1297185"/>
                <a:gd name="connsiteY1" fmla="*/ 338 h 481312"/>
                <a:gd name="connsiteX2" fmla="*/ 1297185 w 1297185"/>
                <a:gd name="connsiteY2" fmla="*/ 202725 h 481312"/>
                <a:gd name="connsiteX3" fmla="*/ 1094798 w 1297185"/>
                <a:gd name="connsiteY3" fmla="*/ 405112 h 481312"/>
                <a:gd name="connsiteX4" fmla="*/ 124518 w 1297185"/>
                <a:gd name="connsiteY4" fmla="*/ 410777 h 481312"/>
                <a:gd name="connsiteX5" fmla="*/ 1786 w 1297185"/>
                <a:gd name="connsiteY5" fmla="*/ 481312 h 481312"/>
                <a:gd name="connsiteX6" fmla="*/ 1786 w 1297185"/>
                <a:gd name="connsiteY6" fmla="*/ 100312 h 481312"/>
                <a:gd name="connsiteX7" fmla="*/ 81513 w 1297185"/>
                <a:gd name="connsiteY7" fmla="*/ 0 h 481312"/>
                <a:gd name="connsiteX0" fmla="*/ 79727 w 1295399"/>
                <a:gd name="connsiteY0" fmla="*/ 0 h 481312"/>
                <a:gd name="connsiteX1" fmla="*/ 1093012 w 1295399"/>
                <a:gd name="connsiteY1" fmla="*/ 338 h 481312"/>
                <a:gd name="connsiteX2" fmla="*/ 1295399 w 1295399"/>
                <a:gd name="connsiteY2" fmla="*/ 202725 h 481312"/>
                <a:gd name="connsiteX3" fmla="*/ 1093012 w 1295399"/>
                <a:gd name="connsiteY3" fmla="*/ 405112 h 481312"/>
                <a:gd name="connsiteX4" fmla="*/ 122732 w 1295399"/>
                <a:gd name="connsiteY4" fmla="*/ 410777 h 481312"/>
                <a:gd name="connsiteX5" fmla="*/ 0 w 1295399"/>
                <a:gd name="connsiteY5" fmla="*/ 481312 h 481312"/>
                <a:gd name="connsiteX6" fmla="*/ 0 w 1295399"/>
                <a:gd name="connsiteY6" fmla="*/ 100312 h 481312"/>
                <a:gd name="connsiteX7" fmla="*/ 79727 w 1295399"/>
                <a:gd name="connsiteY7" fmla="*/ 0 h 481312"/>
                <a:gd name="connsiteX0" fmla="*/ 79727 w 1302292"/>
                <a:gd name="connsiteY0" fmla="*/ 0 h 481312"/>
                <a:gd name="connsiteX1" fmla="*/ 1134372 w 1302292"/>
                <a:gd name="connsiteY1" fmla="*/ 1301 h 481312"/>
                <a:gd name="connsiteX2" fmla="*/ 1295399 w 1302292"/>
                <a:gd name="connsiteY2" fmla="*/ 202725 h 481312"/>
                <a:gd name="connsiteX3" fmla="*/ 1093012 w 1302292"/>
                <a:gd name="connsiteY3" fmla="*/ 405112 h 481312"/>
                <a:gd name="connsiteX4" fmla="*/ 122732 w 1302292"/>
                <a:gd name="connsiteY4" fmla="*/ 410777 h 481312"/>
                <a:gd name="connsiteX5" fmla="*/ 0 w 1302292"/>
                <a:gd name="connsiteY5" fmla="*/ 481312 h 481312"/>
                <a:gd name="connsiteX6" fmla="*/ 0 w 1302292"/>
                <a:gd name="connsiteY6" fmla="*/ 100312 h 481312"/>
                <a:gd name="connsiteX7" fmla="*/ 79727 w 1302292"/>
                <a:gd name="connsiteY7" fmla="*/ 0 h 481312"/>
                <a:gd name="connsiteX0" fmla="*/ 79727 w 1295608"/>
                <a:gd name="connsiteY0" fmla="*/ 0 h 481312"/>
                <a:gd name="connsiteX1" fmla="*/ 1134372 w 1295608"/>
                <a:gd name="connsiteY1" fmla="*/ 1301 h 481312"/>
                <a:gd name="connsiteX2" fmla="*/ 1295399 w 1295608"/>
                <a:gd name="connsiteY2" fmla="*/ 202725 h 481312"/>
                <a:gd name="connsiteX3" fmla="*/ 1133118 w 1295608"/>
                <a:gd name="connsiteY3" fmla="*/ 405112 h 481312"/>
                <a:gd name="connsiteX4" fmla="*/ 122732 w 1295608"/>
                <a:gd name="connsiteY4" fmla="*/ 410777 h 481312"/>
                <a:gd name="connsiteX5" fmla="*/ 0 w 1295608"/>
                <a:gd name="connsiteY5" fmla="*/ 481312 h 481312"/>
                <a:gd name="connsiteX6" fmla="*/ 0 w 1295608"/>
                <a:gd name="connsiteY6" fmla="*/ 100312 h 481312"/>
                <a:gd name="connsiteX7" fmla="*/ 79727 w 1295608"/>
                <a:gd name="connsiteY7" fmla="*/ 0 h 481312"/>
                <a:gd name="connsiteX0" fmla="*/ 79727 w 1295399"/>
                <a:gd name="connsiteY0" fmla="*/ 0 h 481312"/>
                <a:gd name="connsiteX1" fmla="*/ 1134372 w 1295399"/>
                <a:gd name="connsiteY1" fmla="*/ 1301 h 481312"/>
                <a:gd name="connsiteX2" fmla="*/ 1295399 w 1295399"/>
                <a:gd name="connsiteY2" fmla="*/ 202725 h 481312"/>
                <a:gd name="connsiteX3" fmla="*/ 1133118 w 1295399"/>
                <a:gd name="connsiteY3" fmla="*/ 405112 h 481312"/>
                <a:gd name="connsiteX4" fmla="*/ 122732 w 1295399"/>
                <a:gd name="connsiteY4" fmla="*/ 410777 h 481312"/>
                <a:gd name="connsiteX5" fmla="*/ 0 w 1295399"/>
                <a:gd name="connsiteY5" fmla="*/ 481312 h 481312"/>
                <a:gd name="connsiteX6" fmla="*/ 0 w 1295399"/>
                <a:gd name="connsiteY6" fmla="*/ 100312 h 481312"/>
                <a:gd name="connsiteX7" fmla="*/ 79727 w 1295399"/>
                <a:gd name="connsiteY7" fmla="*/ 0 h 481312"/>
                <a:gd name="connsiteX0" fmla="*/ 79727 w 1295399"/>
                <a:gd name="connsiteY0" fmla="*/ 0 h 481312"/>
                <a:gd name="connsiteX1" fmla="*/ 1134372 w 1295399"/>
                <a:gd name="connsiteY1" fmla="*/ 1301 h 481312"/>
                <a:gd name="connsiteX2" fmla="*/ 1295399 w 1295399"/>
                <a:gd name="connsiteY2" fmla="*/ 202725 h 481312"/>
                <a:gd name="connsiteX3" fmla="*/ 1133118 w 1295399"/>
                <a:gd name="connsiteY3" fmla="*/ 405112 h 481312"/>
                <a:gd name="connsiteX4" fmla="*/ 122732 w 1295399"/>
                <a:gd name="connsiteY4" fmla="*/ 410777 h 481312"/>
                <a:gd name="connsiteX5" fmla="*/ 0 w 1295399"/>
                <a:gd name="connsiteY5" fmla="*/ 481312 h 481312"/>
                <a:gd name="connsiteX6" fmla="*/ 0 w 1295399"/>
                <a:gd name="connsiteY6" fmla="*/ 100312 h 481312"/>
                <a:gd name="connsiteX7" fmla="*/ 79727 w 1295399"/>
                <a:gd name="connsiteY7" fmla="*/ 0 h 481312"/>
                <a:gd name="connsiteX0" fmla="*/ 79727 w 1295399"/>
                <a:gd name="connsiteY0" fmla="*/ 0 h 481312"/>
                <a:gd name="connsiteX1" fmla="*/ 1134372 w 1295399"/>
                <a:gd name="connsiteY1" fmla="*/ 1301 h 481312"/>
                <a:gd name="connsiteX2" fmla="*/ 1295399 w 1295399"/>
                <a:gd name="connsiteY2" fmla="*/ 202725 h 481312"/>
                <a:gd name="connsiteX3" fmla="*/ 1165078 w 1295399"/>
                <a:gd name="connsiteY3" fmla="*/ 406074 h 481312"/>
                <a:gd name="connsiteX4" fmla="*/ 122732 w 1295399"/>
                <a:gd name="connsiteY4" fmla="*/ 410777 h 481312"/>
                <a:gd name="connsiteX5" fmla="*/ 0 w 1295399"/>
                <a:gd name="connsiteY5" fmla="*/ 481312 h 481312"/>
                <a:gd name="connsiteX6" fmla="*/ 0 w 1295399"/>
                <a:gd name="connsiteY6" fmla="*/ 100312 h 481312"/>
                <a:gd name="connsiteX7" fmla="*/ 79727 w 1295399"/>
                <a:gd name="connsiteY7" fmla="*/ 0 h 481312"/>
                <a:gd name="connsiteX0" fmla="*/ 79727 w 1295399"/>
                <a:gd name="connsiteY0" fmla="*/ 0 h 481312"/>
                <a:gd name="connsiteX1" fmla="*/ 1156305 w 1295399"/>
                <a:gd name="connsiteY1" fmla="*/ 6114 h 481312"/>
                <a:gd name="connsiteX2" fmla="*/ 1295399 w 1295399"/>
                <a:gd name="connsiteY2" fmla="*/ 202725 h 481312"/>
                <a:gd name="connsiteX3" fmla="*/ 1165078 w 1295399"/>
                <a:gd name="connsiteY3" fmla="*/ 406074 h 481312"/>
                <a:gd name="connsiteX4" fmla="*/ 122732 w 1295399"/>
                <a:gd name="connsiteY4" fmla="*/ 410777 h 481312"/>
                <a:gd name="connsiteX5" fmla="*/ 0 w 1295399"/>
                <a:gd name="connsiteY5" fmla="*/ 481312 h 481312"/>
                <a:gd name="connsiteX6" fmla="*/ 0 w 1295399"/>
                <a:gd name="connsiteY6" fmla="*/ 100312 h 481312"/>
                <a:gd name="connsiteX7" fmla="*/ 79727 w 1295399"/>
                <a:gd name="connsiteY7" fmla="*/ 0 h 481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5399" h="481312">
                  <a:moveTo>
                    <a:pt x="79727" y="0"/>
                  </a:moveTo>
                  <a:lnTo>
                    <a:pt x="1156305" y="6114"/>
                  </a:lnTo>
                  <a:lnTo>
                    <a:pt x="1295399" y="202725"/>
                  </a:lnTo>
                  <a:lnTo>
                    <a:pt x="1165078" y="406074"/>
                  </a:lnTo>
                  <a:lnTo>
                    <a:pt x="122732" y="410777"/>
                  </a:lnTo>
                  <a:cubicBezTo>
                    <a:pt x="78235" y="412895"/>
                    <a:pt x="11453" y="402374"/>
                    <a:pt x="0" y="481312"/>
                  </a:cubicBezTo>
                  <a:lnTo>
                    <a:pt x="0" y="100312"/>
                  </a:lnTo>
                  <a:cubicBezTo>
                    <a:pt x="721" y="14824"/>
                    <a:pt x="31644" y="5334"/>
                    <a:pt x="79727" y="0"/>
                  </a:cubicBezTo>
                  <a:close/>
                </a:path>
              </a:pathLst>
            </a:custGeom>
            <a:gradFill flip="none" rotWithShape="1">
              <a:gsLst>
                <a:gs pos="0">
                  <a:schemeClr val="accent4">
                    <a:lumMod val="75000"/>
                  </a:schemeClr>
                </a:gs>
                <a:gs pos="69000">
                  <a:schemeClr val="accent4"/>
                </a:gs>
                <a:gs pos="100000">
                  <a:schemeClr val="accent4">
                    <a:lumMod val="60000"/>
                    <a:lumOff val="40000"/>
                  </a:schemeClr>
                </a:gs>
              </a:gsLst>
              <a:lin ang="0" scaled="1"/>
              <a:tileRect/>
            </a:gradFill>
            <a:ln>
              <a:noFill/>
            </a:ln>
            <a:effectLst/>
            <a:scene3d>
              <a:camera prst="orthographicFront">
                <a:rot lat="0" lon="0" rev="0"/>
              </a:camera>
              <a:lightRig rig="threePt" dir="t"/>
            </a:scene3d>
            <a:sp3d prstMaterial="plastic">
              <a:bevelT w="57150" h="57150"/>
            </a:sp3d>
          </p:spPr>
          <p:style>
            <a:lnRef idx="0">
              <a:schemeClr val="accent4"/>
            </a:lnRef>
            <a:fillRef idx="3">
              <a:schemeClr val="accent4"/>
            </a:fillRef>
            <a:effectRef idx="3">
              <a:schemeClr val="accent4"/>
            </a:effectRef>
            <a:fontRef idx="minor">
              <a:schemeClr val="lt1"/>
            </a:fontRef>
          </p:style>
          <p:txBody>
            <a:bodyPr anchor="ctr"/>
            <a:lstStyle/>
            <a:p>
              <a:pPr algn="ctr">
                <a:defRPr/>
              </a:pPr>
              <a:endParaRPr lang="en-US" dirty="0"/>
            </a:p>
          </p:txBody>
        </p:sp>
        <p:sp>
          <p:nvSpPr>
            <p:cNvPr id="78" name="Pie 77"/>
            <p:cNvSpPr/>
            <p:nvPr/>
          </p:nvSpPr>
          <p:spPr bwMode="gray">
            <a:xfrm>
              <a:off x="4782670" y="3083859"/>
              <a:ext cx="304685" cy="179294"/>
            </a:xfrm>
            <a:prstGeom prst="pie">
              <a:avLst>
                <a:gd name="adj1" fmla="val 5429925"/>
                <a:gd name="adj2" fmla="val 16200000"/>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chemeClr val="tx1"/>
                </a:solidFill>
              </a:endParaRPr>
            </a:p>
          </p:txBody>
        </p:sp>
      </p:grpSp>
      <p:sp>
        <p:nvSpPr>
          <p:cNvPr id="6153" name="Rectangle 79"/>
          <p:cNvSpPr>
            <a:spLocks noChangeArrowheads="1"/>
          </p:cNvSpPr>
          <p:nvPr/>
        </p:nvSpPr>
        <p:spPr bwMode="auto">
          <a:xfrm>
            <a:off x="590550" y="3167844"/>
            <a:ext cx="1695450" cy="954107"/>
          </a:xfrm>
          <a:prstGeom prst="rect">
            <a:avLst/>
          </a:prstGeom>
          <a:solidFill>
            <a:schemeClr val="bg1"/>
          </a:solidFill>
          <a:ln w="9525">
            <a:noFill/>
            <a:miter lim="800000"/>
            <a:headEnd/>
            <a:tailEnd/>
          </a:ln>
        </p:spPr>
        <p:txBody>
          <a:bodyPr wrap="square" anchor="ctr">
            <a:spAutoFit/>
          </a:bodyPr>
          <a:lstStyle/>
          <a:p>
            <a:pPr algn="ctr"/>
            <a:r>
              <a:rPr lang="en-US" sz="2800" b="1" dirty="0" err="1" smtClean="0">
                <a:solidFill>
                  <a:srgbClr val="0070C0"/>
                </a:solidFill>
                <a:latin typeface="Palatino Linotype" panose="02040502050505030304" pitchFamily="18" charset="0"/>
              </a:rPr>
              <a:t>Hợp</a:t>
            </a:r>
            <a:r>
              <a:rPr lang="en-US" sz="2800" b="1" dirty="0" smtClean="0">
                <a:solidFill>
                  <a:srgbClr val="0070C0"/>
                </a:solidFill>
                <a:latin typeface="Palatino Linotype" panose="02040502050505030304" pitchFamily="18" charset="0"/>
              </a:rPr>
              <a:t> </a:t>
            </a:r>
            <a:r>
              <a:rPr lang="en-US" sz="2800" b="1" dirty="0" err="1" smtClean="0">
                <a:solidFill>
                  <a:srgbClr val="0070C0"/>
                </a:solidFill>
                <a:latin typeface="Palatino Linotype" panose="02040502050505030304" pitchFamily="18" charset="0"/>
              </a:rPr>
              <a:t>chất</a:t>
            </a:r>
            <a:r>
              <a:rPr lang="en-US" sz="2800" b="1" dirty="0" smtClean="0">
                <a:solidFill>
                  <a:srgbClr val="0070C0"/>
                </a:solidFill>
                <a:latin typeface="Palatino Linotype" panose="02040502050505030304" pitchFamily="18" charset="0"/>
              </a:rPr>
              <a:t> </a:t>
            </a:r>
            <a:r>
              <a:rPr lang="en-US" sz="2800" b="1" dirty="0" err="1" smtClean="0">
                <a:solidFill>
                  <a:srgbClr val="0070C0"/>
                </a:solidFill>
                <a:latin typeface="Palatino Linotype" panose="02040502050505030304" pitchFamily="18" charset="0"/>
              </a:rPr>
              <a:t>hóa</a:t>
            </a:r>
            <a:r>
              <a:rPr lang="en-US" sz="2800" b="1" dirty="0" smtClean="0">
                <a:solidFill>
                  <a:srgbClr val="0070C0"/>
                </a:solidFill>
                <a:latin typeface="Palatino Linotype" panose="02040502050505030304" pitchFamily="18" charset="0"/>
              </a:rPr>
              <a:t> </a:t>
            </a:r>
            <a:r>
              <a:rPr lang="en-US" sz="2800" b="1" dirty="0" err="1" smtClean="0">
                <a:solidFill>
                  <a:srgbClr val="0070C0"/>
                </a:solidFill>
                <a:latin typeface="Palatino Linotype" panose="02040502050505030304" pitchFamily="18" charset="0"/>
              </a:rPr>
              <a:t>học</a:t>
            </a:r>
            <a:endParaRPr lang="en-US" sz="2800" b="1" dirty="0">
              <a:solidFill>
                <a:srgbClr val="0070C0"/>
              </a:solidFill>
              <a:latin typeface="Palatino Linotype" panose="02040502050505030304" pitchFamily="18" charset="0"/>
            </a:endParaRPr>
          </a:p>
        </p:txBody>
      </p:sp>
      <p:sp>
        <p:nvSpPr>
          <p:cNvPr id="6154" name="Rectangle 82"/>
          <p:cNvSpPr>
            <a:spLocks noChangeArrowheads="1"/>
          </p:cNvSpPr>
          <p:nvPr/>
        </p:nvSpPr>
        <p:spPr bwMode="auto">
          <a:xfrm>
            <a:off x="3541713" y="3174991"/>
            <a:ext cx="2120900" cy="954107"/>
          </a:xfrm>
          <a:prstGeom prst="rect">
            <a:avLst/>
          </a:prstGeom>
          <a:solidFill>
            <a:schemeClr val="bg1"/>
          </a:solidFill>
          <a:ln w="9525">
            <a:noFill/>
            <a:miter lim="800000"/>
            <a:headEnd/>
            <a:tailEnd/>
          </a:ln>
        </p:spPr>
        <p:txBody>
          <a:bodyPr wrap="square" anchor="ctr">
            <a:spAutoFit/>
          </a:bodyPr>
          <a:lstStyle/>
          <a:p>
            <a:pPr algn="ctr"/>
            <a:r>
              <a:rPr lang="en-US" sz="2800" b="1" dirty="0" err="1" smtClean="0">
                <a:solidFill>
                  <a:srgbClr val="0070C0"/>
                </a:solidFill>
                <a:latin typeface="Palatino Linotype" panose="02040502050505030304" pitchFamily="18" charset="0"/>
              </a:rPr>
              <a:t>Công</a:t>
            </a:r>
            <a:r>
              <a:rPr lang="en-US" sz="2800" b="1" dirty="0" smtClean="0">
                <a:solidFill>
                  <a:srgbClr val="0070C0"/>
                </a:solidFill>
                <a:latin typeface="Palatino Linotype" panose="02040502050505030304" pitchFamily="18" charset="0"/>
              </a:rPr>
              <a:t> </a:t>
            </a:r>
            <a:r>
              <a:rPr lang="en-US" sz="2800" b="1" dirty="0" err="1" smtClean="0">
                <a:solidFill>
                  <a:srgbClr val="0070C0"/>
                </a:solidFill>
                <a:latin typeface="Palatino Linotype" panose="02040502050505030304" pitchFamily="18" charset="0"/>
              </a:rPr>
              <a:t>thức</a:t>
            </a:r>
            <a:r>
              <a:rPr lang="en-US" sz="2800" b="1" dirty="0" smtClean="0">
                <a:solidFill>
                  <a:srgbClr val="0070C0"/>
                </a:solidFill>
                <a:latin typeface="Palatino Linotype" panose="02040502050505030304" pitchFamily="18" charset="0"/>
              </a:rPr>
              <a:t> </a:t>
            </a:r>
            <a:r>
              <a:rPr lang="en-US" sz="2800" b="1" dirty="0" err="1" smtClean="0">
                <a:solidFill>
                  <a:srgbClr val="0070C0"/>
                </a:solidFill>
                <a:latin typeface="Palatino Linotype" panose="02040502050505030304" pitchFamily="18" charset="0"/>
              </a:rPr>
              <a:t>hóa</a:t>
            </a:r>
            <a:r>
              <a:rPr lang="en-US" sz="2800" b="1" dirty="0" smtClean="0">
                <a:solidFill>
                  <a:srgbClr val="0070C0"/>
                </a:solidFill>
                <a:latin typeface="Palatino Linotype" panose="02040502050505030304" pitchFamily="18" charset="0"/>
              </a:rPr>
              <a:t> </a:t>
            </a:r>
            <a:r>
              <a:rPr lang="en-US" sz="2800" b="1" dirty="0" err="1" smtClean="0">
                <a:solidFill>
                  <a:srgbClr val="0070C0"/>
                </a:solidFill>
                <a:latin typeface="Palatino Linotype" panose="02040502050505030304" pitchFamily="18" charset="0"/>
              </a:rPr>
              <a:t>học</a:t>
            </a:r>
            <a:endParaRPr lang="en-US" sz="2800" b="1" dirty="0">
              <a:solidFill>
                <a:srgbClr val="0070C0"/>
              </a:solidFill>
              <a:latin typeface="Palatino Linotype" panose="02040502050505030304" pitchFamily="18" charset="0"/>
            </a:endParaRPr>
          </a:p>
        </p:txBody>
      </p:sp>
      <p:sp>
        <p:nvSpPr>
          <p:cNvPr id="11" name="TextBox 10"/>
          <p:cNvSpPr txBox="1"/>
          <p:nvPr/>
        </p:nvSpPr>
        <p:spPr>
          <a:xfrm>
            <a:off x="490538" y="2112963"/>
            <a:ext cx="1504950" cy="368300"/>
          </a:xfrm>
          <a:prstGeom prst="rect">
            <a:avLst/>
          </a:prstGeom>
          <a:noFill/>
        </p:spPr>
        <p:txBody>
          <a:bodyPr wrap="none" anchor="ctr">
            <a:spAutoFit/>
          </a:bodyPr>
          <a:lstStyle/>
          <a:p>
            <a:pPr>
              <a:defRPr/>
            </a:pPr>
            <a:r>
              <a:rPr lang="en-US" b="1" dirty="0" err="1">
                <a:solidFill>
                  <a:schemeClr val="bg1"/>
                </a:solidFill>
                <a:effectLst>
                  <a:outerShdw blurRad="38100" dist="38100" dir="2700000" algn="tl">
                    <a:srgbClr val="000000">
                      <a:alpha val="43137"/>
                    </a:srgbClr>
                  </a:outerShdw>
                </a:effectLst>
                <a:latin typeface="Palatino Linotype" panose="02040502050505030304" pitchFamily="18" charset="0"/>
                <a:cs typeface="Arial" pitchFamily="34" charset="0"/>
              </a:rPr>
              <a:t>Nội</a:t>
            </a:r>
            <a:r>
              <a:rPr lang="en-US" b="1" dirty="0">
                <a:solidFill>
                  <a:schemeClr val="bg1"/>
                </a:solidFill>
                <a:effectLst>
                  <a:outerShdw blurRad="38100" dist="38100" dir="2700000" algn="tl">
                    <a:srgbClr val="000000">
                      <a:alpha val="43137"/>
                    </a:srgbClr>
                  </a:outerShdw>
                </a:effectLst>
                <a:latin typeface="Palatino Linotype" panose="02040502050505030304" pitchFamily="18" charset="0"/>
                <a:cs typeface="Arial" pitchFamily="34" charset="0"/>
              </a:rPr>
              <a:t> dung 01</a:t>
            </a:r>
          </a:p>
        </p:txBody>
      </p:sp>
      <p:sp>
        <p:nvSpPr>
          <p:cNvPr id="85" name="TextBox 84"/>
          <p:cNvSpPr txBox="1"/>
          <p:nvPr/>
        </p:nvSpPr>
        <p:spPr>
          <a:xfrm>
            <a:off x="3476625" y="2112963"/>
            <a:ext cx="1504950" cy="368300"/>
          </a:xfrm>
          <a:prstGeom prst="rect">
            <a:avLst/>
          </a:prstGeom>
          <a:noFill/>
        </p:spPr>
        <p:txBody>
          <a:bodyPr wrap="none" anchor="ctr">
            <a:spAutoFit/>
          </a:bodyPr>
          <a:lstStyle/>
          <a:p>
            <a:pPr>
              <a:defRPr/>
            </a:pPr>
            <a:r>
              <a:rPr lang="en-US" b="1" dirty="0" err="1">
                <a:solidFill>
                  <a:schemeClr val="bg1"/>
                </a:solidFill>
                <a:effectLst>
                  <a:outerShdw blurRad="38100" dist="38100" dir="2700000" algn="tl">
                    <a:srgbClr val="000000">
                      <a:alpha val="43137"/>
                    </a:srgbClr>
                  </a:outerShdw>
                </a:effectLst>
                <a:latin typeface="Palatino Linotype" panose="02040502050505030304" pitchFamily="18" charset="0"/>
                <a:cs typeface="Arial" pitchFamily="34" charset="0"/>
              </a:rPr>
              <a:t>Nội</a:t>
            </a:r>
            <a:r>
              <a:rPr lang="en-US" b="1" dirty="0">
                <a:solidFill>
                  <a:schemeClr val="bg1"/>
                </a:solidFill>
                <a:effectLst>
                  <a:outerShdw blurRad="38100" dist="38100" dir="2700000" algn="tl">
                    <a:srgbClr val="000000">
                      <a:alpha val="43137"/>
                    </a:srgbClr>
                  </a:outerShdw>
                </a:effectLst>
                <a:latin typeface="Palatino Linotype" panose="02040502050505030304" pitchFamily="18" charset="0"/>
                <a:cs typeface="Arial" pitchFamily="34" charset="0"/>
              </a:rPr>
              <a:t> dung 02</a:t>
            </a:r>
          </a:p>
        </p:txBody>
      </p:sp>
      <p:sp>
        <p:nvSpPr>
          <p:cNvPr id="100" name="TextBox 99"/>
          <p:cNvSpPr txBox="1"/>
          <p:nvPr/>
        </p:nvSpPr>
        <p:spPr>
          <a:xfrm>
            <a:off x="6473825" y="2112963"/>
            <a:ext cx="1504950" cy="368300"/>
          </a:xfrm>
          <a:prstGeom prst="rect">
            <a:avLst/>
          </a:prstGeom>
          <a:noFill/>
        </p:spPr>
        <p:txBody>
          <a:bodyPr wrap="none" anchor="ctr">
            <a:spAutoFit/>
          </a:bodyPr>
          <a:lstStyle/>
          <a:p>
            <a:pPr>
              <a:defRPr/>
            </a:pPr>
            <a:r>
              <a:rPr lang="en-US" b="1" dirty="0" err="1">
                <a:solidFill>
                  <a:schemeClr val="bg1"/>
                </a:solidFill>
                <a:effectLst>
                  <a:outerShdw blurRad="38100" dist="38100" dir="2700000" algn="tl">
                    <a:srgbClr val="000000">
                      <a:alpha val="43137"/>
                    </a:srgbClr>
                  </a:outerShdw>
                </a:effectLst>
                <a:latin typeface="Palatino Linotype" panose="02040502050505030304" pitchFamily="18" charset="0"/>
                <a:cs typeface="Arial" pitchFamily="34" charset="0"/>
              </a:rPr>
              <a:t>Nội</a:t>
            </a:r>
            <a:r>
              <a:rPr lang="en-US" b="1" dirty="0">
                <a:solidFill>
                  <a:schemeClr val="bg1"/>
                </a:solidFill>
                <a:effectLst>
                  <a:outerShdw blurRad="38100" dist="38100" dir="2700000" algn="tl">
                    <a:srgbClr val="000000">
                      <a:alpha val="43137"/>
                    </a:srgbClr>
                  </a:outerShdw>
                </a:effectLst>
                <a:latin typeface="Palatino Linotype" panose="02040502050505030304" pitchFamily="18" charset="0"/>
                <a:cs typeface="Arial" pitchFamily="34" charset="0"/>
              </a:rPr>
              <a:t> dung 03</a:t>
            </a:r>
          </a:p>
        </p:txBody>
      </p:sp>
      <p:sp>
        <p:nvSpPr>
          <p:cNvPr id="28" name="Rectangle 82"/>
          <p:cNvSpPr>
            <a:spLocks noChangeArrowheads="1"/>
          </p:cNvSpPr>
          <p:nvPr/>
        </p:nvSpPr>
        <p:spPr bwMode="auto">
          <a:xfrm>
            <a:off x="6480175" y="3313650"/>
            <a:ext cx="2120900" cy="523220"/>
          </a:xfrm>
          <a:prstGeom prst="rect">
            <a:avLst/>
          </a:prstGeom>
          <a:solidFill>
            <a:schemeClr val="bg1"/>
          </a:solidFill>
          <a:ln w="9525">
            <a:noFill/>
            <a:miter lim="800000"/>
            <a:headEnd/>
            <a:tailEnd/>
          </a:ln>
        </p:spPr>
        <p:txBody>
          <a:bodyPr wrap="square" anchor="ctr">
            <a:spAutoFit/>
          </a:bodyPr>
          <a:lstStyle/>
          <a:p>
            <a:pPr algn="ctr"/>
            <a:r>
              <a:rPr lang="en-US" sz="2800" b="1" dirty="0" err="1" smtClean="0">
                <a:solidFill>
                  <a:srgbClr val="0070C0"/>
                </a:solidFill>
                <a:latin typeface="Palatino Linotype" panose="02040502050505030304" pitchFamily="18" charset="0"/>
              </a:rPr>
              <a:t>Gọi</a:t>
            </a:r>
            <a:r>
              <a:rPr lang="en-US" sz="2800" b="1" dirty="0" smtClean="0">
                <a:solidFill>
                  <a:srgbClr val="0070C0"/>
                </a:solidFill>
                <a:latin typeface="Palatino Linotype" panose="02040502050505030304" pitchFamily="18" charset="0"/>
              </a:rPr>
              <a:t> </a:t>
            </a:r>
            <a:r>
              <a:rPr lang="en-US" sz="2800" b="1" dirty="0" err="1" smtClean="0">
                <a:solidFill>
                  <a:srgbClr val="0070C0"/>
                </a:solidFill>
                <a:latin typeface="Palatino Linotype" panose="02040502050505030304" pitchFamily="18" charset="0"/>
              </a:rPr>
              <a:t>tên</a:t>
            </a:r>
            <a:endParaRPr lang="en-US" sz="2800" b="1" dirty="0">
              <a:solidFill>
                <a:srgbClr val="0070C0"/>
              </a:solidFill>
              <a:latin typeface="Palatino Linotype" panose="02040502050505030304"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6" name="TextBox 4"/>
          <p:cNvSpPr txBox="1">
            <a:spLocks noChangeArrowheads="1"/>
          </p:cNvSpPr>
          <p:nvPr/>
        </p:nvSpPr>
        <p:spPr bwMode="auto">
          <a:xfrm>
            <a:off x="2153424" y="304513"/>
            <a:ext cx="4733988" cy="584775"/>
          </a:xfrm>
          <a:prstGeom prst="rect">
            <a:avLst/>
          </a:prstGeom>
          <a:solidFill>
            <a:srgbClr val="FFC000"/>
          </a:solidFill>
          <a:ln w="9525">
            <a:noFill/>
            <a:miter lim="800000"/>
            <a:headEnd/>
            <a:tailEnd/>
          </a:ln>
        </p:spPr>
        <p:txBody>
          <a:bodyPr wrap="none" anchor="ctr">
            <a:spAutoFit/>
          </a:bodyPr>
          <a:lstStyle/>
          <a:p>
            <a:pPr algn="ctr"/>
            <a:r>
              <a:rPr lang="en-US" sz="3200" b="1" dirty="0" smtClean="0">
                <a:solidFill>
                  <a:srgbClr val="0070C0"/>
                </a:solidFill>
                <a:latin typeface="Palatino Linotype" panose="02040502050505030304" pitchFamily="18" charset="0"/>
              </a:rPr>
              <a:t>2.3. </a:t>
            </a:r>
            <a:r>
              <a:rPr lang="en-US" sz="3200" b="1" dirty="0" err="1" smtClean="0">
                <a:solidFill>
                  <a:srgbClr val="0070C0"/>
                </a:solidFill>
                <a:latin typeface="Palatino Linotype" panose="02040502050505030304" pitchFamily="18" charset="0"/>
              </a:rPr>
              <a:t>Gọi</a:t>
            </a:r>
            <a:r>
              <a:rPr lang="en-US" sz="3200" b="1" dirty="0" smtClean="0">
                <a:solidFill>
                  <a:srgbClr val="0070C0"/>
                </a:solidFill>
                <a:latin typeface="Palatino Linotype" panose="02040502050505030304" pitchFamily="18" charset="0"/>
              </a:rPr>
              <a:t> </a:t>
            </a:r>
            <a:r>
              <a:rPr lang="en-US" sz="3200" b="1" dirty="0" err="1" smtClean="0">
                <a:solidFill>
                  <a:srgbClr val="0070C0"/>
                </a:solidFill>
                <a:latin typeface="Palatino Linotype" panose="02040502050505030304" pitchFamily="18" charset="0"/>
              </a:rPr>
              <a:t>tên</a:t>
            </a:r>
            <a:r>
              <a:rPr lang="en-US" sz="3200" b="1" dirty="0" smtClean="0">
                <a:solidFill>
                  <a:srgbClr val="0070C0"/>
                </a:solidFill>
                <a:latin typeface="Palatino Linotype" panose="02040502050505030304" pitchFamily="18" charset="0"/>
              </a:rPr>
              <a:t> </a:t>
            </a:r>
            <a:r>
              <a:rPr lang="en-US" sz="3200" b="1" dirty="0" err="1" smtClean="0">
                <a:solidFill>
                  <a:srgbClr val="0070C0"/>
                </a:solidFill>
                <a:latin typeface="Palatino Linotype" panose="02040502050505030304" pitchFamily="18" charset="0"/>
              </a:rPr>
              <a:t>hợp</a:t>
            </a:r>
            <a:r>
              <a:rPr lang="en-US" sz="3200" b="1" dirty="0" smtClean="0">
                <a:solidFill>
                  <a:srgbClr val="0070C0"/>
                </a:solidFill>
                <a:latin typeface="Palatino Linotype" panose="02040502050505030304" pitchFamily="18" charset="0"/>
              </a:rPr>
              <a:t> </a:t>
            </a:r>
            <a:r>
              <a:rPr lang="en-US" sz="3200" b="1" dirty="0" err="1" smtClean="0">
                <a:solidFill>
                  <a:srgbClr val="0070C0"/>
                </a:solidFill>
                <a:latin typeface="Palatino Linotype" panose="02040502050505030304" pitchFamily="18" charset="0"/>
              </a:rPr>
              <a:t>chất</a:t>
            </a:r>
            <a:r>
              <a:rPr lang="en-US" sz="3200" b="1" dirty="0" smtClean="0">
                <a:solidFill>
                  <a:srgbClr val="0070C0"/>
                </a:solidFill>
                <a:latin typeface="Palatino Linotype" panose="02040502050505030304" pitchFamily="18" charset="0"/>
              </a:rPr>
              <a:t> ion</a:t>
            </a:r>
            <a:endParaRPr lang="en-US" sz="3200" b="1" dirty="0">
              <a:solidFill>
                <a:srgbClr val="0070C0"/>
              </a:solidFill>
              <a:latin typeface="Palatino Linotype" panose="02040502050505030304" pitchFamily="18" charset="0"/>
            </a:endParaRPr>
          </a:p>
        </p:txBody>
      </p:sp>
      <p:sp>
        <p:nvSpPr>
          <p:cNvPr id="7184" name="Rectangle 33"/>
          <p:cNvSpPr>
            <a:spLocks noChangeArrowheads="1"/>
          </p:cNvSpPr>
          <p:nvPr/>
        </p:nvSpPr>
        <p:spPr bwMode="auto">
          <a:xfrm>
            <a:off x="3752033" y="3037820"/>
            <a:ext cx="1919287" cy="369332"/>
          </a:xfrm>
          <a:prstGeom prst="rect">
            <a:avLst/>
          </a:prstGeom>
          <a:noFill/>
          <a:ln w="9525">
            <a:noFill/>
            <a:miter lim="800000"/>
            <a:headEnd/>
            <a:tailEnd/>
          </a:ln>
        </p:spPr>
        <p:txBody>
          <a:bodyPr wrap="square" anchor="ctr">
            <a:spAutoFit/>
          </a:bodyPr>
          <a:lstStyle/>
          <a:p>
            <a:pPr algn="ctr"/>
            <a:endParaRPr lang="en-US" b="1" dirty="0">
              <a:solidFill>
                <a:srgbClr val="00B050"/>
              </a:solidFill>
              <a:latin typeface="Palatino Linotype" panose="02040502050505030304" pitchFamily="18" charset="0"/>
            </a:endParaRPr>
          </a:p>
        </p:txBody>
      </p:sp>
      <p:sp>
        <p:nvSpPr>
          <p:cNvPr id="2" name="Rounded Rectangle 1"/>
          <p:cNvSpPr/>
          <p:nvPr/>
        </p:nvSpPr>
        <p:spPr>
          <a:xfrm>
            <a:off x="0" y="1295400"/>
            <a:ext cx="1525604" cy="533400"/>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err="1" smtClean="0">
                <a:latin typeface="Palatino Linotype" panose="02040502050505030304" pitchFamily="18" charset="0"/>
              </a:rPr>
              <a:t>Công</a:t>
            </a:r>
            <a:r>
              <a:rPr lang="en-US" b="1" dirty="0" smtClean="0">
                <a:latin typeface="Palatino Linotype" panose="02040502050505030304" pitchFamily="18" charset="0"/>
              </a:rPr>
              <a:t> </a:t>
            </a:r>
            <a:r>
              <a:rPr lang="en-US" b="1" dirty="0" err="1" smtClean="0">
                <a:latin typeface="Palatino Linotype" panose="02040502050505030304" pitchFamily="18" charset="0"/>
              </a:rPr>
              <a:t>thức</a:t>
            </a:r>
            <a:r>
              <a:rPr lang="en-US" b="1" dirty="0" smtClean="0">
                <a:latin typeface="Palatino Linotype" panose="02040502050505030304" pitchFamily="18" charset="0"/>
              </a:rPr>
              <a:t> </a:t>
            </a:r>
            <a:r>
              <a:rPr lang="en-US" b="1" dirty="0" err="1" smtClean="0">
                <a:latin typeface="Palatino Linotype" panose="02040502050505030304" pitchFamily="18" charset="0"/>
              </a:rPr>
              <a:t>hợp</a:t>
            </a:r>
            <a:r>
              <a:rPr lang="en-US" b="1" dirty="0" smtClean="0">
                <a:latin typeface="Palatino Linotype" panose="02040502050505030304" pitchFamily="18" charset="0"/>
              </a:rPr>
              <a:t> </a:t>
            </a:r>
            <a:r>
              <a:rPr lang="en-US" b="1" dirty="0" err="1" smtClean="0">
                <a:latin typeface="Palatino Linotype" panose="02040502050505030304" pitchFamily="18" charset="0"/>
              </a:rPr>
              <a:t>chất</a:t>
            </a:r>
            <a:endParaRPr lang="en-US" b="1" dirty="0">
              <a:latin typeface="Palatino Linotype" panose="02040502050505030304" pitchFamily="18" charset="0"/>
            </a:endParaRPr>
          </a:p>
        </p:txBody>
      </p:sp>
      <p:cxnSp>
        <p:nvCxnSpPr>
          <p:cNvPr id="4" name="Straight Arrow Connector 3"/>
          <p:cNvCxnSpPr/>
          <p:nvPr/>
        </p:nvCxnSpPr>
        <p:spPr>
          <a:xfrm>
            <a:off x="1678004" y="1555282"/>
            <a:ext cx="760396" cy="6818"/>
          </a:xfrm>
          <a:prstGeom prst="straightConnector1">
            <a:avLst/>
          </a:prstGeom>
          <a:ln w="38100">
            <a:solidFill>
              <a:srgbClr val="0070C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 name="Rounded Rectangle 8"/>
          <p:cNvSpPr/>
          <p:nvPr/>
        </p:nvSpPr>
        <p:spPr>
          <a:xfrm>
            <a:off x="2551497" y="1288783"/>
            <a:ext cx="1563303" cy="533400"/>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err="1" smtClean="0">
                <a:latin typeface="Palatino Linotype" panose="02040502050505030304" pitchFamily="18" charset="0"/>
              </a:rPr>
              <a:t>Tên</a:t>
            </a:r>
            <a:r>
              <a:rPr lang="en-US" b="1" dirty="0" smtClean="0">
                <a:latin typeface="Palatino Linotype" panose="02040502050505030304" pitchFamily="18" charset="0"/>
              </a:rPr>
              <a:t> </a:t>
            </a:r>
            <a:r>
              <a:rPr lang="en-US" b="1" dirty="0" err="1" smtClean="0">
                <a:latin typeface="Palatino Linotype" panose="02040502050505030304" pitchFamily="18" charset="0"/>
              </a:rPr>
              <a:t>cation</a:t>
            </a:r>
            <a:endParaRPr lang="en-US" b="1" dirty="0">
              <a:latin typeface="Palatino Linotype" panose="02040502050505030304" pitchFamily="18" charset="0"/>
            </a:endParaRPr>
          </a:p>
        </p:txBody>
      </p:sp>
      <p:sp>
        <p:nvSpPr>
          <p:cNvPr id="6" name="Plus 5"/>
          <p:cNvSpPr/>
          <p:nvPr/>
        </p:nvSpPr>
        <p:spPr>
          <a:xfrm>
            <a:off x="4254119" y="4572000"/>
            <a:ext cx="457200" cy="457200"/>
          </a:xfrm>
          <a:prstGeom prst="mathPlus">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p:cNvSpPr/>
          <p:nvPr/>
        </p:nvSpPr>
        <p:spPr>
          <a:xfrm>
            <a:off x="4837497" y="1238450"/>
            <a:ext cx="1563303" cy="533400"/>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err="1" smtClean="0">
                <a:latin typeface="Palatino Linotype" panose="02040502050505030304" pitchFamily="18" charset="0"/>
              </a:rPr>
              <a:t>Tên</a:t>
            </a:r>
            <a:r>
              <a:rPr lang="en-US" b="1" dirty="0" smtClean="0">
                <a:latin typeface="Palatino Linotype" panose="02040502050505030304" pitchFamily="18" charset="0"/>
              </a:rPr>
              <a:t> anion</a:t>
            </a:r>
            <a:endParaRPr lang="en-US" b="1" dirty="0">
              <a:latin typeface="Palatino Linotype" panose="02040502050505030304" pitchFamily="18" charset="0"/>
            </a:endParaRPr>
          </a:p>
        </p:txBody>
      </p:sp>
      <p:cxnSp>
        <p:nvCxnSpPr>
          <p:cNvPr id="12" name="Straight Arrow Connector 11"/>
          <p:cNvCxnSpPr/>
          <p:nvPr/>
        </p:nvCxnSpPr>
        <p:spPr>
          <a:xfrm>
            <a:off x="6513094" y="1545935"/>
            <a:ext cx="760396" cy="6818"/>
          </a:xfrm>
          <a:prstGeom prst="straightConnector1">
            <a:avLst/>
          </a:prstGeom>
          <a:ln w="38100">
            <a:solidFill>
              <a:srgbClr val="0070C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3" name="Rounded Rectangle 12"/>
          <p:cNvSpPr/>
          <p:nvPr/>
        </p:nvSpPr>
        <p:spPr>
          <a:xfrm>
            <a:off x="7470160" y="1279235"/>
            <a:ext cx="1447800" cy="533400"/>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err="1" smtClean="0">
                <a:latin typeface="Palatino Linotype" panose="02040502050505030304" pitchFamily="18" charset="0"/>
              </a:rPr>
              <a:t>Tên</a:t>
            </a:r>
            <a:r>
              <a:rPr lang="en-US" b="1" dirty="0" smtClean="0">
                <a:latin typeface="Palatino Linotype" panose="02040502050505030304" pitchFamily="18" charset="0"/>
              </a:rPr>
              <a:t> </a:t>
            </a:r>
          </a:p>
          <a:p>
            <a:pPr algn="ctr"/>
            <a:r>
              <a:rPr lang="en-US" b="1" dirty="0" err="1" smtClean="0">
                <a:latin typeface="Palatino Linotype" panose="02040502050505030304" pitchFamily="18" charset="0"/>
              </a:rPr>
              <a:t>hợp</a:t>
            </a:r>
            <a:r>
              <a:rPr lang="en-US" b="1" dirty="0" smtClean="0">
                <a:latin typeface="Palatino Linotype" panose="02040502050505030304" pitchFamily="18" charset="0"/>
              </a:rPr>
              <a:t> </a:t>
            </a:r>
            <a:r>
              <a:rPr lang="en-US" b="1" dirty="0" err="1" smtClean="0">
                <a:latin typeface="Palatino Linotype" panose="02040502050505030304" pitchFamily="18" charset="0"/>
              </a:rPr>
              <a:t>chất</a:t>
            </a:r>
            <a:endParaRPr lang="en-US" b="1" dirty="0">
              <a:latin typeface="Palatino Linotype" panose="02040502050505030304" pitchFamily="18" charset="0"/>
            </a:endParaRPr>
          </a:p>
        </p:txBody>
      </p:sp>
      <p:sp>
        <p:nvSpPr>
          <p:cNvPr id="16" name="Rounded Rectangle 15"/>
          <p:cNvSpPr/>
          <p:nvPr/>
        </p:nvSpPr>
        <p:spPr>
          <a:xfrm>
            <a:off x="76200" y="2209800"/>
            <a:ext cx="1449404" cy="533400"/>
          </a:xfrm>
          <a:prstGeom prst="round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latin typeface="Palatino Linotype" panose="02040502050505030304" pitchFamily="18" charset="0"/>
              </a:rPr>
              <a:t>CaCl</a:t>
            </a:r>
            <a:r>
              <a:rPr lang="en-US" b="1" baseline="-25000" dirty="0" smtClean="0">
                <a:latin typeface="Palatino Linotype" panose="02040502050505030304" pitchFamily="18" charset="0"/>
              </a:rPr>
              <a:t>2</a:t>
            </a:r>
            <a:endParaRPr lang="en-US" b="1" baseline="-25000" dirty="0">
              <a:latin typeface="Palatino Linotype" panose="02040502050505030304" pitchFamily="18" charset="0"/>
            </a:endParaRPr>
          </a:p>
        </p:txBody>
      </p:sp>
      <p:sp>
        <p:nvSpPr>
          <p:cNvPr id="18" name="Rounded Rectangle 17"/>
          <p:cNvSpPr/>
          <p:nvPr/>
        </p:nvSpPr>
        <p:spPr>
          <a:xfrm>
            <a:off x="2529038" y="2209800"/>
            <a:ext cx="1585762" cy="533400"/>
          </a:xfrm>
          <a:prstGeom prst="round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latin typeface="Palatino Linotype" panose="02040502050505030304" pitchFamily="18" charset="0"/>
              </a:rPr>
              <a:t>Calcium</a:t>
            </a:r>
            <a:endParaRPr lang="en-US" b="1" baseline="-25000" dirty="0">
              <a:latin typeface="Palatino Linotype" panose="02040502050505030304" pitchFamily="18" charset="0"/>
            </a:endParaRPr>
          </a:p>
        </p:txBody>
      </p:sp>
      <p:sp>
        <p:nvSpPr>
          <p:cNvPr id="19" name="Rounded Rectangle 18"/>
          <p:cNvSpPr/>
          <p:nvPr/>
        </p:nvSpPr>
        <p:spPr>
          <a:xfrm>
            <a:off x="4878439" y="2209800"/>
            <a:ext cx="1585762" cy="533400"/>
          </a:xfrm>
          <a:prstGeom prst="round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latin typeface="Palatino Linotype" panose="02040502050505030304" pitchFamily="18" charset="0"/>
              </a:rPr>
              <a:t>chloride</a:t>
            </a:r>
            <a:endParaRPr lang="en-US" b="1" baseline="-25000" dirty="0">
              <a:latin typeface="Palatino Linotype" panose="02040502050505030304" pitchFamily="18" charset="0"/>
            </a:endParaRPr>
          </a:p>
        </p:txBody>
      </p:sp>
      <p:sp>
        <p:nvSpPr>
          <p:cNvPr id="20" name="Rounded Rectangle 19"/>
          <p:cNvSpPr/>
          <p:nvPr/>
        </p:nvSpPr>
        <p:spPr>
          <a:xfrm>
            <a:off x="7454118" y="2209800"/>
            <a:ext cx="1585762" cy="533400"/>
          </a:xfrm>
          <a:prstGeom prst="round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latin typeface="Palatino Linotype" panose="02040502050505030304" pitchFamily="18" charset="0"/>
              </a:rPr>
              <a:t>Calcium chloride</a:t>
            </a:r>
            <a:endParaRPr lang="en-US" b="1" baseline="-25000" dirty="0">
              <a:latin typeface="Palatino Linotype" panose="02040502050505030304" pitchFamily="18" charset="0"/>
            </a:endParaRPr>
          </a:p>
        </p:txBody>
      </p:sp>
      <p:sp>
        <p:nvSpPr>
          <p:cNvPr id="23" name="Rounded Rectangle 22"/>
          <p:cNvSpPr/>
          <p:nvPr/>
        </p:nvSpPr>
        <p:spPr>
          <a:xfrm>
            <a:off x="76200" y="3124200"/>
            <a:ext cx="1449404" cy="533400"/>
          </a:xfrm>
          <a:prstGeom prst="round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latin typeface="Palatino Linotype" panose="02040502050505030304" pitchFamily="18" charset="0"/>
              </a:rPr>
              <a:t>Cu</a:t>
            </a:r>
            <a:r>
              <a:rPr lang="en-US" b="1" baseline="-25000" dirty="0" smtClean="0">
                <a:latin typeface="Palatino Linotype" panose="02040502050505030304" pitchFamily="18" charset="0"/>
              </a:rPr>
              <a:t>2</a:t>
            </a:r>
            <a:r>
              <a:rPr lang="en-US" b="1" dirty="0" smtClean="0">
                <a:latin typeface="Palatino Linotype" panose="02040502050505030304" pitchFamily="18" charset="0"/>
              </a:rPr>
              <a:t>O</a:t>
            </a:r>
            <a:endParaRPr lang="en-US" b="1" baseline="-25000" dirty="0">
              <a:latin typeface="Palatino Linotype" panose="02040502050505030304" pitchFamily="18" charset="0"/>
            </a:endParaRPr>
          </a:p>
        </p:txBody>
      </p:sp>
      <p:sp>
        <p:nvSpPr>
          <p:cNvPr id="24" name="Rounded Rectangle 23"/>
          <p:cNvSpPr/>
          <p:nvPr/>
        </p:nvSpPr>
        <p:spPr>
          <a:xfrm>
            <a:off x="2529038" y="3200400"/>
            <a:ext cx="1585762" cy="533400"/>
          </a:xfrm>
          <a:prstGeom prst="round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latin typeface="Palatino Linotype" panose="02040502050505030304" pitchFamily="18" charset="0"/>
              </a:rPr>
              <a:t>Copper(I)</a:t>
            </a:r>
            <a:endParaRPr lang="en-US" b="1" baseline="-25000" dirty="0">
              <a:latin typeface="Palatino Linotype" panose="02040502050505030304" pitchFamily="18" charset="0"/>
            </a:endParaRPr>
          </a:p>
        </p:txBody>
      </p:sp>
      <p:sp>
        <p:nvSpPr>
          <p:cNvPr id="25" name="Rounded Rectangle 24"/>
          <p:cNvSpPr/>
          <p:nvPr/>
        </p:nvSpPr>
        <p:spPr>
          <a:xfrm>
            <a:off x="4881613" y="3190775"/>
            <a:ext cx="1585762" cy="533400"/>
          </a:xfrm>
          <a:prstGeom prst="round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latin typeface="Palatino Linotype" panose="02040502050505030304" pitchFamily="18" charset="0"/>
              </a:rPr>
              <a:t>oxide</a:t>
            </a:r>
            <a:endParaRPr lang="en-US" b="1" baseline="-25000" dirty="0">
              <a:latin typeface="Palatino Linotype" panose="02040502050505030304" pitchFamily="18" charset="0"/>
            </a:endParaRPr>
          </a:p>
        </p:txBody>
      </p:sp>
      <p:sp>
        <p:nvSpPr>
          <p:cNvPr id="26" name="Rounded Rectangle 25"/>
          <p:cNvSpPr/>
          <p:nvPr/>
        </p:nvSpPr>
        <p:spPr>
          <a:xfrm>
            <a:off x="7405838" y="3200400"/>
            <a:ext cx="1585762" cy="533400"/>
          </a:xfrm>
          <a:prstGeom prst="round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latin typeface="Palatino Linotype" panose="02040502050505030304" pitchFamily="18" charset="0"/>
              </a:rPr>
              <a:t>Copper (I) oxide</a:t>
            </a:r>
            <a:endParaRPr lang="en-US" b="1" baseline="-25000" dirty="0">
              <a:latin typeface="Palatino Linotype" panose="02040502050505030304" pitchFamily="18" charset="0"/>
            </a:endParaRPr>
          </a:p>
        </p:txBody>
      </p:sp>
      <p:sp>
        <p:nvSpPr>
          <p:cNvPr id="29" name="Rounded Rectangle 28"/>
          <p:cNvSpPr/>
          <p:nvPr/>
        </p:nvSpPr>
        <p:spPr>
          <a:xfrm>
            <a:off x="1752600" y="3733800"/>
            <a:ext cx="2971800" cy="84133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err="1" smtClean="0">
                <a:solidFill>
                  <a:schemeClr val="bg2">
                    <a:lumMod val="90000"/>
                  </a:schemeClr>
                </a:solidFill>
                <a:latin typeface="Palatino Linotype" panose="02040502050505030304" pitchFamily="18" charset="0"/>
              </a:rPr>
              <a:t>Tên</a:t>
            </a:r>
            <a:r>
              <a:rPr lang="en-US" sz="1600" dirty="0" smtClean="0">
                <a:solidFill>
                  <a:schemeClr val="bg2">
                    <a:lumMod val="90000"/>
                  </a:schemeClr>
                </a:solidFill>
                <a:latin typeface="Palatino Linotype" panose="02040502050505030304" pitchFamily="18" charset="0"/>
              </a:rPr>
              <a:t> </a:t>
            </a:r>
            <a:r>
              <a:rPr lang="en-US" sz="1600" dirty="0" err="1" smtClean="0">
                <a:solidFill>
                  <a:schemeClr val="bg2">
                    <a:lumMod val="90000"/>
                  </a:schemeClr>
                </a:solidFill>
                <a:latin typeface="Palatino Linotype" panose="02040502050505030304" pitchFamily="18" charset="0"/>
              </a:rPr>
              <a:t>nguyên</a:t>
            </a:r>
            <a:r>
              <a:rPr lang="en-US" sz="1600" dirty="0" smtClean="0">
                <a:solidFill>
                  <a:schemeClr val="bg2">
                    <a:lumMod val="90000"/>
                  </a:schemeClr>
                </a:solidFill>
                <a:latin typeface="Palatino Linotype" panose="02040502050505030304" pitchFamily="18" charset="0"/>
              </a:rPr>
              <a:t> </a:t>
            </a:r>
            <a:r>
              <a:rPr lang="en-US" sz="1600" dirty="0" err="1" smtClean="0">
                <a:solidFill>
                  <a:schemeClr val="bg2">
                    <a:lumMod val="90000"/>
                  </a:schemeClr>
                </a:solidFill>
                <a:latin typeface="Palatino Linotype" panose="02040502050505030304" pitchFamily="18" charset="0"/>
              </a:rPr>
              <a:t>tố</a:t>
            </a:r>
            <a:r>
              <a:rPr lang="en-US" sz="1600" dirty="0" smtClean="0">
                <a:solidFill>
                  <a:schemeClr val="bg2">
                    <a:lumMod val="90000"/>
                  </a:schemeClr>
                </a:solidFill>
                <a:latin typeface="Palatino Linotype" panose="02040502050505030304" pitchFamily="18" charset="0"/>
              </a:rPr>
              <a:t> (</a:t>
            </a:r>
            <a:r>
              <a:rPr lang="en-US" sz="1600" dirty="0" err="1" smtClean="0">
                <a:solidFill>
                  <a:schemeClr val="bg2">
                    <a:lumMod val="90000"/>
                  </a:schemeClr>
                </a:solidFill>
                <a:latin typeface="Palatino Linotype" panose="02040502050505030304" pitchFamily="18" charset="0"/>
              </a:rPr>
              <a:t>số</a:t>
            </a:r>
            <a:r>
              <a:rPr lang="en-US" sz="1600" dirty="0" smtClean="0">
                <a:solidFill>
                  <a:schemeClr val="bg2">
                    <a:lumMod val="90000"/>
                  </a:schemeClr>
                </a:solidFill>
                <a:latin typeface="Palatino Linotype" panose="02040502050505030304" pitchFamily="18" charset="0"/>
              </a:rPr>
              <a:t> La </a:t>
            </a:r>
            <a:r>
              <a:rPr lang="en-US" sz="1600" dirty="0" err="1" smtClean="0">
                <a:solidFill>
                  <a:schemeClr val="bg2">
                    <a:lumMod val="90000"/>
                  </a:schemeClr>
                </a:solidFill>
                <a:latin typeface="Palatino Linotype" panose="02040502050505030304" pitchFamily="18" charset="0"/>
              </a:rPr>
              <a:t>mã</a:t>
            </a:r>
            <a:r>
              <a:rPr lang="en-US" sz="1600" dirty="0" smtClean="0">
                <a:solidFill>
                  <a:schemeClr val="bg2">
                    <a:lumMod val="90000"/>
                  </a:schemeClr>
                </a:solidFill>
                <a:latin typeface="Palatino Linotype" panose="02040502050505030304" pitchFamily="18" charset="0"/>
              </a:rPr>
              <a:t>, </a:t>
            </a:r>
            <a:r>
              <a:rPr lang="en-US" sz="1600" dirty="0" err="1" smtClean="0">
                <a:solidFill>
                  <a:schemeClr val="bg2">
                    <a:lumMod val="90000"/>
                  </a:schemeClr>
                </a:solidFill>
                <a:latin typeface="Palatino Linotype" panose="02040502050505030304" pitchFamily="18" charset="0"/>
              </a:rPr>
              <a:t>nếu</a:t>
            </a:r>
            <a:r>
              <a:rPr lang="en-US" sz="1600" dirty="0" smtClean="0">
                <a:solidFill>
                  <a:schemeClr val="bg2">
                    <a:lumMod val="90000"/>
                  </a:schemeClr>
                </a:solidFill>
                <a:latin typeface="Palatino Linotype" panose="02040502050505030304" pitchFamily="18" charset="0"/>
              </a:rPr>
              <a:t> </a:t>
            </a:r>
            <a:r>
              <a:rPr lang="en-US" sz="1600" dirty="0" err="1" smtClean="0">
                <a:solidFill>
                  <a:schemeClr val="bg2">
                    <a:lumMod val="90000"/>
                  </a:schemeClr>
                </a:solidFill>
                <a:latin typeface="Palatino Linotype" panose="02040502050505030304" pitchFamily="18" charset="0"/>
              </a:rPr>
              <a:t>có</a:t>
            </a:r>
            <a:r>
              <a:rPr lang="en-US" sz="1600" dirty="0" smtClean="0">
                <a:solidFill>
                  <a:schemeClr val="bg2">
                    <a:lumMod val="90000"/>
                  </a:schemeClr>
                </a:solidFill>
                <a:latin typeface="Palatino Linotype" panose="02040502050505030304" pitchFamily="18" charset="0"/>
              </a:rPr>
              <a:t> </a:t>
            </a:r>
            <a:r>
              <a:rPr lang="en-US" sz="1600" dirty="0" err="1" smtClean="0">
                <a:solidFill>
                  <a:schemeClr val="bg2">
                    <a:lumMod val="90000"/>
                  </a:schemeClr>
                </a:solidFill>
                <a:latin typeface="Palatino Linotype" panose="02040502050505030304" pitchFamily="18" charset="0"/>
              </a:rPr>
              <a:t>nhiều</a:t>
            </a:r>
            <a:r>
              <a:rPr lang="en-US" sz="1600" dirty="0" smtClean="0">
                <a:solidFill>
                  <a:schemeClr val="bg2">
                    <a:lumMod val="90000"/>
                  </a:schemeClr>
                </a:solidFill>
                <a:latin typeface="Palatino Linotype" panose="02040502050505030304" pitchFamily="18" charset="0"/>
              </a:rPr>
              <a:t> </a:t>
            </a:r>
            <a:r>
              <a:rPr lang="en-US" sz="1600" dirty="0" err="1" smtClean="0">
                <a:solidFill>
                  <a:schemeClr val="bg2">
                    <a:lumMod val="90000"/>
                  </a:schemeClr>
                </a:solidFill>
                <a:latin typeface="Palatino Linotype" panose="02040502050505030304" pitchFamily="18" charset="0"/>
              </a:rPr>
              <a:t>hơn</a:t>
            </a:r>
            <a:r>
              <a:rPr lang="en-US" sz="1600" dirty="0" smtClean="0">
                <a:solidFill>
                  <a:schemeClr val="bg2">
                    <a:lumMod val="90000"/>
                  </a:schemeClr>
                </a:solidFill>
                <a:latin typeface="Palatino Linotype" panose="02040502050505030304" pitchFamily="18" charset="0"/>
              </a:rPr>
              <a:t> </a:t>
            </a:r>
            <a:r>
              <a:rPr lang="en-US" sz="1600" dirty="0" err="1" smtClean="0">
                <a:solidFill>
                  <a:schemeClr val="bg2">
                    <a:lumMod val="90000"/>
                  </a:schemeClr>
                </a:solidFill>
                <a:latin typeface="Palatino Linotype" panose="02040502050505030304" pitchFamily="18" charset="0"/>
              </a:rPr>
              <a:t>một</a:t>
            </a:r>
            <a:r>
              <a:rPr lang="en-US" sz="1600" dirty="0" smtClean="0">
                <a:solidFill>
                  <a:schemeClr val="bg2">
                    <a:lumMod val="90000"/>
                  </a:schemeClr>
                </a:solidFill>
                <a:latin typeface="Palatino Linotype" panose="02040502050505030304" pitchFamily="18" charset="0"/>
              </a:rPr>
              <a:t> </a:t>
            </a:r>
            <a:r>
              <a:rPr lang="en-US" sz="1600" dirty="0" err="1" smtClean="0">
                <a:solidFill>
                  <a:schemeClr val="bg2">
                    <a:lumMod val="90000"/>
                  </a:schemeClr>
                </a:solidFill>
                <a:latin typeface="Palatino Linotype" panose="02040502050505030304" pitchFamily="18" charset="0"/>
              </a:rPr>
              <a:t>loại</a:t>
            </a:r>
            <a:r>
              <a:rPr lang="en-US" sz="1600" dirty="0" smtClean="0">
                <a:solidFill>
                  <a:schemeClr val="bg2">
                    <a:lumMod val="90000"/>
                  </a:schemeClr>
                </a:solidFill>
                <a:latin typeface="Palatino Linotype" panose="02040502050505030304" pitchFamily="18" charset="0"/>
              </a:rPr>
              <a:t> </a:t>
            </a:r>
            <a:r>
              <a:rPr lang="en-US" sz="1600" dirty="0" err="1" smtClean="0">
                <a:solidFill>
                  <a:schemeClr val="bg2">
                    <a:lumMod val="90000"/>
                  </a:schemeClr>
                </a:solidFill>
                <a:latin typeface="Palatino Linotype" panose="02040502050505030304" pitchFamily="18" charset="0"/>
              </a:rPr>
              <a:t>cation</a:t>
            </a:r>
            <a:r>
              <a:rPr lang="en-US" sz="1600" dirty="0" smtClean="0">
                <a:solidFill>
                  <a:schemeClr val="bg2">
                    <a:lumMod val="90000"/>
                  </a:schemeClr>
                </a:solidFill>
                <a:latin typeface="Palatino Linotype" panose="02040502050505030304" pitchFamily="18" charset="0"/>
              </a:rPr>
              <a:t>)</a:t>
            </a:r>
            <a:endParaRPr lang="en-US" sz="1600" dirty="0">
              <a:solidFill>
                <a:schemeClr val="bg2">
                  <a:lumMod val="90000"/>
                </a:schemeClr>
              </a:solidFill>
              <a:latin typeface="Palatino Linotype" panose="02040502050505030304" pitchFamily="18" charset="0"/>
            </a:endParaRPr>
          </a:p>
        </p:txBody>
      </p:sp>
      <p:sp>
        <p:nvSpPr>
          <p:cNvPr id="31" name="Rounded Rectangle 30"/>
          <p:cNvSpPr/>
          <p:nvPr/>
        </p:nvSpPr>
        <p:spPr>
          <a:xfrm>
            <a:off x="2529038" y="4572000"/>
            <a:ext cx="1585762" cy="533400"/>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err="1" smtClean="0">
                <a:latin typeface="Palatino Linotype" panose="02040502050505030304" pitchFamily="18" charset="0"/>
              </a:rPr>
              <a:t>Cation</a:t>
            </a:r>
            <a:endParaRPr lang="en-US" b="1" baseline="-25000" dirty="0">
              <a:latin typeface="Palatino Linotype" panose="02040502050505030304" pitchFamily="18" charset="0"/>
            </a:endParaRPr>
          </a:p>
        </p:txBody>
      </p:sp>
      <p:sp>
        <p:nvSpPr>
          <p:cNvPr id="32" name="Rounded Rectangle 31"/>
          <p:cNvSpPr/>
          <p:nvPr/>
        </p:nvSpPr>
        <p:spPr>
          <a:xfrm>
            <a:off x="4891238" y="4495800"/>
            <a:ext cx="1585762" cy="533400"/>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latin typeface="Palatino Linotype" panose="02040502050505030304" pitchFamily="18" charset="0"/>
              </a:rPr>
              <a:t>Anion</a:t>
            </a:r>
            <a:endParaRPr lang="en-US" b="1" baseline="-25000" dirty="0">
              <a:latin typeface="Palatino Linotype" panose="02040502050505030304" pitchFamily="18" charset="0"/>
            </a:endParaRPr>
          </a:p>
        </p:txBody>
      </p:sp>
      <p:sp>
        <p:nvSpPr>
          <p:cNvPr id="33" name="Plus 32"/>
          <p:cNvSpPr/>
          <p:nvPr/>
        </p:nvSpPr>
        <p:spPr>
          <a:xfrm>
            <a:off x="4254119" y="1296759"/>
            <a:ext cx="457200" cy="457200"/>
          </a:xfrm>
          <a:prstGeom prst="mathPlus">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ounded Rectangle 33"/>
          <p:cNvSpPr/>
          <p:nvPr/>
        </p:nvSpPr>
        <p:spPr>
          <a:xfrm>
            <a:off x="4478443" y="3810000"/>
            <a:ext cx="2259437" cy="62350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bg2">
                    <a:lumMod val="90000"/>
                  </a:schemeClr>
                </a:solidFill>
                <a:latin typeface="Palatino Linotype" panose="02040502050505030304" pitchFamily="18" charset="0"/>
              </a:rPr>
              <a:t>“</a:t>
            </a:r>
            <a:r>
              <a:rPr lang="en-US" sz="1600" dirty="0" err="1" smtClean="0">
                <a:solidFill>
                  <a:schemeClr val="bg2">
                    <a:lumMod val="90000"/>
                  </a:schemeClr>
                </a:solidFill>
                <a:latin typeface="Palatino Linotype" panose="02040502050505030304" pitchFamily="18" charset="0"/>
              </a:rPr>
              <a:t>Gốc</a:t>
            </a:r>
            <a:r>
              <a:rPr lang="en-US" sz="1600" dirty="0" smtClean="0">
                <a:solidFill>
                  <a:schemeClr val="bg2">
                    <a:lumMod val="90000"/>
                  </a:schemeClr>
                </a:solidFill>
                <a:latin typeface="Palatino Linotype" panose="02040502050505030304" pitchFamily="18" charset="0"/>
              </a:rPr>
              <a:t>”+ ide</a:t>
            </a:r>
            <a:endParaRPr lang="en-US" sz="1600" dirty="0">
              <a:solidFill>
                <a:schemeClr val="bg2">
                  <a:lumMod val="90000"/>
                </a:schemeClr>
              </a:solidFill>
              <a:latin typeface="Palatino Linotype" panose="02040502050505030304" pitchFamily="18" charset="0"/>
            </a:endParaRPr>
          </a:p>
        </p:txBody>
      </p:sp>
      <p:sp>
        <p:nvSpPr>
          <p:cNvPr id="35" name="Rounded Rectangle 34"/>
          <p:cNvSpPr/>
          <p:nvPr/>
        </p:nvSpPr>
        <p:spPr>
          <a:xfrm>
            <a:off x="2468479" y="6172200"/>
            <a:ext cx="1585762" cy="533400"/>
          </a:xfrm>
          <a:prstGeom prst="round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latin typeface="Palatino Linotype" panose="02040502050505030304" pitchFamily="18" charset="0"/>
              </a:rPr>
              <a:t>Cu</a:t>
            </a:r>
            <a:r>
              <a:rPr lang="en-US" b="1" baseline="30000" dirty="0" smtClean="0">
                <a:latin typeface="Palatino Linotype" panose="02040502050505030304" pitchFamily="18" charset="0"/>
              </a:rPr>
              <a:t>+</a:t>
            </a:r>
            <a:endParaRPr lang="en-US" b="1" baseline="-25000" dirty="0">
              <a:latin typeface="Palatino Linotype" panose="02040502050505030304" pitchFamily="18" charset="0"/>
            </a:endParaRPr>
          </a:p>
        </p:txBody>
      </p:sp>
      <p:sp>
        <p:nvSpPr>
          <p:cNvPr id="36" name="Rounded Rectangle 35"/>
          <p:cNvSpPr/>
          <p:nvPr/>
        </p:nvSpPr>
        <p:spPr>
          <a:xfrm>
            <a:off x="4941770" y="5334000"/>
            <a:ext cx="1585762" cy="533400"/>
          </a:xfrm>
          <a:prstGeom prst="round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err="1">
                <a:latin typeface="Palatino Linotype" panose="02040502050505030304" pitchFamily="18" charset="0"/>
              </a:rPr>
              <a:t>Cl</a:t>
            </a:r>
            <a:r>
              <a:rPr lang="en-US" b="1" baseline="30000" dirty="0">
                <a:latin typeface="Palatino Linotype" panose="02040502050505030304" pitchFamily="18" charset="0"/>
                <a:sym typeface="Symbol" panose="05050102010706020507" pitchFamily="18" charset="2"/>
              </a:rPr>
              <a:t></a:t>
            </a:r>
            <a:endParaRPr lang="en-US" b="1" baseline="-25000" dirty="0">
              <a:latin typeface="Palatino Linotype" panose="02040502050505030304" pitchFamily="18" charset="0"/>
            </a:endParaRPr>
          </a:p>
        </p:txBody>
      </p:sp>
      <p:sp>
        <p:nvSpPr>
          <p:cNvPr id="37" name="Rounded Rectangle 36"/>
          <p:cNvSpPr/>
          <p:nvPr/>
        </p:nvSpPr>
        <p:spPr>
          <a:xfrm>
            <a:off x="2497755" y="5321012"/>
            <a:ext cx="1585762" cy="533400"/>
          </a:xfrm>
          <a:prstGeom prst="round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latin typeface="Palatino Linotype" panose="02040502050505030304" pitchFamily="18" charset="0"/>
              </a:rPr>
              <a:t>Ca</a:t>
            </a:r>
            <a:r>
              <a:rPr lang="en-US" b="1" baseline="30000" dirty="0" smtClean="0">
                <a:latin typeface="Palatino Linotype" panose="02040502050505030304" pitchFamily="18" charset="0"/>
              </a:rPr>
              <a:t>2+</a:t>
            </a:r>
            <a:endParaRPr lang="en-US" b="1" baseline="-25000" dirty="0">
              <a:latin typeface="Palatino Linotype" panose="02040502050505030304" pitchFamily="18" charset="0"/>
            </a:endParaRPr>
          </a:p>
        </p:txBody>
      </p:sp>
      <p:sp>
        <p:nvSpPr>
          <p:cNvPr id="38" name="Rounded Rectangle 37"/>
          <p:cNvSpPr/>
          <p:nvPr/>
        </p:nvSpPr>
        <p:spPr>
          <a:xfrm>
            <a:off x="4891238" y="6157351"/>
            <a:ext cx="1585762" cy="533400"/>
          </a:xfrm>
          <a:prstGeom prst="round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latin typeface="Palatino Linotype" panose="02040502050505030304" pitchFamily="18" charset="0"/>
              </a:rPr>
              <a:t>O</a:t>
            </a:r>
            <a:r>
              <a:rPr lang="en-US" baseline="30000" dirty="0">
                <a:latin typeface="Palatino Linotype" panose="02040502050505030304" pitchFamily="18" charset="0"/>
              </a:rPr>
              <a:t>2</a:t>
            </a:r>
            <a:r>
              <a:rPr lang="en-US" baseline="30000" dirty="0" smtClean="0">
                <a:latin typeface="Palatino Linotype" panose="02040502050505030304" pitchFamily="18" charset="0"/>
                <a:sym typeface="Symbol" panose="05050102010706020507" pitchFamily="18" charset="2"/>
              </a:rPr>
              <a:t></a:t>
            </a:r>
            <a:endParaRPr lang="en-US" b="1" baseline="-25000" dirty="0">
              <a:latin typeface="Palatino Linotype" panose="02040502050505030304" pitchFamily="18" charset="0"/>
            </a:endParaRPr>
          </a:p>
        </p:txBody>
      </p:sp>
      <p:cxnSp>
        <p:nvCxnSpPr>
          <p:cNvPr id="10" name="Straight Arrow Connector 9"/>
          <p:cNvCxnSpPr/>
          <p:nvPr/>
        </p:nvCxnSpPr>
        <p:spPr>
          <a:xfrm flipV="1">
            <a:off x="800902" y="4870584"/>
            <a:ext cx="1728136" cy="6216"/>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endCxn id="23" idx="2"/>
          </p:cNvCxnSpPr>
          <p:nvPr/>
        </p:nvCxnSpPr>
        <p:spPr>
          <a:xfrm flipV="1">
            <a:off x="787821" y="3657600"/>
            <a:ext cx="13081" cy="1235326"/>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4" name="TextBox 43"/>
          <p:cNvSpPr txBox="1"/>
          <p:nvPr/>
        </p:nvSpPr>
        <p:spPr>
          <a:xfrm>
            <a:off x="141022" y="4899671"/>
            <a:ext cx="2194832" cy="584775"/>
          </a:xfrm>
          <a:prstGeom prst="rect">
            <a:avLst/>
          </a:prstGeom>
          <a:noFill/>
        </p:spPr>
        <p:txBody>
          <a:bodyPr wrap="none" rtlCol="0">
            <a:spAutoFit/>
          </a:bodyPr>
          <a:lstStyle/>
          <a:p>
            <a:r>
              <a:rPr lang="en-US" sz="1600" dirty="0" err="1" smtClean="0">
                <a:solidFill>
                  <a:schemeClr val="bg1"/>
                </a:solidFill>
                <a:latin typeface="Palatino Linotype" panose="02040502050505030304" pitchFamily="18" charset="0"/>
              </a:rPr>
              <a:t>Điện</a:t>
            </a:r>
            <a:r>
              <a:rPr lang="en-US" sz="1600" dirty="0" smtClean="0">
                <a:solidFill>
                  <a:schemeClr val="bg1"/>
                </a:solidFill>
                <a:latin typeface="Palatino Linotype" panose="02040502050505030304" pitchFamily="18" charset="0"/>
              </a:rPr>
              <a:t> </a:t>
            </a:r>
            <a:r>
              <a:rPr lang="en-US" sz="1600" dirty="0" err="1" smtClean="0">
                <a:solidFill>
                  <a:schemeClr val="bg1"/>
                </a:solidFill>
                <a:latin typeface="Palatino Linotype" panose="02040502050505030304" pitchFamily="18" charset="0"/>
              </a:rPr>
              <a:t>tích</a:t>
            </a:r>
            <a:r>
              <a:rPr lang="en-US" sz="1600" dirty="0" smtClean="0">
                <a:solidFill>
                  <a:schemeClr val="bg1"/>
                </a:solidFill>
                <a:latin typeface="Palatino Linotype" panose="02040502050505030304" pitchFamily="18" charset="0"/>
              </a:rPr>
              <a:t> </a:t>
            </a:r>
            <a:r>
              <a:rPr lang="en-US" sz="1600" dirty="0" err="1" smtClean="0">
                <a:solidFill>
                  <a:schemeClr val="bg1"/>
                </a:solidFill>
                <a:latin typeface="Palatino Linotype" panose="02040502050505030304" pitchFamily="18" charset="0"/>
              </a:rPr>
              <a:t>cation</a:t>
            </a:r>
            <a:r>
              <a:rPr lang="en-US" sz="1600" dirty="0" smtClean="0">
                <a:solidFill>
                  <a:schemeClr val="bg1"/>
                </a:solidFill>
                <a:latin typeface="Palatino Linotype" panose="02040502050505030304" pitchFamily="18" charset="0"/>
              </a:rPr>
              <a:t>/anion</a:t>
            </a:r>
          </a:p>
          <a:p>
            <a:r>
              <a:rPr lang="en-US" sz="1600" dirty="0" smtClean="0">
                <a:solidFill>
                  <a:schemeClr val="bg1"/>
                </a:solidFill>
                <a:latin typeface="Palatino Linotype" panose="02040502050505030304" pitchFamily="18" charset="0"/>
              </a:rPr>
              <a:t> </a:t>
            </a:r>
            <a:r>
              <a:rPr lang="en-US" sz="1600" dirty="0" err="1" smtClean="0">
                <a:solidFill>
                  <a:schemeClr val="bg1"/>
                </a:solidFill>
                <a:latin typeface="Palatino Linotype" panose="02040502050505030304" pitchFamily="18" charset="0"/>
              </a:rPr>
              <a:t>được</a:t>
            </a:r>
            <a:r>
              <a:rPr lang="en-US" sz="1600" dirty="0" smtClean="0">
                <a:solidFill>
                  <a:schemeClr val="bg1"/>
                </a:solidFill>
                <a:latin typeface="Palatino Linotype" panose="02040502050505030304" pitchFamily="18" charset="0"/>
              </a:rPr>
              <a:t> </a:t>
            </a:r>
            <a:r>
              <a:rPr lang="en-US" sz="1600" dirty="0" err="1" smtClean="0">
                <a:solidFill>
                  <a:schemeClr val="bg1"/>
                </a:solidFill>
                <a:latin typeface="Palatino Linotype" panose="02040502050505030304" pitchFamily="18" charset="0"/>
              </a:rPr>
              <a:t>cân</a:t>
            </a:r>
            <a:r>
              <a:rPr lang="en-US" sz="1600" dirty="0" smtClean="0">
                <a:solidFill>
                  <a:schemeClr val="bg1"/>
                </a:solidFill>
                <a:latin typeface="Palatino Linotype" panose="02040502050505030304" pitchFamily="18" charset="0"/>
              </a:rPr>
              <a:t> </a:t>
            </a:r>
            <a:r>
              <a:rPr lang="en-US" sz="1600" dirty="0" err="1" smtClean="0">
                <a:solidFill>
                  <a:schemeClr val="bg1"/>
                </a:solidFill>
                <a:latin typeface="Palatino Linotype" panose="02040502050505030304" pitchFamily="18" charset="0"/>
              </a:rPr>
              <a:t>bằng</a:t>
            </a:r>
            <a:endParaRPr lang="en-US" sz="1600" dirty="0">
              <a:solidFill>
                <a:schemeClr val="bg1"/>
              </a:solidFill>
              <a:latin typeface="Palatino Linotype" panose="02040502050505030304" pitchFamily="18" charset="0"/>
            </a:endParaRPr>
          </a:p>
        </p:txBody>
      </p:sp>
    </p:spTree>
    <p:extLst>
      <p:ext uri="{BB962C8B-B14F-4D97-AF65-F5344CB8AC3E}">
        <p14:creationId xmlns:p14="http://schemas.microsoft.com/office/powerpoint/2010/main" val="258381124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6" name="TextBox 4"/>
          <p:cNvSpPr txBox="1">
            <a:spLocks noChangeArrowheads="1"/>
          </p:cNvSpPr>
          <p:nvPr/>
        </p:nvSpPr>
        <p:spPr bwMode="auto">
          <a:xfrm>
            <a:off x="2611887" y="304513"/>
            <a:ext cx="3817072" cy="584775"/>
          </a:xfrm>
          <a:prstGeom prst="rect">
            <a:avLst/>
          </a:prstGeom>
          <a:solidFill>
            <a:srgbClr val="FFC000"/>
          </a:solidFill>
          <a:ln w="9525">
            <a:noFill/>
            <a:miter lim="800000"/>
            <a:headEnd/>
            <a:tailEnd/>
          </a:ln>
        </p:spPr>
        <p:txBody>
          <a:bodyPr wrap="none" anchor="ctr">
            <a:spAutoFit/>
          </a:bodyPr>
          <a:lstStyle/>
          <a:p>
            <a:pPr algn="ctr"/>
            <a:r>
              <a:rPr lang="en-US" sz="3200" b="1" dirty="0" err="1" smtClean="0">
                <a:solidFill>
                  <a:srgbClr val="0070C0"/>
                </a:solidFill>
                <a:latin typeface="Palatino Linotype" panose="02040502050505030304" pitchFamily="18" charset="0"/>
              </a:rPr>
              <a:t>Tên</a:t>
            </a:r>
            <a:r>
              <a:rPr lang="en-US" sz="3200" b="1" dirty="0" smtClean="0">
                <a:solidFill>
                  <a:srgbClr val="0070C0"/>
                </a:solidFill>
                <a:latin typeface="Palatino Linotype" panose="02040502050505030304" pitchFamily="18" charset="0"/>
              </a:rPr>
              <a:t> </a:t>
            </a:r>
            <a:r>
              <a:rPr lang="en-US" sz="3200" b="1" dirty="0" err="1" smtClean="0">
                <a:solidFill>
                  <a:srgbClr val="0070C0"/>
                </a:solidFill>
                <a:latin typeface="Palatino Linotype" panose="02040502050505030304" pitchFamily="18" charset="0"/>
              </a:rPr>
              <a:t>cation</a:t>
            </a:r>
            <a:r>
              <a:rPr lang="en-US" sz="3200" b="1" dirty="0" smtClean="0">
                <a:solidFill>
                  <a:srgbClr val="0070C0"/>
                </a:solidFill>
                <a:latin typeface="Palatino Linotype" panose="02040502050505030304" pitchFamily="18" charset="0"/>
              </a:rPr>
              <a:t> </a:t>
            </a:r>
            <a:r>
              <a:rPr lang="en-US" sz="3200" b="1" dirty="0" err="1" smtClean="0">
                <a:solidFill>
                  <a:srgbClr val="0070C0"/>
                </a:solidFill>
                <a:latin typeface="Palatino Linotype" panose="02040502050505030304" pitchFamily="18" charset="0"/>
              </a:rPr>
              <a:t>kim</a:t>
            </a:r>
            <a:r>
              <a:rPr lang="en-US" sz="3200" b="1" dirty="0" smtClean="0">
                <a:solidFill>
                  <a:srgbClr val="0070C0"/>
                </a:solidFill>
                <a:latin typeface="Palatino Linotype" panose="02040502050505030304" pitchFamily="18" charset="0"/>
              </a:rPr>
              <a:t> </a:t>
            </a:r>
            <a:r>
              <a:rPr lang="en-US" sz="3200" b="1" dirty="0" err="1" smtClean="0">
                <a:solidFill>
                  <a:srgbClr val="0070C0"/>
                </a:solidFill>
                <a:latin typeface="Palatino Linotype" panose="02040502050505030304" pitchFamily="18" charset="0"/>
              </a:rPr>
              <a:t>loại</a:t>
            </a:r>
            <a:endParaRPr lang="en-US" sz="3200" b="1" dirty="0">
              <a:solidFill>
                <a:srgbClr val="0070C0"/>
              </a:solidFill>
              <a:latin typeface="Palatino Linotype" panose="02040502050505030304" pitchFamily="18" charset="0"/>
            </a:endParaRPr>
          </a:p>
        </p:txBody>
      </p:sp>
      <p:sp>
        <p:nvSpPr>
          <p:cNvPr id="7184" name="Rectangle 33"/>
          <p:cNvSpPr>
            <a:spLocks noChangeArrowheads="1"/>
          </p:cNvSpPr>
          <p:nvPr/>
        </p:nvSpPr>
        <p:spPr bwMode="auto">
          <a:xfrm>
            <a:off x="3752033" y="3037820"/>
            <a:ext cx="1919287" cy="369332"/>
          </a:xfrm>
          <a:prstGeom prst="rect">
            <a:avLst/>
          </a:prstGeom>
          <a:noFill/>
          <a:ln w="9525">
            <a:noFill/>
            <a:miter lim="800000"/>
            <a:headEnd/>
            <a:tailEnd/>
          </a:ln>
        </p:spPr>
        <p:txBody>
          <a:bodyPr wrap="square" anchor="ctr">
            <a:spAutoFit/>
          </a:bodyPr>
          <a:lstStyle/>
          <a:p>
            <a:pPr algn="ctr"/>
            <a:endParaRPr lang="en-US" b="1" dirty="0">
              <a:solidFill>
                <a:srgbClr val="00B050"/>
              </a:solidFill>
              <a:latin typeface="Palatino Linotype" panose="02040502050505030304" pitchFamily="18" charset="0"/>
            </a:endParaRPr>
          </a:p>
        </p:txBody>
      </p:sp>
      <p:sp>
        <p:nvSpPr>
          <p:cNvPr id="5" name="Rounded Rectangle 4"/>
          <p:cNvSpPr/>
          <p:nvPr/>
        </p:nvSpPr>
        <p:spPr>
          <a:xfrm>
            <a:off x="1905000" y="1371600"/>
            <a:ext cx="2362200" cy="685800"/>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err="1" smtClean="0">
                <a:solidFill>
                  <a:schemeClr val="tx1"/>
                </a:solidFill>
                <a:latin typeface="Palatino Linotype" panose="02040502050505030304" pitchFamily="18" charset="0"/>
              </a:rPr>
              <a:t>Tên</a:t>
            </a:r>
            <a:r>
              <a:rPr lang="en-US" sz="2400" b="1" dirty="0" smtClean="0">
                <a:solidFill>
                  <a:schemeClr val="tx1"/>
                </a:solidFill>
                <a:latin typeface="Palatino Linotype" panose="02040502050505030304" pitchFamily="18" charset="0"/>
              </a:rPr>
              <a:t> </a:t>
            </a:r>
            <a:r>
              <a:rPr lang="en-US" sz="2400" b="1" dirty="0" err="1" smtClean="0">
                <a:solidFill>
                  <a:schemeClr val="tx1"/>
                </a:solidFill>
                <a:latin typeface="Palatino Linotype" panose="02040502050505030304" pitchFamily="18" charset="0"/>
              </a:rPr>
              <a:t>kim</a:t>
            </a:r>
            <a:r>
              <a:rPr lang="en-US" sz="2400" b="1" dirty="0" smtClean="0">
                <a:solidFill>
                  <a:schemeClr val="tx1"/>
                </a:solidFill>
                <a:latin typeface="Palatino Linotype" panose="02040502050505030304" pitchFamily="18" charset="0"/>
              </a:rPr>
              <a:t> </a:t>
            </a:r>
            <a:r>
              <a:rPr lang="en-US" sz="2400" b="1" dirty="0" err="1" smtClean="0">
                <a:solidFill>
                  <a:schemeClr val="tx1"/>
                </a:solidFill>
                <a:latin typeface="Palatino Linotype" panose="02040502050505030304" pitchFamily="18" charset="0"/>
              </a:rPr>
              <a:t>loại</a:t>
            </a:r>
            <a:endParaRPr lang="en-US" sz="2400" b="1" dirty="0">
              <a:solidFill>
                <a:schemeClr val="tx1"/>
              </a:solidFill>
              <a:latin typeface="Palatino Linotype" panose="02040502050505030304" pitchFamily="18" charset="0"/>
            </a:endParaRPr>
          </a:p>
        </p:txBody>
      </p:sp>
      <p:sp>
        <p:nvSpPr>
          <p:cNvPr id="39" name="Rounded Rectangle 38"/>
          <p:cNvSpPr/>
          <p:nvPr/>
        </p:nvSpPr>
        <p:spPr>
          <a:xfrm>
            <a:off x="5029200" y="1365183"/>
            <a:ext cx="2362200" cy="685800"/>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solidFill>
                  <a:schemeClr val="tx1"/>
                </a:solidFill>
                <a:latin typeface="Palatino Linotype" panose="02040502050505030304" pitchFamily="18" charset="0"/>
              </a:rPr>
              <a:t>ion</a:t>
            </a:r>
            <a:endParaRPr lang="en-US" sz="2400" b="1" dirty="0">
              <a:solidFill>
                <a:schemeClr val="tx1"/>
              </a:solidFill>
              <a:latin typeface="Palatino Linotype" panose="02040502050505030304" pitchFamily="18" charset="0"/>
            </a:endParaRPr>
          </a:p>
        </p:txBody>
      </p:sp>
      <p:sp>
        <p:nvSpPr>
          <p:cNvPr id="7" name="Plus 6"/>
          <p:cNvSpPr/>
          <p:nvPr/>
        </p:nvSpPr>
        <p:spPr>
          <a:xfrm>
            <a:off x="4419600" y="1493215"/>
            <a:ext cx="457200" cy="487985"/>
          </a:xfrm>
          <a:prstGeom prst="mathPlus">
            <a:avLst/>
          </a:prstGeom>
          <a:ln w="127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8" name="Table 7"/>
          <p:cNvGraphicFramePr>
            <a:graphicFrameLocks noGrp="1"/>
          </p:cNvGraphicFramePr>
          <p:nvPr>
            <p:extLst>
              <p:ext uri="{D42A27DB-BD31-4B8C-83A1-F6EECF244321}">
                <p14:modId xmlns:p14="http://schemas.microsoft.com/office/powerpoint/2010/main" val="2024230347"/>
              </p:ext>
            </p:extLst>
          </p:nvPr>
        </p:nvGraphicFramePr>
        <p:xfrm>
          <a:off x="2927544" y="2601913"/>
          <a:ext cx="4203311" cy="2600961"/>
        </p:xfrm>
        <a:graphic>
          <a:graphicData uri="http://schemas.openxmlformats.org/drawingml/2006/table">
            <a:tbl>
              <a:tblPr firstRow="1" bandRow="1">
                <a:tableStyleId>{5C22544A-7EE6-4342-B048-85BDC9FD1C3A}</a:tableStyleId>
              </a:tblPr>
              <a:tblGrid>
                <a:gridCol w="808731"/>
                <a:gridCol w="3394580"/>
              </a:tblGrid>
              <a:tr h="583028">
                <a:tc>
                  <a:txBody>
                    <a:bodyPr/>
                    <a:lstStyle/>
                    <a:p>
                      <a:r>
                        <a:rPr lang="en-US" sz="2400" dirty="0" smtClean="0">
                          <a:solidFill>
                            <a:schemeClr val="tx1"/>
                          </a:solidFill>
                          <a:latin typeface="Palatino Linotype" panose="02040502050505030304" pitchFamily="18" charset="0"/>
                        </a:rPr>
                        <a:t>Na</a:t>
                      </a:r>
                      <a:r>
                        <a:rPr lang="en-US" sz="2400" baseline="30000" dirty="0" smtClean="0">
                          <a:solidFill>
                            <a:schemeClr val="tx1"/>
                          </a:solidFill>
                          <a:latin typeface="Palatino Linotype" panose="02040502050505030304" pitchFamily="18" charset="0"/>
                        </a:rPr>
                        <a:t>+</a:t>
                      </a:r>
                      <a:endParaRPr lang="en-US" sz="2400" baseline="30000" dirty="0">
                        <a:solidFill>
                          <a:schemeClr val="tx1"/>
                        </a:solidFill>
                        <a:latin typeface="Palatino Linotype" panose="02040502050505030304" pitchFamily="18" charset="0"/>
                      </a:endParaRPr>
                    </a:p>
                  </a:txBody>
                  <a:tcPr anchor="ctr"/>
                </a:tc>
                <a:tc>
                  <a:txBody>
                    <a:bodyPr/>
                    <a:lstStyle/>
                    <a:p>
                      <a:r>
                        <a:rPr lang="en-US" sz="2400" b="1" dirty="0" smtClean="0">
                          <a:solidFill>
                            <a:schemeClr val="tx1"/>
                          </a:solidFill>
                          <a:latin typeface="Palatino Linotype" panose="02040502050505030304" pitchFamily="18" charset="0"/>
                          <a:ea typeface="Calibri" panose="020F0502020204030204" pitchFamily="34" charset="0"/>
                          <a:cs typeface="Times New Roman" panose="02020603050405020304" pitchFamily="18" charset="0"/>
                        </a:rPr>
                        <a:t>sodium ion</a:t>
                      </a:r>
                      <a:endParaRPr lang="en-US" sz="2400" dirty="0">
                        <a:solidFill>
                          <a:schemeClr val="tx1"/>
                        </a:solidFill>
                        <a:latin typeface="Palatino Linotype" panose="02040502050505030304" pitchFamily="18" charset="0"/>
                      </a:endParaRPr>
                    </a:p>
                  </a:txBody>
                  <a:tcPr anchor="ctr"/>
                </a:tc>
              </a:tr>
              <a:tr h="851877">
                <a:tc>
                  <a:txBody>
                    <a:bodyPr/>
                    <a:lstStyle/>
                    <a:p>
                      <a:r>
                        <a:rPr lang="en-US" sz="2400" b="1" dirty="0" smtClean="0">
                          <a:solidFill>
                            <a:schemeClr val="tx1"/>
                          </a:solidFill>
                          <a:latin typeface="Palatino Linotype" panose="02040502050505030304" pitchFamily="18" charset="0"/>
                        </a:rPr>
                        <a:t>Ca</a:t>
                      </a:r>
                      <a:r>
                        <a:rPr lang="en-US" sz="2400" b="1" baseline="30000" dirty="0" smtClean="0">
                          <a:solidFill>
                            <a:schemeClr val="tx1"/>
                          </a:solidFill>
                          <a:latin typeface="Palatino Linotype" panose="02040502050505030304" pitchFamily="18" charset="0"/>
                        </a:rPr>
                        <a:t>2+</a:t>
                      </a:r>
                      <a:endParaRPr lang="en-US" sz="2400" b="1" dirty="0">
                        <a:solidFill>
                          <a:schemeClr val="tx1"/>
                        </a:solidFill>
                        <a:latin typeface="Palatino Linotype" panose="02040502050505030304" pitchFamily="18" charset="0"/>
                      </a:endParaRPr>
                    </a:p>
                  </a:txBody>
                  <a:tcPr anchor="ctr">
                    <a:solidFill>
                      <a:srgbClr val="9BD4FF"/>
                    </a:solidFill>
                  </a:tcPr>
                </a:tc>
                <a:tc>
                  <a:txBody>
                    <a:bodyPr/>
                    <a:lstStyle/>
                    <a:p>
                      <a:r>
                        <a:rPr lang="en-US" sz="2400" b="1" dirty="0" smtClean="0">
                          <a:solidFill>
                            <a:schemeClr val="tx1"/>
                          </a:solidFill>
                          <a:latin typeface="Palatino Linotype" panose="02040502050505030304" pitchFamily="18" charset="0"/>
                          <a:ea typeface="Calibri" panose="020F0502020204030204" pitchFamily="34" charset="0"/>
                          <a:cs typeface="Times New Roman" panose="02020603050405020304" pitchFamily="18" charset="0"/>
                        </a:rPr>
                        <a:t>calcium ion</a:t>
                      </a:r>
                      <a:endParaRPr lang="en-US" sz="2400" dirty="0">
                        <a:solidFill>
                          <a:schemeClr val="tx1"/>
                        </a:solidFill>
                        <a:latin typeface="Palatino Linotype" panose="02040502050505030304" pitchFamily="18" charset="0"/>
                      </a:endParaRPr>
                    </a:p>
                  </a:txBody>
                  <a:tcPr anchor="ctr">
                    <a:solidFill>
                      <a:srgbClr val="9BD4FF"/>
                    </a:solidFill>
                  </a:tcPr>
                </a:tc>
              </a:tr>
              <a:tr h="583028">
                <a:tc>
                  <a:txBody>
                    <a:bodyPr/>
                    <a:lstStyle/>
                    <a:p>
                      <a:r>
                        <a:rPr lang="en-US" sz="2400" b="1" dirty="0" smtClean="0">
                          <a:solidFill>
                            <a:schemeClr val="tx1"/>
                          </a:solidFill>
                          <a:latin typeface="Palatino Linotype" panose="02040502050505030304" pitchFamily="18" charset="0"/>
                        </a:rPr>
                        <a:t>Al</a:t>
                      </a:r>
                      <a:r>
                        <a:rPr lang="en-US" sz="2400" b="1" baseline="30000" dirty="0" smtClean="0">
                          <a:solidFill>
                            <a:schemeClr val="tx1"/>
                          </a:solidFill>
                          <a:latin typeface="Palatino Linotype" panose="02040502050505030304" pitchFamily="18" charset="0"/>
                        </a:rPr>
                        <a:t>3+</a:t>
                      </a:r>
                      <a:endParaRPr lang="en-US" sz="2400" b="1" dirty="0">
                        <a:solidFill>
                          <a:schemeClr val="tx1"/>
                        </a:solidFill>
                        <a:latin typeface="Palatino Linotype" panose="02040502050505030304" pitchFamily="18" charset="0"/>
                      </a:endParaRPr>
                    </a:p>
                  </a:txBody>
                  <a:tcPr anchor="ctr">
                    <a:solidFill>
                      <a:srgbClr val="92D05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b="1" dirty="0" smtClean="0">
                          <a:solidFill>
                            <a:schemeClr val="tx1"/>
                          </a:solidFill>
                          <a:latin typeface="Palatino Linotype" panose="02040502050505030304" pitchFamily="18" charset="0"/>
                          <a:ea typeface="Calibri" panose="020F0502020204030204" pitchFamily="34" charset="0"/>
                          <a:cs typeface="Times New Roman" panose="02020603050405020304" pitchFamily="18" charset="0"/>
                        </a:rPr>
                        <a:t>aluminum ion.</a:t>
                      </a:r>
                      <a:endParaRPr lang="en-US" sz="2400" b="1" dirty="0" smtClean="0">
                        <a:solidFill>
                          <a:schemeClr val="tx1"/>
                        </a:solidFill>
                        <a:latin typeface="Palatino Linotype" panose="02040502050505030304" pitchFamily="18" charset="0"/>
                      </a:endParaRPr>
                    </a:p>
                  </a:txBody>
                  <a:tcPr anchor="ctr">
                    <a:solidFill>
                      <a:srgbClr val="92D050"/>
                    </a:solidFill>
                  </a:tcPr>
                </a:tc>
              </a:tr>
              <a:tr h="583028">
                <a:tc>
                  <a:txBody>
                    <a:bodyPr/>
                    <a:lstStyle/>
                    <a:p>
                      <a:endParaRPr lang="en-US">
                        <a:solidFill>
                          <a:schemeClr val="tx1"/>
                        </a:solidFill>
                        <a:latin typeface="Palatino Linotype" panose="02040502050505030304" pitchFamily="18" charset="0"/>
                      </a:endParaRPr>
                    </a:p>
                  </a:txBody>
                  <a:tcPr/>
                </a:tc>
                <a:tc>
                  <a:txBody>
                    <a:bodyPr/>
                    <a:lstStyle/>
                    <a:p>
                      <a:endParaRPr lang="en-US" dirty="0">
                        <a:solidFill>
                          <a:schemeClr val="tx1"/>
                        </a:solidFill>
                        <a:latin typeface="Palatino Linotype" panose="02040502050505030304" pitchFamily="18" charset="0"/>
                      </a:endParaRPr>
                    </a:p>
                  </a:txBody>
                  <a:tcPr/>
                </a:tc>
              </a:tr>
            </a:tbl>
          </a:graphicData>
        </a:graphic>
      </p:graphicFrame>
      <p:cxnSp>
        <p:nvCxnSpPr>
          <p:cNvPr id="15" name="Straight Arrow Connector 14"/>
          <p:cNvCxnSpPr/>
          <p:nvPr/>
        </p:nvCxnSpPr>
        <p:spPr>
          <a:xfrm flipH="1">
            <a:off x="1143000" y="2057400"/>
            <a:ext cx="1866900" cy="838200"/>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sp>
        <p:nvSpPr>
          <p:cNvPr id="17" name="TextBox 16"/>
          <p:cNvSpPr txBox="1"/>
          <p:nvPr/>
        </p:nvSpPr>
        <p:spPr>
          <a:xfrm>
            <a:off x="457200" y="3037820"/>
            <a:ext cx="1447800" cy="1015663"/>
          </a:xfrm>
          <a:prstGeom prst="rect">
            <a:avLst/>
          </a:prstGeom>
          <a:noFill/>
        </p:spPr>
        <p:txBody>
          <a:bodyPr wrap="square" rtlCol="0">
            <a:spAutoFit/>
          </a:bodyPr>
          <a:lstStyle/>
          <a:p>
            <a:pPr algn="ctr"/>
            <a:r>
              <a:rPr lang="en-US" sz="2000" dirty="0" smtClean="0">
                <a:solidFill>
                  <a:schemeClr val="bg1"/>
                </a:solidFill>
                <a:latin typeface="Palatino Linotype" panose="02040502050505030304" pitchFamily="18" charset="0"/>
              </a:rPr>
              <a:t>Kim </a:t>
            </a:r>
            <a:r>
              <a:rPr lang="en-US" sz="2000" dirty="0" err="1" smtClean="0">
                <a:solidFill>
                  <a:schemeClr val="bg1"/>
                </a:solidFill>
                <a:latin typeface="Palatino Linotype" panose="02040502050505030304" pitchFamily="18" charset="0"/>
              </a:rPr>
              <a:t>loại</a:t>
            </a:r>
            <a:r>
              <a:rPr lang="en-US" sz="2000" dirty="0" smtClean="0">
                <a:solidFill>
                  <a:schemeClr val="bg1"/>
                </a:solidFill>
                <a:latin typeface="Palatino Linotype" panose="02040502050505030304" pitchFamily="18" charset="0"/>
              </a:rPr>
              <a:t> </a:t>
            </a:r>
            <a:r>
              <a:rPr lang="en-US" sz="2000" dirty="0" err="1" smtClean="0">
                <a:solidFill>
                  <a:schemeClr val="bg1"/>
                </a:solidFill>
                <a:latin typeface="Palatino Linotype" panose="02040502050505030304" pitchFamily="18" charset="0"/>
              </a:rPr>
              <a:t>hình</a:t>
            </a:r>
            <a:r>
              <a:rPr lang="en-US" sz="2000" dirty="0" smtClean="0">
                <a:solidFill>
                  <a:schemeClr val="bg1"/>
                </a:solidFill>
                <a:latin typeface="Palatino Linotype" panose="02040502050505030304" pitchFamily="18" charset="0"/>
              </a:rPr>
              <a:t> </a:t>
            </a:r>
            <a:r>
              <a:rPr lang="en-US" sz="2000" dirty="0" err="1" smtClean="0">
                <a:solidFill>
                  <a:schemeClr val="bg1"/>
                </a:solidFill>
                <a:latin typeface="Palatino Linotype" panose="02040502050505030304" pitchFamily="18" charset="0"/>
              </a:rPr>
              <a:t>thành</a:t>
            </a:r>
            <a:r>
              <a:rPr lang="en-US" sz="2000" dirty="0" smtClean="0">
                <a:solidFill>
                  <a:schemeClr val="bg1"/>
                </a:solidFill>
                <a:latin typeface="Palatino Linotype" panose="02040502050505030304" pitchFamily="18" charset="0"/>
              </a:rPr>
              <a:t> 1 </a:t>
            </a:r>
            <a:r>
              <a:rPr lang="en-US" sz="2000" dirty="0" err="1" smtClean="0">
                <a:solidFill>
                  <a:schemeClr val="bg1"/>
                </a:solidFill>
                <a:latin typeface="Palatino Linotype" panose="02040502050505030304" pitchFamily="18" charset="0"/>
              </a:rPr>
              <a:t>loại</a:t>
            </a:r>
            <a:r>
              <a:rPr lang="en-US" sz="2000" dirty="0" smtClean="0">
                <a:solidFill>
                  <a:schemeClr val="bg1"/>
                </a:solidFill>
                <a:latin typeface="Palatino Linotype" panose="02040502050505030304" pitchFamily="18" charset="0"/>
              </a:rPr>
              <a:t> ion</a:t>
            </a:r>
            <a:endParaRPr lang="en-US" sz="2000" dirty="0">
              <a:solidFill>
                <a:schemeClr val="bg1"/>
              </a:solidFill>
              <a:latin typeface="Palatino Linotype" panose="02040502050505030304" pitchFamily="18" charset="0"/>
            </a:endParaRPr>
          </a:p>
        </p:txBody>
      </p:sp>
    </p:spTree>
    <p:extLst>
      <p:ext uri="{BB962C8B-B14F-4D97-AF65-F5344CB8AC3E}">
        <p14:creationId xmlns:p14="http://schemas.microsoft.com/office/powerpoint/2010/main" val="194270150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03802" y="304515"/>
            <a:ext cx="3680816" cy="584775"/>
          </a:xfrm>
          <a:prstGeom prst="rect">
            <a:avLst/>
          </a:prstGeom>
          <a:noFill/>
        </p:spPr>
        <p:txBody>
          <a:bodyPr wrap="none" anchor="ctr">
            <a:spAutoFit/>
          </a:bodyPr>
          <a:lstStyle/>
          <a:p>
            <a:pPr algn="ctr"/>
            <a:r>
              <a:rPr lang="en-US" sz="3200" b="1" dirty="0" smtClean="0">
                <a:solidFill>
                  <a:srgbClr val="EFF1F7"/>
                </a:solidFill>
                <a:latin typeface="Palatino Linotype" panose="02040502050505030304" pitchFamily="18" charset="0"/>
              </a:rPr>
              <a:t>Ion </a:t>
            </a:r>
            <a:r>
              <a:rPr lang="en-US" sz="3200" b="1" dirty="0" err="1" smtClean="0">
                <a:solidFill>
                  <a:srgbClr val="EFF1F7"/>
                </a:solidFill>
                <a:latin typeface="Palatino Linotype" panose="02040502050505030304" pitchFamily="18" charset="0"/>
              </a:rPr>
              <a:t>đơn</a:t>
            </a:r>
            <a:r>
              <a:rPr lang="en-US" sz="3200" b="1" dirty="0" smtClean="0">
                <a:solidFill>
                  <a:srgbClr val="EFF1F7"/>
                </a:solidFill>
                <a:latin typeface="Palatino Linotype" panose="02040502050505030304" pitchFamily="18" charset="0"/>
              </a:rPr>
              <a:t> </a:t>
            </a:r>
            <a:r>
              <a:rPr lang="en-US" sz="3200" b="1" dirty="0" err="1" smtClean="0">
                <a:solidFill>
                  <a:srgbClr val="EFF1F7"/>
                </a:solidFill>
                <a:latin typeface="Palatino Linotype" panose="02040502050505030304" pitchFamily="18" charset="0"/>
              </a:rPr>
              <a:t>nguyên</a:t>
            </a:r>
            <a:r>
              <a:rPr lang="en-US" sz="3200" b="1" dirty="0" smtClean="0">
                <a:solidFill>
                  <a:srgbClr val="EFF1F7"/>
                </a:solidFill>
                <a:latin typeface="Palatino Linotype" panose="02040502050505030304" pitchFamily="18" charset="0"/>
              </a:rPr>
              <a:t> </a:t>
            </a:r>
            <a:r>
              <a:rPr lang="en-US" sz="3200" b="1" dirty="0" err="1" smtClean="0">
                <a:solidFill>
                  <a:srgbClr val="EFF1F7"/>
                </a:solidFill>
                <a:latin typeface="Palatino Linotype" panose="02040502050505030304" pitchFamily="18" charset="0"/>
              </a:rPr>
              <a:t>tử</a:t>
            </a:r>
            <a:endParaRPr lang="en-US" sz="3200" b="1" dirty="0">
              <a:solidFill>
                <a:srgbClr val="EFF1F7"/>
              </a:solidFill>
              <a:latin typeface="Palatino Linotype" panose="02040502050505030304" pitchFamily="18" charset="0"/>
            </a:endParaRPr>
          </a:p>
        </p:txBody>
      </p:sp>
      <p:graphicFrame>
        <p:nvGraphicFramePr>
          <p:cNvPr id="3" name="Table 2"/>
          <p:cNvGraphicFramePr>
            <a:graphicFrameLocks noGrp="1"/>
          </p:cNvGraphicFramePr>
          <p:nvPr>
            <p:extLst>
              <p:ext uri="{D42A27DB-BD31-4B8C-83A1-F6EECF244321}">
                <p14:modId xmlns:p14="http://schemas.microsoft.com/office/powerpoint/2010/main" val="3692711415"/>
              </p:ext>
            </p:extLst>
          </p:nvPr>
        </p:nvGraphicFramePr>
        <p:xfrm>
          <a:off x="838200" y="1143000"/>
          <a:ext cx="7543800" cy="5105400"/>
        </p:xfrm>
        <a:graphic>
          <a:graphicData uri="http://schemas.openxmlformats.org/drawingml/2006/table">
            <a:tbl>
              <a:tblPr firstRow="1" firstCol="1" bandRow="1">
                <a:tableStyleId>{5C22544A-7EE6-4342-B048-85BDC9FD1C3A}</a:tableStyleId>
              </a:tblPr>
              <a:tblGrid>
                <a:gridCol w="1885950"/>
                <a:gridCol w="1885950"/>
                <a:gridCol w="1885950"/>
                <a:gridCol w="1885950"/>
              </a:tblGrid>
              <a:tr h="474995">
                <a:tc>
                  <a:txBody>
                    <a:bodyPr/>
                    <a:lstStyle/>
                    <a:p>
                      <a:pPr algn="ctr">
                        <a:lnSpc>
                          <a:spcPct val="107000"/>
                        </a:lnSpc>
                        <a:spcAft>
                          <a:spcPts val="0"/>
                        </a:spcAft>
                      </a:pPr>
                      <a:r>
                        <a:rPr lang="en-US" sz="1800" dirty="0" err="1" smtClean="0">
                          <a:solidFill>
                            <a:srgbClr val="0070C0"/>
                          </a:solidFill>
                          <a:effectLst/>
                          <a:latin typeface="Palatino Linotype" panose="02040502050505030304" pitchFamily="18" charset="0"/>
                        </a:rPr>
                        <a:t>Nhóm</a:t>
                      </a:r>
                      <a:r>
                        <a:rPr lang="en-US" sz="1800" dirty="0" smtClean="0">
                          <a:solidFill>
                            <a:srgbClr val="0070C0"/>
                          </a:solidFill>
                          <a:effectLst/>
                          <a:latin typeface="Palatino Linotype" panose="02040502050505030304" pitchFamily="18" charset="0"/>
                        </a:rPr>
                        <a:t> </a:t>
                      </a:r>
                      <a:r>
                        <a:rPr lang="en-US" sz="1800" dirty="0">
                          <a:solidFill>
                            <a:srgbClr val="0070C0"/>
                          </a:solidFill>
                          <a:effectLst/>
                          <a:latin typeface="Palatino Linotype" panose="02040502050505030304" pitchFamily="18" charset="0"/>
                        </a:rPr>
                        <a:t>1</a:t>
                      </a:r>
                      <a:endParaRPr lang="en-US" sz="1800" dirty="0">
                        <a:solidFill>
                          <a:srgbClr val="0070C0"/>
                        </a:solidFill>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c>
                  <a:txBody>
                    <a:bodyPr/>
                    <a:lstStyle/>
                    <a:p>
                      <a:pPr algn="ctr">
                        <a:lnSpc>
                          <a:spcPct val="107000"/>
                        </a:lnSpc>
                        <a:spcAft>
                          <a:spcPts val="0"/>
                        </a:spcAft>
                      </a:pPr>
                      <a:r>
                        <a:rPr lang="en-US" sz="1800" dirty="0" err="1" smtClean="0">
                          <a:solidFill>
                            <a:srgbClr val="0070C0"/>
                          </a:solidFill>
                          <a:effectLst/>
                          <a:latin typeface="Palatino Linotype" panose="02040502050505030304" pitchFamily="18" charset="0"/>
                        </a:rPr>
                        <a:t>Nhóm</a:t>
                      </a:r>
                      <a:r>
                        <a:rPr lang="en-US" sz="1800" dirty="0" smtClean="0">
                          <a:solidFill>
                            <a:srgbClr val="0070C0"/>
                          </a:solidFill>
                          <a:effectLst/>
                          <a:latin typeface="Palatino Linotype" panose="02040502050505030304" pitchFamily="18" charset="0"/>
                        </a:rPr>
                        <a:t> </a:t>
                      </a:r>
                      <a:r>
                        <a:rPr lang="en-US" sz="1800" dirty="0">
                          <a:solidFill>
                            <a:srgbClr val="0070C0"/>
                          </a:solidFill>
                          <a:effectLst/>
                          <a:latin typeface="Palatino Linotype" panose="02040502050505030304" pitchFamily="18" charset="0"/>
                        </a:rPr>
                        <a:t>2</a:t>
                      </a:r>
                      <a:endParaRPr lang="en-US" sz="1800" dirty="0">
                        <a:solidFill>
                          <a:srgbClr val="0070C0"/>
                        </a:solidFill>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c>
                  <a:txBody>
                    <a:bodyPr/>
                    <a:lstStyle/>
                    <a:p>
                      <a:pPr algn="ctr">
                        <a:lnSpc>
                          <a:spcPct val="107000"/>
                        </a:lnSpc>
                        <a:spcAft>
                          <a:spcPts val="0"/>
                        </a:spcAft>
                      </a:pPr>
                      <a:r>
                        <a:rPr lang="en-US" sz="1800" dirty="0" err="1" smtClean="0">
                          <a:solidFill>
                            <a:srgbClr val="0070C0"/>
                          </a:solidFill>
                          <a:effectLst/>
                          <a:latin typeface="Palatino Linotype" panose="02040502050505030304" pitchFamily="18" charset="0"/>
                        </a:rPr>
                        <a:t>Nhóm</a:t>
                      </a:r>
                      <a:r>
                        <a:rPr lang="en-US" sz="1800" dirty="0" smtClean="0">
                          <a:solidFill>
                            <a:srgbClr val="0070C0"/>
                          </a:solidFill>
                          <a:effectLst/>
                          <a:latin typeface="Palatino Linotype" panose="02040502050505030304" pitchFamily="18" charset="0"/>
                        </a:rPr>
                        <a:t> </a:t>
                      </a:r>
                      <a:r>
                        <a:rPr lang="en-US" sz="1800" dirty="0">
                          <a:solidFill>
                            <a:srgbClr val="0070C0"/>
                          </a:solidFill>
                          <a:effectLst/>
                          <a:latin typeface="Palatino Linotype" panose="02040502050505030304" pitchFamily="18" charset="0"/>
                        </a:rPr>
                        <a:t>3</a:t>
                      </a:r>
                      <a:endParaRPr lang="en-US" sz="1800" dirty="0">
                        <a:solidFill>
                          <a:srgbClr val="0070C0"/>
                        </a:solidFill>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c>
                  <a:txBody>
                    <a:bodyPr/>
                    <a:lstStyle/>
                    <a:p>
                      <a:pPr algn="ctr">
                        <a:lnSpc>
                          <a:spcPct val="107000"/>
                        </a:lnSpc>
                        <a:spcAft>
                          <a:spcPts val="0"/>
                        </a:spcAft>
                      </a:pPr>
                      <a:r>
                        <a:rPr lang="en-US" sz="1800" dirty="0" err="1" smtClean="0">
                          <a:solidFill>
                            <a:srgbClr val="0070C0"/>
                          </a:solidFill>
                          <a:effectLst/>
                          <a:latin typeface="Palatino Linotype" panose="02040502050505030304" pitchFamily="18" charset="0"/>
                        </a:rPr>
                        <a:t>Nhóm</a:t>
                      </a:r>
                      <a:r>
                        <a:rPr lang="en-US" sz="1800" dirty="0" smtClean="0">
                          <a:solidFill>
                            <a:srgbClr val="0070C0"/>
                          </a:solidFill>
                          <a:effectLst/>
                          <a:latin typeface="Palatino Linotype" panose="02040502050505030304" pitchFamily="18" charset="0"/>
                        </a:rPr>
                        <a:t> </a:t>
                      </a:r>
                      <a:r>
                        <a:rPr lang="en-US" sz="1800" dirty="0">
                          <a:solidFill>
                            <a:srgbClr val="0070C0"/>
                          </a:solidFill>
                          <a:effectLst/>
                          <a:latin typeface="Palatino Linotype" panose="02040502050505030304" pitchFamily="18" charset="0"/>
                        </a:rPr>
                        <a:t>13</a:t>
                      </a:r>
                      <a:endParaRPr lang="en-US" sz="1800" dirty="0">
                        <a:solidFill>
                          <a:srgbClr val="0070C0"/>
                        </a:solidFill>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r>
              <a:tr h="1133538">
                <a:tc>
                  <a:txBody>
                    <a:bodyPr/>
                    <a:lstStyle/>
                    <a:p>
                      <a:pPr algn="ctr">
                        <a:lnSpc>
                          <a:spcPct val="107000"/>
                        </a:lnSpc>
                        <a:spcAft>
                          <a:spcPts val="0"/>
                        </a:spcAft>
                      </a:pPr>
                      <a:r>
                        <a:rPr lang="en-US" sz="1800" dirty="0">
                          <a:solidFill>
                            <a:srgbClr val="0070C0"/>
                          </a:solidFill>
                          <a:effectLst/>
                          <a:latin typeface="Palatino Linotype" panose="02040502050505030304" pitchFamily="18" charset="0"/>
                        </a:rPr>
                        <a:t>Li</a:t>
                      </a:r>
                      <a:r>
                        <a:rPr lang="en-US" sz="1800" baseline="30000" dirty="0">
                          <a:solidFill>
                            <a:srgbClr val="0070C0"/>
                          </a:solidFill>
                          <a:effectLst/>
                          <a:latin typeface="Palatino Linotype" panose="02040502050505030304" pitchFamily="18" charset="0"/>
                        </a:rPr>
                        <a:t>+</a:t>
                      </a:r>
                      <a:endParaRPr lang="en-US" sz="1800" dirty="0">
                        <a:solidFill>
                          <a:srgbClr val="0070C0"/>
                        </a:solidFill>
                        <a:effectLst/>
                        <a:latin typeface="Palatino Linotype" panose="02040502050505030304" pitchFamily="18" charset="0"/>
                      </a:endParaRPr>
                    </a:p>
                    <a:p>
                      <a:pPr algn="ctr">
                        <a:lnSpc>
                          <a:spcPct val="107000"/>
                        </a:lnSpc>
                        <a:spcAft>
                          <a:spcPts val="0"/>
                        </a:spcAft>
                      </a:pPr>
                      <a:r>
                        <a:rPr lang="en-US" sz="1800" dirty="0" smtClean="0">
                          <a:solidFill>
                            <a:srgbClr val="0070C0"/>
                          </a:solidFill>
                          <a:effectLst/>
                          <a:latin typeface="Palatino Linotype" panose="02040502050505030304" pitchFamily="18" charset="0"/>
                        </a:rPr>
                        <a:t>Lithium ion</a:t>
                      </a:r>
                      <a:endParaRPr lang="en-US" sz="1800" dirty="0">
                        <a:solidFill>
                          <a:srgbClr val="0070C0"/>
                        </a:solidFill>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solidFill>
                      <a:schemeClr val="bg2">
                        <a:lumMod val="90000"/>
                      </a:schemeClr>
                    </a:solidFill>
                  </a:tcPr>
                </a:tc>
                <a:tc>
                  <a:txBody>
                    <a:bodyPr/>
                    <a:lstStyle/>
                    <a:p>
                      <a:pPr algn="ctr">
                        <a:lnSpc>
                          <a:spcPct val="107000"/>
                        </a:lnSpc>
                        <a:spcAft>
                          <a:spcPts val="0"/>
                        </a:spcAft>
                      </a:pPr>
                      <a:r>
                        <a:rPr lang="en-US" sz="1800" dirty="0">
                          <a:effectLst/>
                          <a:latin typeface="Palatino Linotype" panose="02040502050505030304" pitchFamily="18" charset="0"/>
                        </a:rPr>
                        <a:t>Be</a:t>
                      </a:r>
                      <a:r>
                        <a:rPr lang="en-US" sz="1800" baseline="30000" dirty="0">
                          <a:effectLst/>
                          <a:latin typeface="Palatino Linotype" panose="02040502050505030304" pitchFamily="18" charset="0"/>
                        </a:rPr>
                        <a:t>2+</a:t>
                      </a:r>
                      <a:endParaRPr lang="en-US" sz="1800" dirty="0">
                        <a:effectLst/>
                        <a:latin typeface="Palatino Linotype" panose="02040502050505030304" pitchFamily="18" charset="0"/>
                      </a:endParaRPr>
                    </a:p>
                    <a:p>
                      <a:pPr algn="ctr">
                        <a:lnSpc>
                          <a:spcPct val="107000"/>
                        </a:lnSpc>
                        <a:spcAft>
                          <a:spcPts val="0"/>
                        </a:spcAft>
                      </a:pPr>
                      <a:r>
                        <a:rPr lang="en-US" sz="1800" dirty="0" smtClean="0">
                          <a:effectLst/>
                          <a:latin typeface="Palatino Linotype" panose="02040502050505030304" pitchFamily="18" charset="0"/>
                        </a:rPr>
                        <a:t>Beryllium ion</a:t>
                      </a:r>
                      <a:endParaRPr lang="en-US" sz="1800" dirty="0">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c>
                  <a:txBody>
                    <a:bodyPr/>
                    <a:lstStyle/>
                    <a:p>
                      <a:pPr algn="ctr">
                        <a:lnSpc>
                          <a:spcPct val="107000"/>
                        </a:lnSpc>
                      </a:pPr>
                      <a:endParaRPr lang="en-US" sz="1800" dirty="0">
                        <a:effectLst/>
                        <a:latin typeface="Palatino Linotype" panose="02040502050505030304" pitchFamily="18" charset="0"/>
                        <a:cs typeface="Times New Roman" panose="02020603050405020304" pitchFamily="18" charset="0"/>
                      </a:endParaRPr>
                    </a:p>
                  </a:txBody>
                  <a:tcPr marL="47625" marR="47625" marT="47625" marB="47625" anchor="ctr">
                    <a:solidFill>
                      <a:schemeClr val="bg2">
                        <a:lumMod val="90000"/>
                      </a:schemeClr>
                    </a:solidFill>
                  </a:tcPr>
                </a:tc>
                <a:tc>
                  <a:txBody>
                    <a:bodyPr/>
                    <a:lstStyle/>
                    <a:p>
                      <a:pPr algn="ctr">
                        <a:lnSpc>
                          <a:spcPct val="107000"/>
                        </a:lnSpc>
                      </a:pPr>
                      <a:endParaRPr lang="en-US" sz="1800" dirty="0">
                        <a:effectLst/>
                        <a:latin typeface="Palatino Linotype" panose="02040502050505030304" pitchFamily="18" charset="0"/>
                        <a:cs typeface="Times New Roman" panose="02020603050405020304" pitchFamily="18" charset="0"/>
                      </a:endParaRPr>
                    </a:p>
                  </a:txBody>
                  <a:tcPr marL="47625" marR="47625" marT="47625" marB="47625" anchor="ctr"/>
                </a:tc>
              </a:tr>
              <a:tr h="1084066">
                <a:tc>
                  <a:txBody>
                    <a:bodyPr/>
                    <a:lstStyle/>
                    <a:p>
                      <a:pPr algn="ctr">
                        <a:lnSpc>
                          <a:spcPct val="107000"/>
                        </a:lnSpc>
                        <a:spcAft>
                          <a:spcPts val="0"/>
                        </a:spcAft>
                      </a:pPr>
                      <a:r>
                        <a:rPr lang="en-US" sz="1800" dirty="0">
                          <a:solidFill>
                            <a:srgbClr val="0070C0"/>
                          </a:solidFill>
                          <a:effectLst/>
                          <a:latin typeface="Palatino Linotype" panose="02040502050505030304" pitchFamily="18" charset="0"/>
                        </a:rPr>
                        <a:t>Na</a:t>
                      </a:r>
                      <a:r>
                        <a:rPr lang="en-US" sz="1800" baseline="30000" dirty="0">
                          <a:solidFill>
                            <a:srgbClr val="0070C0"/>
                          </a:solidFill>
                          <a:effectLst/>
                          <a:latin typeface="Palatino Linotype" panose="02040502050505030304" pitchFamily="18" charset="0"/>
                        </a:rPr>
                        <a:t>+</a:t>
                      </a:r>
                      <a:endParaRPr lang="en-US" sz="1800" dirty="0">
                        <a:solidFill>
                          <a:srgbClr val="0070C0"/>
                        </a:solidFill>
                        <a:effectLst/>
                        <a:latin typeface="Palatino Linotype" panose="02040502050505030304" pitchFamily="18" charset="0"/>
                      </a:endParaRPr>
                    </a:p>
                    <a:p>
                      <a:pPr algn="ctr">
                        <a:lnSpc>
                          <a:spcPct val="107000"/>
                        </a:lnSpc>
                        <a:spcAft>
                          <a:spcPts val="0"/>
                        </a:spcAft>
                      </a:pPr>
                      <a:r>
                        <a:rPr lang="en-US" sz="1800" dirty="0" smtClean="0">
                          <a:solidFill>
                            <a:srgbClr val="0070C0"/>
                          </a:solidFill>
                          <a:effectLst/>
                          <a:latin typeface="Palatino Linotype" panose="02040502050505030304" pitchFamily="18" charset="0"/>
                        </a:rPr>
                        <a:t>Sodium ion</a:t>
                      </a:r>
                      <a:endParaRPr lang="en-US" sz="1800" dirty="0">
                        <a:solidFill>
                          <a:srgbClr val="0070C0"/>
                        </a:solidFill>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solidFill>
                      <a:schemeClr val="bg2">
                        <a:lumMod val="90000"/>
                      </a:schemeClr>
                    </a:solidFill>
                  </a:tcPr>
                </a:tc>
                <a:tc>
                  <a:txBody>
                    <a:bodyPr/>
                    <a:lstStyle/>
                    <a:p>
                      <a:pPr algn="ctr">
                        <a:lnSpc>
                          <a:spcPct val="107000"/>
                        </a:lnSpc>
                        <a:spcAft>
                          <a:spcPts val="0"/>
                        </a:spcAft>
                      </a:pPr>
                      <a:r>
                        <a:rPr lang="en-US" sz="1800" dirty="0">
                          <a:effectLst/>
                          <a:latin typeface="Palatino Linotype" panose="02040502050505030304" pitchFamily="18" charset="0"/>
                        </a:rPr>
                        <a:t>Mg</a:t>
                      </a:r>
                      <a:r>
                        <a:rPr lang="en-US" sz="1800" baseline="30000" dirty="0">
                          <a:effectLst/>
                          <a:latin typeface="Palatino Linotype" panose="02040502050505030304" pitchFamily="18" charset="0"/>
                        </a:rPr>
                        <a:t>2+</a:t>
                      </a:r>
                      <a:endParaRPr lang="en-US" sz="1800" dirty="0">
                        <a:effectLst/>
                        <a:latin typeface="Palatino Linotype" panose="02040502050505030304" pitchFamily="18" charset="0"/>
                      </a:endParaRPr>
                    </a:p>
                    <a:p>
                      <a:pPr algn="ctr">
                        <a:lnSpc>
                          <a:spcPct val="107000"/>
                        </a:lnSpc>
                        <a:spcAft>
                          <a:spcPts val="0"/>
                        </a:spcAft>
                      </a:pPr>
                      <a:r>
                        <a:rPr lang="en-US" sz="1800" dirty="0" smtClean="0">
                          <a:effectLst/>
                          <a:latin typeface="Palatino Linotype" panose="02040502050505030304" pitchFamily="18" charset="0"/>
                        </a:rPr>
                        <a:t>Magnesium ion</a:t>
                      </a:r>
                      <a:endParaRPr lang="en-US" sz="1800" dirty="0">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c>
                  <a:txBody>
                    <a:bodyPr/>
                    <a:lstStyle/>
                    <a:p>
                      <a:pPr algn="ctr">
                        <a:lnSpc>
                          <a:spcPct val="107000"/>
                        </a:lnSpc>
                      </a:pPr>
                      <a:endParaRPr lang="en-US" sz="1800">
                        <a:effectLst/>
                        <a:latin typeface="Palatino Linotype" panose="02040502050505030304" pitchFamily="18" charset="0"/>
                        <a:cs typeface="Times New Roman" panose="02020603050405020304" pitchFamily="18" charset="0"/>
                      </a:endParaRPr>
                    </a:p>
                  </a:txBody>
                  <a:tcPr marL="47625" marR="47625" marT="47625" marB="47625" anchor="ctr">
                    <a:solidFill>
                      <a:schemeClr val="bg2">
                        <a:lumMod val="90000"/>
                      </a:schemeClr>
                    </a:solidFill>
                  </a:tcPr>
                </a:tc>
                <a:tc>
                  <a:txBody>
                    <a:bodyPr/>
                    <a:lstStyle/>
                    <a:p>
                      <a:pPr algn="ctr">
                        <a:lnSpc>
                          <a:spcPct val="107000"/>
                        </a:lnSpc>
                        <a:spcAft>
                          <a:spcPts val="0"/>
                        </a:spcAft>
                      </a:pPr>
                      <a:r>
                        <a:rPr lang="en-US" sz="1800" dirty="0">
                          <a:effectLst/>
                          <a:latin typeface="Palatino Linotype" panose="02040502050505030304" pitchFamily="18" charset="0"/>
                        </a:rPr>
                        <a:t>Al</a:t>
                      </a:r>
                      <a:r>
                        <a:rPr lang="en-US" sz="1800" baseline="30000" dirty="0">
                          <a:effectLst/>
                          <a:latin typeface="Palatino Linotype" panose="02040502050505030304" pitchFamily="18" charset="0"/>
                        </a:rPr>
                        <a:t>3+</a:t>
                      </a:r>
                      <a:endParaRPr lang="en-US" sz="1800" dirty="0">
                        <a:effectLst/>
                        <a:latin typeface="Palatino Linotype" panose="02040502050505030304" pitchFamily="18" charset="0"/>
                      </a:endParaRPr>
                    </a:p>
                    <a:p>
                      <a:pPr algn="ctr">
                        <a:lnSpc>
                          <a:spcPct val="107000"/>
                        </a:lnSpc>
                        <a:spcAft>
                          <a:spcPts val="0"/>
                        </a:spcAft>
                      </a:pPr>
                      <a:r>
                        <a:rPr lang="en-US" sz="1800" dirty="0" smtClean="0">
                          <a:effectLst/>
                          <a:latin typeface="Palatino Linotype" panose="02040502050505030304" pitchFamily="18" charset="0"/>
                        </a:rPr>
                        <a:t>Aluminum ion</a:t>
                      </a:r>
                      <a:endParaRPr lang="en-US" sz="1800" dirty="0">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r>
              <a:tr h="804267">
                <a:tc>
                  <a:txBody>
                    <a:bodyPr/>
                    <a:lstStyle/>
                    <a:p>
                      <a:pPr algn="ctr">
                        <a:lnSpc>
                          <a:spcPct val="107000"/>
                        </a:lnSpc>
                        <a:spcAft>
                          <a:spcPts val="0"/>
                        </a:spcAft>
                      </a:pPr>
                      <a:r>
                        <a:rPr lang="en-US" sz="1800" dirty="0">
                          <a:solidFill>
                            <a:srgbClr val="0070C0"/>
                          </a:solidFill>
                          <a:effectLst/>
                          <a:latin typeface="Palatino Linotype" panose="02040502050505030304" pitchFamily="18" charset="0"/>
                        </a:rPr>
                        <a:t>K</a:t>
                      </a:r>
                      <a:r>
                        <a:rPr lang="en-US" sz="1800" baseline="30000" dirty="0">
                          <a:solidFill>
                            <a:srgbClr val="0070C0"/>
                          </a:solidFill>
                          <a:effectLst/>
                          <a:latin typeface="Palatino Linotype" panose="02040502050505030304" pitchFamily="18" charset="0"/>
                        </a:rPr>
                        <a:t>+</a:t>
                      </a:r>
                      <a:endParaRPr lang="en-US" sz="1800" dirty="0">
                        <a:solidFill>
                          <a:srgbClr val="0070C0"/>
                        </a:solidFill>
                        <a:effectLst/>
                        <a:latin typeface="Palatino Linotype" panose="02040502050505030304" pitchFamily="18" charset="0"/>
                      </a:endParaRPr>
                    </a:p>
                    <a:p>
                      <a:pPr algn="ctr">
                        <a:lnSpc>
                          <a:spcPct val="107000"/>
                        </a:lnSpc>
                        <a:spcAft>
                          <a:spcPts val="0"/>
                        </a:spcAft>
                      </a:pPr>
                      <a:r>
                        <a:rPr lang="en-US" sz="1800" dirty="0" smtClean="0">
                          <a:solidFill>
                            <a:srgbClr val="0070C0"/>
                          </a:solidFill>
                          <a:effectLst/>
                          <a:latin typeface="Palatino Linotype" panose="02040502050505030304" pitchFamily="18" charset="0"/>
                        </a:rPr>
                        <a:t>Potassium ion</a:t>
                      </a:r>
                      <a:endParaRPr lang="en-US" sz="1800" dirty="0">
                        <a:solidFill>
                          <a:srgbClr val="0070C0"/>
                        </a:solidFill>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solidFill>
                      <a:schemeClr val="bg2">
                        <a:lumMod val="90000"/>
                      </a:schemeClr>
                    </a:solidFill>
                  </a:tcPr>
                </a:tc>
                <a:tc>
                  <a:txBody>
                    <a:bodyPr/>
                    <a:lstStyle/>
                    <a:p>
                      <a:pPr algn="ctr">
                        <a:lnSpc>
                          <a:spcPct val="107000"/>
                        </a:lnSpc>
                        <a:spcAft>
                          <a:spcPts val="0"/>
                        </a:spcAft>
                      </a:pPr>
                      <a:r>
                        <a:rPr lang="en-US" sz="1800" dirty="0">
                          <a:effectLst/>
                          <a:latin typeface="Palatino Linotype" panose="02040502050505030304" pitchFamily="18" charset="0"/>
                        </a:rPr>
                        <a:t>Ca</a:t>
                      </a:r>
                      <a:r>
                        <a:rPr lang="en-US" sz="1800" baseline="30000" dirty="0">
                          <a:effectLst/>
                          <a:latin typeface="Palatino Linotype" panose="02040502050505030304" pitchFamily="18" charset="0"/>
                        </a:rPr>
                        <a:t>2+</a:t>
                      </a:r>
                      <a:endParaRPr lang="en-US" sz="1800" dirty="0">
                        <a:effectLst/>
                        <a:latin typeface="Palatino Linotype" panose="02040502050505030304" pitchFamily="18" charset="0"/>
                      </a:endParaRPr>
                    </a:p>
                    <a:p>
                      <a:pPr algn="ctr">
                        <a:lnSpc>
                          <a:spcPct val="107000"/>
                        </a:lnSpc>
                        <a:spcAft>
                          <a:spcPts val="0"/>
                        </a:spcAft>
                      </a:pPr>
                      <a:r>
                        <a:rPr lang="en-US" sz="1800" dirty="0" smtClean="0">
                          <a:effectLst/>
                          <a:latin typeface="Palatino Linotype" panose="02040502050505030304" pitchFamily="18" charset="0"/>
                        </a:rPr>
                        <a:t>Calcium ion</a:t>
                      </a:r>
                      <a:endParaRPr lang="en-US" sz="1800" dirty="0">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c>
                  <a:txBody>
                    <a:bodyPr/>
                    <a:lstStyle/>
                    <a:p>
                      <a:pPr algn="ctr">
                        <a:lnSpc>
                          <a:spcPct val="107000"/>
                        </a:lnSpc>
                        <a:spcAft>
                          <a:spcPts val="0"/>
                        </a:spcAft>
                      </a:pPr>
                      <a:r>
                        <a:rPr lang="en-US" sz="1800" dirty="0">
                          <a:effectLst/>
                          <a:latin typeface="Palatino Linotype" panose="02040502050505030304" pitchFamily="18" charset="0"/>
                        </a:rPr>
                        <a:t>Sc</a:t>
                      </a:r>
                      <a:r>
                        <a:rPr lang="en-US" sz="1800" baseline="30000" dirty="0">
                          <a:effectLst/>
                          <a:latin typeface="Palatino Linotype" panose="02040502050505030304" pitchFamily="18" charset="0"/>
                        </a:rPr>
                        <a:t>3+</a:t>
                      </a:r>
                      <a:endParaRPr lang="en-US" sz="1800" dirty="0">
                        <a:effectLst/>
                        <a:latin typeface="Palatino Linotype" panose="02040502050505030304" pitchFamily="18" charset="0"/>
                      </a:endParaRPr>
                    </a:p>
                    <a:p>
                      <a:pPr algn="ctr">
                        <a:lnSpc>
                          <a:spcPct val="107000"/>
                        </a:lnSpc>
                        <a:spcAft>
                          <a:spcPts val="0"/>
                        </a:spcAft>
                      </a:pPr>
                      <a:r>
                        <a:rPr lang="en-US" sz="1800" dirty="0" smtClean="0">
                          <a:effectLst/>
                          <a:latin typeface="Palatino Linotype" panose="02040502050505030304" pitchFamily="18" charset="0"/>
                        </a:rPr>
                        <a:t>Scandium ion</a:t>
                      </a:r>
                      <a:endParaRPr lang="en-US" sz="1800" dirty="0">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solidFill>
                      <a:schemeClr val="bg2">
                        <a:lumMod val="90000"/>
                      </a:schemeClr>
                    </a:solidFill>
                  </a:tcPr>
                </a:tc>
                <a:tc>
                  <a:txBody>
                    <a:bodyPr/>
                    <a:lstStyle/>
                    <a:p>
                      <a:pPr algn="ctr">
                        <a:lnSpc>
                          <a:spcPct val="107000"/>
                        </a:lnSpc>
                        <a:spcAft>
                          <a:spcPts val="0"/>
                        </a:spcAft>
                      </a:pPr>
                      <a:r>
                        <a:rPr lang="en-US" sz="1800" dirty="0">
                          <a:effectLst/>
                          <a:latin typeface="Palatino Linotype" panose="02040502050505030304" pitchFamily="18" charset="0"/>
                        </a:rPr>
                        <a:t>Ga</a:t>
                      </a:r>
                      <a:r>
                        <a:rPr lang="en-US" sz="1800" baseline="30000" dirty="0">
                          <a:effectLst/>
                          <a:latin typeface="Palatino Linotype" panose="02040502050505030304" pitchFamily="18" charset="0"/>
                        </a:rPr>
                        <a:t>3+</a:t>
                      </a:r>
                      <a:endParaRPr lang="en-US" sz="1800" dirty="0">
                        <a:effectLst/>
                        <a:latin typeface="Palatino Linotype" panose="02040502050505030304" pitchFamily="18" charset="0"/>
                      </a:endParaRPr>
                    </a:p>
                    <a:p>
                      <a:pPr algn="ctr">
                        <a:lnSpc>
                          <a:spcPct val="107000"/>
                        </a:lnSpc>
                        <a:spcAft>
                          <a:spcPts val="0"/>
                        </a:spcAft>
                      </a:pPr>
                      <a:r>
                        <a:rPr lang="en-US" sz="1800" dirty="0" smtClean="0">
                          <a:effectLst/>
                          <a:latin typeface="Palatino Linotype" panose="02040502050505030304" pitchFamily="18" charset="0"/>
                        </a:rPr>
                        <a:t>Gallium ion</a:t>
                      </a:r>
                      <a:endParaRPr lang="en-US" sz="1800" dirty="0">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r>
              <a:tr h="804267">
                <a:tc>
                  <a:txBody>
                    <a:bodyPr/>
                    <a:lstStyle/>
                    <a:p>
                      <a:pPr algn="ctr">
                        <a:lnSpc>
                          <a:spcPct val="107000"/>
                        </a:lnSpc>
                        <a:spcAft>
                          <a:spcPts val="0"/>
                        </a:spcAft>
                      </a:pPr>
                      <a:r>
                        <a:rPr lang="en-US" sz="1800" dirty="0" err="1">
                          <a:solidFill>
                            <a:srgbClr val="0070C0"/>
                          </a:solidFill>
                          <a:effectLst/>
                          <a:latin typeface="Palatino Linotype" panose="02040502050505030304" pitchFamily="18" charset="0"/>
                        </a:rPr>
                        <a:t>Rb</a:t>
                      </a:r>
                      <a:r>
                        <a:rPr lang="en-US" sz="1800" baseline="30000" dirty="0">
                          <a:solidFill>
                            <a:srgbClr val="0070C0"/>
                          </a:solidFill>
                          <a:effectLst/>
                          <a:latin typeface="Palatino Linotype" panose="02040502050505030304" pitchFamily="18" charset="0"/>
                        </a:rPr>
                        <a:t>+</a:t>
                      </a:r>
                      <a:endParaRPr lang="en-US" sz="1800" dirty="0">
                        <a:solidFill>
                          <a:srgbClr val="0070C0"/>
                        </a:solidFill>
                        <a:effectLst/>
                        <a:latin typeface="Palatino Linotype" panose="02040502050505030304" pitchFamily="18" charset="0"/>
                      </a:endParaRPr>
                    </a:p>
                    <a:p>
                      <a:pPr algn="ctr">
                        <a:lnSpc>
                          <a:spcPct val="107000"/>
                        </a:lnSpc>
                        <a:spcAft>
                          <a:spcPts val="0"/>
                        </a:spcAft>
                      </a:pPr>
                      <a:r>
                        <a:rPr lang="en-US" sz="1800" dirty="0" smtClean="0">
                          <a:solidFill>
                            <a:srgbClr val="0070C0"/>
                          </a:solidFill>
                          <a:effectLst/>
                          <a:latin typeface="Palatino Linotype" panose="02040502050505030304" pitchFamily="18" charset="0"/>
                        </a:rPr>
                        <a:t>Rubidium ion</a:t>
                      </a:r>
                      <a:endParaRPr lang="en-US" sz="1800" dirty="0">
                        <a:solidFill>
                          <a:srgbClr val="0070C0"/>
                        </a:solidFill>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solidFill>
                      <a:schemeClr val="bg2">
                        <a:lumMod val="90000"/>
                      </a:schemeClr>
                    </a:solidFill>
                  </a:tcPr>
                </a:tc>
                <a:tc>
                  <a:txBody>
                    <a:bodyPr/>
                    <a:lstStyle/>
                    <a:p>
                      <a:pPr algn="ctr">
                        <a:lnSpc>
                          <a:spcPct val="107000"/>
                        </a:lnSpc>
                        <a:spcAft>
                          <a:spcPts val="0"/>
                        </a:spcAft>
                      </a:pPr>
                      <a:r>
                        <a:rPr lang="en-US" sz="1800" dirty="0">
                          <a:effectLst/>
                          <a:latin typeface="Palatino Linotype" panose="02040502050505030304" pitchFamily="18" charset="0"/>
                        </a:rPr>
                        <a:t>Sr</a:t>
                      </a:r>
                      <a:r>
                        <a:rPr lang="en-US" sz="1800" baseline="30000" dirty="0">
                          <a:effectLst/>
                          <a:latin typeface="Palatino Linotype" panose="02040502050505030304" pitchFamily="18" charset="0"/>
                        </a:rPr>
                        <a:t>2+</a:t>
                      </a:r>
                      <a:endParaRPr lang="en-US" sz="1800" dirty="0">
                        <a:effectLst/>
                        <a:latin typeface="Palatino Linotype" panose="02040502050505030304" pitchFamily="18" charset="0"/>
                      </a:endParaRPr>
                    </a:p>
                    <a:p>
                      <a:pPr algn="ctr">
                        <a:lnSpc>
                          <a:spcPct val="107000"/>
                        </a:lnSpc>
                        <a:spcAft>
                          <a:spcPts val="0"/>
                        </a:spcAft>
                      </a:pPr>
                      <a:r>
                        <a:rPr lang="en-US" sz="1800" dirty="0" smtClean="0">
                          <a:effectLst/>
                          <a:latin typeface="Palatino Linotype" panose="02040502050505030304" pitchFamily="18" charset="0"/>
                        </a:rPr>
                        <a:t>Strontium ion</a:t>
                      </a:r>
                      <a:endParaRPr lang="en-US" sz="1800" dirty="0">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c>
                  <a:txBody>
                    <a:bodyPr/>
                    <a:lstStyle/>
                    <a:p>
                      <a:pPr algn="ctr">
                        <a:lnSpc>
                          <a:spcPct val="107000"/>
                        </a:lnSpc>
                        <a:spcAft>
                          <a:spcPts val="0"/>
                        </a:spcAft>
                      </a:pPr>
                      <a:r>
                        <a:rPr lang="en-US" sz="1800" dirty="0">
                          <a:effectLst/>
                          <a:latin typeface="Palatino Linotype" panose="02040502050505030304" pitchFamily="18" charset="0"/>
                        </a:rPr>
                        <a:t>Y</a:t>
                      </a:r>
                      <a:r>
                        <a:rPr lang="en-US" sz="1800" baseline="30000" dirty="0">
                          <a:effectLst/>
                          <a:latin typeface="Palatino Linotype" panose="02040502050505030304" pitchFamily="18" charset="0"/>
                        </a:rPr>
                        <a:t>3+</a:t>
                      </a:r>
                      <a:endParaRPr lang="en-US" sz="1800" dirty="0">
                        <a:effectLst/>
                        <a:latin typeface="Palatino Linotype" panose="02040502050505030304" pitchFamily="18" charset="0"/>
                      </a:endParaRPr>
                    </a:p>
                    <a:p>
                      <a:pPr algn="ctr">
                        <a:lnSpc>
                          <a:spcPct val="107000"/>
                        </a:lnSpc>
                        <a:spcAft>
                          <a:spcPts val="0"/>
                        </a:spcAft>
                      </a:pPr>
                      <a:r>
                        <a:rPr lang="en-US" sz="1800" dirty="0" smtClean="0">
                          <a:effectLst/>
                          <a:latin typeface="Palatino Linotype" panose="02040502050505030304" pitchFamily="18" charset="0"/>
                        </a:rPr>
                        <a:t>Yttrium ion</a:t>
                      </a:r>
                      <a:endParaRPr lang="en-US" sz="1800" dirty="0">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solidFill>
                      <a:schemeClr val="bg2">
                        <a:lumMod val="90000"/>
                      </a:schemeClr>
                    </a:solidFill>
                  </a:tcPr>
                </a:tc>
                <a:tc>
                  <a:txBody>
                    <a:bodyPr/>
                    <a:lstStyle/>
                    <a:p>
                      <a:pPr algn="ctr">
                        <a:lnSpc>
                          <a:spcPct val="107000"/>
                        </a:lnSpc>
                        <a:spcAft>
                          <a:spcPts val="0"/>
                        </a:spcAft>
                      </a:pPr>
                      <a:r>
                        <a:rPr lang="en-US" sz="1800" dirty="0">
                          <a:effectLst/>
                          <a:latin typeface="Palatino Linotype" panose="02040502050505030304" pitchFamily="18" charset="0"/>
                        </a:rPr>
                        <a:t>In</a:t>
                      </a:r>
                      <a:r>
                        <a:rPr lang="en-US" sz="1800" baseline="30000" dirty="0">
                          <a:effectLst/>
                          <a:latin typeface="Palatino Linotype" panose="02040502050505030304" pitchFamily="18" charset="0"/>
                        </a:rPr>
                        <a:t>3+</a:t>
                      </a:r>
                      <a:endParaRPr lang="en-US" sz="1800" dirty="0">
                        <a:effectLst/>
                        <a:latin typeface="Palatino Linotype" panose="02040502050505030304" pitchFamily="18" charset="0"/>
                      </a:endParaRPr>
                    </a:p>
                    <a:p>
                      <a:pPr algn="ctr">
                        <a:lnSpc>
                          <a:spcPct val="107000"/>
                        </a:lnSpc>
                        <a:spcAft>
                          <a:spcPts val="0"/>
                        </a:spcAft>
                      </a:pPr>
                      <a:r>
                        <a:rPr lang="en-US" sz="1800" dirty="0" smtClean="0">
                          <a:effectLst/>
                          <a:latin typeface="Palatino Linotype" panose="02040502050505030304" pitchFamily="18" charset="0"/>
                        </a:rPr>
                        <a:t>Indium ion</a:t>
                      </a:r>
                      <a:endParaRPr lang="en-US" sz="1800" dirty="0">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r>
              <a:tr h="804267">
                <a:tc>
                  <a:txBody>
                    <a:bodyPr/>
                    <a:lstStyle/>
                    <a:p>
                      <a:pPr algn="ctr">
                        <a:lnSpc>
                          <a:spcPct val="107000"/>
                        </a:lnSpc>
                        <a:spcAft>
                          <a:spcPts val="0"/>
                        </a:spcAft>
                      </a:pPr>
                      <a:r>
                        <a:rPr lang="en-US" sz="1800" dirty="0">
                          <a:solidFill>
                            <a:srgbClr val="0070C0"/>
                          </a:solidFill>
                          <a:effectLst/>
                          <a:latin typeface="Palatino Linotype" panose="02040502050505030304" pitchFamily="18" charset="0"/>
                        </a:rPr>
                        <a:t>Cs</a:t>
                      </a:r>
                      <a:r>
                        <a:rPr lang="en-US" sz="1800" baseline="30000" dirty="0">
                          <a:solidFill>
                            <a:srgbClr val="0070C0"/>
                          </a:solidFill>
                          <a:effectLst/>
                          <a:latin typeface="Palatino Linotype" panose="02040502050505030304" pitchFamily="18" charset="0"/>
                        </a:rPr>
                        <a:t>+</a:t>
                      </a:r>
                      <a:endParaRPr lang="en-US" sz="1800" dirty="0">
                        <a:solidFill>
                          <a:srgbClr val="0070C0"/>
                        </a:solidFill>
                        <a:effectLst/>
                        <a:latin typeface="Palatino Linotype" panose="02040502050505030304" pitchFamily="18" charset="0"/>
                      </a:endParaRPr>
                    </a:p>
                    <a:p>
                      <a:pPr algn="ctr">
                        <a:lnSpc>
                          <a:spcPct val="107000"/>
                        </a:lnSpc>
                        <a:spcAft>
                          <a:spcPts val="0"/>
                        </a:spcAft>
                      </a:pPr>
                      <a:r>
                        <a:rPr lang="en-US" sz="1800" dirty="0">
                          <a:solidFill>
                            <a:srgbClr val="0070C0"/>
                          </a:solidFill>
                          <a:effectLst/>
                          <a:latin typeface="Palatino Linotype" panose="02040502050505030304" pitchFamily="18" charset="0"/>
                        </a:rPr>
                        <a:t>cesium</a:t>
                      </a:r>
                      <a:endParaRPr lang="en-US" sz="1800" dirty="0">
                        <a:solidFill>
                          <a:srgbClr val="0070C0"/>
                        </a:solidFill>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solidFill>
                      <a:schemeClr val="bg2">
                        <a:lumMod val="90000"/>
                      </a:schemeClr>
                    </a:solidFill>
                  </a:tcPr>
                </a:tc>
                <a:tc>
                  <a:txBody>
                    <a:bodyPr/>
                    <a:lstStyle/>
                    <a:p>
                      <a:pPr algn="ctr">
                        <a:lnSpc>
                          <a:spcPct val="107000"/>
                        </a:lnSpc>
                        <a:spcAft>
                          <a:spcPts val="0"/>
                        </a:spcAft>
                      </a:pPr>
                      <a:r>
                        <a:rPr lang="en-US" sz="1800" dirty="0">
                          <a:effectLst/>
                          <a:latin typeface="Palatino Linotype" panose="02040502050505030304" pitchFamily="18" charset="0"/>
                        </a:rPr>
                        <a:t>Ba</a:t>
                      </a:r>
                      <a:r>
                        <a:rPr lang="en-US" sz="1800" baseline="30000" dirty="0">
                          <a:effectLst/>
                          <a:latin typeface="Palatino Linotype" panose="02040502050505030304" pitchFamily="18" charset="0"/>
                        </a:rPr>
                        <a:t>2+</a:t>
                      </a:r>
                      <a:endParaRPr lang="en-US" sz="1800" dirty="0">
                        <a:effectLst/>
                        <a:latin typeface="Palatino Linotype" panose="02040502050505030304" pitchFamily="18" charset="0"/>
                      </a:endParaRPr>
                    </a:p>
                    <a:p>
                      <a:pPr algn="ctr">
                        <a:lnSpc>
                          <a:spcPct val="107000"/>
                        </a:lnSpc>
                        <a:spcAft>
                          <a:spcPts val="0"/>
                        </a:spcAft>
                      </a:pPr>
                      <a:r>
                        <a:rPr lang="en-US" sz="1800" dirty="0" smtClean="0">
                          <a:effectLst/>
                          <a:latin typeface="Palatino Linotype" panose="02040502050505030304" pitchFamily="18" charset="0"/>
                        </a:rPr>
                        <a:t>Barium ion</a:t>
                      </a:r>
                      <a:endParaRPr lang="en-US" sz="1800" dirty="0">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c>
                  <a:txBody>
                    <a:bodyPr/>
                    <a:lstStyle/>
                    <a:p>
                      <a:pPr algn="ctr">
                        <a:lnSpc>
                          <a:spcPct val="107000"/>
                        </a:lnSpc>
                        <a:spcAft>
                          <a:spcPts val="0"/>
                        </a:spcAft>
                      </a:pPr>
                      <a:r>
                        <a:rPr lang="en-US" sz="1800" dirty="0">
                          <a:effectLst/>
                          <a:latin typeface="Palatino Linotype" panose="02040502050505030304" pitchFamily="18" charset="0"/>
                        </a:rPr>
                        <a:t>La</a:t>
                      </a:r>
                      <a:r>
                        <a:rPr lang="en-US" sz="1800" baseline="30000" dirty="0">
                          <a:effectLst/>
                          <a:latin typeface="Palatino Linotype" panose="02040502050505030304" pitchFamily="18" charset="0"/>
                        </a:rPr>
                        <a:t>3+</a:t>
                      </a:r>
                      <a:endParaRPr lang="en-US" sz="1800" dirty="0">
                        <a:effectLst/>
                        <a:latin typeface="Palatino Linotype" panose="02040502050505030304" pitchFamily="18" charset="0"/>
                      </a:endParaRPr>
                    </a:p>
                    <a:p>
                      <a:pPr algn="ctr">
                        <a:lnSpc>
                          <a:spcPct val="107000"/>
                        </a:lnSpc>
                        <a:spcAft>
                          <a:spcPts val="0"/>
                        </a:spcAft>
                      </a:pPr>
                      <a:r>
                        <a:rPr lang="en-US" sz="1800" dirty="0" smtClean="0">
                          <a:effectLst/>
                          <a:latin typeface="Palatino Linotype" panose="02040502050505030304" pitchFamily="18" charset="0"/>
                        </a:rPr>
                        <a:t>Lanthanum ion</a:t>
                      </a:r>
                      <a:endParaRPr lang="en-US" sz="1800" dirty="0">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solidFill>
                      <a:schemeClr val="bg2">
                        <a:lumMod val="90000"/>
                      </a:schemeClr>
                    </a:solidFill>
                  </a:tcPr>
                </a:tc>
                <a:tc>
                  <a:txBody>
                    <a:bodyPr/>
                    <a:lstStyle/>
                    <a:p>
                      <a:pPr algn="ctr">
                        <a:lnSpc>
                          <a:spcPct val="107000"/>
                        </a:lnSpc>
                      </a:pPr>
                      <a:endParaRPr lang="en-US" sz="1800" dirty="0">
                        <a:effectLst/>
                        <a:latin typeface="Palatino Linotype" panose="02040502050505030304" pitchFamily="18" charset="0"/>
                        <a:cs typeface="Times New Roman" panose="02020603050405020304" pitchFamily="18" charset="0"/>
                      </a:endParaRPr>
                    </a:p>
                  </a:txBody>
                  <a:tcPr marL="47625" marR="47625" marT="47625" marB="47625" anchor="ctr"/>
                </a:tc>
              </a:tr>
            </a:tbl>
          </a:graphicData>
        </a:graphic>
      </p:graphicFrame>
    </p:spTree>
    <p:extLst>
      <p:ext uri="{BB962C8B-B14F-4D97-AF65-F5344CB8AC3E}">
        <p14:creationId xmlns:p14="http://schemas.microsoft.com/office/powerpoint/2010/main" val="84895338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6" name="TextBox 4"/>
          <p:cNvSpPr txBox="1">
            <a:spLocks noChangeArrowheads="1"/>
          </p:cNvSpPr>
          <p:nvPr/>
        </p:nvSpPr>
        <p:spPr bwMode="auto">
          <a:xfrm>
            <a:off x="2611886" y="304513"/>
            <a:ext cx="3817072" cy="584775"/>
          </a:xfrm>
          <a:prstGeom prst="rect">
            <a:avLst/>
          </a:prstGeom>
          <a:solidFill>
            <a:srgbClr val="FFC000"/>
          </a:solidFill>
          <a:ln w="9525">
            <a:noFill/>
            <a:miter lim="800000"/>
            <a:headEnd/>
            <a:tailEnd/>
          </a:ln>
        </p:spPr>
        <p:txBody>
          <a:bodyPr wrap="none" anchor="ctr">
            <a:spAutoFit/>
          </a:bodyPr>
          <a:lstStyle/>
          <a:p>
            <a:pPr algn="ctr"/>
            <a:r>
              <a:rPr lang="en-US" sz="3200" b="1" dirty="0" err="1" smtClean="0">
                <a:solidFill>
                  <a:srgbClr val="0070C0"/>
                </a:solidFill>
                <a:latin typeface="Palatino Linotype" panose="02040502050505030304" pitchFamily="18" charset="0"/>
              </a:rPr>
              <a:t>Tên</a:t>
            </a:r>
            <a:r>
              <a:rPr lang="en-US" sz="3200" b="1" dirty="0" smtClean="0">
                <a:solidFill>
                  <a:srgbClr val="0070C0"/>
                </a:solidFill>
                <a:latin typeface="Palatino Linotype" panose="02040502050505030304" pitchFamily="18" charset="0"/>
              </a:rPr>
              <a:t> </a:t>
            </a:r>
            <a:r>
              <a:rPr lang="en-US" sz="3200" b="1" dirty="0" err="1" smtClean="0">
                <a:solidFill>
                  <a:srgbClr val="0070C0"/>
                </a:solidFill>
                <a:latin typeface="Palatino Linotype" panose="02040502050505030304" pitchFamily="18" charset="0"/>
              </a:rPr>
              <a:t>cation</a:t>
            </a:r>
            <a:r>
              <a:rPr lang="en-US" sz="3200" b="1" dirty="0" smtClean="0">
                <a:solidFill>
                  <a:srgbClr val="0070C0"/>
                </a:solidFill>
                <a:latin typeface="Palatino Linotype" panose="02040502050505030304" pitchFamily="18" charset="0"/>
              </a:rPr>
              <a:t> </a:t>
            </a:r>
            <a:r>
              <a:rPr lang="en-US" sz="3200" b="1" dirty="0" err="1" smtClean="0">
                <a:solidFill>
                  <a:srgbClr val="0070C0"/>
                </a:solidFill>
                <a:latin typeface="Palatino Linotype" panose="02040502050505030304" pitchFamily="18" charset="0"/>
              </a:rPr>
              <a:t>kim</a:t>
            </a:r>
            <a:r>
              <a:rPr lang="en-US" sz="3200" b="1" dirty="0" smtClean="0">
                <a:solidFill>
                  <a:srgbClr val="0070C0"/>
                </a:solidFill>
                <a:latin typeface="Palatino Linotype" panose="02040502050505030304" pitchFamily="18" charset="0"/>
              </a:rPr>
              <a:t> </a:t>
            </a:r>
            <a:r>
              <a:rPr lang="en-US" sz="3200" b="1" dirty="0" err="1" smtClean="0">
                <a:solidFill>
                  <a:srgbClr val="0070C0"/>
                </a:solidFill>
                <a:latin typeface="Palatino Linotype" panose="02040502050505030304" pitchFamily="18" charset="0"/>
              </a:rPr>
              <a:t>loại</a:t>
            </a:r>
            <a:endParaRPr lang="en-US" sz="3200" b="1" dirty="0">
              <a:solidFill>
                <a:srgbClr val="0070C0"/>
              </a:solidFill>
              <a:latin typeface="Palatino Linotype" panose="02040502050505030304" pitchFamily="18" charset="0"/>
            </a:endParaRPr>
          </a:p>
        </p:txBody>
      </p:sp>
      <p:sp>
        <p:nvSpPr>
          <p:cNvPr id="7184" name="Rectangle 33"/>
          <p:cNvSpPr>
            <a:spLocks noChangeArrowheads="1"/>
          </p:cNvSpPr>
          <p:nvPr/>
        </p:nvSpPr>
        <p:spPr bwMode="auto">
          <a:xfrm>
            <a:off x="3752033" y="3037820"/>
            <a:ext cx="1919287" cy="369332"/>
          </a:xfrm>
          <a:prstGeom prst="rect">
            <a:avLst/>
          </a:prstGeom>
          <a:noFill/>
          <a:ln w="9525">
            <a:noFill/>
            <a:miter lim="800000"/>
            <a:headEnd/>
            <a:tailEnd/>
          </a:ln>
        </p:spPr>
        <p:txBody>
          <a:bodyPr wrap="square" anchor="ctr">
            <a:spAutoFit/>
          </a:bodyPr>
          <a:lstStyle/>
          <a:p>
            <a:pPr algn="ctr"/>
            <a:endParaRPr lang="en-US" b="1" dirty="0">
              <a:solidFill>
                <a:srgbClr val="00B050"/>
              </a:solidFill>
              <a:latin typeface="Palatino Linotype" panose="02040502050505030304" pitchFamily="18" charset="0"/>
            </a:endParaRPr>
          </a:p>
        </p:txBody>
      </p:sp>
      <p:sp>
        <p:nvSpPr>
          <p:cNvPr id="5" name="Rounded Rectangle 4"/>
          <p:cNvSpPr/>
          <p:nvPr/>
        </p:nvSpPr>
        <p:spPr>
          <a:xfrm>
            <a:off x="3339321" y="1371600"/>
            <a:ext cx="2362200" cy="685800"/>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err="1" smtClean="0">
                <a:solidFill>
                  <a:schemeClr val="tx1"/>
                </a:solidFill>
                <a:latin typeface="Palatino Linotype" panose="02040502050505030304" pitchFamily="18" charset="0"/>
              </a:rPr>
              <a:t>Tên</a:t>
            </a:r>
            <a:r>
              <a:rPr lang="en-US" sz="2400" b="1" dirty="0" smtClean="0">
                <a:solidFill>
                  <a:schemeClr val="tx1"/>
                </a:solidFill>
                <a:latin typeface="Palatino Linotype" panose="02040502050505030304" pitchFamily="18" charset="0"/>
              </a:rPr>
              <a:t> </a:t>
            </a:r>
            <a:r>
              <a:rPr lang="en-US" sz="2400" b="1" dirty="0" err="1" smtClean="0">
                <a:solidFill>
                  <a:schemeClr val="tx1"/>
                </a:solidFill>
                <a:latin typeface="Palatino Linotype" panose="02040502050505030304" pitchFamily="18" charset="0"/>
              </a:rPr>
              <a:t>kim</a:t>
            </a:r>
            <a:r>
              <a:rPr lang="en-US" sz="2400" b="1" dirty="0" smtClean="0">
                <a:solidFill>
                  <a:schemeClr val="tx1"/>
                </a:solidFill>
                <a:latin typeface="Palatino Linotype" panose="02040502050505030304" pitchFamily="18" charset="0"/>
              </a:rPr>
              <a:t> </a:t>
            </a:r>
            <a:r>
              <a:rPr lang="en-US" sz="2400" b="1" dirty="0" err="1" smtClean="0">
                <a:solidFill>
                  <a:schemeClr val="tx1"/>
                </a:solidFill>
                <a:latin typeface="Palatino Linotype" panose="02040502050505030304" pitchFamily="18" charset="0"/>
              </a:rPr>
              <a:t>loại</a:t>
            </a:r>
            <a:r>
              <a:rPr lang="en-US" sz="2400" b="1" dirty="0" smtClean="0">
                <a:solidFill>
                  <a:schemeClr val="tx1"/>
                </a:solidFill>
                <a:latin typeface="Palatino Linotype" panose="02040502050505030304" pitchFamily="18" charset="0"/>
              </a:rPr>
              <a:t> </a:t>
            </a:r>
          </a:p>
          <a:p>
            <a:pPr algn="ctr"/>
            <a:r>
              <a:rPr lang="en-US" sz="1400" b="1" dirty="0" smtClean="0">
                <a:solidFill>
                  <a:schemeClr val="tx1"/>
                </a:solidFill>
                <a:latin typeface="Palatino Linotype" panose="02040502050505030304" pitchFamily="18" charset="0"/>
              </a:rPr>
              <a:t>(</a:t>
            </a:r>
            <a:r>
              <a:rPr lang="en-US" sz="1400" b="1" dirty="0" err="1" smtClean="0">
                <a:solidFill>
                  <a:schemeClr val="tx1"/>
                </a:solidFill>
                <a:latin typeface="Palatino Linotype" panose="02040502050505030304" pitchFamily="18" charset="0"/>
              </a:rPr>
              <a:t>số</a:t>
            </a:r>
            <a:r>
              <a:rPr lang="en-US" sz="1400" b="1" dirty="0" smtClean="0">
                <a:solidFill>
                  <a:schemeClr val="tx1"/>
                </a:solidFill>
                <a:latin typeface="Palatino Linotype" panose="02040502050505030304" pitchFamily="18" charset="0"/>
              </a:rPr>
              <a:t> </a:t>
            </a:r>
            <a:r>
              <a:rPr lang="en-US" sz="1400" b="1" dirty="0" err="1" smtClean="0">
                <a:solidFill>
                  <a:schemeClr val="tx1"/>
                </a:solidFill>
                <a:latin typeface="Palatino Linotype" panose="02040502050505030304" pitchFamily="18" charset="0"/>
              </a:rPr>
              <a:t>điện</a:t>
            </a:r>
            <a:r>
              <a:rPr lang="en-US" sz="1400" b="1" dirty="0" smtClean="0">
                <a:solidFill>
                  <a:schemeClr val="tx1"/>
                </a:solidFill>
                <a:latin typeface="Palatino Linotype" panose="02040502050505030304" pitchFamily="18" charset="0"/>
              </a:rPr>
              <a:t> </a:t>
            </a:r>
            <a:r>
              <a:rPr lang="en-US" sz="1400" b="1" dirty="0" err="1" smtClean="0">
                <a:solidFill>
                  <a:schemeClr val="tx1"/>
                </a:solidFill>
                <a:latin typeface="Palatino Linotype" panose="02040502050505030304" pitchFamily="18" charset="0"/>
              </a:rPr>
              <a:t>tích</a:t>
            </a:r>
            <a:r>
              <a:rPr lang="en-US" sz="1400" b="1" dirty="0" smtClean="0">
                <a:solidFill>
                  <a:schemeClr val="tx1"/>
                </a:solidFill>
                <a:latin typeface="Palatino Linotype" panose="02040502050505030304" pitchFamily="18" charset="0"/>
              </a:rPr>
              <a:t>, </a:t>
            </a:r>
            <a:r>
              <a:rPr lang="en-US" sz="1400" b="1" dirty="0" err="1" smtClean="0">
                <a:solidFill>
                  <a:schemeClr val="tx1"/>
                </a:solidFill>
                <a:latin typeface="Palatino Linotype" panose="02040502050505030304" pitchFamily="18" charset="0"/>
              </a:rPr>
              <a:t>số</a:t>
            </a:r>
            <a:r>
              <a:rPr lang="en-US" sz="1400" b="1" dirty="0" smtClean="0">
                <a:solidFill>
                  <a:schemeClr val="tx1"/>
                </a:solidFill>
                <a:latin typeface="Palatino Linotype" panose="02040502050505030304" pitchFamily="18" charset="0"/>
              </a:rPr>
              <a:t> La </a:t>
            </a:r>
            <a:r>
              <a:rPr lang="en-US" sz="1400" b="1" dirty="0" err="1" smtClean="0">
                <a:solidFill>
                  <a:schemeClr val="tx1"/>
                </a:solidFill>
                <a:latin typeface="Palatino Linotype" panose="02040502050505030304" pitchFamily="18" charset="0"/>
              </a:rPr>
              <a:t>Mã</a:t>
            </a:r>
            <a:r>
              <a:rPr lang="en-US" sz="1400" b="1" dirty="0" smtClean="0">
                <a:solidFill>
                  <a:schemeClr val="tx1"/>
                </a:solidFill>
                <a:latin typeface="Palatino Linotype" panose="02040502050505030304" pitchFamily="18" charset="0"/>
              </a:rPr>
              <a:t>)</a:t>
            </a:r>
            <a:endParaRPr lang="en-US" sz="2400" b="1" dirty="0">
              <a:solidFill>
                <a:schemeClr val="tx1"/>
              </a:solidFill>
              <a:latin typeface="Palatino Linotype" panose="02040502050505030304" pitchFamily="18" charset="0"/>
            </a:endParaRPr>
          </a:p>
        </p:txBody>
      </p:sp>
      <p:graphicFrame>
        <p:nvGraphicFramePr>
          <p:cNvPr id="8" name="Table 7"/>
          <p:cNvGraphicFramePr>
            <a:graphicFrameLocks noGrp="1"/>
          </p:cNvGraphicFramePr>
          <p:nvPr>
            <p:extLst>
              <p:ext uri="{D42A27DB-BD31-4B8C-83A1-F6EECF244321}">
                <p14:modId xmlns:p14="http://schemas.microsoft.com/office/powerpoint/2010/main" val="3368215030"/>
              </p:ext>
            </p:extLst>
          </p:nvPr>
        </p:nvGraphicFramePr>
        <p:xfrm>
          <a:off x="2885206" y="2667000"/>
          <a:ext cx="3581401" cy="3251227"/>
        </p:xfrm>
        <a:graphic>
          <a:graphicData uri="http://schemas.openxmlformats.org/drawingml/2006/table">
            <a:tbl>
              <a:tblPr firstRow="1" bandRow="1">
                <a:tableStyleId>{5C22544A-7EE6-4342-B048-85BDC9FD1C3A}</a:tableStyleId>
              </a:tblPr>
              <a:tblGrid>
                <a:gridCol w="1077194"/>
                <a:gridCol w="2504207"/>
              </a:tblGrid>
              <a:tr h="595340">
                <a:tc>
                  <a:txBody>
                    <a:bodyPr/>
                    <a:lstStyle/>
                    <a:p>
                      <a:r>
                        <a:rPr lang="en-US" sz="2400" baseline="0" dirty="0" smtClean="0">
                          <a:solidFill>
                            <a:schemeClr val="tx1"/>
                          </a:solidFill>
                          <a:latin typeface="Palatino Linotype" panose="02040502050505030304" pitchFamily="18" charset="0"/>
                        </a:rPr>
                        <a:t>Cu</a:t>
                      </a:r>
                      <a:r>
                        <a:rPr lang="en-US" sz="2400" baseline="30000" dirty="0" smtClean="0">
                          <a:solidFill>
                            <a:schemeClr val="tx1"/>
                          </a:solidFill>
                          <a:latin typeface="Palatino Linotype" panose="02040502050505030304" pitchFamily="18" charset="0"/>
                        </a:rPr>
                        <a:t>+</a:t>
                      </a:r>
                      <a:endParaRPr lang="en-US" sz="2400" baseline="30000" dirty="0">
                        <a:solidFill>
                          <a:schemeClr val="tx1"/>
                        </a:solidFill>
                        <a:latin typeface="Palatino Linotype" panose="02040502050505030304" pitchFamily="18" charset="0"/>
                      </a:endParaRPr>
                    </a:p>
                  </a:txBody>
                  <a:tcPr anchor="ctr"/>
                </a:tc>
                <a:tc>
                  <a:txBody>
                    <a:bodyPr/>
                    <a:lstStyle/>
                    <a:p>
                      <a:r>
                        <a:rPr lang="en-US" sz="2400" b="1" dirty="0" smtClean="0">
                          <a:solidFill>
                            <a:schemeClr val="tx1"/>
                          </a:solidFill>
                          <a:latin typeface="Palatino Linotype" panose="02040502050505030304" pitchFamily="18" charset="0"/>
                          <a:ea typeface="Calibri" panose="020F0502020204030204" pitchFamily="34" charset="0"/>
                          <a:cs typeface="Times New Roman" panose="02020603050405020304" pitchFamily="18" charset="0"/>
                        </a:rPr>
                        <a:t>Copper(I) </a:t>
                      </a:r>
                      <a:endParaRPr lang="en-US" sz="2400" dirty="0">
                        <a:solidFill>
                          <a:schemeClr val="tx1"/>
                        </a:solidFill>
                        <a:latin typeface="Palatino Linotype" panose="02040502050505030304" pitchFamily="18" charset="0"/>
                      </a:endParaRPr>
                    </a:p>
                  </a:txBody>
                  <a:tcPr anchor="ctr"/>
                </a:tc>
              </a:tr>
              <a:tr h="869867">
                <a:tc>
                  <a:txBody>
                    <a:bodyPr/>
                    <a:lstStyle/>
                    <a:p>
                      <a:r>
                        <a:rPr lang="en-US" sz="2400" b="1" dirty="0" smtClean="0">
                          <a:solidFill>
                            <a:schemeClr val="tx1"/>
                          </a:solidFill>
                          <a:latin typeface="Palatino Linotype" panose="02040502050505030304" pitchFamily="18" charset="0"/>
                        </a:rPr>
                        <a:t>Fe</a:t>
                      </a:r>
                      <a:r>
                        <a:rPr lang="en-US" sz="2400" b="1" baseline="30000" dirty="0" smtClean="0">
                          <a:solidFill>
                            <a:schemeClr val="tx1"/>
                          </a:solidFill>
                          <a:latin typeface="Palatino Linotype" panose="02040502050505030304" pitchFamily="18" charset="0"/>
                        </a:rPr>
                        <a:t>2+</a:t>
                      </a:r>
                      <a:endParaRPr lang="en-US" sz="2400" b="1" dirty="0">
                        <a:solidFill>
                          <a:schemeClr val="tx1"/>
                        </a:solidFill>
                        <a:latin typeface="Palatino Linotype" panose="02040502050505030304" pitchFamily="18" charset="0"/>
                      </a:endParaRPr>
                    </a:p>
                  </a:txBody>
                  <a:tcPr anchor="ctr">
                    <a:solidFill>
                      <a:srgbClr val="9BD4FF"/>
                    </a:solidFill>
                  </a:tcPr>
                </a:tc>
                <a:tc>
                  <a:txBody>
                    <a:bodyPr/>
                    <a:lstStyle/>
                    <a:p>
                      <a:r>
                        <a:rPr lang="en-US" sz="2400" b="1" dirty="0" smtClean="0">
                          <a:solidFill>
                            <a:schemeClr val="tx1"/>
                          </a:solidFill>
                          <a:latin typeface="Palatino Linotype" panose="02040502050505030304" pitchFamily="18" charset="0"/>
                          <a:ea typeface="Calibri" panose="020F0502020204030204" pitchFamily="34" charset="0"/>
                          <a:cs typeface="Times New Roman" panose="02020603050405020304" pitchFamily="18" charset="0"/>
                        </a:rPr>
                        <a:t>Iron(II) </a:t>
                      </a:r>
                      <a:endParaRPr lang="en-US" sz="2400" dirty="0">
                        <a:solidFill>
                          <a:schemeClr val="tx1"/>
                        </a:solidFill>
                        <a:latin typeface="Palatino Linotype" panose="02040502050505030304" pitchFamily="18" charset="0"/>
                      </a:endParaRPr>
                    </a:p>
                  </a:txBody>
                  <a:tcPr anchor="ctr">
                    <a:solidFill>
                      <a:srgbClr val="9BD4FF"/>
                    </a:solidFill>
                  </a:tcPr>
                </a:tc>
              </a:tr>
              <a:tr h="595340">
                <a:tc>
                  <a:txBody>
                    <a:bodyPr/>
                    <a:lstStyle/>
                    <a:p>
                      <a:r>
                        <a:rPr lang="en-US" sz="2400" b="1" baseline="0" dirty="0" smtClean="0">
                          <a:solidFill>
                            <a:schemeClr val="tx1"/>
                          </a:solidFill>
                          <a:latin typeface="Palatino Linotype" panose="02040502050505030304" pitchFamily="18" charset="0"/>
                        </a:rPr>
                        <a:t>Fe</a:t>
                      </a:r>
                      <a:r>
                        <a:rPr lang="en-US" sz="2400" b="1" baseline="30000" dirty="0" smtClean="0">
                          <a:solidFill>
                            <a:schemeClr val="tx1"/>
                          </a:solidFill>
                          <a:latin typeface="Palatino Linotype" panose="02040502050505030304" pitchFamily="18" charset="0"/>
                        </a:rPr>
                        <a:t>3+</a:t>
                      </a:r>
                      <a:endParaRPr lang="en-US" sz="2400" b="1" dirty="0">
                        <a:solidFill>
                          <a:schemeClr val="tx1"/>
                        </a:solidFill>
                        <a:latin typeface="Palatino Linotype" panose="02040502050505030304" pitchFamily="18" charset="0"/>
                      </a:endParaRPr>
                    </a:p>
                  </a:txBody>
                  <a:tcPr anchor="ctr">
                    <a:solidFill>
                      <a:srgbClr val="92D05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b="1" dirty="0" smtClean="0">
                          <a:solidFill>
                            <a:schemeClr val="tx1"/>
                          </a:solidFill>
                          <a:latin typeface="Palatino Linotype" panose="02040502050505030304" pitchFamily="18" charset="0"/>
                          <a:ea typeface="Calibri" panose="020F0502020204030204" pitchFamily="34" charset="0"/>
                          <a:cs typeface="Times New Roman" panose="02020603050405020304" pitchFamily="18" charset="0"/>
                        </a:rPr>
                        <a:t>Iron(III) </a:t>
                      </a:r>
                      <a:endParaRPr lang="en-US" sz="2400" b="1" dirty="0" smtClean="0">
                        <a:solidFill>
                          <a:schemeClr val="tx1"/>
                        </a:solidFill>
                        <a:latin typeface="Palatino Linotype" panose="02040502050505030304" pitchFamily="18" charset="0"/>
                      </a:endParaRPr>
                    </a:p>
                  </a:txBody>
                  <a:tcPr anchor="ctr">
                    <a:solidFill>
                      <a:srgbClr val="92D050"/>
                    </a:solidFill>
                  </a:tcPr>
                </a:tc>
              </a:tr>
              <a:tr h="595340">
                <a:tc>
                  <a:txBody>
                    <a:bodyPr/>
                    <a:lstStyle/>
                    <a:p>
                      <a:r>
                        <a:rPr lang="en-US" sz="2400" b="1" dirty="0" smtClean="0">
                          <a:solidFill>
                            <a:schemeClr val="tx1"/>
                          </a:solidFill>
                          <a:latin typeface="Palatino Linotype" panose="02040502050505030304" pitchFamily="18" charset="0"/>
                        </a:rPr>
                        <a:t>Sn</a:t>
                      </a:r>
                      <a:r>
                        <a:rPr lang="en-US" sz="2400" b="1" baseline="30000" dirty="0" smtClean="0">
                          <a:solidFill>
                            <a:schemeClr val="tx1"/>
                          </a:solidFill>
                          <a:latin typeface="Palatino Linotype" panose="02040502050505030304" pitchFamily="18" charset="0"/>
                        </a:rPr>
                        <a:t>2+</a:t>
                      </a:r>
                      <a:endParaRPr lang="en-US" sz="2400" b="1" baseline="30000" dirty="0">
                        <a:solidFill>
                          <a:schemeClr val="tx1"/>
                        </a:solidFill>
                        <a:latin typeface="Palatino Linotype" panose="02040502050505030304" pitchFamily="18" charset="0"/>
                      </a:endParaRPr>
                    </a:p>
                  </a:txBody>
                  <a:tcPr anchor="ctr"/>
                </a:tc>
                <a:tc>
                  <a:txBody>
                    <a:bodyPr/>
                    <a:lstStyle/>
                    <a:p>
                      <a:r>
                        <a:rPr lang="en-US" sz="2400" b="1" dirty="0" smtClean="0">
                          <a:solidFill>
                            <a:schemeClr val="tx1"/>
                          </a:solidFill>
                          <a:latin typeface="Palatino Linotype" panose="02040502050505030304" pitchFamily="18" charset="0"/>
                        </a:rPr>
                        <a:t>Tin(II) </a:t>
                      </a:r>
                      <a:endParaRPr lang="en-US" sz="2400" b="1" dirty="0">
                        <a:solidFill>
                          <a:schemeClr val="tx1"/>
                        </a:solidFill>
                        <a:latin typeface="Palatino Linotype" panose="02040502050505030304" pitchFamily="18" charset="0"/>
                      </a:endParaRPr>
                    </a:p>
                  </a:txBody>
                  <a:tcPr anchor="ctr"/>
                </a:tc>
              </a:tr>
              <a:tr h="595340">
                <a:tc>
                  <a:txBody>
                    <a:bodyPr/>
                    <a:lstStyle/>
                    <a:p>
                      <a:r>
                        <a:rPr lang="en-US" sz="2400" b="1" dirty="0" smtClean="0">
                          <a:solidFill>
                            <a:schemeClr val="tx1"/>
                          </a:solidFill>
                          <a:latin typeface="Palatino Linotype" panose="02040502050505030304" pitchFamily="18" charset="0"/>
                        </a:rPr>
                        <a:t>Sn</a:t>
                      </a:r>
                      <a:r>
                        <a:rPr lang="en-US" sz="2400" b="1" baseline="30000" dirty="0" smtClean="0">
                          <a:solidFill>
                            <a:schemeClr val="tx1"/>
                          </a:solidFill>
                          <a:latin typeface="Palatino Linotype" panose="02040502050505030304" pitchFamily="18" charset="0"/>
                        </a:rPr>
                        <a:t>4+</a:t>
                      </a:r>
                      <a:endParaRPr lang="en-US" sz="2400" b="1" baseline="30000" dirty="0">
                        <a:solidFill>
                          <a:schemeClr val="tx1"/>
                        </a:solidFill>
                        <a:latin typeface="Palatino Linotype" panose="02040502050505030304" pitchFamily="18" charset="0"/>
                      </a:endParaRPr>
                    </a:p>
                  </a:txBody>
                  <a:tcPr anchor="ctr"/>
                </a:tc>
                <a:tc>
                  <a:txBody>
                    <a:bodyPr/>
                    <a:lstStyle/>
                    <a:p>
                      <a:r>
                        <a:rPr lang="en-US" sz="2400" b="1" dirty="0" smtClean="0">
                          <a:solidFill>
                            <a:schemeClr val="tx1"/>
                          </a:solidFill>
                          <a:latin typeface="Palatino Linotype" panose="02040502050505030304" pitchFamily="18" charset="0"/>
                        </a:rPr>
                        <a:t>Tin(IV)</a:t>
                      </a:r>
                      <a:endParaRPr lang="en-US" sz="2400" b="1" dirty="0">
                        <a:solidFill>
                          <a:schemeClr val="tx1"/>
                        </a:solidFill>
                        <a:latin typeface="Palatino Linotype" panose="02040502050505030304" pitchFamily="18" charset="0"/>
                      </a:endParaRPr>
                    </a:p>
                  </a:txBody>
                  <a:tcPr anchor="ctr"/>
                </a:tc>
              </a:tr>
            </a:tbl>
          </a:graphicData>
        </a:graphic>
      </p:graphicFrame>
      <p:cxnSp>
        <p:nvCxnSpPr>
          <p:cNvPr id="15" name="Straight Arrow Connector 14"/>
          <p:cNvCxnSpPr/>
          <p:nvPr/>
        </p:nvCxnSpPr>
        <p:spPr>
          <a:xfrm flipH="1">
            <a:off x="1143000" y="2057400"/>
            <a:ext cx="1866900" cy="838200"/>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sp>
        <p:nvSpPr>
          <p:cNvPr id="17" name="TextBox 16"/>
          <p:cNvSpPr txBox="1"/>
          <p:nvPr/>
        </p:nvSpPr>
        <p:spPr>
          <a:xfrm>
            <a:off x="457200" y="3037820"/>
            <a:ext cx="1447800" cy="1323439"/>
          </a:xfrm>
          <a:prstGeom prst="rect">
            <a:avLst/>
          </a:prstGeom>
          <a:noFill/>
        </p:spPr>
        <p:txBody>
          <a:bodyPr wrap="square" rtlCol="0">
            <a:spAutoFit/>
          </a:bodyPr>
          <a:lstStyle/>
          <a:p>
            <a:pPr algn="ctr"/>
            <a:r>
              <a:rPr lang="en-US" sz="2000" dirty="0" smtClean="0">
                <a:solidFill>
                  <a:schemeClr val="bg1"/>
                </a:solidFill>
                <a:latin typeface="Palatino Linotype" panose="02040502050505030304" pitchFamily="18" charset="0"/>
              </a:rPr>
              <a:t>Kim </a:t>
            </a:r>
            <a:r>
              <a:rPr lang="en-US" sz="2000" dirty="0" err="1" smtClean="0">
                <a:solidFill>
                  <a:schemeClr val="bg1"/>
                </a:solidFill>
                <a:latin typeface="Palatino Linotype" panose="02040502050505030304" pitchFamily="18" charset="0"/>
              </a:rPr>
              <a:t>loại</a:t>
            </a:r>
            <a:r>
              <a:rPr lang="en-US" sz="2000" dirty="0" smtClean="0">
                <a:solidFill>
                  <a:schemeClr val="bg1"/>
                </a:solidFill>
                <a:latin typeface="Palatino Linotype" panose="02040502050505030304" pitchFamily="18" charset="0"/>
              </a:rPr>
              <a:t> </a:t>
            </a:r>
            <a:r>
              <a:rPr lang="en-US" sz="2000" dirty="0" err="1" smtClean="0">
                <a:solidFill>
                  <a:schemeClr val="bg1"/>
                </a:solidFill>
                <a:latin typeface="Palatino Linotype" panose="02040502050505030304" pitchFamily="18" charset="0"/>
              </a:rPr>
              <a:t>hình</a:t>
            </a:r>
            <a:r>
              <a:rPr lang="en-US" sz="2000" dirty="0" smtClean="0">
                <a:solidFill>
                  <a:schemeClr val="bg1"/>
                </a:solidFill>
                <a:latin typeface="Palatino Linotype" panose="02040502050505030304" pitchFamily="18" charset="0"/>
              </a:rPr>
              <a:t> </a:t>
            </a:r>
            <a:r>
              <a:rPr lang="en-US" sz="2000" dirty="0" err="1" smtClean="0">
                <a:solidFill>
                  <a:schemeClr val="bg1"/>
                </a:solidFill>
                <a:latin typeface="Palatino Linotype" panose="02040502050505030304" pitchFamily="18" charset="0"/>
              </a:rPr>
              <a:t>thành</a:t>
            </a:r>
            <a:r>
              <a:rPr lang="en-US" sz="2000" dirty="0" smtClean="0">
                <a:solidFill>
                  <a:schemeClr val="bg1"/>
                </a:solidFill>
                <a:latin typeface="Palatino Linotype" panose="02040502050505030304" pitchFamily="18" charset="0"/>
              </a:rPr>
              <a:t> </a:t>
            </a:r>
            <a:r>
              <a:rPr lang="en-US" sz="2000" dirty="0" err="1" smtClean="0">
                <a:solidFill>
                  <a:schemeClr val="bg1"/>
                </a:solidFill>
                <a:latin typeface="Palatino Linotype" panose="02040502050505030304" pitchFamily="18" charset="0"/>
              </a:rPr>
              <a:t>hơn</a:t>
            </a:r>
            <a:r>
              <a:rPr lang="en-US" sz="2000" dirty="0" smtClean="0">
                <a:solidFill>
                  <a:schemeClr val="bg1"/>
                </a:solidFill>
                <a:latin typeface="Palatino Linotype" panose="02040502050505030304" pitchFamily="18" charset="0"/>
              </a:rPr>
              <a:t> 1 </a:t>
            </a:r>
            <a:r>
              <a:rPr lang="en-US" sz="2000" dirty="0" err="1" smtClean="0">
                <a:solidFill>
                  <a:schemeClr val="bg1"/>
                </a:solidFill>
                <a:latin typeface="Palatino Linotype" panose="02040502050505030304" pitchFamily="18" charset="0"/>
              </a:rPr>
              <a:t>loại</a:t>
            </a:r>
            <a:r>
              <a:rPr lang="en-US" sz="2000" dirty="0" smtClean="0">
                <a:solidFill>
                  <a:schemeClr val="bg1"/>
                </a:solidFill>
                <a:latin typeface="Palatino Linotype" panose="02040502050505030304" pitchFamily="18" charset="0"/>
              </a:rPr>
              <a:t> ion</a:t>
            </a:r>
            <a:endParaRPr lang="en-US" sz="2000" dirty="0">
              <a:solidFill>
                <a:schemeClr val="bg1"/>
              </a:solidFill>
              <a:latin typeface="Palatino Linotype" panose="02040502050505030304" pitchFamily="18" charset="0"/>
            </a:endParaRPr>
          </a:p>
        </p:txBody>
      </p:sp>
    </p:spTree>
    <p:extLst>
      <p:ext uri="{BB962C8B-B14F-4D97-AF65-F5344CB8AC3E}">
        <p14:creationId xmlns:p14="http://schemas.microsoft.com/office/powerpoint/2010/main" val="305741734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6" name="TextBox 4"/>
          <p:cNvSpPr txBox="1">
            <a:spLocks noChangeArrowheads="1"/>
          </p:cNvSpPr>
          <p:nvPr/>
        </p:nvSpPr>
        <p:spPr bwMode="auto">
          <a:xfrm>
            <a:off x="2611886" y="304513"/>
            <a:ext cx="3817072" cy="584775"/>
          </a:xfrm>
          <a:prstGeom prst="rect">
            <a:avLst/>
          </a:prstGeom>
          <a:solidFill>
            <a:srgbClr val="FFC000"/>
          </a:solidFill>
          <a:ln w="9525">
            <a:noFill/>
            <a:miter lim="800000"/>
            <a:headEnd/>
            <a:tailEnd/>
          </a:ln>
        </p:spPr>
        <p:txBody>
          <a:bodyPr wrap="none" anchor="ctr">
            <a:spAutoFit/>
          </a:bodyPr>
          <a:lstStyle/>
          <a:p>
            <a:pPr algn="ctr"/>
            <a:r>
              <a:rPr lang="en-US" sz="3200" b="1" dirty="0" err="1" smtClean="0">
                <a:solidFill>
                  <a:srgbClr val="0070C0"/>
                </a:solidFill>
                <a:latin typeface="Palatino Linotype" panose="02040502050505030304" pitchFamily="18" charset="0"/>
              </a:rPr>
              <a:t>Tên</a:t>
            </a:r>
            <a:r>
              <a:rPr lang="en-US" sz="3200" b="1" dirty="0" smtClean="0">
                <a:solidFill>
                  <a:srgbClr val="0070C0"/>
                </a:solidFill>
                <a:latin typeface="Palatino Linotype" panose="02040502050505030304" pitchFamily="18" charset="0"/>
              </a:rPr>
              <a:t> </a:t>
            </a:r>
            <a:r>
              <a:rPr lang="en-US" sz="3200" b="1" dirty="0" err="1" smtClean="0">
                <a:solidFill>
                  <a:srgbClr val="0070C0"/>
                </a:solidFill>
                <a:latin typeface="Palatino Linotype" panose="02040502050505030304" pitchFamily="18" charset="0"/>
              </a:rPr>
              <a:t>cation</a:t>
            </a:r>
            <a:r>
              <a:rPr lang="en-US" sz="3200" b="1" dirty="0" smtClean="0">
                <a:solidFill>
                  <a:srgbClr val="0070C0"/>
                </a:solidFill>
                <a:latin typeface="Palatino Linotype" panose="02040502050505030304" pitchFamily="18" charset="0"/>
              </a:rPr>
              <a:t> </a:t>
            </a:r>
            <a:r>
              <a:rPr lang="en-US" sz="3200" b="1" dirty="0" err="1" smtClean="0">
                <a:solidFill>
                  <a:srgbClr val="0070C0"/>
                </a:solidFill>
                <a:latin typeface="Palatino Linotype" panose="02040502050505030304" pitchFamily="18" charset="0"/>
              </a:rPr>
              <a:t>kim</a:t>
            </a:r>
            <a:r>
              <a:rPr lang="en-US" sz="3200" b="1" dirty="0" smtClean="0">
                <a:solidFill>
                  <a:srgbClr val="0070C0"/>
                </a:solidFill>
                <a:latin typeface="Palatino Linotype" panose="02040502050505030304" pitchFamily="18" charset="0"/>
              </a:rPr>
              <a:t> </a:t>
            </a:r>
            <a:r>
              <a:rPr lang="en-US" sz="3200" b="1" dirty="0" err="1" smtClean="0">
                <a:solidFill>
                  <a:srgbClr val="0070C0"/>
                </a:solidFill>
                <a:latin typeface="Palatino Linotype" panose="02040502050505030304" pitchFamily="18" charset="0"/>
              </a:rPr>
              <a:t>loại</a:t>
            </a:r>
            <a:endParaRPr lang="en-US" sz="3200" b="1" dirty="0">
              <a:solidFill>
                <a:srgbClr val="0070C0"/>
              </a:solidFill>
              <a:latin typeface="Palatino Linotype" panose="02040502050505030304" pitchFamily="18" charset="0"/>
            </a:endParaRPr>
          </a:p>
        </p:txBody>
      </p:sp>
      <p:sp>
        <p:nvSpPr>
          <p:cNvPr id="7184" name="Rectangle 33"/>
          <p:cNvSpPr>
            <a:spLocks noChangeArrowheads="1"/>
          </p:cNvSpPr>
          <p:nvPr/>
        </p:nvSpPr>
        <p:spPr bwMode="auto">
          <a:xfrm>
            <a:off x="3752033" y="3037820"/>
            <a:ext cx="1919287" cy="369332"/>
          </a:xfrm>
          <a:prstGeom prst="rect">
            <a:avLst/>
          </a:prstGeom>
          <a:noFill/>
          <a:ln w="9525">
            <a:noFill/>
            <a:miter lim="800000"/>
            <a:headEnd/>
            <a:tailEnd/>
          </a:ln>
        </p:spPr>
        <p:txBody>
          <a:bodyPr wrap="square" anchor="ctr">
            <a:spAutoFit/>
          </a:bodyPr>
          <a:lstStyle/>
          <a:p>
            <a:pPr algn="ctr"/>
            <a:endParaRPr lang="en-US" b="1" dirty="0">
              <a:solidFill>
                <a:srgbClr val="00B050"/>
              </a:solidFill>
              <a:latin typeface="Palatino Linotype" panose="02040502050505030304" pitchFamily="18" charset="0"/>
            </a:endParaRPr>
          </a:p>
        </p:txBody>
      </p:sp>
      <p:sp>
        <p:nvSpPr>
          <p:cNvPr id="9" name="Rounded Rectangle 8"/>
          <p:cNvSpPr/>
          <p:nvPr/>
        </p:nvSpPr>
        <p:spPr>
          <a:xfrm>
            <a:off x="3339320" y="1371600"/>
            <a:ext cx="2604279" cy="685800"/>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err="1" smtClean="0">
                <a:solidFill>
                  <a:schemeClr val="tx1"/>
                </a:solidFill>
                <a:latin typeface="Palatino Linotype" panose="02040502050505030304" pitchFamily="18" charset="0"/>
              </a:rPr>
              <a:t>Danh</a:t>
            </a:r>
            <a:r>
              <a:rPr lang="en-US" sz="2400" b="1" dirty="0" smtClean="0">
                <a:solidFill>
                  <a:schemeClr val="tx1"/>
                </a:solidFill>
                <a:latin typeface="Palatino Linotype" panose="02040502050505030304" pitchFamily="18" charset="0"/>
              </a:rPr>
              <a:t> </a:t>
            </a:r>
            <a:r>
              <a:rPr lang="en-US" sz="2400" b="1" dirty="0" err="1" smtClean="0">
                <a:solidFill>
                  <a:schemeClr val="tx1"/>
                </a:solidFill>
                <a:latin typeface="Palatino Linotype" panose="02040502050505030304" pitchFamily="18" charset="0"/>
              </a:rPr>
              <a:t>pháp</a:t>
            </a:r>
            <a:r>
              <a:rPr lang="en-US" sz="2400" b="1" dirty="0" smtClean="0">
                <a:solidFill>
                  <a:schemeClr val="tx1"/>
                </a:solidFill>
                <a:latin typeface="Palatino Linotype" panose="02040502050505030304" pitchFamily="18" charset="0"/>
              </a:rPr>
              <a:t> “</a:t>
            </a:r>
            <a:r>
              <a:rPr lang="en-US" sz="2400" b="1" dirty="0" err="1" smtClean="0">
                <a:solidFill>
                  <a:schemeClr val="tx1"/>
                </a:solidFill>
                <a:latin typeface="Palatino Linotype" panose="02040502050505030304" pitchFamily="18" charset="0"/>
              </a:rPr>
              <a:t>cũ</a:t>
            </a:r>
            <a:r>
              <a:rPr lang="en-US" sz="2400" b="1" dirty="0" smtClean="0">
                <a:solidFill>
                  <a:schemeClr val="tx1"/>
                </a:solidFill>
                <a:latin typeface="Palatino Linotype" panose="02040502050505030304" pitchFamily="18" charset="0"/>
              </a:rPr>
              <a:t>”</a:t>
            </a:r>
            <a:endParaRPr lang="en-US" sz="2400" b="1" dirty="0">
              <a:solidFill>
                <a:schemeClr val="tx1"/>
              </a:solidFill>
              <a:latin typeface="Palatino Linotype" panose="02040502050505030304" pitchFamily="18" charset="0"/>
            </a:endParaRPr>
          </a:p>
        </p:txBody>
      </p:sp>
      <p:graphicFrame>
        <p:nvGraphicFramePr>
          <p:cNvPr id="10" name="Table 9"/>
          <p:cNvGraphicFramePr>
            <a:graphicFrameLocks noGrp="1"/>
          </p:cNvGraphicFramePr>
          <p:nvPr>
            <p:extLst>
              <p:ext uri="{D42A27DB-BD31-4B8C-83A1-F6EECF244321}">
                <p14:modId xmlns:p14="http://schemas.microsoft.com/office/powerpoint/2010/main" val="977429118"/>
              </p:ext>
            </p:extLst>
          </p:nvPr>
        </p:nvGraphicFramePr>
        <p:xfrm>
          <a:off x="2885206" y="2667000"/>
          <a:ext cx="3581401" cy="2655887"/>
        </p:xfrm>
        <a:graphic>
          <a:graphicData uri="http://schemas.openxmlformats.org/drawingml/2006/table">
            <a:tbl>
              <a:tblPr firstRow="1" bandRow="1">
                <a:tableStyleId>{5C22544A-7EE6-4342-B048-85BDC9FD1C3A}</a:tableStyleId>
              </a:tblPr>
              <a:tblGrid>
                <a:gridCol w="1077194"/>
                <a:gridCol w="2504207"/>
              </a:tblGrid>
              <a:tr h="595340">
                <a:tc>
                  <a:txBody>
                    <a:bodyPr/>
                    <a:lstStyle/>
                    <a:p>
                      <a:r>
                        <a:rPr lang="en-US" sz="2400" b="1" dirty="0" smtClean="0">
                          <a:solidFill>
                            <a:schemeClr val="tx1"/>
                          </a:solidFill>
                          <a:latin typeface="Palatino Linotype" panose="02040502050505030304" pitchFamily="18" charset="0"/>
                          <a:ea typeface="Calibri" panose="020F0502020204030204" pitchFamily="34" charset="0"/>
                          <a:cs typeface="Times New Roman" panose="02020603050405020304" pitchFamily="18" charset="0"/>
                        </a:rPr>
                        <a:t>Fe</a:t>
                      </a:r>
                      <a:r>
                        <a:rPr lang="en-US" sz="2400" b="1" baseline="30000" dirty="0" smtClean="0">
                          <a:solidFill>
                            <a:schemeClr val="tx1"/>
                          </a:solidFill>
                          <a:latin typeface="Palatino Linotype" panose="02040502050505030304" pitchFamily="18" charset="0"/>
                          <a:ea typeface="Calibri" panose="020F0502020204030204" pitchFamily="34" charset="0"/>
                          <a:cs typeface="Times New Roman" panose="02020603050405020304" pitchFamily="18" charset="0"/>
                        </a:rPr>
                        <a:t>3+</a:t>
                      </a:r>
                      <a:endParaRPr lang="en-US" sz="2400" baseline="30000" dirty="0">
                        <a:solidFill>
                          <a:schemeClr val="tx1"/>
                        </a:solidFill>
                        <a:latin typeface="Palatino Linotype" panose="02040502050505030304" pitchFamily="18" charset="0"/>
                      </a:endParaRPr>
                    </a:p>
                  </a:txBody>
                  <a:tcPr anchor="ctr"/>
                </a:tc>
                <a:tc>
                  <a:txBody>
                    <a:bodyPr/>
                    <a:lstStyle/>
                    <a:p>
                      <a:r>
                        <a:rPr lang="en-US" sz="2400" b="1" dirty="0" smtClean="0">
                          <a:solidFill>
                            <a:schemeClr val="tx1"/>
                          </a:solidFill>
                          <a:latin typeface="Palatino Linotype" panose="02040502050505030304" pitchFamily="18" charset="0"/>
                          <a:ea typeface="Calibri" panose="020F0502020204030204" pitchFamily="34" charset="0"/>
                          <a:cs typeface="Times New Roman" panose="02020603050405020304" pitchFamily="18" charset="0"/>
                        </a:rPr>
                        <a:t>ferric</a:t>
                      </a:r>
                      <a:endParaRPr lang="en-US" sz="2400" dirty="0">
                        <a:solidFill>
                          <a:schemeClr val="tx1"/>
                        </a:solidFill>
                        <a:latin typeface="Palatino Linotype" panose="02040502050505030304" pitchFamily="18" charset="0"/>
                      </a:endParaRPr>
                    </a:p>
                  </a:txBody>
                  <a:tcPr anchor="ctr"/>
                </a:tc>
              </a:tr>
              <a:tr h="869867">
                <a:tc>
                  <a:txBody>
                    <a:bodyPr/>
                    <a:lstStyle/>
                    <a:p>
                      <a:r>
                        <a:rPr lang="en-US" sz="2400" b="1" dirty="0" smtClean="0">
                          <a:solidFill>
                            <a:schemeClr val="tx1"/>
                          </a:solidFill>
                          <a:latin typeface="Palatino Linotype" panose="02040502050505030304" pitchFamily="18" charset="0"/>
                        </a:rPr>
                        <a:t>Fe</a:t>
                      </a:r>
                      <a:r>
                        <a:rPr lang="en-US" sz="2400" b="1" baseline="30000" dirty="0" smtClean="0">
                          <a:solidFill>
                            <a:schemeClr val="tx1"/>
                          </a:solidFill>
                          <a:latin typeface="Palatino Linotype" panose="02040502050505030304" pitchFamily="18" charset="0"/>
                        </a:rPr>
                        <a:t>2+</a:t>
                      </a:r>
                      <a:endParaRPr lang="en-US" sz="2400" b="1" dirty="0">
                        <a:solidFill>
                          <a:schemeClr val="tx1"/>
                        </a:solidFill>
                        <a:latin typeface="Palatino Linotype" panose="02040502050505030304" pitchFamily="18" charset="0"/>
                      </a:endParaRPr>
                    </a:p>
                  </a:txBody>
                  <a:tcPr anchor="ctr">
                    <a:solidFill>
                      <a:srgbClr val="9BD4FF"/>
                    </a:solidFill>
                  </a:tcPr>
                </a:tc>
                <a:tc>
                  <a:txBody>
                    <a:bodyPr/>
                    <a:lstStyle/>
                    <a:p>
                      <a:r>
                        <a:rPr lang="en-US" sz="2400" b="1" dirty="0" smtClean="0">
                          <a:solidFill>
                            <a:schemeClr val="tx1"/>
                          </a:solidFill>
                          <a:latin typeface="Palatino Linotype" panose="02040502050505030304" pitchFamily="18" charset="0"/>
                          <a:ea typeface="Calibri" panose="020F0502020204030204" pitchFamily="34" charset="0"/>
                          <a:cs typeface="Times New Roman" panose="02020603050405020304" pitchFamily="18" charset="0"/>
                        </a:rPr>
                        <a:t>ferrous </a:t>
                      </a:r>
                      <a:endParaRPr lang="en-US" sz="2400" dirty="0">
                        <a:solidFill>
                          <a:schemeClr val="tx1"/>
                        </a:solidFill>
                        <a:latin typeface="Palatino Linotype" panose="02040502050505030304" pitchFamily="18" charset="0"/>
                      </a:endParaRPr>
                    </a:p>
                  </a:txBody>
                  <a:tcPr anchor="ctr">
                    <a:solidFill>
                      <a:srgbClr val="9BD4FF"/>
                    </a:solidFill>
                  </a:tcPr>
                </a:tc>
              </a:tr>
              <a:tr h="595340">
                <a:tc>
                  <a:txBody>
                    <a:bodyPr/>
                    <a:lstStyle/>
                    <a:p>
                      <a:r>
                        <a:rPr lang="en-US" sz="2400" b="1" dirty="0" smtClean="0">
                          <a:solidFill>
                            <a:schemeClr val="tx1"/>
                          </a:solidFill>
                          <a:latin typeface="Palatino Linotype" panose="02040502050505030304" pitchFamily="18" charset="0"/>
                          <a:ea typeface="Calibri" panose="020F0502020204030204" pitchFamily="34" charset="0"/>
                          <a:cs typeface="Times New Roman" panose="02020603050405020304" pitchFamily="18" charset="0"/>
                        </a:rPr>
                        <a:t>Sn</a:t>
                      </a:r>
                      <a:r>
                        <a:rPr lang="en-US" sz="2400" b="1" baseline="30000" dirty="0" smtClean="0">
                          <a:solidFill>
                            <a:schemeClr val="tx1"/>
                          </a:solidFill>
                          <a:latin typeface="Palatino Linotype" panose="02040502050505030304" pitchFamily="18" charset="0"/>
                          <a:ea typeface="Calibri" panose="020F0502020204030204" pitchFamily="34" charset="0"/>
                          <a:cs typeface="Times New Roman" panose="02020603050405020304" pitchFamily="18" charset="0"/>
                        </a:rPr>
                        <a:t>4+</a:t>
                      </a:r>
                      <a:endParaRPr lang="en-US" sz="2400" b="1" dirty="0">
                        <a:solidFill>
                          <a:schemeClr val="tx1"/>
                        </a:solidFill>
                        <a:latin typeface="Palatino Linotype" panose="02040502050505030304" pitchFamily="18" charset="0"/>
                      </a:endParaRPr>
                    </a:p>
                  </a:txBody>
                  <a:tcPr anchor="ctr">
                    <a:solidFill>
                      <a:srgbClr val="92D05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b="1" dirty="0" smtClean="0">
                          <a:solidFill>
                            <a:schemeClr val="tx1"/>
                          </a:solidFill>
                          <a:latin typeface="Palatino Linotype" panose="02040502050505030304" pitchFamily="18" charset="0"/>
                          <a:ea typeface="Calibri" panose="020F0502020204030204" pitchFamily="34" charset="0"/>
                          <a:cs typeface="Times New Roman" panose="02020603050405020304" pitchFamily="18" charset="0"/>
                        </a:rPr>
                        <a:t>stannic</a:t>
                      </a:r>
                      <a:endParaRPr lang="en-US" sz="2400" b="1" dirty="0" smtClean="0">
                        <a:solidFill>
                          <a:schemeClr val="tx1"/>
                        </a:solidFill>
                        <a:latin typeface="Palatino Linotype" panose="02040502050505030304" pitchFamily="18" charset="0"/>
                      </a:endParaRPr>
                    </a:p>
                  </a:txBody>
                  <a:tcPr anchor="ctr">
                    <a:solidFill>
                      <a:srgbClr val="92D050"/>
                    </a:solidFill>
                  </a:tcPr>
                </a:tc>
              </a:tr>
              <a:tr h="595340">
                <a:tc>
                  <a:txBody>
                    <a:bodyPr/>
                    <a:lstStyle/>
                    <a:p>
                      <a:r>
                        <a:rPr lang="en-US" sz="2400" b="1" dirty="0" smtClean="0">
                          <a:solidFill>
                            <a:schemeClr val="tx1"/>
                          </a:solidFill>
                          <a:latin typeface="Palatino Linotype" panose="02040502050505030304" pitchFamily="18" charset="0"/>
                        </a:rPr>
                        <a:t>Sn</a:t>
                      </a:r>
                      <a:r>
                        <a:rPr lang="en-US" sz="2400" b="1" baseline="30000" dirty="0" smtClean="0">
                          <a:solidFill>
                            <a:schemeClr val="tx1"/>
                          </a:solidFill>
                          <a:latin typeface="Palatino Linotype" panose="02040502050505030304" pitchFamily="18" charset="0"/>
                        </a:rPr>
                        <a:t>2+</a:t>
                      </a:r>
                      <a:endParaRPr lang="en-US" sz="2400" b="1" baseline="30000" dirty="0">
                        <a:solidFill>
                          <a:schemeClr val="tx1"/>
                        </a:solidFill>
                        <a:latin typeface="Palatino Linotype" panose="02040502050505030304" pitchFamily="18" charset="0"/>
                      </a:endParaRP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b="1" dirty="0" smtClean="0">
                          <a:solidFill>
                            <a:schemeClr val="tx1"/>
                          </a:solidFill>
                          <a:latin typeface="Palatino Linotype" panose="02040502050505030304" pitchFamily="18" charset="0"/>
                          <a:ea typeface="Calibri" panose="020F0502020204030204" pitchFamily="34" charset="0"/>
                          <a:cs typeface="Times New Roman" panose="02020603050405020304" pitchFamily="18" charset="0"/>
                        </a:rPr>
                        <a:t>stannous</a:t>
                      </a:r>
                      <a:r>
                        <a:rPr lang="en-US" sz="2400" b="1" dirty="0" smtClean="0">
                          <a:solidFill>
                            <a:schemeClr val="tx1"/>
                          </a:solidFill>
                          <a:latin typeface="Palatino Linotype" panose="02040502050505030304" pitchFamily="18" charset="0"/>
                        </a:rPr>
                        <a:t> </a:t>
                      </a:r>
                      <a:endParaRPr lang="en-US" sz="2400" b="1" dirty="0">
                        <a:solidFill>
                          <a:schemeClr val="tx1"/>
                        </a:solidFill>
                        <a:latin typeface="Palatino Linotype" panose="02040502050505030304" pitchFamily="18" charset="0"/>
                      </a:endParaRPr>
                    </a:p>
                  </a:txBody>
                  <a:tcPr anchor="ctr"/>
                </a:tc>
              </a:tr>
            </a:tbl>
          </a:graphicData>
        </a:graphic>
      </p:graphicFrame>
    </p:spTree>
    <p:extLst>
      <p:ext uri="{BB962C8B-B14F-4D97-AF65-F5344CB8AC3E}">
        <p14:creationId xmlns:p14="http://schemas.microsoft.com/office/powerpoint/2010/main" val="8160685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84" name="Rectangle 33"/>
          <p:cNvSpPr>
            <a:spLocks noChangeArrowheads="1"/>
          </p:cNvSpPr>
          <p:nvPr/>
        </p:nvSpPr>
        <p:spPr bwMode="auto">
          <a:xfrm>
            <a:off x="3752033" y="3037820"/>
            <a:ext cx="1919287" cy="369332"/>
          </a:xfrm>
          <a:prstGeom prst="rect">
            <a:avLst/>
          </a:prstGeom>
          <a:noFill/>
          <a:ln w="9525">
            <a:noFill/>
            <a:miter lim="800000"/>
            <a:headEnd/>
            <a:tailEnd/>
          </a:ln>
        </p:spPr>
        <p:txBody>
          <a:bodyPr wrap="square" anchor="ctr">
            <a:spAutoFit/>
          </a:bodyPr>
          <a:lstStyle/>
          <a:p>
            <a:pPr algn="ctr"/>
            <a:endParaRPr lang="en-US" b="1" dirty="0">
              <a:solidFill>
                <a:srgbClr val="00B050"/>
              </a:solidFill>
              <a:latin typeface="Palatino Linotype" panose="02040502050505030304" pitchFamily="18" charset="0"/>
            </a:endParaRPr>
          </a:p>
        </p:txBody>
      </p:sp>
      <p:graphicFrame>
        <p:nvGraphicFramePr>
          <p:cNvPr id="2" name="Table 1"/>
          <p:cNvGraphicFramePr>
            <a:graphicFrameLocks noGrp="1"/>
          </p:cNvGraphicFramePr>
          <p:nvPr>
            <p:extLst>
              <p:ext uri="{D42A27DB-BD31-4B8C-83A1-F6EECF244321}">
                <p14:modId xmlns:p14="http://schemas.microsoft.com/office/powerpoint/2010/main" val="417197595"/>
              </p:ext>
            </p:extLst>
          </p:nvPr>
        </p:nvGraphicFramePr>
        <p:xfrm>
          <a:off x="76199" y="76198"/>
          <a:ext cx="9067801" cy="6705603"/>
        </p:xfrm>
        <a:graphic>
          <a:graphicData uri="http://schemas.openxmlformats.org/drawingml/2006/table">
            <a:tbl>
              <a:tblPr firstRow="1" firstCol="1" bandRow="1">
                <a:tableStyleId>{5C22544A-7EE6-4342-B048-85BDC9FD1C3A}</a:tableStyleId>
              </a:tblPr>
              <a:tblGrid>
                <a:gridCol w="1061995"/>
                <a:gridCol w="1878914"/>
                <a:gridCol w="1470454"/>
                <a:gridCol w="1470454"/>
                <a:gridCol w="1470454"/>
                <a:gridCol w="1715530"/>
              </a:tblGrid>
              <a:tr h="897373">
                <a:tc>
                  <a:txBody>
                    <a:bodyPr/>
                    <a:lstStyle/>
                    <a:p>
                      <a:pPr algn="ctr">
                        <a:lnSpc>
                          <a:spcPct val="107000"/>
                        </a:lnSpc>
                        <a:spcAft>
                          <a:spcPts val="0"/>
                        </a:spcAft>
                      </a:pPr>
                      <a:r>
                        <a:rPr lang="en-US" sz="2000" b="1" dirty="0" err="1">
                          <a:effectLst/>
                          <a:latin typeface="Palatino Linotype" panose="02040502050505030304" pitchFamily="18" charset="0"/>
                        </a:rPr>
                        <a:t>Cation</a:t>
                      </a:r>
                      <a:endParaRPr lang="en-US" sz="2000" b="1" dirty="0">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c>
                  <a:txBody>
                    <a:bodyPr/>
                    <a:lstStyle/>
                    <a:p>
                      <a:pPr algn="ctr">
                        <a:lnSpc>
                          <a:spcPct val="107000"/>
                        </a:lnSpc>
                        <a:spcAft>
                          <a:spcPts val="0"/>
                        </a:spcAft>
                      </a:pPr>
                      <a:r>
                        <a:rPr lang="en-US" sz="2000" b="1">
                          <a:effectLst/>
                          <a:latin typeface="Palatino Linotype" panose="02040502050505030304" pitchFamily="18" charset="0"/>
                        </a:rPr>
                        <a:t>Systematic Name</a:t>
                      </a:r>
                      <a:endParaRPr lang="en-US" sz="2000" b="1">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c>
                  <a:txBody>
                    <a:bodyPr/>
                    <a:lstStyle/>
                    <a:p>
                      <a:pPr algn="ctr">
                        <a:lnSpc>
                          <a:spcPct val="107000"/>
                        </a:lnSpc>
                        <a:spcAft>
                          <a:spcPts val="0"/>
                        </a:spcAft>
                      </a:pPr>
                      <a:r>
                        <a:rPr lang="en-US" sz="2000" b="1">
                          <a:effectLst/>
                          <a:latin typeface="Palatino Linotype" panose="02040502050505030304" pitchFamily="18" charset="0"/>
                        </a:rPr>
                        <a:t>Common Name</a:t>
                      </a:r>
                      <a:endParaRPr lang="en-US" sz="2000" b="1">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c>
                  <a:txBody>
                    <a:bodyPr/>
                    <a:lstStyle/>
                    <a:p>
                      <a:pPr algn="ctr">
                        <a:lnSpc>
                          <a:spcPct val="107000"/>
                        </a:lnSpc>
                        <a:spcAft>
                          <a:spcPts val="0"/>
                        </a:spcAft>
                      </a:pPr>
                      <a:r>
                        <a:rPr lang="en-US" sz="2000" b="1">
                          <a:effectLst/>
                          <a:latin typeface="Palatino Linotype" panose="02040502050505030304" pitchFamily="18" charset="0"/>
                        </a:rPr>
                        <a:t>Cation</a:t>
                      </a:r>
                      <a:endParaRPr lang="en-US" sz="2000" b="1">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c>
                  <a:txBody>
                    <a:bodyPr/>
                    <a:lstStyle/>
                    <a:p>
                      <a:pPr algn="ctr">
                        <a:lnSpc>
                          <a:spcPct val="107000"/>
                        </a:lnSpc>
                        <a:spcAft>
                          <a:spcPts val="0"/>
                        </a:spcAft>
                      </a:pPr>
                      <a:r>
                        <a:rPr lang="en-US" sz="2000" b="1">
                          <a:effectLst/>
                          <a:latin typeface="Palatino Linotype" panose="02040502050505030304" pitchFamily="18" charset="0"/>
                        </a:rPr>
                        <a:t>Systematic Name</a:t>
                      </a:r>
                      <a:endParaRPr lang="en-US" sz="2000" b="1">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c>
                  <a:txBody>
                    <a:bodyPr/>
                    <a:lstStyle/>
                    <a:p>
                      <a:pPr algn="ctr">
                        <a:lnSpc>
                          <a:spcPct val="107000"/>
                        </a:lnSpc>
                        <a:spcAft>
                          <a:spcPts val="0"/>
                        </a:spcAft>
                      </a:pPr>
                      <a:r>
                        <a:rPr lang="en-US" sz="2000" b="1">
                          <a:effectLst/>
                          <a:latin typeface="Palatino Linotype" panose="02040502050505030304" pitchFamily="18" charset="0"/>
                        </a:rPr>
                        <a:t>Common Name</a:t>
                      </a:r>
                      <a:endParaRPr lang="en-US" sz="2000" b="1">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r>
              <a:tr h="505859">
                <a:tc>
                  <a:txBody>
                    <a:bodyPr/>
                    <a:lstStyle/>
                    <a:p>
                      <a:pPr>
                        <a:lnSpc>
                          <a:spcPct val="107000"/>
                        </a:lnSpc>
                        <a:spcAft>
                          <a:spcPts val="0"/>
                        </a:spcAft>
                      </a:pPr>
                      <a:r>
                        <a:rPr lang="en-US" sz="2000" b="1" dirty="0">
                          <a:solidFill>
                            <a:schemeClr val="tx1"/>
                          </a:solidFill>
                          <a:effectLst/>
                          <a:latin typeface="Palatino Linotype" panose="02040502050505030304" pitchFamily="18" charset="0"/>
                        </a:rPr>
                        <a:t>Cr</a:t>
                      </a:r>
                      <a:r>
                        <a:rPr lang="en-US" sz="2000" b="1" baseline="30000" dirty="0">
                          <a:solidFill>
                            <a:schemeClr val="tx1"/>
                          </a:solidFill>
                          <a:effectLst/>
                          <a:latin typeface="Palatino Linotype" panose="02040502050505030304" pitchFamily="18" charset="0"/>
                        </a:rPr>
                        <a:t>2+</a:t>
                      </a:r>
                      <a:endParaRPr lang="en-US" sz="2000" b="1" dirty="0">
                        <a:solidFill>
                          <a:schemeClr val="tx1"/>
                        </a:solidFill>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solidFill>
                      <a:srgbClr val="92D050"/>
                    </a:solidFill>
                  </a:tcPr>
                </a:tc>
                <a:tc>
                  <a:txBody>
                    <a:bodyPr/>
                    <a:lstStyle/>
                    <a:p>
                      <a:pPr>
                        <a:lnSpc>
                          <a:spcPct val="107000"/>
                        </a:lnSpc>
                        <a:spcAft>
                          <a:spcPts val="0"/>
                        </a:spcAft>
                      </a:pPr>
                      <a:r>
                        <a:rPr lang="en-US" sz="2000" b="1" dirty="0">
                          <a:effectLst/>
                          <a:latin typeface="Palatino Linotype" panose="02040502050505030304" pitchFamily="18" charset="0"/>
                        </a:rPr>
                        <a:t>chromium(II)</a:t>
                      </a:r>
                      <a:endParaRPr lang="en-US" sz="2000" b="1" dirty="0">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solidFill>
                      <a:srgbClr val="92D050"/>
                    </a:solidFill>
                  </a:tcPr>
                </a:tc>
                <a:tc>
                  <a:txBody>
                    <a:bodyPr/>
                    <a:lstStyle/>
                    <a:p>
                      <a:pPr>
                        <a:lnSpc>
                          <a:spcPct val="107000"/>
                        </a:lnSpc>
                        <a:spcAft>
                          <a:spcPts val="0"/>
                        </a:spcAft>
                      </a:pPr>
                      <a:r>
                        <a:rPr lang="en-US" sz="2000" b="1" dirty="0" err="1">
                          <a:effectLst/>
                          <a:latin typeface="Palatino Linotype" panose="02040502050505030304" pitchFamily="18" charset="0"/>
                        </a:rPr>
                        <a:t>chromous</a:t>
                      </a:r>
                      <a:endParaRPr lang="en-US" sz="2000" b="1" dirty="0">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solidFill>
                      <a:srgbClr val="92D050"/>
                    </a:solidFill>
                  </a:tcPr>
                </a:tc>
                <a:tc>
                  <a:txBody>
                    <a:bodyPr/>
                    <a:lstStyle/>
                    <a:p>
                      <a:pPr>
                        <a:lnSpc>
                          <a:spcPct val="107000"/>
                        </a:lnSpc>
                        <a:spcAft>
                          <a:spcPts val="0"/>
                        </a:spcAft>
                      </a:pPr>
                      <a:r>
                        <a:rPr lang="en-US" sz="2000" b="1">
                          <a:effectLst/>
                          <a:latin typeface="Palatino Linotype" panose="02040502050505030304" pitchFamily="18" charset="0"/>
                        </a:rPr>
                        <a:t>Cu</a:t>
                      </a:r>
                      <a:r>
                        <a:rPr lang="en-US" sz="2000" b="1" baseline="30000">
                          <a:effectLst/>
                          <a:latin typeface="Palatino Linotype" panose="02040502050505030304" pitchFamily="18" charset="0"/>
                        </a:rPr>
                        <a:t>2+</a:t>
                      </a:r>
                      <a:endParaRPr lang="en-US" sz="2000" b="1">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c>
                  <a:txBody>
                    <a:bodyPr/>
                    <a:lstStyle/>
                    <a:p>
                      <a:pPr>
                        <a:lnSpc>
                          <a:spcPct val="107000"/>
                        </a:lnSpc>
                        <a:spcAft>
                          <a:spcPts val="0"/>
                        </a:spcAft>
                      </a:pPr>
                      <a:r>
                        <a:rPr lang="en-US" sz="2000" b="1">
                          <a:effectLst/>
                          <a:latin typeface="Palatino Linotype" panose="02040502050505030304" pitchFamily="18" charset="0"/>
                        </a:rPr>
                        <a:t>copper(II)</a:t>
                      </a:r>
                      <a:endParaRPr lang="en-US" sz="2000" b="1">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c>
                  <a:txBody>
                    <a:bodyPr/>
                    <a:lstStyle/>
                    <a:p>
                      <a:pPr>
                        <a:lnSpc>
                          <a:spcPct val="107000"/>
                        </a:lnSpc>
                        <a:spcAft>
                          <a:spcPts val="0"/>
                        </a:spcAft>
                      </a:pPr>
                      <a:r>
                        <a:rPr lang="en-US" sz="2000" b="1">
                          <a:effectLst/>
                          <a:latin typeface="Palatino Linotype" panose="02040502050505030304" pitchFamily="18" charset="0"/>
                        </a:rPr>
                        <a:t>cupric</a:t>
                      </a:r>
                      <a:endParaRPr lang="en-US" sz="2000" b="1">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r>
              <a:tr h="505859">
                <a:tc>
                  <a:txBody>
                    <a:bodyPr/>
                    <a:lstStyle/>
                    <a:p>
                      <a:pPr>
                        <a:lnSpc>
                          <a:spcPct val="107000"/>
                        </a:lnSpc>
                        <a:spcAft>
                          <a:spcPts val="0"/>
                        </a:spcAft>
                      </a:pPr>
                      <a:r>
                        <a:rPr lang="en-US" sz="2000" b="1" dirty="0">
                          <a:solidFill>
                            <a:schemeClr val="tx1"/>
                          </a:solidFill>
                          <a:effectLst/>
                          <a:latin typeface="Palatino Linotype" panose="02040502050505030304" pitchFamily="18" charset="0"/>
                        </a:rPr>
                        <a:t>Cr</a:t>
                      </a:r>
                      <a:r>
                        <a:rPr lang="en-US" sz="2000" b="1" baseline="30000" dirty="0">
                          <a:solidFill>
                            <a:schemeClr val="tx1"/>
                          </a:solidFill>
                          <a:effectLst/>
                          <a:latin typeface="Palatino Linotype" panose="02040502050505030304" pitchFamily="18" charset="0"/>
                        </a:rPr>
                        <a:t>3+</a:t>
                      </a:r>
                      <a:endParaRPr lang="en-US" sz="2000" b="1" dirty="0">
                        <a:solidFill>
                          <a:schemeClr val="tx1"/>
                        </a:solidFill>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solidFill>
                      <a:schemeClr val="bg2"/>
                    </a:solidFill>
                  </a:tcPr>
                </a:tc>
                <a:tc>
                  <a:txBody>
                    <a:bodyPr/>
                    <a:lstStyle/>
                    <a:p>
                      <a:pPr>
                        <a:lnSpc>
                          <a:spcPct val="107000"/>
                        </a:lnSpc>
                        <a:spcAft>
                          <a:spcPts val="0"/>
                        </a:spcAft>
                      </a:pPr>
                      <a:r>
                        <a:rPr lang="en-US" sz="2000" b="1">
                          <a:effectLst/>
                          <a:latin typeface="Palatino Linotype" panose="02040502050505030304" pitchFamily="18" charset="0"/>
                        </a:rPr>
                        <a:t>chromium(III)</a:t>
                      </a:r>
                      <a:endParaRPr lang="en-US" sz="2000" b="1">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solidFill>
                      <a:schemeClr val="bg2"/>
                    </a:solidFill>
                  </a:tcPr>
                </a:tc>
                <a:tc>
                  <a:txBody>
                    <a:bodyPr/>
                    <a:lstStyle/>
                    <a:p>
                      <a:pPr>
                        <a:lnSpc>
                          <a:spcPct val="107000"/>
                        </a:lnSpc>
                        <a:spcAft>
                          <a:spcPts val="0"/>
                        </a:spcAft>
                      </a:pPr>
                      <a:r>
                        <a:rPr lang="en-US" sz="2000" b="1">
                          <a:effectLst/>
                          <a:latin typeface="Palatino Linotype" panose="02040502050505030304" pitchFamily="18" charset="0"/>
                        </a:rPr>
                        <a:t>chromic</a:t>
                      </a:r>
                      <a:endParaRPr lang="en-US" sz="2000" b="1">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solidFill>
                      <a:schemeClr val="bg2"/>
                    </a:solidFill>
                  </a:tcPr>
                </a:tc>
                <a:tc>
                  <a:txBody>
                    <a:bodyPr/>
                    <a:lstStyle/>
                    <a:p>
                      <a:pPr>
                        <a:lnSpc>
                          <a:spcPct val="107000"/>
                        </a:lnSpc>
                        <a:spcAft>
                          <a:spcPts val="0"/>
                        </a:spcAft>
                      </a:pPr>
                      <a:r>
                        <a:rPr lang="en-US" sz="2000" b="1" dirty="0">
                          <a:effectLst/>
                          <a:latin typeface="Palatino Linotype" panose="02040502050505030304" pitchFamily="18" charset="0"/>
                        </a:rPr>
                        <a:t>Cu</a:t>
                      </a:r>
                      <a:r>
                        <a:rPr lang="en-US" sz="2000" b="1" baseline="30000" dirty="0">
                          <a:effectLst/>
                          <a:latin typeface="Palatino Linotype" panose="02040502050505030304" pitchFamily="18" charset="0"/>
                        </a:rPr>
                        <a:t>+</a:t>
                      </a:r>
                      <a:endParaRPr lang="en-US" sz="2000" b="1" dirty="0">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solidFill>
                      <a:schemeClr val="bg2"/>
                    </a:solidFill>
                  </a:tcPr>
                </a:tc>
                <a:tc>
                  <a:txBody>
                    <a:bodyPr/>
                    <a:lstStyle/>
                    <a:p>
                      <a:pPr>
                        <a:lnSpc>
                          <a:spcPct val="107000"/>
                        </a:lnSpc>
                        <a:spcAft>
                          <a:spcPts val="0"/>
                        </a:spcAft>
                      </a:pPr>
                      <a:r>
                        <a:rPr lang="en-US" sz="2000" b="1">
                          <a:effectLst/>
                          <a:latin typeface="Palatino Linotype" panose="02040502050505030304" pitchFamily="18" charset="0"/>
                        </a:rPr>
                        <a:t>copper(I)</a:t>
                      </a:r>
                      <a:endParaRPr lang="en-US" sz="2000" b="1">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solidFill>
                      <a:schemeClr val="bg2"/>
                    </a:solidFill>
                  </a:tcPr>
                </a:tc>
                <a:tc>
                  <a:txBody>
                    <a:bodyPr/>
                    <a:lstStyle/>
                    <a:p>
                      <a:pPr>
                        <a:lnSpc>
                          <a:spcPct val="107000"/>
                        </a:lnSpc>
                        <a:spcAft>
                          <a:spcPts val="0"/>
                        </a:spcAft>
                      </a:pPr>
                      <a:r>
                        <a:rPr lang="en-US" sz="2000" b="1" dirty="0">
                          <a:effectLst/>
                          <a:latin typeface="Palatino Linotype" panose="02040502050505030304" pitchFamily="18" charset="0"/>
                        </a:rPr>
                        <a:t>cuprous</a:t>
                      </a:r>
                      <a:endParaRPr lang="en-US" sz="2000" b="1" dirty="0">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solidFill>
                      <a:schemeClr val="bg2"/>
                    </a:solidFill>
                  </a:tcPr>
                </a:tc>
              </a:tr>
              <a:tr h="880679">
                <a:tc>
                  <a:txBody>
                    <a:bodyPr/>
                    <a:lstStyle/>
                    <a:p>
                      <a:pPr>
                        <a:lnSpc>
                          <a:spcPct val="107000"/>
                        </a:lnSpc>
                        <a:spcAft>
                          <a:spcPts val="0"/>
                        </a:spcAft>
                      </a:pPr>
                      <a:r>
                        <a:rPr lang="en-US" sz="2000" b="1" dirty="0">
                          <a:solidFill>
                            <a:schemeClr val="tx1"/>
                          </a:solidFill>
                          <a:effectLst/>
                          <a:latin typeface="Palatino Linotype" panose="02040502050505030304" pitchFamily="18" charset="0"/>
                        </a:rPr>
                        <a:t>Mn</a:t>
                      </a:r>
                      <a:r>
                        <a:rPr lang="en-US" sz="2000" b="1" baseline="30000" dirty="0">
                          <a:solidFill>
                            <a:schemeClr val="tx1"/>
                          </a:solidFill>
                          <a:effectLst/>
                          <a:latin typeface="Palatino Linotype" panose="02040502050505030304" pitchFamily="18" charset="0"/>
                        </a:rPr>
                        <a:t>2+</a:t>
                      </a:r>
                      <a:endParaRPr lang="en-US" sz="2000" b="1" dirty="0">
                        <a:solidFill>
                          <a:schemeClr val="tx1"/>
                        </a:solidFill>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solidFill>
                      <a:srgbClr val="92D050"/>
                    </a:solidFill>
                  </a:tcPr>
                </a:tc>
                <a:tc>
                  <a:txBody>
                    <a:bodyPr/>
                    <a:lstStyle/>
                    <a:p>
                      <a:pPr>
                        <a:lnSpc>
                          <a:spcPct val="107000"/>
                        </a:lnSpc>
                        <a:spcAft>
                          <a:spcPts val="0"/>
                        </a:spcAft>
                      </a:pPr>
                      <a:r>
                        <a:rPr lang="en-US" sz="2000" b="1">
                          <a:effectLst/>
                          <a:latin typeface="Palatino Linotype" panose="02040502050505030304" pitchFamily="18" charset="0"/>
                        </a:rPr>
                        <a:t>manganese(II)</a:t>
                      </a:r>
                      <a:endParaRPr lang="en-US" sz="2000" b="1">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solidFill>
                      <a:srgbClr val="92D050"/>
                    </a:solidFill>
                  </a:tcPr>
                </a:tc>
                <a:tc>
                  <a:txBody>
                    <a:bodyPr/>
                    <a:lstStyle/>
                    <a:p>
                      <a:pPr>
                        <a:lnSpc>
                          <a:spcPct val="107000"/>
                        </a:lnSpc>
                        <a:spcAft>
                          <a:spcPts val="0"/>
                        </a:spcAft>
                      </a:pPr>
                      <a:r>
                        <a:rPr lang="en-US" sz="1800" b="1" dirty="0" err="1">
                          <a:effectLst/>
                          <a:latin typeface="Palatino Linotype" panose="02040502050505030304" pitchFamily="18" charset="0"/>
                        </a:rPr>
                        <a:t>manganous</a:t>
                      </a:r>
                      <a:r>
                        <a:rPr lang="en-US" sz="1800" b="1" dirty="0">
                          <a:effectLst/>
                          <a:latin typeface="Palatino Linotype" panose="02040502050505030304" pitchFamily="18" charset="0"/>
                        </a:rPr>
                        <a:t>*</a:t>
                      </a:r>
                      <a:endParaRPr lang="en-US" sz="1800" b="1" dirty="0">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solidFill>
                      <a:srgbClr val="92D050"/>
                    </a:solidFill>
                  </a:tcPr>
                </a:tc>
                <a:tc>
                  <a:txBody>
                    <a:bodyPr/>
                    <a:lstStyle/>
                    <a:p>
                      <a:pPr>
                        <a:lnSpc>
                          <a:spcPct val="107000"/>
                        </a:lnSpc>
                        <a:spcAft>
                          <a:spcPts val="0"/>
                        </a:spcAft>
                      </a:pPr>
                      <a:r>
                        <a:rPr lang="en-US" sz="2000" b="1">
                          <a:effectLst/>
                          <a:latin typeface="Palatino Linotype" panose="02040502050505030304" pitchFamily="18" charset="0"/>
                        </a:rPr>
                        <a:t>Hg</a:t>
                      </a:r>
                      <a:r>
                        <a:rPr lang="en-US" sz="2000" b="1" baseline="30000">
                          <a:effectLst/>
                          <a:latin typeface="Palatino Linotype" panose="02040502050505030304" pitchFamily="18" charset="0"/>
                        </a:rPr>
                        <a:t>2+</a:t>
                      </a:r>
                      <a:endParaRPr lang="en-US" sz="2000" b="1">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c>
                  <a:txBody>
                    <a:bodyPr/>
                    <a:lstStyle/>
                    <a:p>
                      <a:pPr>
                        <a:lnSpc>
                          <a:spcPct val="107000"/>
                        </a:lnSpc>
                        <a:spcAft>
                          <a:spcPts val="0"/>
                        </a:spcAft>
                      </a:pPr>
                      <a:r>
                        <a:rPr lang="en-US" sz="2000" b="1">
                          <a:effectLst/>
                          <a:latin typeface="Palatino Linotype" panose="02040502050505030304" pitchFamily="18" charset="0"/>
                        </a:rPr>
                        <a:t>mercury(II)</a:t>
                      </a:r>
                      <a:endParaRPr lang="en-US" sz="2000" b="1">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c>
                  <a:txBody>
                    <a:bodyPr/>
                    <a:lstStyle/>
                    <a:p>
                      <a:pPr>
                        <a:lnSpc>
                          <a:spcPct val="107000"/>
                        </a:lnSpc>
                        <a:spcAft>
                          <a:spcPts val="0"/>
                        </a:spcAft>
                      </a:pPr>
                      <a:r>
                        <a:rPr lang="en-US" sz="2000" b="1">
                          <a:effectLst/>
                          <a:latin typeface="Palatino Linotype" panose="02040502050505030304" pitchFamily="18" charset="0"/>
                        </a:rPr>
                        <a:t>mercuric</a:t>
                      </a:r>
                      <a:endParaRPr lang="en-US" sz="2000" b="1">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r>
              <a:tr h="897373">
                <a:tc>
                  <a:txBody>
                    <a:bodyPr/>
                    <a:lstStyle/>
                    <a:p>
                      <a:pPr>
                        <a:lnSpc>
                          <a:spcPct val="107000"/>
                        </a:lnSpc>
                        <a:spcAft>
                          <a:spcPts val="0"/>
                        </a:spcAft>
                      </a:pPr>
                      <a:r>
                        <a:rPr lang="en-US" sz="2000" b="1" dirty="0">
                          <a:solidFill>
                            <a:schemeClr val="tx1"/>
                          </a:solidFill>
                          <a:effectLst/>
                          <a:latin typeface="Palatino Linotype" panose="02040502050505030304" pitchFamily="18" charset="0"/>
                        </a:rPr>
                        <a:t>Mn</a:t>
                      </a:r>
                      <a:r>
                        <a:rPr lang="en-US" sz="2000" b="1" baseline="30000" dirty="0">
                          <a:solidFill>
                            <a:schemeClr val="tx1"/>
                          </a:solidFill>
                          <a:effectLst/>
                          <a:latin typeface="Palatino Linotype" panose="02040502050505030304" pitchFamily="18" charset="0"/>
                        </a:rPr>
                        <a:t>3+</a:t>
                      </a:r>
                      <a:endParaRPr lang="en-US" sz="2000" b="1" dirty="0">
                        <a:solidFill>
                          <a:schemeClr val="tx1"/>
                        </a:solidFill>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solidFill>
                      <a:schemeClr val="bg2"/>
                    </a:solidFill>
                  </a:tcPr>
                </a:tc>
                <a:tc>
                  <a:txBody>
                    <a:bodyPr/>
                    <a:lstStyle/>
                    <a:p>
                      <a:pPr>
                        <a:lnSpc>
                          <a:spcPct val="107000"/>
                        </a:lnSpc>
                        <a:spcAft>
                          <a:spcPts val="0"/>
                        </a:spcAft>
                      </a:pPr>
                      <a:r>
                        <a:rPr lang="en-US" sz="2000" b="1">
                          <a:effectLst/>
                          <a:latin typeface="Palatino Linotype" panose="02040502050505030304" pitchFamily="18" charset="0"/>
                        </a:rPr>
                        <a:t>manganese(III)</a:t>
                      </a:r>
                      <a:endParaRPr lang="en-US" sz="2000" b="1">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solidFill>
                      <a:schemeClr val="bg2"/>
                    </a:solidFill>
                  </a:tcPr>
                </a:tc>
                <a:tc>
                  <a:txBody>
                    <a:bodyPr/>
                    <a:lstStyle/>
                    <a:p>
                      <a:pPr>
                        <a:lnSpc>
                          <a:spcPct val="107000"/>
                        </a:lnSpc>
                        <a:spcAft>
                          <a:spcPts val="0"/>
                        </a:spcAft>
                      </a:pPr>
                      <a:r>
                        <a:rPr lang="en-US" sz="2000" b="1">
                          <a:effectLst/>
                          <a:latin typeface="Palatino Linotype" panose="02040502050505030304" pitchFamily="18" charset="0"/>
                        </a:rPr>
                        <a:t>manganic*</a:t>
                      </a:r>
                      <a:endParaRPr lang="en-US" sz="2000" b="1">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solidFill>
                      <a:schemeClr val="bg2"/>
                    </a:solidFill>
                  </a:tcPr>
                </a:tc>
                <a:tc>
                  <a:txBody>
                    <a:bodyPr/>
                    <a:lstStyle/>
                    <a:p>
                      <a:pPr>
                        <a:lnSpc>
                          <a:spcPct val="107000"/>
                        </a:lnSpc>
                        <a:spcAft>
                          <a:spcPts val="0"/>
                        </a:spcAft>
                      </a:pPr>
                      <a:r>
                        <a:rPr lang="en-US" sz="2000" b="1">
                          <a:effectLst/>
                          <a:latin typeface="Palatino Linotype" panose="02040502050505030304" pitchFamily="18" charset="0"/>
                        </a:rPr>
                        <a:t>Hg</a:t>
                      </a:r>
                      <a:r>
                        <a:rPr lang="en-US" sz="2000" b="1" baseline="-25000">
                          <a:effectLst/>
                          <a:latin typeface="Palatino Linotype" panose="02040502050505030304" pitchFamily="18" charset="0"/>
                        </a:rPr>
                        <a:t>2</a:t>
                      </a:r>
                      <a:r>
                        <a:rPr lang="en-US" sz="2000" b="1" baseline="30000">
                          <a:effectLst/>
                          <a:latin typeface="Palatino Linotype" panose="02040502050505030304" pitchFamily="18" charset="0"/>
                        </a:rPr>
                        <a:t>2+</a:t>
                      </a:r>
                      <a:endParaRPr lang="en-US" sz="2000" b="1">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solidFill>
                      <a:schemeClr val="bg2"/>
                    </a:solidFill>
                  </a:tcPr>
                </a:tc>
                <a:tc>
                  <a:txBody>
                    <a:bodyPr/>
                    <a:lstStyle/>
                    <a:p>
                      <a:pPr>
                        <a:lnSpc>
                          <a:spcPct val="107000"/>
                        </a:lnSpc>
                        <a:spcAft>
                          <a:spcPts val="0"/>
                        </a:spcAft>
                      </a:pPr>
                      <a:r>
                        <a:rPr lang="en-US" sz="2000" b="1" dirty="0">
                          <a:effectLst/>
                          <a:latin typeface="Palatino Linotype" panose="02040502050505030304" pitchFamily="18" charset="0"/>
                        </a:rPr>
                        <a:t>mercury(I)</a:t>
                      </a:r>
                      <a:endParaRPr lang="en-US" sz="2000" b="1" dirty="0">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solidFill>
                      <a:schemeClr val="bg2"/>
                    </a:solidFill>
                  </a:tcPr>
                </a:tc>
                <a:tc>
                  <a:txBody>
                    <a:bodyPr/>
                    <a:lstStyle/>
                    <a:p>
                      <a:pPr>
                        <a:lnSpc>
                          <a:spcPct val="107000"/>
                        </a:lnSpc>
                        <a:spcAft>
                          <a:spcPts val="0"/>
                        </a:spcAft>
                      </a:pPr>
                      <a:r>
                        <a:rPr lang="en-US" sz="2000" b="1" dirty="0" err="1">
                          <a:effectLst/>
                          <a:latin typeface="Palatino Linotype" panose="02040502050505030304" pitchFamily="18" charset="0"/>
                        </a:rPr>
                        <a:t>mercurous</a:t>
                      </a:r>
                      <a:r>
                        <a:rPr lang="en-US" sz="2000" b="1" baseline="30000" dirty="0">
                          <a:effectLst/>
                          <a:latin typeface="Palatino Linotype" panose="02040502050505030304" pitchFamily="18" charset="0"/>
                        </a:rPr>
                        <a:t>†</a:t>
                      </a:r>
                      <a:endParaRPr lang="en-US" sz="2000" b="1" dirty="0">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solidFill>
                      <a:schemeClr val="bg2"/>
                    </a:solidFill>
                  </a:tcPr>
                </a:tc>
              </a:tr>
              <a:tr h="505859">
                <a:tc>
                  <a:txBody>
                    <a:bodyPr/>
                    <a:lstStyle/>
                    <a:p>
                      <a:pPr>
                        <a:lnSpc>
                          <a:spcPct val="107000"/>
                        </a:lnSpc>
                        <a:spcAft>
                          <a:spcPts val="0"/>
                        </a:spcAft>
                      </a:pPr>
                      <a:r>
                        <a:rPr lang="en-US" sz="2000" b="1" dirty="0">
                          <a:solidFill>
                            <a:schemeClr val="tx1"/>
                          </a:solidFill>
                          <a:effectLst/>
                          <a:latin typeface="Palatino Linotype" panose="02040502050505030304" pitchFamily="18" charset="0"/>
                        </a:rPr>
                        <a:t>Fe</a:t>
                      </a:r>
                      <a:r>
                        <a:rPr lang="en-US" sz="2000" b="1" baseline="30000" dirty="0">
                          <a:solidFill>
                            <a:schemeClr val="tx1"/>
                          </a:solidFill>
                          <a:effectLst/>
                          <a:latin typeface="Palatino Linotype" panose="02040502050505030304" pitchFamily="18" charset="0"/>
                        </a:rPr>
                        <a:t>2+</a:t>
                      </a:r>
                      <a:endParaRPr lang="en-US" sz="2000" b="1" dirty="0">
                        <a:solidFill>
                          <a:schemeClr val="tx1"/>
                        </a:solidFill>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solidFill>
                      <a:srgbClr val="92D050"/>
                    </a:solidFill>
                  </a:tcPr>
                </a:tc>
                <a:tc>
                  <a:txBody>
                    <a:bodyPr/>
                    <a:lstStyle/>
                    <a:p>
                      <a:pPr>
                        <a:lnSpc>
                          <a:spcPct val="107000"/>
                        </a:lnSpc>
                        <a:spcAft>
                          <a:spcPts val="0"/>
                        </a:spcAft>
                      </a:pPr>
                      <a:r>
                        <a:rPr lang="en-US" sz="2000" b="1">
                          <a:effectLst/>
                          <a:latin typeface="Palatino Linotype" panose="02040502050505030304" pitchFamily="18" charset="0"/>
                        </a:rPr>
                        <a:t>iron(II)</a:t>
                      </a:r>
                      <a:endParaRPr lang="en-US" sz="2000" b="1">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solidFill>
                      <a:srgbClr val="92D050"/>
                    </a:solidFill>
                  </a:tcPr>
                </a:tc>
                <a:tc>
                  <a:txBody>
                    <a:bodyPr/>
                    <a:lstStyle/>
                    <a:p>
                      <a:pPr>
                        <a:lnSpc>
                          <a:spcPct val="107000"/>
                        </a:lnSpc>
                        <a:spcAft>
                          <a:spcPts val="0"/>
                        </a:spcAft>
                      </a:pPr>
                      <a:r>
                        <a:rPr lang="en-US" sz="2000" b="1" dirty="0">
                          <a:effectLst/>
                          <a:latin typeface="Palatino Linotype" panose="02040502050505030304" pitchFamily="18" charset="0"/>
                        </a:rPr>
                        <a:t>ferrous</a:t>
                      </a:r>
                      <a:endParaRPr lang="en-US" sz="2000" b="1" dirty="0">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solidFill>
                      <a:srgbClr val="92D050"/>
                    </a:solidFill>
                  </a:tcPr>
                </a:tc>
                <a:tc>
                  <a:txBody>
                    <a:bodyPr/>
                    <a:lstStyle/>
                    <a:p>
                      <a:pPr>
                        <a:lnSpc>
                          <a:spcPct val="107000"/>
                        </a:lnSpc>
                        <a:spcAft>
                          <a:spcPts val="0"/>
                        </a:spcAft>
                      </a:pPr>
                      <a:r>
                        <a:rPr lang="en-US" sz="2000" b="1">
                          <a:effectLst/>
                          <a:latin typeface="Palatino Linotype" panose="02040502050505030304" pitchFamily="18" charset="0"/>
                        </a:rPr>
                        <a:t>Sn</a:t>
                      </a:r>
                      <a:r>
                        <a:rPr lang="en-US" sz="2000" b="1" baseline="30000">
                          <a:effectLst/>
                          <a:latin typeface="Palatino Linotype" panose="02040502050505030304" pitchFamily="18" charset="0"/>
                        </a:rPr>
                        <a:t>4+</a:t>
                      </a:r>
                      <a:endParaRPr lang="en-US" sz="2000" b="1">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c>
                  <a:txBody>
                    <a:bodyPr/>
                    <a:lstStyle/>
                    <a:p>
                      <a:pPr>
                        <a:lnSpc>
                          <a:spcPct val="107000"/>
                        </a:lnSpc>
                        <a:spcAft>
                          <a:spcPts val="0"/>
                        </a:spcAft>
                      </a:pPr>
                      <a:r>
                        <a:rPr lang="en-US" sz="2000" b="1">
                          <a:effectLst/>
                          <a:latin typeface="Palatino Linotype" panose="02040502050505030304" pitchFamily="18" charset="0"/>
                        </a:rPr>
                        <a:t>tin(IV)</a:t>
                      </a:r>
                      <a:endParaRPr lang="en-US" sz="2000" b="1">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c>
                  <a:txBody>
                    <a:bodyPr/>
                    <a:lstStyle/>
                    <a:p>
                      <a:pPr>
                        <a:lnSpc>
                          <a:spcPct val="107000"/>
                        </a:lnSpc>
                        <a:spcAft>
                          <a:spcPts val="0"/>
                        </a:spcAft>
                      </a:pPr>
                      <a:r>
                        <a:rPr lang="en-US" sz="2000" b="1">
                          <a:effectLst/>
                          <a:latin typeface="Palatino Linotype" panose="02040502050505030304" pitchFamily="18" charset="0"/>
                        </a:rPr>
                        <a:t>stannic</a:t>
                      </a:r>
                      <a:endParaRPr lang="en-US" sz="2000" b="1">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r>
              <a:tr h="505859">
                <a:tc>
                  <a:txBody>
                    <a:bodyPr/>
                    <a:lstStyle/>
                    <a:p>
                      <a:pPr>
                        <a:lnSpc>
                          <a:spcPct val="107000"/>
                        </a:lnSpc>
                        <a:spcAft>
                          <a:spcPts val="0"/>
                        </a:spcAft>
                      </a:pPr>
                      <a:r>
                        <a:rPr lang="en-US" sz="2000" b="1" dirty="0">
                          <a:solidFill>
                            <a:schemeClr val="tx1"/>
                          </a:solidFill>
                          <a:effectLst/>
                          <a:latin typeface="Palatino Linotype" panose="02040502050505030304" pitchFamily="18" charset="0"/>
                        </a:rPr>
                        <a:t>Fe</a:t>
                      </a:r>
                      <a:r>
                        <a:rPr lang="en-US" sz="2000" b="1" baseline="30000" dirty="0">
                          <a:solidFill>
                            <a:schemeClr val="tx1"/>
                          </a:solidFill>
                          <a:effectLst/>
                          <a:latin typeface="Palatino Linotype" panose="02040502050505030304" pitchFamily="18" charset="0"/>
                        </a:rPr>
                        <a:t>3+</a:t>
                      </a:r>
                      <a:endParaRPr lang="en-US" sz="2000" b="1" dirty="0">
                        <a:solidFill>
                          <a:schemeClr val="tx1"/>
                        </a:solidFill>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solidFill>
                      <a:schemeClr val="bg2"/>
                    </a:solidFill>
                  </a:tcPr>
                </a:tc>
                <a:tc>
                  <a:txBody>
                    <a:bodyPr/>
                    <a:lstStyle/>
                    <a:p>
                      <a:pPr>
                        <a:lnSpc>
                          <a:spcPct val="107000"/>
                        </a:lnSpc>
                        <a:spcAft>
                          <a:spcPts val="0"/>
                        </a:spcAft>
                      </a:pPr>
                      <a:r>
                        <a:rPr lang="en-US" sz="2000" b="1">
                          <a:effectLst/>
                          <a:latin typeface="Palatino Linotype" panose="02040502050505030304" pitchFamily="18" charset="0"/>
                        </a:rPr>
                        <a:t>iron(III)</a:t>
                      </a:r>
                      <a:endParaRPr lang="en-US" sz="2000" b="1">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solidFill>
                      <a:schemeClr val="bg2"/>
                    </a:solidFill>
                  </a:tcPr>
                </a:tc>
                <a:tc>
                  <a:txBody>
                    <a:bodyPr/>
                    <a:lstStyle/>
                    <a:p>
                      <a:pPr>
                        <a:lnSpc>
                          <a:spcPct val="107000"/>
                        </a:lnSpc>
                        <a:spcAft>
                          <a:spcPts val="0"/>
                        </a:spcAft>
                      </a:pPr>
                      <a:r>
                        <a:rPr lang="en-US" sz="2000" b="1">
                          <a:effectLst/>
                          <a:latin typeface="Palatino Linotype" panose="02040502050505030304" pitchFamily="18" charset="0"/>
                        </a:rPr>
                        <a:t>ferric</a:t>
                      </a:r>
                      <a:endParaRPr lang="en-US" sz="2000" b="1">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solidFill>
                      <a:schemeClr val="bg2"/>
                    </a:solidFill>
                  </a:tcPr>
                </a:tc>
                <a:tc>
                  <a:txBody>
                    <a:bodyPr/>
                    <a:lstStyle/>
                    <a:p>
                      <a:pPr>
                        <a:lnSpc>
                          <a:spcPct val="107000"/>
                        </a:lnSpc>
                        <a:spcAft>
                          <a:spcPts val="0"/>
                        </a:spcAft>
                      </a:pPr>
                      <a:r>
                        <a:rPr lang="en-US" sz="2000" b="1">
                          <a:effectLst/>
                          <a:latin typeface="Palatino Linotype" panose="02040502050505030304" pitchFamily="18" charset="0"/>
                        </a:rPr>
                        <a:t>Sn</a:t>
                      </a:r>
                      <a:r>
                        <a:rPr lang="en-US" sz="2000" b="1" baseline="30000">
                          <a:effectLst/>
                          <a:latin typeface="Palatino Linotype" panose="02040502050505030304" pitchFamily="18" charset="0"/>
                        </a:rPr>
                        <a:t>2+</a:t>
                      </a:r>
                      <a:endParaRPr lang="en-US" sz="2000" b="1">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solidFill>
                      <a:schemeClr val="bg2"/>
                    </a:solidFill>
                  </a:tcPr>
                </a:tc>
                <a:tc>
                  <a:txBody>
                    <a:bodyPr/>
                    <a:lstStyle/>
                    <a:p>
                      <a:pPr>
                        <a:lnSpc>
                          <a:spcPct val="107000"/>
                        </a:lnSpc>
                        <a:spcAft>
                          <a:spcPts val="0"/>
                        </a:spcAft>
                      </a:pPr>
                      <a:r>
                        <a:rPr lang="en-US" sz="2000" b="1">
                          <a:effectLst/>
                          <a:latin typeface="Palatino Linotype" panose="02040502050505030304" pitchFamily="18" charset="0"/>
                        </a:rPr>
                        <a:t>tin(II)</a:t>
                      </a:r>
                      <a:endParaRPr lang="en-US" sz="2000" b="1">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solidFill>
                      <a:schemeClr val="bg2"/>
                    </a:solidFill>
                  </a:tcPr>
                </a:tc>
                <a:tc>
                  <a:txBody>
                    <a:bodyPr/>
                    <a:lstStyle/>
                    <a:p>
                      <a:pPr>
                        <a:lnSpc>
                          <a:spcPct val="107000"/>
                        </a:lnSpc>
                        <a:spcAft>
                          <a:spcPts val="0"/>
                        </a:spcAft>
                      </a:pPr>
                      <a:r>
                        <a:rPr lang="en-US" sz="2000" b="1" dirty="0">
                          <a:effectLst/>
                          <a:latin typeface="Palatino Linotype" panose="02040502050505030304" pitchFamily="18" charset="0"/>
                        </a:rPr>
                        <a:t>stannous</a:t>
                      </a:r>
                      <a:endParaRPr lang="en-US" sz="2000" b="1" dirty="0">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solidFill>
                      <a:schemeClr val="bg2"/>
                    </a:solidFill>
                  </a:tcPr>
                </a:tc>
              </a:tr>
              <a:tr h="505859">
                <a:tc>
                  <a:txBody>
                    <a:bodyPr/>
                    <a:lstStyle/>
                    <a:p>
                      <a:pPr>
                        <a:lnSpc>
                          <a:spcPct val="107000"/>
                        </a:lnSpc>
                        <a:spcAft>
                          <a:spcPts val="0"/>
                        </a:spcAft>
                      </a:pPr>
                      <a:r>
                        <a:rPr lang="en-US" sz="2000" b="1" dirty="0">
                          <a:solidFill>
                            <a:schemeClr val="tx1"/>
                          </a:solidFill>
                          <a:effectLst/>
                          <a:latin typeface="Palatino Linotype" panose="02040502050505030304" pitchFamily="18" charset="0"/>
                        </a:rPr>
                        <a:t>Co</a:t>
                      </a:r>
                      <a:r>
                        <a:rPr lang="en-US" sz="2000" b="1" baseline="30000" dirty="0">
                          <a:solidFill>
                            <a:schemeClr val="tx1"/>
                          </a:solidFill>
                          <a:effectLst/>
                          <a:latin typeface="Palatino Linotype" panose="02040502050505030304" pitchFamily="18" charset="0"/>
                        </a:rPr>
                        <a:t>2+</a:t>
                      </a:r>
                      <a:endParaRPr lang="en-US" sz="2000" b="1" dirty="0">
                        <a:solidFill>
                          <a:schemeClr val="tx1"/>
                        </a:solidFill>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solidFill>
                      <a:srgbClr val="92D050"/>
                    </a:solidFill>
                  </a:tcPr>
                </a:tc>
                <a:tc>
                  <a:txBody>
                    <a:bodyPr/>
                    <a:lstStyle/>
                    <a:p>
                      <a:pPr>
                        <a:lnSpc>
                          <a:spcPct val="107000"/>
                        </a:lnSpc>
                        <a:spcAft>
                          <a:spcPts val="0"/>
                        </a:spcAft>
                      </a:pPr>
                      <a:r>
                        <a:rPr lang="en-US" sz="2000" b="1">
                          <a:effectLst/>
                          <a:latin typeface="Palatino Linotype" panose="02040502050505030304" pitchFamily="18" charset="0"/>
                        </a:rPr>
                        <a:t>cobalt(II)</a:t>
                      </a:r>
                      <a:endParaRPr lang="en-US" sz="2000" b="1">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solidFill>
                      <a:srgbClr val="92D050"/>
                    </a:solidFill>
                  </a:tcPr>
                </a:tc>
                <a:tc>
                  <a:txBody>
                    <a:bodyPr/>
                    <a:lstStyle/>
                    <a:p>
                      <a:pPr>
                        <a:lnSpc>
                          <a:spcPct val="107000"/>
                        </a:lnSpc>
                        <a:spcAft>
                          <a:spcPts val="0"/>
                        </a:spcAft>
                      </a:pPr>
                      <a:r>
                        <a:rPr lang="en-US" sz="2000" b="1" dirty="0">
                          <a:effectLst/>
                          <a:latin typeface="Palatino Linotype" panose="02040502050505030304" pitchFamily="18" charset="0"/>
                        </a:rPr>
                        <a:t>cobaltous*</a:t>
                      </a:r>
                      <a:endParaRPr lang="en-US" sz="2000" b="1" dirty="0">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solidFill>
                      <a:srgbClr val="92D050"/>
                    </a:solidFill>
                  </a:tcPr>
                </a:tc>
                <a:tc>
                  <a:txBody>
                    <a:bodyPr/>
                    <a:lstStyle/>
                    <a:p>
                      <a:pPr>
                        <a:lnSpc>
                          <a:spcPct val="107000"/>
                        </a:lnSpc>
                        <a:spcAft>
                          <a:spcPts val="0"/>
                        </a:spcAft>
                      </a:pPr>
                      <a:r>
                        <a:rPr lang="en-US" sz="2000" b="1">
                          <a:effectLst/>
                          <a:latin typeface="Palatino Linotype" panose="02040502050505030304" pitchFamily="18" charset="0"/>
                        </a:rPr>
                        <a:t>Pb</a:t>
                      </a:r>
                      <a:r>
                        <a:rPr lang="en-US" sz="2000" b="1" baseline="30000">
                          <a:effectLst/>
                          <a:latin typeface="Palatino Linotype" panose="02040502050505030304" pitchFamily="18" charset="0"/>
                        </a:rPr>
                        <a:t>4+</a:t>
                      </a:r>
                      <a:endParaRPr lang="en-US" sz="2000" b="1">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c>
                  <a:txBody>
                    <a:bodyPr/>
                    <a:lstStyle/>
                    <a:p>
                      <a:pPr>
                        <a:lnSpc>
                          <a:spcPct val="107000"/>
                        </a:lnSpc>
                        <a:spcAft>
                          <a:spcPts val="0"/>
                        </a:spcAft>
                      </a:pPr>
                      <a:r>
                        <a:rPr lang="en-US" sz="2000" b="1">
                          <a:effectLst/>
                          <a:latin typeface="Palatino Linotype" panose="02040502050505030304" pitchFamily="18" charset="0"/>
                        </a:rPr>
                        <a:t>lead(IV)</a:t>
                      </a:r>
                      <a:endParaRPr lang="en-US" sz="2000" b="1">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c>
                  <a:txBody>
                    <a:bodyPr/>
                    <a:lstStyle/>
                    <a:p>
                      <a:pPr>
                        <a:lnSpc>
                          <a:spcPct val="107000"/>
                        </a:lnSpc>
                        <a:spcAft>
                          <a:spcPts val="0"/>
                        </a:spcAft>
                      </a:pPr>
                      <a:r>
                        <a:rPr lang="en-US" sz="2000" b="1">
                          <a:effectLst/>
                          <a:latin typeface="Palatino Linotype" panose="02040502050505030304" pitchFamily="18" charset="0"/>
                        </a:rPr>
                        <a:t>plumbic*</a:t>
                      </a:r>
                      <a:endParaRPr lang="en-US" sz="2000" b="1">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r>
              <a:tr h="505859">
                <a:tc>
                  <a:txBody>
                    <a:bodyPr/>
                    <a:lstStyle/>
                    <a:p>
                      <a:pPr>
                        <a:lnSpc>
                          <a:spcPct val="107000"/>
                        </a:lnSpc>
                        <a:spcAft>
                          <a:spcPts val="0"/>
                        </a:spcAft>
                      </a:pPr>
                      <a:r>
                        <a:rPr lang="en-US" sz="2000" b="1" dirty="0">
                          <a:solidFill>
                            <a:schemeClr val="tx1"/>
                          </a:solidFill>
                          <a:effectLst/>
                          <a:latin typeface="Palatino Linotype" panose="02040502050505030304" pitchFamily="18" charset="0"/>
                        </a:rPr>
                        <a:t>Co</a:t>
                      </a:r>
                      <a:r>
                        <a:rPr lang="en-US" sz="2000" b="1" baseline="30000" dirty="0">
                          <a:solidFill>
                            <a:schemeClr val="tx1"/>
                          </a:solidFill>
                          <a:effectLst/>
                          <a:latin typeface="Palatino Linotype" panose="02040502050505030304" pitchFamily="18" charset="0"/>
                        </a:rPr>
                        <a:t>3+</a:t>
                      </a:r>
                      <a:endParaRPr lang="en-US" sz="2000" b="1" dirty="0">
                        <a:solidFill>
                          <a:schemeClr val="tx1"/>
                        </a:solidFill>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solidFill>
                      <a:schemeClr val="bg2"/>
                    </a:solidFill>
                  </a:tcPr>
                </a:tc>
                <a:tc>
                  <a:txBody>
                    <a:bodyPr/>
                    <a:lstStyle/>
                    <a:p>
                      <a:pPr>
                        <a:lnSpc>
                          <a:spcPct val="107000"/>
                        </a:lnSpc>
                        <a:spcAft>
                          <a:spcPts val="0"/>
                        </a:spcAft>
                      </a:pPr>
                      <a:r>
                        <a:rPr lang="en-US" sz="2000" b="1">
                          <a:effectLst/>
                          <a:latin typeface="Palatino Linotype" panose="02040502050505030304" pitchFamily="18" charset="0"/>
                        </a:rPr>
                        <a:t>cobalt(III)</a:t>
                      </a:r>
                      <a:endParaRPr lang="en-US" sz="2000" b="1">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solidFill>
                      <a:schemeClr val="bg2"/>
                    </a:solidFill>
                  </a:tcPr>
                </a:tc>
                <a:tc>
                  <a:txBody>
                    <a:bodyPr/>
                    <a:lstStyle/>
                    <a:p>
                      <a:pPr>
                        <a:lnSpc>
                          <a:spcPct val="107000"/>
                        </a:lnSpc>
                        <a:spcAft>
                          <a:spcPts val="0"/>
                        </a:spcAft>
                      </a:pPr>
                      <a:r>
                        <a:rPr lang="en-US" sz="2000" b="1">
                          <a:effectLst/>
                          <a:latin typeface="Palatino Linotype" panose="02040502050505030304" pitchFamily="18" charset="0"/>
                        </a:rPr>
                        <a:t>cobaltic*</a:t>
                      </a:r>
                      <a:endParaRPr lang="en-US" sz="2000" b="1">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solidFill>
                      <a:schemeClr val="bg2"/>
                    </a:solidFill>
                  </a:tcPr>
                </a:tc>
                <a:tc>
                  <a:txBody>
                    <a:bodyPr/>
                    <a:lstStyle/>
                    <a:p>
                      <a:pPr>
                        <a:lnSpc>
                          <a:spcPct val="107000"/>
                        </a:lnSpc>
                        <a:spcAft>
                          <a:spcPts val="0"/>
                        </a:spcAft>
                      </a:pPr>
                      <a:r>
                        <a:rPr lang="en-US" sz="2000" b="1">
                          <a:effectLst/>
                          <a:latin typeface="Palatino Linotype" panose="02040502050505030304" pitchFamily="18" charset="0"/>
                        </a:rPr>
                        <a:t>Pb</a:t>
                      </a:r>
                      <a:r>
                        <a:rPr lang="en-US" sz="2000" b="1" baseline="30000">
                          <a:effectLst/>
                          <a:latin typeface="Palatino Linotype" panose="02040502050505030304" pitchFamily="18" charset="0"/>
                        </a:rPr>
                        <a:t>2+</a:t>
                      </a:r>
                      <a:endParaRPr lang="en-US" sz="2000" b="1">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solidFill>
                      <a:schemeClr val="bg2"/>
                    </a:solidFill>
                  </a:tcPr>
                </a:tc>
                <a:tc>
                  <a:txBody>
                    <a:bodyPr/>
                    <a:lstStyle/>
                    <a:p>
                      <a:pPr>
                        <a:lnSpc>
                          <a:spcPct val="107000"/>
                        </a:lnSpc>
                        <a:spcAft>
                          <a:spcPts val="0"/>
                        </a:spcAft>
                      </a:pPr>
                      <a:r>
                        <a:rPr lang="en-US" sz="2000" b="1">
                          <a:effectLst/>
                          <a:latin typeface="Palatino Linotype" panose="02040502050505030304" pitchFamily="18" charset="0"/>
                        </a:rPr>
                        <a:t>lead(II)</a:t>
                      </a:r>
                      <a:endParaRPr lang="en-US" sz="2000" b="1">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solidFill>
                      <a:schemeClr val="bg2"/>
                    </a:solidFill>
                  </a:tcPr>
                </a:tc>
                <a:tc>
                  <a:txBody>
                    <a:bodyPr/>
                    <a:lstStyle/>
                    <a:p>
                      <a:pPr>
                        <a:lnSpc>
                          <a:spcPct val="107000"/>
                        </a:lnSpc>
                        <a:spcAft>
                          <a:spcPts val="0"/>
                        </a:spcAft>
                      </a:pPr>
                      <a:r>
                        <a:rPr lang="en-US" sz="2000" b="1" dirty="0" err="1">
                          <a:effectLst/>
                          <a:latin typeface="Palatino Linotype" panose="02040502050505030304" pitchFamily="18" charset="0"/>
                        </a:rPr>
                        <a:t>plumbous</a:t>
                      </a:r>
                      <a:r>
                        <a:rPr lang="en-US" sz="2000" b="1" dirty="0">
                          <a:effectLst/>
                          <a:latin typeface="Palatino Linotype" panose="02040502050505030304" pitchFamily="18" charset="0"/>
                        </a:rPr>
                        <a:t>*</a:t>
                      </a:r>
                      <a:endParaRPr lang="en-US" sz="2000" b="1" dirty="0">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solidFill>
                      <a:schemeClr val="bg2"/>
                    </a:solidFill>
                  </a:tcPr>
                </a:tc>
              </a:tr>
              <a:tr h="489165">
                <a:tc gridSpan="6">
                  <a:txBody>
                    <a:bodyPr/>
                    <a:lstStyle/>
                    <a:p>
                      <a:pPr algn="ctr">
                        <a:lnSpc>
                          <a:spcPct val="107000"/>
                        </a:lnSpc>
                        <a:spcAft>
                          <a:spcPts val="0"/>
                        </a:spcAft>
                      </a:pPr>
                      <a:r>
                        <a:rPr lang="en-US" sz="2000" b="1" dirty="0">
                          <a:solidFill>
                            <a:srgbClr val="0D0A98"/>
                          </a:solidFill>
                          <a:effectLst/>
                          <a:latin typeface="Palatino Linotype" panose="02040502050505030304" pitchFamily="18" charset="0"/>
                        </a:rPr>
                        <a:t>* </a:t>
                      </a:r>
                      <a:r>
                        <a:rPr lang="en-US" sz="2000" b="1" dirty="0" err="1" smtClean="0">
                          <a:solidFill>
                            <a:srgbClr val="0D0A98"/>
                          </a:solidFill>
                          <a:effectLst/>
                          <a:latin typeface="Palatino Linotype" panose="02040502050505030304" pitchFamily="18" charset="0"/>
                        </a:rPr>
                        <a:t>Không</a:t>
                      </a:r>
                      <a:r>
                        <a:rPr lang="en-US" sz="2000" b="1" baseline="0" dirty="0" smtClean="0">
                          <a:solidFill>
                            <a:srgbClr val="0D0A98"/>
                          </a:solidFill>
                          <a:effectLst/>
                          <a:latin typeface="Palatino Linotype" panose="02040502050505030304" pitchFamily="18" charset="0"/>
                        </a:rPr>
                        <a:t> </a:t>
                      </a:r>
                      <a:r>
                        <a:rPr lang="en-US" sz="2000" b="1" baseline="0" dirty="0" err="1" smtClean="0">
                          <a:solidFill>
                            <a:srgbClr val="0D0A98"/>
                          </a:solidFill>
                          <a:effectLst/>
                          <a:latin typeface="Palatino Linotype" panose="02040502050505030304" pitchFamily="18" charset="0"/>
                        </a:rPr>
                        <a:t>được</a:t>
                      </a:r>
                      <a:r>
                        <a:rPr lang="en-US" sz="2000" b="1" baseline="0" dirty="0" smtClean="0">
                          <a:solidFill>
                            <a:srgbClr val="0D0A98"/>
                          </a:solidFill>
                          <a:effectLst/>
                          <a:latin typeface="Palatino Linotype" panose="02040502050505030304" pitchFamily="18" charset="0"/>
                        </a:rPr>
                        <a:t> </a:t>
                      </a:r>
                      <a:r>
                        <a:rPr lang="en-US" sz="2000" b="1" baseline="0" dirty="0" err="1" smtClean="0">
                          <a:solidFill>
                            <a:srgbClr val="0D0A98"/>
                          </a:solidFill>
                          <a:effectLst/>
                          <a:latin typeface="Palatino Linotype" panose="02040502050505030304" pitchFamily="18" charset="0"/>
                        </a:rPr>
                        <a:t>sử</a:t>
                      </a:r>
                      <a:r>
                        <a:rPr lang="en-US" sz="2000" b="1" baseline="0" dirty="0" smtClean="0">
                          <a:solidFill>
                            <a:srgbClr val="0D0A98"/>
                          </a:solidFill>
                          <a:effectLst/>
                          <a:latin typeface="Palatino Linotype" panose="02040502050505030304" pitchFamily="18" charset="0"/>
                        </a:rPr>
                        <a:t> </a:t>
                      </a:r>
                      <a:r>
                        <a:rPr lang="en-US" sz="2000" b="1" baseline="0" dirty="0" err="1" smtClean="0">
                          <a:solidFill>
                            <a:srgbClr val="0D0A98"/>
                          </a:solidFill>
                          <a:effectLst/>
                          <a:latin typeface="Palatino Linotype" panose="02040502050505030304" pitchFamily="18" charset="0"/>
                        </a:rPr>
                        <a:t>dụng</a:t>
                      </a:r>
                      <a:r>
                        <a:rPr lang="en-US" sz="2000" b="1" baseline="0" dirty="0" smtClean="0">
                          <a:solidFill>
                            <a:srgbClr val="0D0A98"/>
                          </a:solidFill>
                          <a:effectLst/>
                          <a:latin typeface="Palatino Linotype" panose="02040502050505030304" pitchFamily="18" charset="0"/>
                        </a:rPr>
                        <a:t> </a:t>
                      </a:r>
                      <a:r>
                        <a:rPr lang="en-US" sz="2000" b="1" baseline="0" dirty="0" err="1" smtClean="0">
                          <a:solidFill>
                            <a:srgbClr val="0D0A98"/>
                          </a:solidFill>
                          <a:effectLst/>
                          <a:latin typeface="Palatino Linotype" panose="02040502050505030304" pitchFamily="18" charset="0"/>
                        </a:rPr>
                        <a:t>rộng</a:t>
                      </a:r>
                      <a:r>
                        <a:rPr lang="en-US" sz="2000" b="1" baseline="0" dirty="0" smtClean="0">
                          <a:solidFill>
                            <a:srgbClr val="0D0A98"/>
                          </a:solidFill>
                          <a:effectLst/>
                          <a:latin typeface="Palatino Linotype" panose="02040502050505030304" pitchFamily="18" charset="0"/>
                        </a:rPr>
                        <a:t> </a:t>
                      </a:r>
                      <a:r>
                        <a:rPr lang="en-US" sz="2000" b="1" baseline="0" dirty="0" err="1" smtClean="0">
                          <a:solidFill>
                            <a:srgbClr val="0D0A98"/>
                          </a:solidFill>
                          <a:effectLst/>
                          <a:latin typeface="Palatino Linotype" panose="02040502050505030304" pitchFamily="18" charset="0"/>
                        </a:rPr>
                        <a:t>rãi</a:t>
                      </a:r>
                      <a:endParaRPr lang="en-US" sz="2000" b="1" dirty="0">
                        <a:solidFill>
                          <a:srgbClr val="0D0A98"/>
                        </a:solidFill>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505859">
                <a:tc gridSpan="6">
                  <a:txBody>
                    <a:bodyPr/>
                    <a:lstStyle/>
                    <a:p>
                      <a:pPr algn="ctr">
                        <a:lnSpc>
                          <a:spcPct val="107000"/>
                        </a:lnSpc>
                        <a:spcAft>
                          <a:spcPts val="0"/>
                        </a:spcAft>
                      </a:pPr>
                      <a:r>
                        <a:rPr lang="en-US" sz="2000" b="1" baseline="30000" dirty="0" smtClean="0">
                          <a:solidFill>
                            <a:srgbClr val="0D0A98"/>
                          </a:solidFill>
                          <a:effectLst/>
                          <a:latin typeface="Palatino Linotype" panose="02040502050505030304" pitchFamily="18" charset="0"/>
                        </a:rPr>
                        <a:t>†</a:t>
                      </a:r>
                      <a:r>
                        <a:rPr lang="en-US" sz="2000" b="1" dirty="0" smtClean="0">
                          <a:solidFill>
                            <a:srgbClr val="0D0A98"/>
                          </a:solidFill>
                          <a:effectLst/>
                          <a:latin typeface="Palatino Linotype" panose="02040502050505030304" pitchFamily="18" charset="0"/>
                        </a:rPr>
                        <a:t> </a:t>
                      </a:r>
                      <a:r>
                        <a:rPr lang="en-US" sz="2000" b="1" dirty="0">
                          <a:solidFill>
                            <a:srgbClr val="0D0A98"/>
                          </a:solidFill>
                          <a:effectLst/>
                          <a:latin typeface="Palatino Linotype" panose="02040502050505030304" pitchFamily="18" charset="0"/>
                        </a:rPr>
                        <a:t>mercury(I) </a:t>
                      </a:r>
                      <a:r>
                        <a:rPr lang="en-US" sz="2000" b="1" dirty="0" smtClean="0">
                          <a:solidFill>
                            <a:srgbClr val="0D0A98"/>
                          </a:solidFill>
                          <a:effectLst/>
                          <a:latin typeface="Palatino Linotype" panose="02040502050505030304" pitchFamily="18" charset="0"/>
                        </a:rPr>
                        <a:t>ion </a:t>
                      </a:r>
                      <a:r>
                        <a:rPr lang="en-US" sz="2000" b="1" dirty="0" err="1" smtClean="0">
                          <a:solidFill>
                            <a:srgbClr val="0D0A98"/>
                          </a:solidFill>
                          <a:effectLst/>
                          <a:latin typeface="Palatino Linotype" panose="02040502050505030304" pitchFamily="18" charset="0"/>
                        </a:rPr>
                        <a:t>chỉ</a:t>
                      </a:r>
                      <a:r>
                        <a:rPr lang="en-US" sz="2000" b="1" baseline="0" dirty="0" smtClean="0">
                          <a:solidFill>
                            <a:srgbClr val="0D0A98"/>
                          </a:solidFill>
                          <a:effectLst/>
                          <a:latin typeface="Palatino Linotype" panose="02040502050505030304" pitchFamily="18" charset="0"/>
                        </a:rPr>
                        <a:t> </a:t>
                      </a:r>
                      <a:r>
                        <a:rPr lang="en-US" sz="2000" b="1" baseline="0" dirty="0" err="1" smtClean="0">
                          <a:solidFill>
                            <a:srgbClr val="0D0A98"/>
                          </a:solidFill>
                          <a:effectLst/>
                          <a:latin typeface="Palatino Linotype" panose="02040502050505030304" pitchFamily="18" charset="0"/>
                        </a:rPr>
                        <a:t>tồn</a:t>
                      </a:r>
                      <a:r>
                        <a:rPr lang="en-US" sz="2000" b="1" baseline="0" dirty="0" smtClean="0">
                          <a:solidFill>
                            <a:srgbClr val="0D0A98"/>
                          </a:solidFill>
                          <a:effectLst/>
                          <a:latin typeface="Palatino Linotype" panose="02040502050505030304" pitchFamily="18" charset="0"/>
                        </a:rPr>
                        <a:t> </a:t>
                      </a:r>
                      <a:r>
                        <a:rPr lang="en-US" sz="2000" b="1" baseline="0" dirty="0" err="1" smtClean="0">
                          <a:solidFill>
                            <a:srgbClr val="0D0A98"/>
                          </a:solidFill>
                          <a:effectLst/>
                          <a:latin typeface="Palatino Linotype" panose="02040502050505030304" pitchFamily="18" charset="0"/>
                        </a:rPr>
                        <a:t>tại</a:t>
                      </a:r>
                      <a:r>
                        <a:rPr lang="en-US" sz="2000" b="1" baseline="0" dirty="0" smtClean="0">
                          <a:solidFill>
                            <a:srgbClr val="0D0A98"/>
                          </a:solidFill>
                          <a:effectLst/>
                          <a:latin typeface="Palatino Linotype" panose="02040502050505030304" pitchFamily="18" charset="0"/>
                        </a:rPr>
                        <a:t> ở </a:t>
                      </a:r>
                      <a:r>
                        <a:rPr lang="en-US" sz="2000" b="1" baseline="0" dirty="0" err="1" smtClean="0">
                          <a:solidFill>
                            <a:srgbClr val="0D0A98"/>
                          </a:solidFill>
                          <a:effectLst/>
                          <a:latin typeface="Palatino Linotype" panose="02040502050505030304" pitchFamily="18" charset="0"/>
                        </a:rPr>
                        <a:t>trạng</a:t>
                      </a:r>
                      <a:r>
                        <a:rPr lang="en-US" sz="2000" b="1" baseline="0" dirty="0" smtClean="0">
                          <a:solidFill>
                            <a:srgbClr val="0D0A98"/>
                          </a:solidFill>
                          <a:effectLst/>
                          <a:latin typeface="Palatino Linotype" panose="02040502050505030304" pitchFamily="18" charset="0"/>
                        </a:rPr>
                        <a:t> </a:t>
                      </a:r>
                      <a:r>
                        <a:rPr lang="en-US" sz="2000" b="1" baseline="0" dirty="0" err="1" smtClean="0">
                          <a:solidFill>
                            <a:srgbClr val="0D0A98"/>
                          </a:solidFill>
                          <a:effectLst/>
                          <a:latin typeface="Palatino Linotype" panose="02040502050505030304" pitchFamily="18" charset="0"/>
                        </a:rPr>
                        <a:t>thái</a:t>
                      </a:r>
                      <a:r>
                        <a:rPr lang="en-US" sz="2000" b="1" baseline="0" dirty="0" smtClean="0">
                          <a:solidFill>
                            <a:srgbClr val="0D0A98"/>
                          </a:solidFill>
                          <a:effectLst/>
                          <a:latin typeface="Palatino Linotype" panose="02040502050505030304" pitchFamily="18" charset="0"/>
                        </a:rPr>
                        <a:t> </a:t>
                      </a:r>
                      <a:r>
                        <a:rPr lang="en-US" sz="2000" b="1" baseline="0" dirty="0" err="1" smtClean="0">
                          <a:solidFill>
                            <a:srgbClr val="0D0A98"/>
                          </a:solidFill>
                          <a:effectLst/>
                          <a:latin typeface="Palatino Linotype" panose="02040502050505030304" pitchFamily="18" charset="0"/>
                        </a:rPr>
                        <a:t>khí</a:t>
                      </a:r>
                      <a:endParaRPr lang="en-US" sz="2000" b="1" dirty="0">
                        <a:solidFill>
                          <a:srgbClr val="0D0A98"/>
                        </a:solidFill>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bl>
          </a:graphicData>
        </a:graphic>
      </p:graphicFrame>
    </p:spTree>
    <p:extLst>
      <p:ext uri="{BB962C8B-B14F-4D97-AF65-F5344CB8AC3E}">
        <p14:creationId xmlns:p14="http://schemas.microsoft.com/office/powerpoint/2010/main" val="30200342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84" name="Rectangle 33"/>
          <p:cNvSpPr>
            <a:spLocks noChangeArrowheads="1"/>
          </p:cNvSpPr>
          <p:nvPr/>
        </p:nvSpPr>
        <p:spPr bwMode="auto">
          <a:xfrm>
            <a:off x="3752033" y="3037820"/>
            <a:ext cx="1919287" cy="369332"/>
          </a:xfrm>
          <a:prstGeom prst="rect">
            <a:avLst/>
          </a:prstGeom>
          <a:noFill/>
          <a:ln w="9525">
            <a:noFill/>
            <a:miter lim="800000"/>
            <a:headEnd/>
            <a:tailEnd/>
          </a:ln>
        </p:spPr>
        <p:txBody>
          <a:bodyPr wrap="square" anchor="ctr">
            <a:spAutoFit/>
          </a:bodyPr>
          <a:lstStyle/>
          <a:p>
            <a:pPr algn="ctr"/>
            <a:endParaRPr lang="en-US" b="1" dirty="0">
              <a:solidFill>
                <a:srgbClr val="00B050"/>
              </a:solidFill>
              <a:latin typeface="Palatino Linotype" panose="02040502050505030304" pitchFamily="18" charset="0"/>
            </a:endParaRPr>
          </a:p>
        </p:txBody>
      </p:sp>
      <p:graphicFrame>
        <p:nvGraphicFramePr>
          <p:cNvPr id="3" name="Table 2"/>
          <p:cNvGraphicFramePr>
            <a:graphicFrameLocks noGrp="1"/>
          </p:cNvGraphicFramePr>
          <p:nvPr>
            <p:extLst>
              <p:ext uri="{D42A27DB-BD31-4B8C-83A1-F6EECF244321}">
                <p14:modId xmlns:p14="http://schemas.microsoft.com/office/powerpoint/2010/main" val="3855813516"/>
              </p:ext>
            </p:extLst>
          </p:nvPr>
        </p:nvGraphicFramePr>
        <p:xfrm>
          <a:off x="1905000" y="1317248"/>
          <a:ext cx="5867400" cy="2340352"/>
        </p:xfrm>
        <a:graphic>
          <a:graphicData uri="http://schemas.openxmlformats.org/drawingml/2006/table">
            <a:tbl>
              <a:tblPr firstRow="1" firstCol="1" bandRow="1">
                <a:tableStyleId>{5C22544A-7EE6-4342-B048-85BDC9FD1C3A}</a:tableStyleId>
              </a:tblPr>
              <a:tblGrid>
                <a:gridCol w="1676400"/>
                <a:gridCol w="4191000"/>
              </a:tblGrid>
              <a:tr h="762702">
                <a:tc>
                  <a:txBody>
                    <a:bodyPr/>
                    <a:lstStyle/>
                    <a:p>
                      <a:pPr algn="ctr">
                        <a:lnSpc>
                          <a:spcPct val="107000"/>
                        </a:lnSpc>
                        <a:spcAft>
                          <a:spcPts val="0"/>
                        </a:spcAft>
                      </a:pPr>
                      <a:r>
                        <a:rPr lang="en-US" sz="2400" b="1" dirty="0" err="1" smtClean="0">
                          <a:effectLst/>
                          <a:latin typeface="Palatino Linotype" panose="02040502050505030304" pitchFamily="18" charset="0"/>
                        </a:rPr>
                        <a:t>Công</a:t>
                      </a:r>
                      <a:r>
                        <a:rPr lang="en-US" sz="2400" b="1" baseline="0" dirty="0" smtClean="0">
                          <a:effectLst/>
                          <a:latin typeface="Palatino Linotype" panose="02040502050505030304" pitchFamily="18" charset="0"/>
                        </a:rPr>
                        <a:t> </a:t>
                      </a:r>
                      <a:r>
                        <a:rPr lang="en-US" sz="2400" b="1" baseline="0" dirty="0" err="1" smtClean="0">
                          <a:effectLst/>
                          <a:latin typeface="Palatino Linotype" panose="02040502050505030304" pitchFamily="18" charset="0"/>
                        </a:rPr>
                        <a:t>thức</a:t>
                      </a:r>
                      <a:endParaRPr lang="en-US" sz="2400" b="1" dirty="0">
                        <a:effectLst/>
                        <a:latin typeface="Palatino Linotype" panose="02040502050505030304" pitchFamily="18" charset="0"/>
                        <a:ea typeface="Calibri" panose="020F0502020204030204" pitchFamily="34" charset="0"/>
                        <a:cs typeface="Times New Roman" panose="02020603050405020304" pitchFamily="18" charset="0"/>
                      </a:endParaRPr>
                    </a:p>
                  </a:txBody>
                  <a:tcPr marL="41157" marR="41157" marT="41157" marB="41157" anchor="ctr"/>
                </a:tc>
                <a:tc>
                  <a:txBody>
                    <a:bodyPr/>
                    <a:lstStyle/>
                    <a:p>
                      <a:pPr algn="ctr">
                        <a:lnSpc>
                          <a:spcPct val="107000"/>
                        </a:lnSpc>
                        <a:spcAft>
                          <a:spcPts val="0"/>
                        </a:spcAft>
                      </a:pPr>
                      <a:r>
                        <a:rPr lang="en-US" sz="2400" b="1" dirty="0" err="1" smtClean="0">
                          <a:effectLst/>
                          <a:latin typeface="Palatino Linotype" panose="02040502050505030304" pitchFamily="18" charset="0"/>
                        </a:rPr>
                        <a:t>Tên</a:t>
                      </a:r>
                      <a:r>
                        <a:rPr lang="en-US" sz="2400" b="1" baseline="0" dirty="0" smtClean="0">
                          <a:effectLst/>
                          <a:latin typeface="Palatino Linotype" panose="02040502050505030304" pitchFamily="18" charset="0"/>
                        </a:rPr>
                        <a:t> ion</a:t>
                      </a:r>
                      <a:endParaRPr lang="en-US" sz="2400" b="1" dirty="0">
                        <a:effectLst/>
                        <a:latin typeface="Palatino Linotype" panose="02040502050505030304" pitchFamily="18" charset="0"/>
                        <a:ea typeface="Calibri" panose="020F0502020204030204" pitchFamily="34" charset="0"/>
                        <a:cs typeface="Times New Roman" panose="02020603050405020304" pitchFamily="18" charset="0"/>
                      </a:endParaRPr>
                    </a:p>
                  </a:txBody>
                  <a:tcPr marL="41157" marR="41157" marT="41157" marB="41157" anchor="ctr"/>
                </a:tc>
              </a:tr>
              <a:tr h="788825">
                <a:tc>
                  <a:txBody>
                    <a:bodyPr/>
                    <a:lstStyle/>
                    <a:p>
                      <a:pPr>
                        <a:lnSpc>
                          <a:spcPct val="107000"/>
                        </a:lnSpc>
                        <a:spcAft>
                          <a:spcPts val="0"/>
                        </a:spcAft>
                      </a:pPr>
                      <a:r>
                        <a:rPr lang="en-US" sz="2400" b="1" dirty="0">
                          <a:effectLst/>
                          <a:latin typeface="Palatino Linotype" panose="02040502050505030304" pitchFamily="18" charset="0"/>
                        </a:rPr>
                        <a:t>NH</a:t>
                      </a:r>
                      <a:r>
                        <a:rPr lang="en-US" sz="2400" b="1" baseline="-25000" dirty="0">
                          <a:effectLst/>
                          <a:latin typeface="Palatino Linotype" panose="02040502050505030304" pitchFamily="18" charset="0"/>
                        </a:rPr>
                        <a:t>4</a:t>
                      </a:r>
                      <a:r>
                        <a:rPr lang="en-US" sz="2400" b="1" baseline="30000" dirty="0">
                          <a:effectLst/>
                          <a:latin typeface="Palatino Linotype" panose="02040502050505030304" pitchFamily="18" charset="0"/>
                        </a:rPr>
                        <a:t>+</a:t>
                      </a:r>
                      <a:endParaRPr lang="en-US" sz="2400" b="1" dirty="0">
                        <a:effectLst/>
                        <a:latin typeface="Palatino Linotype" panose="02040502050505030304" pitchFamily="18" charset="0"/>
                        <a:ea typeface="Calibri" panose="020F0502020204030204" pitchFamily="34" charset="0"/>
                        <a:cs typeface="Times New Roman" panose="02020603050405020304" pitchFamily="18" charset="0"/>
                      </a:endParaRPr>
                    </a:p>
                  </a:txBody>
                  <a:tcPr marL="41157" marR="41157" marT="41157" marB="41157" anchor="ctr">
                    <a:solidFill>
                      <a:schemeClr val="accent2"/>
                    </a:solidFill>
                  </a:tcPr>
                </a:tc>
                <a:tc>
                  <a:txBody>
                    <a:bodyPr/>
                    <a:lstStyle/>
                    <a:p>
                      <a:pPr>
                        <a:lnSpc>
                          <a:spcPct val="107000"/>
                        </a:lnSpc>
                        <a:spcAft>
                          <a:spcPts val="0"/>
                        </a:spcAft>
                      </a:pPr>
                      <a:r>
                        <a:rPr lang="en-US" sz="2400" b="1" dirty="0">
                          <a:solidFill>
                            <a:schemeClr val="bg1"/>
                          </a:solidFill>
                          <a:effectLst/>
                          <a:latin typeface="Palatino Linotype" panose="02040502050505030304" pitchFamily="18" charset="0"/>
                        </a:rPr>
                        <a:t>ammonium</a:t>
                      </a:r>
                      <a:endParaRPr lang="en-US" sz="2400" b="1" dirty="0">
                        <a:solidFill>
                          <a:schemeClr val="bg1"/>
                        </a:solidFill>
                        <a:effectLst/>
                        <a:latin typeface="Palatino Linotype" panose="02040502050505030304" pitchFamily="18" charset="0"/>
                        <a:ea typeface="Calibri" panose="020F0502020204030204" pitchFamily="34" charset="0"/>
                        <a:cs typeface="Times New Roman" panose="02020603050405020304" pitchFamily="18" charset="0"/>
                      </a:endParaRPr>
                    </a:p>
                  </a:txBody>
                  <a:tcPr marL="41157" marR="41157" marT="41157" marB="41157" anchor="ctr">
                    <a:solidFill>
                      <a:schemeClr val="accent2"/>
                    </a:solidFill>
                  </a:tcPr>
                </a:tc>
              </a:tr>
              <a:tr h="788825">
                <a:tc>
                  <a:txBody>
                    <a:bodyPr/>
                    <a:lstStyle/>
                    <a:p>
                      <a:pPr>
                        <a:lnSpc>
                          <a:spcPct val="107000"/>
                        </a:lnSpc>
                        <a:spcAft>
                          <a:spcPts val="0"/>
                        </a:spcAft>
                      </a:pPr>
                      <a:r>
                        <a:rPr lang="en-US" sz="2400" b="1" dirty="0">
                          <a:solidFill>
                            <a:schemeClr val="tx1"/>
                          </a:solidFill>
                          <a:effectLst/>
                          <a:latin typeface="Palatino Linotype" panose="02040502050505030304" pitchFamily="18" charset="0"/>
                        </a:rPr>
                        <a:t>CH</a:t>
                      </a:r>
                      <a:r>
                        <a:rPr lang="en-US" sz="2400" b="1" baseline="-25000" dirty="0">
                          <a:solidFill>
                            <a:schemeClr val="tx1"/>
                          </a:solidFill>
                          <a:effectLst/>
                          <a:latin typeface="Palatino Linotype" panose="02040502050505030304" pitchFamily="18" charset="0"/>
                        </a:rPr>
                        <a:t>3</a:t>
                      </a:r>
                      <a:r>
                        <a:rPr lang="en-US" sz="2400" b="1" dirty="0">
                          <a:solidFill>
                            <a:schemeClr val="tx1"/>
                          </a:solidFill>
                          <a:effectLst/>
                          <a:latin typeface="Palatino Linotype" panose="02040502050505030304" pitchFamily="18" charset="0"/>
                        </a:rPr>
                        <a:t>NH</a:t>
                      </a:r>
                      <a:r>
                        <a:rPr lang="en-US" sz="2400" b="1" baseline="-25000" dirty="0">
                          <a:solidFill>
                            <a:schemeClr val="tx1"/>
                          </a:solidFill>
                          <a:effectLst/>
                          <a:latin typeface="Palatino Linotype" panose="02040502050505030304" pitchFamily="18" charset="0"/>
                        </a:rPr>
                        <a:t>3</a:t>
                      </a:r>
                      <a:r>
                        <a:rPr lang="en-US" sz="2400" b="1" baseline="30000" dirty="0">
                          <a:solidFill>
                            <a:schemeClr val="tx1"/>
                          </a:solidFill>
                          <a:effectLst/>
                          <a:latin typeface="Palatino Linotype" panose="02040502050505030304" pitchFamily="18" charset="0"/>
                        </a:rPr>
                        <a:t>+</a:t>
                      </a:r>
                      <a:endParaRPr lang="en-US" sz="2400" b="1" dirty="0">
                        <a:solidFill>
                          <a:schemeClr val="tx1"/>
                        </a:solidFill>
                        <a:effectLst/>
                        <a:latin typeface="Palatino Linotype" panose="02040502050505030304" pitchFamily="18" charset="0"/>
                        <a:ea typeface="Calibri" panose="020F0502020204030204" pitchFamily="34" charset="0"/>
                        <a:cs typeface="Times New Roman" panose="02020603050405020304" pitchFamily="18" charset="0"/>
                      </a:endParaRPr>
                    </a:p>
                  </a:txBody>
                  <a:tcPr marL="41157" marR="41157" marT="41157" marB="41157" anchor="ctr">
                    <a:solidFill>
                      <a:schemeClr val="accent4">
                        <a:lumMod val="20000"/>
                        <a:lumOff val="80000"/>
                      </a:schemeClr>
                    </a:solidFill>
                  </a:tcPr>
                </a:tc>
                <a:tc>
                  <a:txBody>
                    <a:bodyPr/>
                    <a:lstStyle/>
                    <a:p>
                      <a:pPr>
                        <a:lnSpc>
                          <a:spcPct val="107000"/>
                        </a:lnSpc>
                        <a:spcAft>
                          <a:spcPts val="0"/>
                        </a:spcAft>
                      </a:pPr>
                      <a:r>
                        <a:rPr lang="en-US" sz="2400" b="1" dirty="0" err="1">
                          <a:effectLst/>
                          <a:latin typeface="Palatino Linotype" panose="02040502050505030304" pitchFamily="18" charset="0"/>
                        </a:rPr>
                        <a:t>methylammonium</a:t>
                      </a:r>
                      <a:endParaRPr lang="en-US" sz="2400" b="1" dirty="0">
                        <a:effectLst/>
                        <a:latin typeface="Palatino Linotype" panose="02040502050505030304" pitchFamily="18" charset="0"/>
                        <a:ea typeface="Calibri" panose="020F0502020204030204" pitchFamily="34" charset="0"/>
                        <a:cs typeface="Times New Roman" panose="02020603050405020304" pitchFamily="18" charset="0"/>
                      </a:endParaRPr>
                    </a:p>
                  </a:txBody>
                  <a:tcPr marL="41157" marR="41157" marT="41157" marB="41157" anchor="ctr">
                    <a:solidFill>
                      <a:schemeClr val="accent4">
                        <a:lumMod val="20000"/>
                        <a:lumOff val="80000"/>
                      </a:schemeClr>
                    </a:solidFill>
                  </a:tcPr>
                </a:tc>
              </a:tr>
            </a:tbl>
          </a:graphicData>
        </a:graphic>
      </p:graphicFrame>
      <p:sp>
        <p:nvSpPr>
          <p:cNvPr id="5" name="TextBox 4"/>
          <p:cNvSpPr txBox="1"/>
          <p:nvPr/>
        </p:nvSpPr>
        <p:spPr>
          <a:xfrm>
            <a:off x="2744065" y="152400"/>
            <a:ext cx="3400290" cy="584775"/>
          </a:xfrm>
          <a:prstGeom prst="rect">
            <a:avLst/>
          </a:prstGeom>
          <a:noFill/>
        </p:spPr>
        <p:txBody>
          <a:bodyPr wrap="none" anchor="ctr">
            <a:spAutoFit/>
          </a:bodyPr>
          <a:lstStyle/>
          <a:p>
            <a:pPr algn="ctr"/>
            <a:r>
              <a:rPr lang="en-US" sz="3200" b="1" dirty="0" smtClean="0">
                <a:solidFill>
                  <a:srgbClr val="EFF1F7"/>
                </a:solidFill>
                <a:latin typeface="Palatino Linotype" panose="02040502050505030304" pitchFamily="18" charset="0"/>
              </a:rPr>
              <a:t>Ion </a:t>
            </a:r>
            <a:r>
              <a:rPr lang="en-US" sz="3200" b="1" dirty="0" err="1" smtClean="0">
                <a:solidFill>
                  <a:srgbClr val="EFF1F7"/>
                </a:solidFill>
                <a:latin typeface="Palatino Linotype" panose="02040502050505030304" pitchFamily="18" charset="0"/>
              </a:rPr>
              <a:t>đa</a:t>
            </a:r>
            <a:r>
              <a:rPr lang="en-US" sz="3200" b="1" dirty="0" smtClean="0">
                <a:solidFill>
                  <a:srgbClr val="EFF1F7"/>
                </a:solidFill>
                <a:latin typeface="Palatino Linotype" panose="02040502050505030304" pitchFamily="18" charset="0"/>
              </a:rPr>
              <a:t> </a:t>
            </a:r>
            <a:r>
              <a:rPr lang="en-US" sz="3200" b="1" dirty="0" err="1" smtClean="0">
                <a:solidFill>
                  <a:srgbClr val="EFF1F7"/>
                </a:solidFill>
                <a:latin typeface="Palatino Linotype" panose="02040502050505030304" pitchFamily="18" charset="0"/>
              </a:rPr>
              <a:t>nguyên</a:t>
            </a:r>
            <a:r>
              <a:rPr lang="en-US" sz="3200" b="1" dirty="0" smtClean="0">
                <a:solidFill>
                  <a:srgbClr val="EFF1F7"/>
                </a:solidFill>
                <a:latin typeface="Palatino Linotype" panose="02040502050505030304" pitchFamily="18" charset="0"/>
              </a:rPr>
              <a:t> </a:t>
            </a:r>
            <a:r>
              <a:rPr lang="en-US" sz="3200" b="1" dirty="0" err="1" smtClean="0">
                <a:solidFill>
                  <a:srgbClr val="EFF1F7"/>
                </a:solidFill>
                <a:latin typeface="Palatino Linotype" panose="02040502050505030304" pitchFamily="18" charset="0"/>
              </a:rPr>
              <a:t>tử</a:t>
            </a:r>
            <a:endParaRPr lang="en-US" sz="3200" b="1" dirty="0">
              <a:solidFill>
                <a:srgbClr val="EFF1F7"/>
              </a:solidFill>
              <a:latin typeface="Palatino Linotype" panose="02040502050505030304" pitchFamily="18" charset="0"/>
            </a:endParaRPr>
          </a:p>
        </p:txBody>
      </p:sp>
    </p:spTree>
    <p:extLst>
      <p:ext uri="{BB962C8B-B14F-4D97-AF65-F5344CB8AC3E}">
        <p14:creationId xmlns:p14="http://schemas.microsoft.com/office/powerpoint/2010/main" val="186600470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84" name="Rectangle 33"/>
          <p:cNvSpPr>
            <a:spLocks noChangeArrowheads="1"/>
          </p:cNvSpPr>
          <p:nvPr/>
        </p:nvSpPr>
        <p:spPr bwMode="auto">
          <a:xfrm>
            <a:off x="3752033" y="3037820"/>
            <a:ext cx="1919287" cy="369332"/>
          </a:xfrm>
          <a:prstGeom prst="rect">
            <a:avLst/>
          </a:prstGeom>
          <a:noFill/>
          <a:ln w="9525">
            <a:noFill/>
            <a:miter lim="800000"/>
            <a:headEnd/>
            <a:tailEnd/>
          </a:ln>
        </p:spPr>
        <p:txBody>
          <a:bodyPr wrap="square" anchor="ctr">
            <a:spAutoFit/>
          </a:bodyPr>
          <a:lstStyle/>
          <a:p>
            <a:pPr algn="ctr"/>
            <a:endParaRPr lang="en-US" b="1" dirty="0">
              <a:solidFill>
                <a:srgbClr val="00B050"/>
              </a:solidFill>
              <a:latin typeface="Palatino Linotype" panose="02040502050505030304" pitchFamily="18" charset="0"/>
            </a:endParaRPr>
          </a:p>
        </p:txBody>
      </p:sp>
      <p:sp>
        <p:nvSpPr>
          <p:cNvPr id="5" name="TextBox 4"/>
          <p:cNvSpPr txBox="1"/>
          <p:nvPr/>
        </p:nvSpPr>
        <p:spPr>
          <a:xfrm>
            <a:off x="1972222" y="152400"/>
            <a:ext cx="4943982" cy="584775"/>
          </a:xfrm>
          <a:prstGeom prst="rect">
            <a:avLst/>
          </a:prstGeom>
          <a:noFill/>
        </p:spPr>
        <p:txBody>
          <a:bodyPr wrap="none" anchor="ctr">
            <a:spAutoFit/>
          </a:bodyPr>
          <a:lstStyle/>
          <a:p>
            <a:pPr algn="ctr"/>
            <a:r>
              <a:rPr lang="en-US" sz="3200" b="1" dirty="0" err="1" smtClean="0">
                <a:solidFill>
                  <a:srgbClr val="EFF1F7"/>
                </a:solidFill>
                <a:latin typeface="Palatino Linotype" panose="02040502050505030304" pitchFamily="18" charset="0"/>
              </a:rPr>
              <a:t>Tên</a:t>
            </a:r>
            <a:r>
              <a:rPr lang="en-US" sz="3200" b="1" dirty="0" smtClean="0">
                <a:solidFill>
                  <a:srgbClr val="EFF1F7"/>
                </a:solidFill>
                <a:latin typeface="Palatino Linotype" panose="02040502050505030304" pitchFamily="18" charset="0"/>
              </a:rPr>
              <a:t> anion </a:t>
            </a:r>
            <a:r>
              <a:rPr lang="en-US" sz="3200" b="1" dirty="0" err="1" smtClean="0">
                <a:solidFill>
                  <a:srgbClr val="EFF1F7"/>
                </a:solidFill>
                <a:latin typeface="Palatino Linotype" panose="02040502050505030304" pitchFamily="18" charset="0"/>
              </a:rPr>
              <a:t>đơn</a:t>
            </a:r>
            <a:r>
              <a:rPr lang="en-US" sz="3200" b="1" dirty="0" smtClean="0">
                <a:solidFill>
                  <a:srgbClr val="EFF1F7"/>
                </a:solidFill>
                <a:latin typeface="Palatino Linotype" panose="02040502050505030304" pitchFamily="18" charset="0"/>
              </a:rPr>
              <a:t> </a:t>
            </a:r>
            <a:r>
              <a:rPr lang="en-US" sz="3200" b="1" dirty="0" err="1" smtClean="0">
                <a:solidFill>
                  <a:srgbClr val="EFF1F7"/>
                </a:solidFill>
                <a:latin typeface="Palatino Linotype" panose="02040502050505030304" pitchFamily="18" charset="0"/>
              </a:rPr>
              <a:t>nguyên</a:t>
            </a:r>
            <a:r>
              <a:rPr lang="en-US" sz="3200" b="1" dirty="0" smtClean="0">
                <a:solidFill>
                  <a:srgbClr val="EFF1F7"/>
                </a:solidFill>
                <a:latin typeface="Palatino Linotype" panose="02040502050505030304" pitchFamily="18" charset="0"/>
              </a:rPr>
              <a:t> </a:t>
            </a:r>
            <a:r>
              <a:rPr lang="en-US" sz="3200" b="1" dirty="0" err="1" smtClean="0">
                <a:solidFill>
                  <a:srgbClr val="EFF1F7"/>
                </a:solidFill>
                <a:latin typeface="Palatino Linotype" panose="02040502050505030304" pitchFamily="18" charset="0"/>
              </a:rPr>
              <a:t>tử</a:t>
            </a:r>
            <a:endParaRPr lang="en-US" sz="3200" b="1" dirty="0">
              <a:solidFill>
                <a:srgbClr val="EFF1F7"/>
              </a:solidFill>
              <a:latin typeface="Palatino Linotype" panose="02040502050505030304" pitchFamily="18" charset="0"/>
            </a:endParaRPr>
          </a:p>
        </p:txBody>
      </p:sp>
      <p:graphicFrame>
        <p:nvGraphicFramePr>
          <p:cNvPr id="2" name="Table 1"/>
          <p:cNvGraphicFramePr>
            <a:graphicFrameLocks noGrp="1"/>
          </p:cNvGraphicFramePr>
          <p:nvPr>
            <p:extLst>
              <p:ext uri="{D42A27DB-BD31-4B8C-83A1-F6EECF244321}">
                <p14:modId xmlns:p14="http://schemas.microsoft.com/office/powerpoint/2010/main" val="95696147"/>
              </p:ext>
            </p:extLst>
          </p:nvPr>
        </p:nvGraphicFramePr>
        <p:xfrm>
          <a:off x="838200" y="1143000"/>
          <a:ext cx="7315199" cy="4434436"/>
        </p:xfrm>
        <a:graphic>
          <a:graphicData uri="http://schemas.openxmlformats.org/drawingml/2006/table">
            <a:tbl>
              <a:tblPr firstRow="1" firstCol="1" bandRow="1">
                <a:tableStyleId>{5C22544A-7EE6-4342-B048-85BDC9FD1C3A}</a:tableStyleId>
              </a:tblPr>
              <a:tblGrid>
                <a:gridCol w="2372497"/>
                <a:gridCol w="2471351"/>
                <a:gridCol w="2471351"/>
              </a:tblGrid>
              <a:tr h="486274">
                <a:tc>
                  <a:txBody>
                    <a:bodyPr/>
                    <a:lstStyle/>
                    <a:p>
                      <a:pPr algn="ctr">
                        <a:lnSpc>
                          <a:spcPct val="107000"/>
                        </a:lnSpc>
                        <a:spcAft>
                          <a:spcPts val="0"/>
                        </a:spcAft>
                      </a:pPr>
                      <a:r>
                        <a:rPr lang="en-US" sz="1800" dirty="0" err="1" smtClean="0">
                          <a:solidFill>
                            <a:srgbClr val="0070C0"/>
                          </a:solidFill>
                          <a:effectLst/>
                          <a:latin typeface="Palatino Linotype" panose="02040502050505030304" pitchFamily="18" charset="0"/>
                        </a:rPr>
                        <a:t>Nhóm</a:t>
                      </a:r>
                      <a:r>
                        <a:rPr lang="en-US" sz="1800" dirty="0" smtClean="0">
                          <a:solidFill>
                            <a:srgbClr val="0070C0"/>
                          </a:solidFill>
                          <a:effectLst/>
                          <a:latin typeface="Palatino Linotype" panose="02040502050505030304" pitchFamily="18" charset="0"/>
                        </a:rPr>
                        <a:t> </a:t>
                      </a:r>
                      <a:r>
                        <a:rPr lang="en-US" sz="1800" dirty="0">
                          <a:solidFill>
                            <a:srgbClr val="0070C0"/>
                          </a:solidFill>
                          <a:effectLst/>
                          <a:latin typeface="Palatino Linotype" panose="02040502050505030304" pitchFamily="18" charset="0"/>
                        </a:rPr>
                        <a:t>15</a:t>
                      </a:r>
                      <a:endParaRPr lang="en-US" sz="1800" dirty="0">
                        <a:solidFill>
                          <a:srgbClr val="0070C0"/>
                        </a:solidFill>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c>
                  <a:txBody>
                    <a:bodyPr/>
                    <a:lstStyle/>
                    <a:p>
                      <a:pPr algn="ctr">
                        <a:lnSpc>
                          <a:spcPct val="107000"/>
                        </a:lnSpc>
                        <a:spcAft>
                          <a:spcPts val="0"/>
                        </a:spcAft>
                      </a:pPr>
                      <a:r>
                        <a:rPr lang="en-US" sz="1800" dirty="0" err="1" smtClean="0">
                          <a:solidFill>
                            <a:srgbClr val="0070C0"/>
                          </a:solidFill>
                          <a:effectLst/>
                          <a:latin typeface="Palatino Linotype" panose="02040502050505030304" pitchFamily="18" charset="0"/>
                        </a:rPr>
                        <a:t>Nhóm</a:t>
                      </a:r>
                      <a:r>
                        <a:rPr lang="en-US" sz="1800" dirty="0" smtClean="0">
                          <a:solidFill>
                            <a:srgbClr val="0070C0"/>
                          </a:solidFill>
                          <a:effectLst/>
                          <a:latin typeface="Palatino Linotype" panose="02040502050505030304" pitchFamily="18" charset="0"/>
                        </a:rPr>
                        <a:t> </a:t>
                      </a:r>
                      <a:r>
                        <a:rPr lang="en-US" sz="1800" dirty="0">
                          <a:solidFill>
                            <a:srgbClr val="0070C0"/>
                          </a:solidFill>
                          <a:effectLst/>
                          <a:latin typeface="Palatino Linotype" panose="02040502050505030304" pitchFamily="18" charset="0"/>
                        </a:rPr>
                        <a:t>16</a:t>
                      </a:r>
                      <a:endParaRPr lang="en-US" sz="1800" dirty="0">
                        <a:solidFill>
                          <a:srgbClr val="0070C0"/>
                        </a:solidFill>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c>
                  <a:txBody>
                    <a:bodyPr/>
                    <a:lstStyle/>
                    <a:p>
                      <a:pPr algn="ctr">
                        <a:lnSpc>
                          <a:spcPct val="107000"/>
                        </a:lnSpc>
                        <a:spcAft>
                          <a:spcPts val="0"/>
                        </a:spcAft>
                      </a:pPr>
                      <a:r>
                        <a:rPr lang="en-US" sz="1800" dirty="0" err="1" smtClean="0">
                          <a:solidFill>
                            <a:srgbClr val="0070C0"/>
                          </a:solidFill>
                          <a:effectLst/>
                          <a:latin typeface="Palatino Linotype" panose="02040502050505030304" pitchFamily="18" charset="0"/>
                        </a:rPr>
                        <a:t>Nhóm</a:t>
                      </a:r>
                      <a:r>
                        <a:rPr lang="en-US" sz="1800" dirty="0" smtClean="0">
                          <a:solidFill>
                            <a:srgbClr val="0070C0"/>
                          </a:solidFill>
                          <a:effectLst/>
                          <a:latin typeface="Palatino Linotype" panose="02040502050505030304" pitchFamily="18" charset="0"/>
                        </a:rPr>
                        <a:t> </a:t>
                      </a:r>
                      <a:r>
                        <a:rPr lang="en-US" sz="1800" dirty="0">
                          <a:solidFill>
                            <a:srgbClr val="0070C0"/>
                          </a:solidFill>
                          <a:effectLst/>
                          <a:latin typeface="Palatino Linotype" panose="02040502050505030304" pitchFamily="18" charset="0"/>
                        </a:rPr>
                        <a:t>17</a:t>
                      </a:r>
                      <a:endParaRPr lang="en-US" sz="1800" dirty="0">
                        <a:solidFill>
                          <a:srgbClr val="0070C0"/>
                        </a:solidFill>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r>
              <a:tr h="1289088">
                <a:tc>
                  <a:txBody>
                    <a:bodyPr/>
                    <a:lstStyle/>
                    <a:p>
                      <a:pPr algn="ctr">
                        <a:lnSpc>
                          <a:spcPct val="107000"/>
                        </a:lnSpc>
                        <a:spcAft>
                          <a:spcPts val="0"/>
                        </a:spcAft>
                      </a:pPr>
                      <a:r>
                        <a:rPr lang="en-US" sz="2400" b="1" dirty="0">
                          <a:solidFill>
                            <a:schemeClr val="tx1"/>
                          </a:solidFill>
                          <a:effectLst/>
                          <a:latin typeface="Palatino Linotype" panose="02040502050505030304" pitchFamily="18" charset="0"/>
                        </a:rPr>
                        <a:t>N</a:t>
                      </a:r>
                      <a:r>
                        <a:rPr lang="en-US" sz="2400" b="1" baseline="30000" dirty="0">
                          <a:solidFill>
                            <a:schemeClr val="tx1"/>
                          </a:solidFill>
                          <a:effectLst/>
                          <a:latin typeface="Palatino Linotype" panose="02040502050505030304" pitchFamily="18" charset="0"/>
                        </a:rPr>
                        <a:t>3−</a:t>
                      </a:r>
                      <a:endParaRPr lang="en-US" sz="2400" b="1" dirty="0">
                        <a:solidFill>
                          <a:schemeClr val="tx1"/>
                        </a:solidFill>
                        <a:effectLst/>
                        <a:latin typeface="Palatino Linotype" panose="02040502050505030304" pitchFamily="18" charset="0"/>
                      </a:endParaRPr>
                    </a:p>
                    <a:p>
                      <a:pPr algn="ctr">
                        <a:lnSpc>
                          <a:spcPct val="107000"/>
                        </a:lnSpc>
                        <a:spcAft>
                          <a:spcPts val="0"/>
                        </a:spcAft>
                      </a:pPr>
                      <a:r>
                        <a:rPr lang="en-US" sz="2400" b="1" dirty="0" smtClean="0">
                          <a:solidFill>
                            <a:schemeClr val="tx1"/>
                          </a:solidFill>
                          <a:effectLst/>
                          <a:latin typeface="Palatino Linotype" panose="02040502050505030304" pitchFamily="18" charset="0"/>
                        </a:rPr>
                        <a:t>nitride</a:t>
                      </a:r>
                      <a:endParaRPr lang="en-US" sz="2400" b="1" dirty="0">
                        <a:solidFill>
                          <a:schemeClr val="tx1"/>
                        </a:solidFill>
                        <a:effectLst/>
                        <a:latin typeface="Palatino Linotype" panose="02040502050505030304" pitchFamily="18" charset="0"/>
                      </a:endParaRPr>
                    </a:p>
                  </a:txBody>
                  <a:tcPr marL="47625" marR="47625" marT="47625" marB="47625" anchor="ctr">
                    <a:solidFill>
                      <a:schemeClr val="bg2"/>
                    </a:solidFill>
                  </a:tcPr>
                </a:tc>
                <a:tc>
                  <a:txBody>
                    <a:bodyPr/>
                    <a:lstStyle/>
                    <a:p>
                      <a:pPr algn="ctr">
                        <a:lnSpc>
                          <a:spcPct val="107000"/>
                        </a:lnSpc>
                        <a:spcAft>
                          <a:spcPts val="0"/>
                        </a:spcAft>
                      </a:pPr>
                      <a:r>
                        <a:rPr lang="en-US" sz="2400" b="1" dirty="0">
                          <a:solidFill>
                            <a:schemeClr val="tx1"/>
                          </a:solidFill>
                          <a:effectLst/>
                          <a:latin typeface="Palatino Linotype" panose="02040502050505030304" pitchFamily="18" charset="0"/>
                        </a:rPr>
                        <a:t>O</a:t>
                      </a:r>
                      <a:r>
                        <a:rPr lang="en-US" sz="2400" b="1" baseline="30000" dirty="0">
                          <a:solidFill>
                            <a:schemeClr val="tx1"/>
                          </a:solidFill>
                          <a:effectLst/>
                          <a:latin typeface="Palatino Linotype" panose="02040502050505030304" pitchFamily="18" charset="0"/>
                        </a:rPr>
                        <a:t>2−</a:t>
                      </a:r>
                      <a:endParaRPr lang="en-US" sz="2400" b="1" dirty="0">
                        <a:solidFill>
                          <a:schemeClr val="tx1"/>
                        </a:solidFill>
                        <a:effectLst/>
                        <a:latin typeface="Palatino Linotype" panose="02040502050505030304" pitchFamily="18" charset="0"/>
                      </a:endParaRPr>
                    </a:p>
                    <a:p>
                      <a:pPr algn="ctr">
                        <a:lnSpc>
                          <a:spcPct val="107000"/>
                        </a:lnSpc>
                        <a:spcAft>
                          <a:spcPts val="0"/>
                        </a:spcAft>
                      </a:pPr>
                      <a:r>
                        <a:rPr lang="en-US" sz="2400" b="1" dirty="0">
                          <a:solidFill>
                            <a:schemeClr val="tx1"/>
                          </a:solidFill>
                          <a:effectLst/>
                          <a:latin typeface="Palatino Linotype" panose="02040502050505030304" pitchFamily="18" charset="0"/>
                        </a:rPr>
                        <a:t>oxide</a:t>
                      </a:r>
                      <a:endParaRPr lang="en-US" sz="2400" b="1" dirty="0">
                        <a:solidFill>
                          <a:schemeClr val="tx1"/>
                        </a:solidFill>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c>
                  <a:txBody>
                    <a:bodyPr/>
                    <a:lstStyle/>
                    <a:p>
                      <a:pPr algn="ctr">
                        <a:lnSpc>
                          <a:spcPct val="107000"/>
                        </a:lnSpc>
                        <a:spcAft>
                          <a:spcPts val="0"/>
                        </a:spcAft>
                      </a:pPr>
                      <a:r>
                        <a:rPr lang="en-US" sz="2400" b="1" dirty="0">
                          <a:solidFill>
                            <a:schemeClr val="tx1"/>
                          </a:solidFill>
                          <a:effectLst/>
                          <a:latin typeface="Palatino Linotype" panose="02040502050505030304" pitchFamily="18" charset="0"/>
                        </a:rPr>
                        <a:t>F</a:t>
                      </a:r>
                      <a:r>
                        <a:rPr lang="en-US" sz="2400" b="1" baseline="30000" dirty="0">
                          <a:solidFill>
                            <a:schemeClr val="tx1"/>
                          </a:solidFill>
                          <a:effectLst/>
                          <a:latin typeface="Palatino Linotype" panose="02040502050505030304" pitchFamily="18" charset="0"/>
                        </a:rPr>
                        <a:t>−</a:t>
                      </a:r>
                      <a:endParaRPr lang="en-US" sz="2400" b="1" dirty="0">
                        <a:solidFill>
                          <a:schemeClr val="tx1"/>
                        </a:solidFill>
                        <a:effectLst/>
                        <a:latin typeface="Palatino Linotype" panose="02040502050505030304" pitchFamily="18" charset="0"/>
                      </a:endParaRPr>
                    </a:p>
                    <a:p>
                      <a:pPr algn="ctr">
                        <a:lnSpc>
                          <a:spcPct val="107000"/>
                        </a:lnSpc>
                        <a:spcAft>
                          <a:spcPts val="0"/>
                        </a:spcAft>
                      </a:pPr>
                      <a:r>
                        <a:rPr lang="en-US" sz="2400" b="1" dirty="0">
                          <a:solidFill>
                            <a:schemeClr val="tx1"/>
                          </a:solidFill>
                          <a:effectLst/>
                          <a:latin typeface="Palatino Linotype" panose="02040502050505030304" pitchFamily="18" charset="0"/>
                        </a:rPr>
                        <a:t>fluoride</a:t>
                      </a:r>
                      <a:endParaRPr lang="en-US" sz="2400" b="1" dirty="0">
                        <a:solidFill>
                          <a:schemeClr val="tx1"/>
                        </a:solidFill>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solidFill>
                      <a:schemeClr val="bg2"/>
                    </a:solidFill>
                  </a:tcPr>
                </a:tc>
              </a:tr>
              <a:tr h="886358">
                <a:tc>
                  <a:txBody>
                    <a:bodyPr/>
                    <a:lstStyle/>
                    <a:p>
                      <a:pPr algn="ctr">
                        <a:lnSpc>
                          <a:spcPct val="107000"/>
                        </a:lnSpc>
                        <a:spcAft>
                          <a:spcPts val="0"/>
                        </a:spcAft>
                      </a:pPr>
                      <a:r>
                        <a:rPr lang="en-US" sz="2400" b="1" dirty="0">
                          <a:solidFill>
                            <a:schemeClr val="tx1"/>
                          </a:solidFill>
                          <a:effectLst/>
                          <a:latin typeface="Palatino Linotype" panose="02040502050505030304" pitchFamily="18" charset="0"/>
                        </a:rPr>
                        <a:t>P</a:t>
                      </a:r>
                      <a:r>
                        <a:rPr lang="en-US" sz="2400" b="1" baseline="30000" dirty="0">
                          <a:solidFill>
                            <a:schemeClr val="tx1"/>
                          </a:solidFill>
                          <a:effectLst/>
                          <a:latin typeface="Palatino Linotype" panose="02040502050505030304" pitchFamily="18" charset="0"/>
                        </a:rPr>
                        <a:t>3−</a:t>
                      </a:r>
                      <a:endParaRPr lang="en-US" sz="2400" b="1" dirty="0">
                        <a:solidFill>
                          <a:schemeClr val="tx1"/>
                        </a:solidFill>
                        <a:effectLst/>
                        <a:latin typeface="Palatino Linotype" panose="02040502050505030304" pitchFamily="18" charset="0"/>
                      </a:endParaRPr>
                    </a:p>
                    <a:p>
                      <a:pPr algn="ctr">
                        <a:lnSpc>
                          <a:spcPct val="107000"/>
                        </a:lnSpc>
                        <a:spcAft>
                          <a:spcPts val="0"/>
                        </a:spcAft>
                      </a:pPr>
                      <a:r>
                        <a:rPr lang="en-US" sz="2400" b="1" dirty="0">
                          <a:solidFill>
                            <a:schemeClr val="tx1"/>
                          </a:solidFill>
                          <a:effectLst/>
                          <a:latin typeface="Palatino Linotype" panose="02040502050505030304" pitchFamily="18" charset="0"/>
                        </a:rPr>
                        <a:t>phosphide</a:t>
                      </a:r>
                      <a:endParaRPr lang="en-US" sz="2400" b="1" dirty="0">
                        <a:solidFill>
                          <a:schemeClr val="tx1"/>
                        </a:solidFill>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solidFill>
                      <a:schemeClr val="bg2"/>
                    </a:solidFill>
                  </a:tcPr>
                </a:tc>
                <a:tc>
                  <a:txBody>
                    <a:bodyPr/>
                    <a:lstStyle/>
                    <a:p>
                      <a:pPr algn="ctr">
                        <a:lnSpc>
                          <a:spcPct val="107000"/>
                        </a:lnSpc>
                        <a:spcAft>
                          <a:spcPts val="0"/>
                        </a:spcAft>
                      </a:pPr>
                      <a:r>
                        <a:rPr lang="en-US" sz="2400" b="1" dirty="0">
                          <a:solidFill>
                            <a:schemeClr val="tx1"/>
                          </a:solidFill>
                          <a:effectLst/>
                          <a:latin typeface="Palatino Linotype" panose="02040502050505030304" pitchFamily="18" charset="0"/>
                        </a:rPr>
                        <a:t>S</a:t>
                      </a:r>
                      <a:r>
                        <a:rPr lang="en-US" sz="2400" b="1" baseline="30000" dirty="0">
                          <a:solidFill>
                            <a:schemeClr val="tx1"/>
                          </a:solidFill>
                          <a:effectLst/>
                          <a:latin typeface="Palatino Linotype" panose="02040502050505030304" pitchFamily="18" charset="0"/>
                        </a:rPr>
                        <a:t>2−</a:t>
                      </a:r>
                      <a:endParaRPr lang="en-US" sz="2400" b="1" dirty="0">
                        <a:solidFill>
                          <a:schemeClr val="tx1"/>
                        </a:solidFill>
                        <a:effectLst/>
                        <a:latin typeface="Palatino Linotype" panose="02040502050505030304" pitchFamily="18" charset="0"/>
                      </a:endParaRPr>
                    </a:p>
                    <a:p>
                      <a:pPr algn="ctr">
                        <a:lnSpc>
                          <a:spcPct val="107000"/>
                        </a:lnSpc>
                        <a:spcAft>
                          <a:spcPts val="0"/>
                        </a:spcAft>
                      </a:pPr>
                      <a:r>
                        <a:rPr lang="en-US" sz="2400" b="1" dirty="0">
                          <a:solidFill>
                            <a:schemeClr val="tx1"/>
                          </a:solidFill>
                          <a:effectLst/>
                          <a:latin typeface="Palatino Linotype" panose="02040502050505030304" pitchFamily="18" charset="0"/>
                        </a:rPr>
                        <a:t>sulfide</a:t>
                      </a:r>
                      <a:endParaRPr lang="en-US" sz="2400" b="1" dirty="0">
                        <a:solidFill>
                          <a:schemeClr val="tx1"/>
                        </a:solidFill>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c>
                  <a:txBody>
                    <a:bodyPr/>
                    <a:lstStyle/>
                    <a:p>
                      <a:pPr algn="ctr">
                        <a:lnSpc>
                          <a:spcPct val="107000"/>
                        </a:lnSpc>
                        <a:spcAft>
                          <a:spcPts val="0"/>
                        </a:spcAft>
                      </a:pPr>
                      <a:r>
                        <a:rPr lang="en-US" sz="2400" b="1">
                          <a:solidFill>
                            <a:schemeClr val="tx1"/>
                          </a:solidFill>
                          <a:effectLst/>
                          <a:latin typeface="Palatino Linotype" panose="02040502050505030304" pitchFamily="18" charset="0"/>
                        </a:rPr>
                        <a:t>Cl</a:t>
                      </a:r>
                      <a:r>
                        <a:rPr lang="en-US" sz="2400" b="1" baseline="30000">
                          <a:solidFill>
                            <a:schemeClr val="tx1"/>
                          </a:solidFill>
                          <a:effectLst/>
                          <a:latin typeface="Palatino Linotype" panose="02040502050505030304" pitchFamily="18" charset="0"/>
                        </a:rPr>
                        <a:t>−</a:t>
                      </a:r>
                      <a:endParaRPr lang="en-US" sz="2400" b="1">
                        <a:solidFill>
                          <a:schemeClr val="tx1"/>
                        </a:solidFill>
                        <a:effectLst/>
                        <a:latin typeface="Palatino Linotype" panose="02040502050505030304" pitchFamily="18" charset="0"/>
                      </a:endParaRPr>
                    </a:p>
                    <a:p>
                      <a:pPr algn="ctr">
                        <a:lnSpc>
                          <a:spcPct val="107000"/>
                        </a:lnSpc>
                        <a:spcAft>
                          <a:spcPts val="0"/>
                        </a:spcAft>
                      </a:pPr>
                      <a:r>
                        <a:rPr lang="en-US" sz="2400" b="1">
                          <a:solidFill>
                            <a:schemeClr val="tx1"/>
                          </a:solidFill>
                          <a:effectLst/>
                          <a:latin typeface="Palatino Linotype" panose="02040502050505030304" pitchFamily="18" charset="0"/>
                        </a:rPr>
                        <a:t>chloride</a:t>
                      </a:r>
                      <a:endParaRPr lang="en-US" sz="2400" b="1">
                        <a:solidFill>
                          <a:schemeClr val="tx1"/>
                        </a:solidFill>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solidFill>
                      <a:schemeClr val="bg2"/>
                    </a:solidFill>
                  </a:tcPr>
                </a:tc>
              </a:tr>
              <a:tr h="886358">
                <a:tc>
                  <a:txBody>
                    <a:bodyPr/>
                    <a:lstStyle/>
                    <a:p>
                      <a:pPr algn="ctr">
                        <a:lnSpc>
                          <a:spcPct val="107000"/>
                        </a:lnSpc>
                        <a:spcAft>
                          <a:spcPts val="0"/>
                        </a:spcAft>
                      </a:pPr>
                      <a:r>
                        <a:rPr lang="en-US" sz="2400" b="1">
                          <a:solidFill>
                            <a:schemeClr val="tx1"/>
                          </a:solidFill>
                          <a:effectLst/>
                          <a:latin typeface="Palatino Linotype" panose="02040502050505030304" pitchFamily="18" charset="0"/>
                        </a:rPr>
                        <a:t>As</a:t>
                      </a:r>
                      <a:r>
                        <a:rPr lang="en-US" sz="2400" b="1" baseline="30000">
                          <a:solidFill>
                            <a:schemeClr val="tx1"/>
                          </a:solidFill>
                          <a:effectLst/>
                          <a:latin typeface="Palatino Linotype" panose="02040502050505030304" pitchFamily="18" charset="0"/>
                        </a:rPr>
                        <a:t>3−</a:t>
                      </a:r>
                      <a:endParaRPr lang="en-US" sz="2400" b="1">
                        <a:solidFill>
                          <a:schemeClr val="tx1"/>
                        </a:solidFill>
                        <a:effectLst/>
                        <a:latin typeface="Palatino Linotype" panose="02040502050505030304" pitchFamily="18" charset="0"/>
                      </a:endParaRPr>
                    </a:p>
                    <a:p>
                      <a:pPr algn="ctr">
                        <a:lnSpc>
                          <a:spcPct val="107000"/>
                        </a:lnSpc>
                        <a:spcAft>
                          <a:spcPts val="0"/>
                        </a:spcAft>
                      </a:pPr>
                      <a:r>
                        <a:rPr lang="en-US" sz="2400" b="1">
                          <a:solidFill>
                            <a:schemeClr val="tx1"/>
                          </a:solidFill>
                          <a:effectLst/>
                          <a:latin typeface="Palatino Linotype" panose="02040502050505030304" pitchFamily="18" charset="0"/>
                        </a:rPr>
                        <a:t>arsenide</a:t>
                      </a:r>
                      <a:endParaRPr lang="en-US" sz="2400" b="1">
                        <a:solidFill>
                          <a:schemeClr val="tx1"/>
                        </a:solidFill>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solidFill>
                      <a:schemeClr val="bg2"/>
                    </a:solidFill>
                  </a:tcPr>
                </a:tc>
                <a:tc>
                  <a:txBody>
                    <a:bodyPr/>
                    <a:lstStyle/>
                    <a:p>
                      <a:pPr algn="ctr">
                        <a:lnSpc>
                          <a:spcPct val="107000"/>
                        </a:lnSpc>
                        <a:spcAft>
                          <a:spcPts val="0"/>
                        </a:spcAft>
                      </a:pPr>
                      <a:r>
                        <a:rPr lang="en-US" sz="2400" b="1" dirty="0">
                          <a:solidFill>
                            <a:schemeClr val="tx1"/>
                          </a:solidFill>
                          <a:effectLst/>
                          <a:latin typeface="Palatino Linotype" panose="02040502050505030304" pitchFamily="18" charset="0"/>
                        </a:rPr>
                        <a:t>Se</a:t>
                      </a:r>
                      <a:r>
                        <a:rPr lang="en-US" sz="2400" b="1" baseline="30000" dirty="0">
                          <a:solidFill>
                            <a:schemeClr val="tx1"/>
                          </a:solidFill>
                          <a:effectLst/>
                          <a:latin typeface="Palatino Linotype" panose="02040502050505030304" pitchFamily="18" charset="0"/>
                        </a:rPr>
                        <a:t>2−</a:t>
                      </a:r>
                      <a:endParaRPr lang="en-US" sz="2400" b="1" dirty="0">
                        <a:solidFill>
                          <a:schemeClr val="tx1"/>
                        </a:solidFill>
                        <a:effectLst/>
                        <a:latin typeface="Palatino Linotype" panose="02040502050505030304" pitchFamily="18" charset="0"/>
                      </a:endParaRPr>
                    </a:p>
                    <a:p>
                      <a:pPr algn="ctr">
                        <a:lnSpc>
                          <a:spcPct val="107000"/>
                        </a:lnSpc>
                        <a:spcAft>
                          <a:spcPts val="0"/>
                        </a:spcAft>
                      </a:pPr>
                      <a:r>
                        <a:rPr lang="en-US" sz="2400" b="1" dirty="0" err="1">
                          <a:solidFill>
                            <a:schemeClr val="tx1"/>
                          </a:solidFill>
                          <a:effectLst/>
                          <a:latin typeface="Palatino Linotype" panose="02040502050505030304" pitchFamily="18" charset="0"/>
                        </a:rPr>
                        <a:t>selenide</a:t>
                      </a:r>
                      <a:endParaRPr lang="en-US" sz="2400" b="1" dirty="0">
                        <a:solidFill>
                          <a:schemeClr val="tx1"/>
                        </a:solidFill>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c>
                  <a:txBody>
                    <a:bodyPr/>
                    <a:lstStyle/>
                    <a:p>
                      <a:pPr algn="ctr">
                        <a:lnSpc>
                          <a:spcPct val="107000"/>
                        </a:lnSpc>
                        <a:spcAft>
                          <a:spcPts val="0"/>
                        </a:spcAft>
                      </a:pPr>
                      <a:r>
                        <a:rPr lang="en-US" sz="2400" b="1" dirty="0">
                          <a:solidFill>
                            <a:schemeClr val="tx1"/>
                          </a:solidFill>
                          <a:effectLst/>
                          <a:latin typeface="Palatino Linotype" panose="02040502050505030304" pitchFamily="18" charset="0"/>
                        </a:rPr>
                        <a:t>Br</a:t>
                      </a:r>
                      <a:r>
                        <a:rPr lang="en-US" sz="2400" b="1" baseline="30000" dirty="0">
                          <a:solidFill>
                            <a:schemeClr val="tx1"/>
                          </a:solidFill>
                          <a:effectLst/>
                          <a:latin typeface="Palatino Linotype" panose="02040502050505030304" pitchFamily="18" charset="0"/>
                        </a:rPr>
                        <a:t>−</a:t>
                      </a:r>
                      <a:endParaRPr lang="en-US" sz="2400" b="1" dirty="0">
                        <a:solidFill>
                          <a:schemeClr val="tx1"/>
                        </a:solidFill>
                        <a:effectLst/>
                        <a:latin typeface="Palatino Linotype" panose="02040502050505030304" pitchFamily="18" charset="0"/>
                      </a:endParaRPr>
                    </a:p>
                    <a:p>
                      <a:pPr algn="ctr">
                        <a:lnSpc>
                          <a:spcPct val="107000"/>
                        </a:lnSpc>
                        <a:spcAft>
                          <a:spcPts val="0"/>
                        </a:spcAft>
                      </a:pPr>
                      <a:r>
                        <a:rPr lang="en-US" sz="2400" b="1" dirty="0">
                          <a:solidFill>
                            <a:schemeClr val="tx1"/>
                          </a:solidFill>
                          <a:effectLst/>
                          <a:latin typeface="Palatino Linotype" panose="02040502050505030304" pitchFamily="18" charset="0"/>
                        </a:rPr>
                        <a:t>bromide</a:t>
                      </a:r>
                      <a:endParaRPr lang="en-US" sz="2400" b="1" dirty="0">
                        <a:solidFill>
                          <a:schemeClr val="tx1"/>
                        </a:solidFill>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solidFill>
                      <a:schemeClr val="bg2"/>
                    </a:solidFill>
                  </a:tcPr>
                </a:tc>
              </a:tr>
              <a:tr h="886358">
                <a:tc>
                  <a:txBody>
                    <a:bodyPr/>
                    <a:lstStyle/>
                    <a:p>
                      <a:pPr algn="ctr">
                        <a:lnSpc>
                          <a:spcPct val="107000"/>
                        </a:lnSpc>
                      </a:pPr>
                      <a:endParaRPr lang="en-US" sz="2400" b="1">
                        <a:solidFill>
                          <a:schemeClr val="tx1"/>
                        </a:solidFill>
                        <a:effectLst/>
                        <a:latin typeface="Palatino Linotype" panose="02040502050505030304" pitchFamily="18" charset="0"/>
                        <a:cs typeface="Times New Roman" panose="02020603050405020304" pitchFamily="18" charset="0"/>
                      </a:endParaRPr>
                    </a:p>
                  </a:txBody>
                  <a:tcPr marL="47625" marR="47625" marT="47625" marB="47625" anchor="ctr">
                    <a:solidFill>
                      <a:schemeClr val="bg2"/>
                    </a:solidFill>
                  </a:tcPr>
                </a:tc>
                <a:tc>
                  <a:txBody>
                    <a:bodyPr/>
                    <a:lstStyle/>
                    <a:p>
                      <a:pPr algn="ctr">
                        <a:lnSpc>
                          <a:spcPct val="107000"/>
                        </a:lnSpc>
                        <a:spcAft>
                          <a:spcPts val="0"/>
                        </a:spcAft>
                      </a:pPr>
                      <a:r>
                        <a:rPr lang="en-US" sz="2400" b="1" dirty="0">
                          <a:solidFill>
                            <a:schemeClr val="tx1"/>
                          </a:solidFill>
                          <a:effectLst/>
                          <a:latin typeface="Palatino Linotype" panose="02040502050505030304" pitchFamily="18" charset="0"/>
                        </a:rPr>
                        <a:t>Te</a:t>
                      </a:r>
                      <a:r>
                        <a:rPr lang="en-US" sz="2400" b="1" baseline="30000" dirty="0">
                          <a:solidFill>
                            <a:schemeClr val="tx1"/>
                          </a:solidFill>
                          <a:effectLst/>
                          <a:latin typeface="Palatino Linotype" panose="02040502050505030304" pitchFamily="18" charset="0"/>
                        </a:rPr>
                        <a:t>2−</a:t>
                      </a:r>
                      <a:endParaRPr lang="en-US" sz="2400" b="1" dirty="0">
                        <a:solidFill>
                          <a:schemeClr val="tx1"/>
                        </a:solidFill>
                        <a:effectLst/>
                        <a:latin typeface="Palatino Linotype" panose="02040502050505030304" pitchFamily="18" charset="0"/>
                      </a:endParaRPr>
                    </a:p>
                    <a:p>
                      <a:pPr algn="ctr">
                        <a:lnSpc>
                          <a:spcPct val="107000"/>
                        </a:lnSpc>
                        <a:spcAft>
                          <a:spcPts val="0"/>
                        </a:spcAft>
                      </a:pPr>
                      <a:r>
                        <a:rPr lang="en-US" sz="2400" b="1" dirty="0">
                          <a:solidFill>
                            <a:schemeClr val="tx1"/>
                          </a:solidFill>
                          <a:effectLst/>
                          <a:latin typeface="Palatino Linotype" panose="02040502050505030304" pitchFamily="18" charset="0"/>
                        </a:rPr>
                        <a:t>telluride</a:t>
                      </a:r>
                      <a:endParaRPr lang="en-US" sz="2400" b="1" dirty="0">
                        <a:solidFill>
                          <a:schemeClr val="tx1"/>
                        </a:solidFill>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c>
                  <a:txBody>
                    <a:bodyPr/>
                    <a:lstStyle/>
                    <a:p>
                      <a:pPr algn="ctr">
                        <a:lnSpc>
                          <a:spcPct val="107000"/>
                        </a:lnSpc>
                        <a:spcAft>
                          <a:spcPts val="0"/>
                        </a:spcAft>
                      </a:pPr>
                      <a:r>
                        <a:rPr lang="en-US" sz="2400" b="1" dirty="0">
                          <a:solidFill>
                            <a:schemeClr val="tx1"/>
                          </a:solidFill>
                          <a:effectLst/>
                          <a:latin typeface="Palatino Linotype" panose="02040502050505030304" pitchFamily="18" charset="0"/>
                        </a:rPr>
                        <a:t>I</a:t>
                      </a:r>
                      <a:r>
                        <a:rPr lang="en-US" sz="2400" b="1" baseline="30000" dirty="0">
                          <a:solidFill>
                            <a:schemeClr val="tx1"/>
                          </a:solidFill>
                          <a:effectLst/>
                          <a:latin typeface="Palatino Linotype" panose="02040502050505030304" pitchFamily="18" charset="0"/>
                        </a:rPr>
                        <a:t>−</a:t>
                      </a:r>
                      <a:endParaRPr lang="en-US" sz="2400" b="1" dirty="0">
                        <a:solidFill>
                          <a:schemeClr val="tx1"/>
                        </a:solidFill>
                        <a:effectLst/>
                        <a:latin typeface="Palatino Linotype" panose="02040502050505030304" pitchFamily="18" charset="0"/>
                      </a:endParaRPr>
                    </a:p>
                    <a:p>
                      <a:pPr algn="ctr">
                        <a:lnSpc>
                          <a:spcPct val="107000"/>
                        </a:lnSpc>
                        <a:spcAft>
                          <a:spcPts val="0"/>
                        </a:spcAft>
                      </a:pPr>
                      <a:r>
                        <a:rPr lang="en-US" sz="2400" b="1" dirty="0">
                          <a:solidFill>
                            <a:schemeClr val="tx1"/>
                          </a:solidFill>
                          <a:effectLst/>
                          <a:latin typeface="Palatino Linotype" panose="02040502050505030304" pitchFamily="18" charset="0"/>
                        </a:rPr>
                        <a:t>iodide</a:t>
                      </a:r>
                      <a:endParaRPr lang="en-US" sz="2400" b="1" dirty="0">
                        <a:solidFill>
                          <a:schemeClr val="tx1"/>
                        </a:solidFill>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solidFill>
                      <a:schemeClr val="bg2"/>
                    </a:solidFill>
                  </a:tcPr>
                </a:tc>
              </a:tr>
            </a:tbl>
          </a:graphicData>
        </a:graphic>
      </p:graphicFrame>
      <p:sp>
        <p:nvSpPr>
          <p:cNvPr id="4" name="Rounded Rectangle 3"/>
          <p:cNvSpPr/>
          <p:nvPr/>
        </p:nvSpPr>
        <p:spPr>
          <a:xfrm>
            <a:off x="3352800" y="5867400"/>
            <a:ext cx="2209800" cy="762000"/>
          </a:xfrm>
          <a:prstGeom prst="roundRect">
            <a:avLst/>
          </a:prstGeom>
          <a:solidFill>
            <a:srgbClr val="0D0A9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err="1" smtClean="0">
                <a:latin typeface="Palatino Linotype" panose="02040502050505030304" pitchFamily="18" charset="0"/>
              </a:rPr>
              <a:t>Đuôi</a:t>
            </a:r>
            <a:r>
              <a:rPr lang="en-US" sz="2400" b="1" dirty="0" smtClean="0">
                <a:latin typeface="Palatino Linotype" panose="02040502050505030304" pitchFamily="18" charset="0"/>
              </a:rPr>
              <a:t> “ide”</a:t>
            </a:r>
            <a:endParaRPr lang="en-US" sz="2400" b="1" dirty="0">
              <a:latin typeface="Palatino Linotype" panose="02040502050505030304" pitchFamily="18" charset="0"/>
            </a:endParaRPr>
          </a:p>
        </p:txBody>
      </p:sp>
    </p:spTree>
    <p:extLst>
      <p:ext uri="{BB962C8B-B14F-4D97-AF65-F5344CB8AC3E}">
        <p14:creationId xmlns:p14="http://schemas.microsoft.com/office/powerpoint/2010/main" val="128761958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1777330000"/>
              </p:ext>
            </p:extLst>
          </p:nvPr>
        </p:nvGraphicFramePr>
        <p:xfrm>
          <a:off x="2895600" y="760826"/>
          <a:ext cx="5998684" cy="5620178"/>
        </p:xfrm>
        <a:graphic>
          <a:graphicData uri="http://schemas.openxmlformats.org/drawingml/2006/table">
            <a:tbl>
              <a:tblPr firstRow="1" firstCol="1" bandRow="1">
                <a:tableStyleId>{5C22544A-7EE6-4342-B048-85BDC9FD1C3A}</a:tableStyleId>
              </a:tblPr>
              <a:tblGrid>
                <a:gridCol w="2561236"/>
                <a:gridCol w="3437448"/>
              </a:tblGrid>
              <a:tr h="414702">
                <a:tc>
                  <a:txBody>
                    <a:bodyPr/>
                    <a:lstStyle/>
                    <a:p>
                      <a:pPr algn="ctr">
                        <a:lnSpc>
                          <a:spcPct val="107000"/>
                        </a:lnSpc>
                        <a:spcAft>
                          <a:spcPts val="0"/>
                        </a:spcAft>
                      </a:pPr>
                      <a:r>
                        <a:rPr lang="en-US" sz="2000" b="1" dirty="0" err="1" smtClean="0">
                          <a:effectLst/>
                          <a:latin typeface="Palatino Linotype" panose="02040502050505030304" pitchFamily="18" charset="0"/>
                        </a:rPr>
                        <a:t>Công</a:t>
                      </a:r>
                      <a:r>
                        <a:rPr lang="en-US" sz="2000" b="1" baseline="0" dirty="0" smtClean="0">
                          <a:effectLst/>
                          <a:latin typeface="Palatino Linotype" panose="02040502050505030304" pitchFamily="18" charset="0"/>
                        </a:rPr>
                        <a:t> </a:t>
                      </a:r>
                      <a:r>
                        <a:rPr lang="en-US" sz="2000" b="1" baseline="0" dirty="0" err="1" smtClean="0">
                          <a:effectLst/>
                          <a:latin typeface="Palatino Linotype" panose="02040502050505030304" pitchFamily="18" charset="0"/>
                        </a:rPr>
                        <a:t>thức</a:t>
                      </a:r>
                      <a:endParaRPr lang="en-US" sz="2000" b="1" dirty="0">
                        <a:effectLst/>
                        <a:latin typeface="Palatino Linotype" panose="02040502050505030304" pitchFamily="18" charset="0"/>
                        <a:ea typeface="Calibri" panose="020F0502020204030204" pitchFamily="34" charset="0"/>
                        <a:cs typeface="Times New Roman" panose="02020603050405020304" pitchFamily="18" charset="0"/>
                      </a:endParaRPr>
                    </a:p>
                  </a:txBody>
                  <a:tcPr marL="41157" marR="41157" marT="41157" marB="41157" anchor="ctr"/>
                </a:tc>
                <a:tc>
                  <a:txBody>
                    <a:bodyPr/>
                    <a:lstStyle/>
                    <a:p>
                      <a:pPr algn="ctr">
                        <a:lnSpc>
                          <a:spcPct val="107000"/>
                        </a:lnSpc>
                        <a:spcAft>
                          <a:spcPts val="0"/>
                        </a:spcAft>
                      </a:pPr>
                      <a:r>
                        <a:rPr lang="en-US" sz="2000" b="1" dirty="0" err="1" smtClean="0">
                          <a:effectLst/>
                          <a:latin typeface="Palatino Linotype" panose="02040502050505030304" pitchFamily="18" charset="0"/>
                        </a:rPr>
                        <a:t>Tên</a:t>
                      </a:r>
                      <a:r>
                        <a:rPr lang="en-US" sz="2000" b="1" baseline="0" dirty="0" smtClean="0">
                          <a:effectLst/>
                          <a:latin typeface="Palatino Linotype" panose="02040502050505030304" pitchFamily="18" charset="0"/>
                        </a:rPr>
                        <a:t> ion</a:t>
                      </a:r>
                      <a:endParaRPr lang="en-US" sz="2000" b="1" dirty="0">
                        <a:effectLst/>
                        <a:latin typeface="Palatino Linotype" panose="02040502050505030304" pitchFamily="18" charset="0"/>
                        <a:ea typeface="Calibri" panose="020F0502020204030204" pitchFamily="34" charset="0"/>
                        <a:cs typeface="Times New Roman" panose="02020603050405020304" pitchFamily="18" charset="0"/>
                      </a:endParaRPr>
                    </a:p>
                  </a:txBody>
                  <a:tcPr marL="41157" marR="41157" marT="41157" marB="41157" anchor="ctr"/>
                </a:tc>
              </a:tr>
              <a:tr h="414702">
                <a:tc>
                  <a:txBody>
                    <a:bodyPr/>
                    <a:lstStyle/>
                    <a:p>
                      <a:pPr>
                        <a:lnSpc>
                          <a:spcPct val="107000"/>
                        </a:lnSpc>
                        <a:spcAft>
                          <a:spcPts val="0"/>
                        </a:spcAft>
                      </a:pPr>
                      <a:r>
                        <a:rPr lang="en-US" sz="2000" b="1" dirty="0">
                          <a:effectLst/>
                          <a:latin typeface="Palatino Linotype" panose="02040502050505030304" pitchFamily="18" charset="0"/>
                        </a:rPr>
                        <a:t>OH</a:t>
                      </a:r>
                      <a:r>
                        <a:rPr lang="en-US" sz="2000" b="1" baseline="30000" dirty="0">
                          <a:effectLst/>
                          <a:latin typeface="Palatino Linotype" panose="02040502050505030304" pitchFamily="18" charset="0"/>
                        </a:rPr>
                        <a:t>−</a:t>
                      </a:r>
                      <a:endParaRPr lang="en-US" sz="2000" b="1" dirty="0">
                        <a:effectLst/>
                        <a:latin typeface="Palatino Linotype" panose="02040502050505030304" pitchFamily="18" charset="0"/>
                        <a:ea typeface="Calibri" panose="020F0502020204030204" pitchFamily="34" charset="0"/>
                        <a:cs typeface="Times New Roman" panose="02020603050405020304" pitchFamily="18" charset="0"/>
                      </a:endParaRPr>
                    </a:p>
                  </a:txBody>
                  <a:tcPr marL="41157" marR="41157" marT="41157" marB="41157" anchor="ctr">
                    <a:solidFill>
                      <a:schemeClr val="accent2"/>
                    </a:solidFill>
                  </a:tcPr>
                </a:tc>
                <a:tc>
                  <a:txBody>
                    <a:bodyPr/>
                    <a:lstStyle/>
                    <a:p>
                      <a:pPr marL="0" algn="l" defTabSz="914400" rtl="0" eaLnBrk="1" latinLnBrk="0" hangingPunct="1">
                        <a:lnSpc>
                          <a:spcPct val="107000"/>
                        </a:lnSpc>
                        <a:spcAft>
                          <a:spcPts val="0"/>
                        </a:spcAft>
                      </a:pPr>
                      <a:r>
                        <a:rPr lang="en-US" sz="2000" b="1" kern="1200" dirty="0">
                          <a:solidFill>
                            <a:schemeClr val="bg1"/>
                          </a:solidFill>
                          <a:effectLst/>
                          <a:latin typeface="Palatino Linotype" panose="02040502050505030304" pitchFamily="18" charset="0"/>
                          <a:ea typeface="+mn-ea"/>
                          <a:cs typeface="+mn-cs"/>
                        </a:rPr>
                        <a:t>hydroxide</a:t>
                      </a:r>
                    </a:p>
                  </a:txBody>
                  <a:tcPr marL="41157" marR="41157" marT="41157" marB="41157" anchor="ctr">
                    <a:solidFill>
                      <a:schemeClr val="accent2"/>
                    </a:solidFill>
                  </a:tcPr>
                </a:tc>
              </a:tr>
              <a:tr h="414702">
                <a:tc>
                  <a:txBody>
                    <a:bodyPr/>
                    <a:lstStyle/>
                    <a:p>
                      <a:pPr>
                        <a:lnSpc>
                          <a:spcPct val="107000"/>
                        </a:lnSpc>
                        <a:spcAft>
                          <a:spcPts val="0"/>
                        </a:spcAft>
                      </a:pPr>
                      <a:r>
                        <a:rPr lang="en-US" sz="2000" b="1" dirty="0">
                          <a:solidFill>
                            <a:schemeClr val="tx1"/>
                          </a:solidFill>
                          <a:effectLst/>
                          <a:latin typeface="Palatino Linotype" panose="02040502050505030304" pitchFamily="18" charset="0"/>
                        </a:rPr>
                        <a:t>O</a:t>
                      </a:r>
                      <a:r>
                        <a:rPr lang="en-US" sz="2000" b="1" baseline="-25000" dirty="0">
                          <a:solidFill>
                            <a:schemeClr val="tx1"/>
                          </a:solidFill>
                          <a:effectLst/>
                          <a:latin typeface="Palatino Linotype" panose="02040502050505030304" pitchFamily="18" charset="0"/>
                        </a:rPr>
                        <a:t>2</a:t>
                      </a:r>
                      <a:r>
                        <a:rPr lang="en-US" sz="2000" b="1" baseline="30000" dirty="0">
                          <a:solidFill>
                            <a:schemeClr val="tx1"/>
                          </a:solidFill>
                          <a:effectLst/>
                          <a:latin typeface="Palatino Linotype" panose="02040502050505030304" pitchFamily="18" charset="0"/>
                        </a:rPr>
                        <a:t>2−</a:t>
                      </a:r>
                      <a:endParaRPr lang="en-US" sz="2000" b="1" dirty="0">
                        <a:solidFill>
                          <a:schemeClr val="tx1"/>
                        </a:solidFill>
                        <a:effectLst/>
                        <a:latin typeface="Palatino Linotype" panose="02040502050505030304" pitchFamily="18" charset="0"/>
                        <a:ea typeface="Calibri" panose="020F0502020204030204" pitchFamily="34" charset="0"/>
                        <a:cs typeface="Times New Roman" panose="02020603050405020304" pitchFamily="18" charset="0"/>
                      </a:endParaRPr>
                    </a:p>
                  </a:txBody>
                  <a:tcPr marL="41157" marR="41157" marT="41157" marB="41157" anchor="ctr">
                    <a:solidFill>
                      <a:schemeClr val="accent4">
                        <a:lumMod val="20000"/>
                        <a:lumOff val="80000"/>
                      </a:schemeClr>
                    </a:solidFill>
                  </a:tcPr>
                </a:tc>
                <a:tc>
                  <a:txBody>
                    <a:bodyPr/>
                    <a:lstStyle/>
                    <a:p>
                      <a:pPr>
                        <a:lnSpc>
                          <a:spcPct val="107000"/>
                        </a:lnSpc>
                        <a:spcAft>
                          <a:spcPts val="0"/>
                        </a:spcAft>
                      </a:pPr>
                      <a:r>
                        <a:rPr lang="en-US" sz="2000" b="1" dirty="0">
                          <a:effectLst/>
                          <a:latin typeface="Palatino Linotype" panose="02040502050505030304" pitchFamily="18" charset="0"/>
                        </a:rPr>
                        <a:t>peroxide</a:t>
                      </a:r>
                      <a:endParaRPr lang="en-US" sz="2000" b="1" dirty="0">
                        <a:effectLst/>
                        <a:latin typeface="Palatino Linotype" panose="02040502050505030304" pitchFamily="18" charset="0"/>
                        <a:ea typeface="Calibri" panose="020F0502020204030204" pitchFamily="34" charset="0"/>
                        <a:cs typeface="Times New Roman" panose="02020603050405020304" pitchFamily="18" charset="0"/>
                      </a:endParaRPr>
                    </a:p>
                  </a:txBody>
                  <a:tcPr marL="41157" marR="41157" marT="41157" marB="41157" anchor="ctr">
                    <a:solidFill>
                      <a:schemeClr val="accent4">
                        <a:lumMod val="20000"/>
                        <a:lumOff val="80000"/>
                      </a:schemeClr>
                    </a:solidFill>
                  </a:tcPr>
                </a:tc>
              </a:tr>
              <a:tr h="414702">
                <a:tc>
                  <a:txBody>
                    <a:bodyPr/>
                    <a:lstStyle/>
                    <a:p>
                      <a:pPr>
                        <a:lnSpc>
                          <a:spcPct val="107000"/>
                        </a:lnSpc>
                        <a:spcAft>
                          <a:spcPts val="0"/>
                        </a:spcAft>
                      </a:pPr>
                      <a:r>
                        <a:rPr lang="en-US" sz="2000" b="1" dirty="0">
                          <a:effectLst/>
                          <a:latin typeface="Palatino Linotype" panose="02040502050505030304" pitchFamily="18" charset="0"/>
                        </a:rPr>
                        <a:t>CN</a:t>
                      </a:r>
                      <a:r>
                        <a:rPr lang="en-US" sz="2000" b="1" baseline="30000" dirty="0">
                          <a:effectLst/>
                          <a:latin typeface="Palatino Linotype" panose="02040502050505030304" pitchFamily="18" charset="0"/>
                        </a:rPr>
                        <a:t>−</a:t>
                      </a:r>
                      <a:endParaRPr lang="en-US" sz="2000" b="1" dirty="0">
                        <a:effectLst/>
                        <a:latin typeface="Palatino Linotype" panose="02040502050505030304" pitchFamily="18" charset="0"/>
                        <a:ea typeface="Calibri" panose="020F0502020204030204" pitchFamily="34" charset="0"/>
                        <a:cs typeface="Times New Roman" panose="02020603050405020304" pitchFamily="18" charset="0"/>
                      </a:endParaRPr>
                    </a:p>
                  </a:txBody>
                  <a:tcPr marL="41157" marR="41157" marT="41157" marB="41157" anchor="ctr">
                    <a:solidFill>
                      <a:schemeClr val="accent2"/>
                    </a:solidFill>
                  </a:tcPr>
                </a:tc>
                <a:tc>
                  <a:txBody>
                    <a:bodyPr/>
                    <a:lstStyle/>
                    <a:p>
                      <a:pPr marL="0" algn="l" defTabSz="914400" rtl="0" eaLnBrk="1" latinLnBrk="0" hangingPunct="1">
                        <a:lnSpc>
                          <a:spcPct val="107000"/>
                        </a:lnSpc>
                        <a:spcAft>
                          <a:spcPts val="0"/>
                        </a:spcAft>
                      </a:pPr>
                      <a:r>
                        <a:rPr lang="en-US" sz="2000" b="1" kern="1200" dirty="0">
                          <a:solidFill>
                            <a:schemeClr val="bg1"/>
                          </a:solidFill>
                          <a:effectLst/>
                          <a:latin typeface="Palatino Linotype" panose="02040502050505030304" pitchFamily="18" charset="0"/>
                          <a:ea typeface="+mn-ea"/>
                          <a:cs typeface="+mn-cs"/>
                        </a:rPr>
                        <a:t>cyanide</a:t>
                      </a:r>
                    </a:p>
                  </a:txBody>
                  <a:tcPr marL="41157" marR="41157" marT="41157" marB="41157" anchor="ctr">
                    <a:solidFill>
                      <a:schemeClr val="accent2"/>
                    </a:solidFill>
                  </a:tcPr>
                </a:tc>
              </a:tr>
              <a:tr h="414702">
                <a:tc>
                  <a:txBody>
                    <a:bodyPr/>
                    <a:lstStyle/>
                    <a:p>
                      <a:pPr>
                        <a:lnSpc>
                          <a:spcPct val="107000"/>
                        </a:lnSpc>
                        <a:spcAft>
                          <a:spcPts val="0"/>
                        </a:spcAft>
                      </a:pPr>
                      <a:r>
                        <a:rPr lang="en-US" sz="2000" b="1" dirty="0">
                          <a:solidFill>
                            <a:schemeClr val="tx1"/>
                          </a:solidFill>
                          <a:effectLst/>
                          <a:latin typeface="Palatino Linotype" panose="02040502050505030304" pitchFamily="18" charset="0"/>
                        </a:rPr>
                        <a:t>SCN</a:t>
                      </a:r>
                      <a:r>
                        <a:rPr lang="en-US" sz="2000" b="1" baseline="30000" dirty="0">
                          <a:solidFill>
                            <a:schemeClr val="tx1"/>
                          </a:solidFill>
                          <a:effectLst/>
                          <a:latin typeface="Palatino Linotype" panose="02040502050505030304" pitchFamily="18" charset="0"/>
                        </a:rPr>
                        <a:t>−</a:t>
                      </a:r>
                      <a:endParaRPr lang="en-US" sz="2000" b="1" dirty="0">
                        <a:solidFill>
                          <a:schemeClr val="tx1"/>
                        </a:solidFill>
                        <a:effectLst/>
                        <a:latin typeface="Palatino Linotype" panose="02040502050505030304" pitchFamily="18" charset="0"/>
                        <a:ea typeface="Calibri" panose="020F0502020204030204" pitchFamily="34" charset="0"/>
                        <a:cs typeface="Times New Roman" panose="02020603050405020304" pitchFamily="18" charset="0"/>
                      </a:endParaRPr>
                    </a:p>
                  </a:txBody>
                  <a:tcPr marL="41157" marR="41157" marT="41157" marB="41157" anchor="ctr">
                    <a:solidFill>
                      <a:schemeClr val="accent4">
                        <a:lumMod val="20000"/>
                        <a:lumOff val="80000"/>
                      </a:schemeClr>
                    </a:solidFill>
                  </a:tcPr>
                </a:tc>
                <a:tc>
                  <a:txBody>
                    <a:bodyPr/>
                    <a:lstStyle/>
                    <a:p>
                      <a:pPr>
                        <a:lnSpc>
                          <a:spcPct val="107000"/>
                        </a:lnSpc>
                        <a:spcAft>
                          <a:spcPts val="0"/>
                        </a:spcAft>
                      </a:pPr>
                      <a:r>
                        <a:rPr lang="en-US" sz="2000" b="1" dirty="0" err="1">
                          <a:effectLst/>
                          <a:latin typeface="Palatino Linotype" panose="02040502050505030304" pitchFamily="18" charset="0"/>
                        </a:rPr>
                        <a:t>thiocyanate</a:t>
                      </a:r>
                      <a:endParaRPr lang="en-US" sz="2000" b="1" dirty="0">
                        <a:effectLst/>
                        <a:latin typeface="Palatino Linotype" panose="02040502050505030304" pitchFamily="18" charset="0"/>
                        <a:ea typeface="Calibri" panose="020F0502020204030204" pitchFamily="34" charset="0"/>
                        <a:cs typeface="Times New Roman" panose="02020603050405020304" pitchFamily="18" charset="0"/>
                      </a:endParaRPr>
                    </a:p>
                  </a:txBody>
                  <a:tcPr marL="41157" marR="41157" marT="41157" marB="41157" anchor="ctr">
                    <a:solidFill>
                      <a:schemeClr val="accent4">
                        <a:lumMod val="20000"/>
                        <a:lumOff val="80000"/>
                      </a:schemeClr>
                    </a:solidFill>
                  </a:tcPr>
                </a:tc>
              </a:tr>
              <a:tr h="414702">
                <a:tc>
                  <a:txBody>
                    <a:bodyPr/>
                    <a:lstStyle/>
                    <a:p>
                      <a:pPr>
                        <a:lnSpc>
                          <a:spcPct val="107000"/>
                        </a:lnSpc>
                        <a:spcAft>
                          <a:spcPts val="0"/>
                        </a:spcAft>
                      </a:pPr>
                      <a:r>
                        <a:rPr lang="en-US" sz="2000" b="1">
                          <a:effectLst/>
                          <a:latin typeface="Palatino Linotype" panose="02040502050505030304" pitchFamily="18" charset="0"/>
                        </a:rPr>
                        <a:t>NO</a:t>
                      </a:r>
                      <a:r>
                        <a:rPr lang="en-US" sz="2000" b="1" baseline="-25000">
                          <a:effectLst/>
                          <a:latin typeface="Palatino Linotype" panose="02040502050505030304" pitchFamily="18" charset="0"/>
                        </a:rPr>
                        <a:t>2</a:t>
                      </a:r>
                      <a:r>
                        <a:rPr lang="en-US" sz="2000" b="1" baseline="30000">
                          <a:effectLst/>
                          <a:latin typeface="Palatino Linotype" panose="02040502050505030304" pitchFamily="18" charset="0"/>
                        </a:rPr>
                        <a:t>−</a:t>
                      </a:r>
                      <a:endParaRPr lang="en-US" sz="2000" b="1">
                        <a:effectLst/>
                        <a:latin typeface="Palatino Linotype" panose="02040502050505030304" pitchFamily="18" charset="0"/>
                        <a:ea typeface="Calibri" panose="020F0502020204030204" pitchFamily="34" charset="0"/>
                        <a:cs typeface="Times New Roman" panose="02020603050405020304" pitchFamily="18" charset="0"/>
                      </a:endParaRPr>
                    </a:p>
                  </a:txBody>
                  <a:tcPr marL="41157" marR="41157" marT="41157" marB="41157" anchor="ctr">
                    <a:solidFill>
                      <a:schemeClr val="accent2"/>
                    </a:solidFill>
                  </a:tcPr>
                </a:tc>
                <a:tc>
                  <a:txBody>
                    <a:bodyPr/>
                    <a:lstStyle/>
                    <a:p>
                      <a:pPr marL="0" algn="l" defTabSz="914400" rtl="0" eaLnBrk="1" latinLnBrk="0" hangingPunct="1">
                        <a:lnSpc>
                          <a:spcPct val="107000"/>
                        </a:lnSpc>
                        <a:spcAft>
                          <a:spcPts val="0"/>
                        </a:spcAft>
                      </a:pPr>
                      <a:r>
                        <a:rPr lang="en-US" sz="2000" b="1" kern="1200" dirty="0">
                          <a:solidFill>
                            <a:schemeClr val="bg1"/>
                          </a:solidFill>
                          <a:effectLst/>
                          <a:latin typeface="Palatino Linotype" panose="02040502050505030304" pitchFamily="18" charset="0"/>
                          <a:ea typeface="+mn-ea"/>
                          <a:cs typeface="+mn-cs"/>
                        </a:rPr>
                        <a:t>nitrite</a:t>
                      </a:r>
                    </a:p>
                  </a:txBody>
                  <a:tcPr marL="41157" marR="41157" marT="41157" marB="41157" anchor="ctr">
                    <a:solidFill>
                      <a:schemeClr val="accent2"/>
                    </a:solidFill>
                  </a:tcPr>
                </a:tc>
              </a:tr>
              <a:tr h="414702">
                <a:tc>
                  <a:txBody>
                    <a:bodyPr/>
                    <a:lstStyle/>
                    <a:p>
                      <a:pPr>
                        <a:lnSpc>
                          <a:spcPct val="107000"/>
                        </a:lnSpc>
                        <a:spcAft>
                          <a:spcPts val="0"/>
                        </a:spcAft>
                      </a:pPr>
                      <a:r>
                        <a:rPr lang="en-US" sz="2000" b="1" dirty="0">
                          <a:solidFill>
                            <a:schemeClr val="tx1"/>
                          </a:solidFill>
                          <a:effectLst/>
                          <a:latin typeface="Palatino Linotype" panose="02040502050505030304" pitchFamily="18" charset="0"/>
                        </a:rPr>
                        <a:t>NO</a:t>
                      </a:r>
                      <a:r>
                        <a:rPr lang="en-US" sz="2000" b="1" baseline="-25000" dirty="0">
                          <a:solidFill>
                            <a:schemeClr val="tx1"/>
                          </a:solidFill>
                          <a:effectLst/>
                          <a:latin typeface="Palatino Linotype" panose="02040502050505030304" pitchFamily="18" charset="0"/>
                        </a:rPr>
                        <a:t>3</a:t>
                      </a:r>
                      <a:r>
                        <a:rPr lang="en-US" sz="2000" b="1" baseline="30000" dirty="0">
                          <a:solidFill>
                            <a:schemeClr val="tx1"/>
                          </a:solidFill>
                          <a:effectLst/>
                          <a:latin typeface="Palatino Linotype" panose="02040502050505030304" pitchFamily="18" charset="0"/>
                        </a:rPr>
                        <a:t>−</a:t>
                      </a:r>
                      <a:endParaRPr lang="en-US" sz="2000" b="1" dirty="0">
                        <a:solidFill>
                          <a:schemeClr val="tx1"/>
                        </a:solidFill>
                        <a:effectLst/>
                        <a:latin typeface="Palatino Linotype" panose="02040502050505030304" pitchFamily="18" charset="0"/>
                        <a:ea typeface="Calibri" panose="020F0502020204030204" pitchFamily="34" charset="0"/>
                        <a:cs typeface="Times New Roman" panose="02020603050405020304" pitchFamily="18" charset="0"/>
                      </a:endParaRPr>
                    </a:p>
                  </a:txBody>
                  <a:tcPr marL="41157" marR="41157" marT="41157" marB="41157" anchor="ctr">
                    <a:solidFill>
                      <a:schemeClr val="accent4">
                        <a:lumMod val="20000"/>
                        <a:lumOff val="80000"/>
                      </a:schemeClr>
                    </a:solidFill>
                  </a:tcPr>
                </a:tc>
                <a:tc>
                  <a:txBody>
                    <a:bodyPr/>
                    <a:lstStyle/>
                    <a:p>
                      <a:pPr>
                        <a:lnSpc>
                          <a:spcPct val="107000"/>
                        </a:lnSpc>
                        <a:spcAft>
                          <a:spcPts val="0"/>
                        </a:spcAft>
                      </a:pPr>
                      <a:r>
                        <a:rPr lang="en-US" sz="2000" b="1" dirty="0">
                          <a:effectLst/>
                          <a:latin typeface="Palatino Linotype" panose="02040502050505030304" pitchFamily="18" charset="0"/>
                        </a:rPr>
                        <a:t>nitrate</a:t>
                      </a:r>
                      <a:endParaRPr lang="en-US" sz="2000" b="1" dirty="0">
                        <a:effectLst/>
                        <a:latin typeface="Palatino Linotype" panose="02040502050505030304" pitchFamily="18" charset="0"/>
                        <a:ea typeface="Calibri" panose="020F0502020204030204" pitchFamily="34" charset="0"/>
                        <a:cs typeface="Times New Roman" panose="02020603050405020304" pitchFamily="18" charset="0"/>
                      </a:endParaRPr>
                    </a:p>
                  </a:txBody>
                  <a:tcPr marL="41157" marR="41157" marT="41157" marB="41157" anchor="ctr">
                    <a:solidFill>
                      <a:schemeClr val="accent4">
                        <a:lumMod val="20000"/>
                        <a:lumOff val="80000"/>
                      </a:schemeClr>
                    </a:solidFill>
                  </a:tcPr>
                </a:tc>
              </a:tr>
              <a:tr h="414702">
                <a:tc>
                  <a:txBody>
                    <a:bodyPr/>
                    <a:lstStyle/>
                    <a:p>
                      <a:pPr>
                        <a:lnSpc>
                          <a:spcPct val="107000"/>
                        </a:lnSpc>
                        <a:spcAft>
                          <a:spcPts val="0"/>
                        </a:spcAft>
                      </a:pPr>
                      <a:r>
                        <a:rPr lang="en-US" sz="2000" b="1">
                          <a:effectLst/>
                          <a:latin typeface="Palatino Linotype" panose="02040502050505030304" pitchFamily="18" charset="0"/>
                        </a:rPr>
                        <a:t>CO</a:t>
                      </a:r>
                      <a:r>
                        <a:rPr lang="en-US" sz="2000" b="1" baseline="-25000">
                          <a:effectLst/>
                          <a:latin typeface="Palatino Linotype" panose="02040502050505030304" pitchFamily="18" charset="0"/>
                        </a:rPr>
                        <a:t>3</a:t>
                      </a:r>
                      <a:r>
                        <a:rPr lang="en-US" sz="2000" b="1" baseline="30000">
                          <a:effectLst/>
                          <a:latin typeface="Palatino Linotype" panose="02040502050505030304" pitchFamily="18" charset="0"/>
                        </a:rPr>
                        <a:t>2−</a:t>
                      </a:r>
                      <a:endParaRPr lang="en-US" sz="2000" b="1">
                        <a:effectLst/>
                        <a:latin typeface="Palatino Linotype" panose="02040502050505030304" pitchFamily="18" charset="0"/>
                        <a:ea typeface="Calibri" panose="020F0502020204030204" pitchFamily="34" charset="0"/>
                        <a:cs typeface="Times New Roman" panose="02020603050405020304" pitchFamily="18" charset="0"/>
                      </a:endParaRPr>
                    </a:p>
                  </a:txBody>
                  <a:tcPr marL="41157" marR="41157" marT="41157" marB="41157" anchor="ctr">
                    <a:solidFill>
                      <a:schemeClr val="accent2"/>
                    </a:solidFill>
                  </a:tcPr>
                </a:tc>
                <a:tc>
                  <a:txBody>
                    <a:bodyPr/>
                    <a:lstStyle/>
                    <a:p>
                      <a:pPr marL="0" algn="l" defTabSz="914400" rtl="0" eaLnBrk="1" latinLnBrk="0" hangingPunct="1">
                        <a:lnSpc>
                          <a:spcPct val="107000"/>
                        </a:lnSpc>
                        <a:spcAft>
                          <a:spcPts val="0"/>
                        </a:spcAft>
                      </a:pPr>
                      <a:r>
                        <a:rPr lang="en-US" sz="2000" b="1" kern="1200" dirty="0">
                          <a:solidFill>
                            <a:schemeClr val="bg1"/>
                          </a:solidFill>
                          <a:effectLst/>
                          <a:latin typeface="Palatino Linotype" panose="02040502050505030304" pitchFamily="18" charset="0"/>
                          <a:ea typeface="+mn-ea"/>
                          <a:cs typeface="+mn-cs"/>
                        </a:rPr>
                        <a:t>carbonate</a:t>
                      </a:r>
                    </a:p>
                  </a:txBody>
                  <a:tcPr marL="41157" marR="41157" marT="41157" marB="41157" anchor="ctr">
                    <a:solidFill>
                      <a:schemeClr val="accent2"/>
                    </a:solidFill>
                  </a:tcPr>
                </a:tc>
              </a:tr>
              <a:tr h="738572">
                <a:tc>
                  <a:txBody>
                    <a:bodyPr/>
                    <a:lstStyle/>
                    <a:p>
                      <a:pPr>
                        <a:lnSpc>
                          <a:spcPct val="107000"/>
                        </a:lnSpc>
                        <a:spcAft>
                          <a:spcPts val="0"/>
                        </a:spcAft>
                      </a:pPr>
                      <a:r>
                        <a:rPr lang="en-US" sz="2000" b="1" dirty="0">
                          <a:solidFill>
                            <a:schemeClr val="tx1"/>
                          </a:solidFill>
                          <a:effectLst/>
                          <a:latin typeface="Palatino Linotype" panose="02040502050505030304" pitchFamily="18" charset="0"/>
                        </a:rPr>
                        <a:t>HCO</a:t>
                      </a:r>
                      <a:r>
                        <a:rPr lang="en-US" sz="2000" b="1" baseline="-25000" dirty="0">
                          <a:solidFill>
                            <a:schemeClr val="tx1"/>
                          </a:solidFill>
                          <a:effectLst/>
                          <a:latin typeface="Palatino Linotype" panose="02040502050505030304" pitchFamily="18" charset="0"/>
                        </a:rPr>
                        <a:t>3</a:t>
                      </a:r>
                      <a:r>
                        <a:rPr lang="en-US" sz="2000" b="1" baseline="30000" dirty="0">
                          <a:solidFill>
                            <a:schemeClr val="tx1"/>
                          </a:solidFill>
                          <a:effectLst/>
                          <a:latin typeface="Palatino Linotype" panose="02040502050505030304" pitchFamily="18" charset="0"/>
                        </a:rPr>
                        <a:t>−</a:t>
                      </a:r>
                      <a:endParaRPr lang="en-US" sz="2000" b="1" dirty="0">
                        <a:solidFill>
                          <a:schemeClr val="tx1"/>
                        </a:solidFill>
                        <a:effectLst/>
                        <a:latin typeface="Palatino Linotype" panose="02040502050505030304" pitchFamily="18" charset="0"/>
                        <a:ea typeface="Calibri" panose="020F0502020204030204" pitchFamily="34" charset="0"/>
                        <a:cs typeface="Times New Roman" panose="02020603050405020304" pitchFamily="18" charset="0"/>
                      </a:endParaRPr>
                    </a:p>
                  </a:txBody>
                  <a:tcPr marL="41157" marR="41157" marT="41157" marB="41157" anchor="ctr">
                    <a:solidFill>
                      <a:schemeClr val="accent4">
                        <a:lumMod val="20000"/>
                        <a:lumOff val="80000"/>
                      </a:schemeClr>
                    </a:solidFill>
                  </a:tcPr>
                </a:tc>
                <a:tc>
                  <a:txBody>
                    <a:bodyPr/>
                    <a:lstStyle/>
                    <a:p>
                      <a:pPr>
                        <a:lnSpc>
                          <a:spcPct val="107000"/>
                        </a:lnSpc>
                        <a:spcAft>
                          <a:spcPts val="0"/>
                        </a:spcAft>
                      </a:pPr>
                      <a:r>
                        <a:rPr lang="en-US" sz="2000" b="1" dirty="0">
                          <a:effectLst/>
                          <a:latin typeface="Palatino Linotype" panose="02040502050505030304" pitchFamily="18" charset="0"/>
                        </a:rPr>
                        <a:t>hydrogen carbonate, or bicarbonate</a:t>
                      </a:r>
                      <a:endParaRPr lang="en-US" sz="2000" b="1" dirty="0">
                        <a:effectLst/>
                        <a:latin typeface="Palatino Linotype" panose="02040502050505030304" pitchFamily="18" charset="0"/>
                        <a:ea typeface="Calibri" panose="020F0502020204030204" pitchFamily="34" charset="0"/>
                        <a:cs typeface="Times New Roman" panose="02020603050405020304" pitchFamily="18" charset="0"/>
                      </a:endParaRPr>
                    </a:p>
                  </a:txBody>
                  <a:tcPr marL="41157" marR="41157" marT="41157" marB="41157" anchor="ctr">
                    <a:solidFill>
                      <a:schemeClr val="accent4">
                        <a:lumMod val="20000"/>
                        <a:lumOff val="80000"/>
                      </a:schemeClr>
                    </a:solidFill>
                  </a:tcPr>
                </a:tc>
              </a:tr>
              <a:tr h="414702">
                <a:tc>
                  <a:txBody>
                    <a:bodyPr/>
                    <a:lstStyle/>
                    <a:p>
                      <a:pPr>
                        <a:lnSpc>
                          <a:spcPct val="107000"/>
                        </a:lnSpc>
                        <a:spcAft>
                          <a:spcPts val="0"/>
                        </a:spcAft>
                      </a:pPr>
                      <a:r>
                        <a:rPr lang="en-US" sz="2000" b="1">
                          <a:effectLst/>
                          <a:latin typeface="Palatino Linotype" panose="02040502050505030304" pitchFamily="18" charset="0"/>
                        </a:rPr>
                        <a:t>SO</a:t>
                      </a:r>
                      <a:r>
                        <a:rPr lang="en-US" sz="2000" b="1" baseline="-25000">
                          <a:effectLst/>
                          <a:latin typeface="Palatino Linotype" panose="02040502050505030304" pitchFamily="18" charset="0"/>
                        </a:rPr>
                        <a:t>3</a:t>
                      </a:r>
                      <a:r>
                        <a:rPr lang="en-US" sz="2000" b="1" baseline="30000">
                          <a:effectLst/>
                          <a:latin typeface="Palatino Linotype" panose="02040502050505030304" pitchFamily="18" charset="0"/>
                        </a:rPr>
                        <a:t>2−</a:t>
                      </a:r>
                      <a:endParaRPr lang="en-US" sz="2000" b="1">
                        <a:effectLst/>
                        <a:latin typeface="Palatino Linotype" panose="02040502050505030304" pitchFamily="18" charset="0"/>
                        <a:ea typeface="Calibri" panose="020F0502020204030204" pitchFamily="34" charset="0"/>
                        <a:cs typeface="Times New Roman" panose="02020603050405020304" pitchFamily="18" charset="0"/>
                      </a:endParaRPr>
                    </a:p>
                  </a:txBody>
                  <a:tcPr marL="41157" marR="41157" marT="41157" marB="41157" anchor="ctr">
                    <a:solidFill>
                      <a:schemeClr val="accent2"/>
                    </a:solidFill>
                  </a:tcPr>
                </a:tc>
                <a:tc>
                  <a:txBody>
                    <a:bodyPr/>
                    <a:lstStyle/>
                    <a:p>
                      <a:pPr marL="0" algn="l" defTabSz="914400" rtl="0" eaLnBrk="1" latinLnBrk="0" hangingPunct="1">
                        <a:lnSpc>
                          <a:spcPct val="107000"/>
                        </a:lnSpc>
                        <a:spcAft>
                          <a:spcPts val="0"/>
                        </a:spcAft>
                      </a:pPr>
                      <a:r>
                        <a:rPr lang="en-US" sz="2000" b="1" kern="1200" dirty="0">
                          <a:solidFill>
                            <a:schemeClr val="bg1"/>
                          </a:solidFill>
                          <a:effectLst/>
                          <a:latin typeface="Palatino Linotype" panose="02040502050505030304" pitchFamily="18" charset="0"/>
                          <a:ea typeface="+mn-ea"/>
                          <a:cs typeface="+mn-cs"/>
                        </a:rPr>
                        <a:t>sulfite</a:t>
                      </a:r>
                    </a:p>
                  </a:txBody>
                  <a:tcPr marL="41157" marR="41157" marT="41157" marB="41157" anchor="ctr">
                    <a:solidFill>
                      <a:schemeClr val="accent2"/>
                    </a:solidFill>
                  </a:tcPr>
                </a:tc>
              </a:tr>
              <a:tr h="414702">
                <a:tc>
                  <a:txBody>
                    <a:bodyPr/>
                    <a:lstStyle/>
                    <a:p>
                      <a:pPr>
                        <a:lnSpc>
                          <a:spcPct val="107000"/>
                        </a:lnSpc>
                        <a:spcAft>
                          <a:spcPts val="0"/>
                        </a:spcAft>
                      </a:pPr>
                      <a:r>
                        <a:rPr lang="en-US" sz="2000" b="1" dirty="0">
                          <a:solidFill>
                            <a:schemeClr val="tx1"/>
                          </a:solidFill>
                          <a:effectLst/>
                          <a:latin typeface="Palatino Linotype" panose="02040502050505030304" pitchFamily="18" charset="0"/>
                        </a:rPr>
                        <a:t>SO</a:t>
                      </a:r>
                      <a:r>
                        <a:rPr lang="en-US" sz="2000" b="1" baseline="-25000" dirty="0">
                          <a:solidFill>
                            <a:schemeClr val="tx1"/>
                          </a:solidFill>
                          <a:effectLst/>
                          <a:latin typeface="Palatino Linotype" panose="02040502050505030304" pitchFamily="18" charset="0"/>
                        </a:rPr>
                        <a:t>4</a:t>
                      </a:r>
                      <a:r>
                        <a:rPr lang="en-US" sz="2000" b="1" baseline="30000" dirty="0">
                          <a:solidFill>
                            <a:schemeClr val="tx1"/>
                          </a:solidFill>
                          <a:effectLst/>
                          <a:latin typeface="Palatino Linotype" panose="02040502050505030304" pitchFamily="18" charset="0"/>
                        </a:rPr>
                        <a:t>2−</a:t>
                      </a:r>
                      <a:endParaRPr lang="en-US" sz="2000" b="1" dirty="0">
                        <a:solidFill>
                          <a:schemeClr val="tx1"/>
                        </a:solidFill>
                        <a:effectLst/>
                        <a:latin typeface="Palatino Linotype" panose="02040502050505030304" pitchFamily="18" charset="0"/>
                        <a:ea typeface="Calibri" panose="020F0502020204030204" pitchFamily="34" charset="0"/>
                        <a:cs typeface="Times New Roman" panose="02020603050405020304" pitchFamily="18" charset="0"/>
                      </a:endParaRPr>
                    </a:p>
                  </a:txBody>
                  <a:tcPr marL="41157" marR="41157" marT="41157" marB="41157" anchor="ctr">
                    <a:solidFill>
                      <a:schemeClr val="accent4">
                        <a:lumMod val="20000"/>
                        <a:lumOff val="80000"/>
                      </a:schemeClr>
                    </a:solidFill>
                  </a:tcPr>
                </a:tc>
                <a:tc>
                  <a:txBody>
                    <a:bodyPr/>
                    <a:lstStyle/>
                    <a:p>
                      <a:pPr>
                        <a:lnSpc>
                          <a:spcPct val="107000"/>
                        </a:lnSpc>
                        <a:spcAft>
                          <a:spcPts val="0"/>
                        </a:spcAft>
                      </a:pPr>
                      <a:r>
                        <a:rPr lang="en-US" sz="2000" b="1" dirty="0">
                          <a:effectLst/>
                          <a:latin typeface="Palatino Linotype" panose="02040502050505030304" pitchFamily="18" charset="0"/>
                        </a:rPr>
                        <a:t>sulfate</a:t>
                      </a:r>
                      <a:endParaRPr lang="en-US" sz="2000" b="1" dirty="0">
                        <a:effectLst/>
                        <a:latin typeface="Palatino Linotype" panose="02040502050505030304" pitchFamily="18" charset="0"/>
                        <a:ea typeface="Calibri" panose="020F0502020204030204" pitchFamily="34" charset="0"/>
                        <a:cs typeface="Times New Roman" panose="02020603050405020304" pitchFamily="18" charset="0"/>
                      </a:endParaRPr>
                    </a:p>
                  </a:txBody>
                  <a:tcPr marL="41157" marR="41157" marT="41157" marB="41157" anchor="ctr">
                    <a:solidFill>
                      <a:schemeClr val="accent4">
                        <a:lumMod val="20000"/>
                        <a:lumOff val="80000"/>
                      </a:schemeClr>
                    </a:solidFill>
                  </a:tcPr>
                </a:tc>
              </a:tr>
              <a:tr h="414702">
                <a:tc>
                  <a:txBody>
                    <a:bodyPr/>
                    <a:lstStyle/>
                    <a:p>
                      <a:pPr>
                        <a:lnSpc>
                          <a:spcPct val="107000"/>
                        </a:lnSpc>
                        <a:spcAft>
                          <a:spcPts val="0"/>
                        </a:spcAft>
                      </a:pPr>
                      <a:r>
                        <a:rPr lang="en-US" sz="2000" b="1">
                          <a:effectLst/>
                          <a:latin typeface="Palatino Linotype" panose="02040502050505030304" pitchFamily="18" charset="0"/>
                        </a:rPr>
                        <a:t>HSO</a:t>
                      </a:r>
                      <a:r>
                        <a:rPr lang="en-US" sz="2000" b="1" baseline="-25000">
                          <a:effectLst/>
                          <a:latin typeface="Palatino Linotype" panose="02040502050505030304" pitchFamily="18" charset="0"/>
                        </a:rPr>
                        <a:t>4</a:t>
                      </a:r>
                      <a:r>
                        <a:rPr lang="en-US" sz="2000" b="1" baseline="30000">
                          <a:effectLst/>
                          <a:latin typeface="Palatino Linotype" panose="02040502050505030304" pitchFamily="18" charset="0"/>
                        </a:rPr>
                        <a:t>−</a:t>
                      </a:r>
                      <a:endParaRPr lang="en-US" sz="2000" b="1">
                        <a:effectLst/>
                        <a:latin typeface="Palatino Linotype" panose="02040502050505030304" pitchFamily="18" charset="0"/>
                        <a:ea typeface="Calibri" panose="020F0502020204030204" pitchFamily="34" charset="0"/>
                        <a:cs typeface="Times New Roman" panose="02020603050405020304" pitchFamily="18" charset="0"/>
                      </a:endParaRPr>
                    </a:p>
                  </a:txBody>
                  <a:tcPr marL="41157" marR="41157" marT="41157" marB="41157" anchor="ctr">
                    <a:solidFill>
                      <a:schemeClr val="accent2"/>
                    </a:solidFill>
                  </a:tcPr>
                </a:tc>
                <a:tc>
                  <a:txBody>
                    <a:bodyPr/>
                    <a:lstStyle/>
                    <a:p>
                      <a:pPr marL="0" algn="l" defTabSz="914400" rtl="0" eaLnBrk="1" latinLnBrk="0" hangingPunct="1">
                        <a:lnSpc>
                          <a:spcPct val="107000"/>
                        </a:lnSpc>
                        <a:spcAft>
                          <a:spcPts val="0"/>
                        </a:spcAft>
                      </a:pPr>
                      <a:r>
                        <a:rPr lang="en-US" sz="2000" b="1" kern="1200" dirty="0">
                          <a:solidFill>
                            <a:schemeClr val="bg1"/>
                          </a:solidFill>
                          <a:effectLst/>
                          <a:latin typeface="Palatino Linotype" panose="02040502050505030304" pitchFamily="18" charset="0"/>
                          <a:ea typeface="+mn-ea"/>
                          <a:cs typeface="+mn-cs"/>
                        </a:rPr>
                        <a:t>hydrogen sulfate, or bisulfate</a:t>
                      </a:r>
                    </a:p>
                  </a:txBody>
                  <a:tcPr marL="41157" marR="41157" marT="41157" marB="41157" anchor="ctr">
                    <a:solidFill>
                      <a:schemeClr val="accent2"/>
                    </a:solidFill>
                  </a:tcPr>
                </a:tc>
              </a:tr>
            </a:tbl>
          </a:graphicData>
        </a:graphic>
      </p:graphicFrame>
      <p:sp>
        <p:nvSpPr>
          <p:cNvPr id="4" name="TextBox 3"/>
          <p:cNvSpPr txBox="1"/>
          <p:nvPr/>
        </p:nvSpPr>
        <p:spPr>
          <a:xfrm>
            <a:off x="2112484" y="152400"/>
            <a:ext cx="4663456" cy="584775"/>
          </a:xfrm>
          <a:prstGeom prst="rect">
            <a:avLst/>
          </a:prstGeom>
          <a:noFill/>
        </p:spPr>
        <p:txBody>
          <a:bodyPr wrap="none" anchor="ctr">
            <a:spAutoFit/>
          </a:bodyPr>
          <a:lstStyle/>
          <a:p>
            <a:pPr algn="ctr"/>
            <a:r>
              <a:rPr lang="en-US" sz="3200" b="1" dirty="0" err="1" smtClean="0">
                <a:solidFill>
                  <a:srgbClr val="EFF1F7"/>
                </a:solidFill>
                <a:latin typeface="Palatino Linotype" panose="02040502050505030304" pitchFamily="18" charset="0"/>
              </a:rPr>
              <a:t>Tên</a:t>
            </a:r>
            <a:r>
              <a:rPr lang="en-US" sz="3200" b="1" dirty="0" smtClean="0">
                <a:solidFill>
                  <a:srgbClr val="EFF1F7"/>
                </a:solidFill>
                <a:latin typeface="Palatino Linotype" panose="02040502050505030304" pitchFamily="18" charset="0"/>
              </a:rPr>
              <a:t> anion </a:t>
            </a:r>
            <a:r>
              <a:rPr lang="en-US" sz="3200" b="1" dirty="0" err="1" smtClean="0">
                <a:solidFill>
                  <a:srgbClr val="EFF1F7"/>
                </a:solidFill>
                <a:latin typeface="Palatino Linotype" panose="02040502050505030304" pitchFamily="18" charset="0"/>
              </a:rPr>
              <a:t>đa</a:t>
            </a:r>
            <a:r>
              <a:rPr lang="en-US" sz="3200" b="1" dirty="0" smtClean="0">
                <a:solidFill>
                  <a:srgbClr val="EFF1F7"/>
                </a:solidFill>
                <a:latin typeface="Palatino Linotype" panose="02040502050505030304" pitchFamily="18" charset="0"/>
              </a:rPr>
              <a:t> </a:t>
            </a:r>
            <a:r>
              <a:rPr lang="en-US" sz="3200" b="1" dirty="0" err="1" smtClean="0">
                <a:solidFill>
                  <a:srgbClr val="EFF1F7"/>
                </a:solidFill>
                <a:latin typeface="Palatino Linotype" panose="02040502050505030304" pitchFamily="18" charset="0"/>
              </a:rPr>
              <a:t>nguyên</a:t>
            </a:r>
            <a:r>
              <a:rPr lang="en-US" sz="3200" b="1" dirty="0" smtClean="0">
                <a:solidFill>
                  <a:srgbClr val="EFF1F7"/>
                </a:solidFill>
                <a:latin typeface="Palatino Linotype" panose="02040502050505030304" pitchFamily="18" charset="0"/>
              </a:rPr>
              <a:t> </a:t>
            </a:r>
            <a:r>
              <a:rPr lang="en-US" sz="3200" b="1" dirty="0" err="1" smtClean="0">
                <a:solidFill>
                  <a:srgbClr val="EFF1F7"/>
                </a:solidFill>
                <a:latin typeface="Palatino Linotype" panose="02040502050505030304" pitchFamily="18" charset="0"/>
              </a:rPr>
              <a:t>tử</a:t>
            </a:r>
            <a:endParaRPr lang="en-US" sz="3200" b="1" dirty="0">
              <a:solidFill>
                <a:srgbClr val="EFF1F7"/>
              </a:solidFill>
              <a:latin typeface="Palatino Linotype" panose="02040502050505030304" pitchFamily="18" charset="0"/>
            </a:endParaRPr>
          </a:p>
        </p:txBody>
      </p:sp>
      <p:sp>
        <p:nvSpPr>
          <p:cNvPr id="5" name="Rounded Rectangle 4"/>
          <p:cNvSpPr/>
          <p:nvPr/>
        </p:nvSpPr>
        <p:spPr>
          <a:xfrm>
            <a:off x="152400" y="2133600"/>
            <a:ext cx="2209800" cy="762000"/>
          </a:xfrm>
          <a:prstGeom prst="roundRect">
            <a:avLst/>
          </a:prstGeom>
          <a:solidFill>
            <a:srgbClr val="0D0A9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err="1" smtClean="0">
                <a:latin typeface="Palatino Linotype" panose="02040502050505030304" pitchFamily="18" charset="0"/>
              </a:rPr>
              <a:t>Đuôi</a:t>
            </a:r>
            <a:r>
              <a:rPr lang="en-US" sz="2400" b="1" dirty="0" smtClean="0">
                <a:latin typeface="Palatino Linotype" panose="02040502050505030304" pitchFamily="18" charset="0"/>
              </a:rPr>
              <a:t> “</a:t>
            </a:r>
            <a:r>
              <a:rPr lang="en-US" sz="2400" b="1" dirty="0" err="1" smtClean="0">
                <a:latin typeface="Palatino Linotype" panose="02040502050505030304" pitchFamily="18" charset="0"/>
              </a:rPr>
              <a:t>ite</a:t>
            </a:r>
            <a:r>
              <a:rPr lang="en-US" sz="2400" b="1" dirty="0" smtClean="0">
                <a:latin typeface="Palatino Linotype" panose="02040502050505030304" pitchFamily="18" charset="0"/>
              </a:rPr>
              <a:t>”</a:t>
            </a:r>
            <a:endParaRPr lang="en-US" sz="2400" b="1" dirty="0">
              <a:latin typeface="Palatino Linotype" panose="02040502050505030304" pitchFamily="18" charset="0"/>
            </a:endParaRPr>
          </a:p>
        </p:txBody>
      </p:sp>
      <p:sp>
        <p:nvSpPr>
          <p:cNvPr id="6" name="Rounded Rectangle 5"/>
          <p:cNvSpPr/>
          <p:nvPr/>
        </p:nvSpPr>
        <p:spPr>
          <a:xfrm>
            <a:off x="152400" y="3530025"/>
            <a:ext cx="2209800" cy="762000"/>
          </a:xfrm>
          <a:prstGeom prst="roundRect">
            <a:avLst/>
          </a:prstGeom>
          <a:solidFill>
            <a:srgbClr val="0D0A9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err="1" smtClean="0">
                <a:latin typeface="Palatino Linotype" panose="02040502050505030304" pitchFamily="18" charset="0"/>
              </a:rPr>
              <a:t>Đuôi</a:t>
            </a:r>
            <a:r>
              <a:rPr lang="en-US" sz="2400" b="1" dirty="0" smtClean="0">
                <a:latin typeface="Palatino Linotype" panose="02040502050505030304" pitchFamily="18" charset="0"/>
              </a:rPr>
              <a:t> “</a:t>
            </a:r>
            <a:r>
              <a:rPr lang="en-US" sz="2400" b="1" dirty="0">
                <a:latin typeface="Palatino Linotype" panose="02040502050505030304" pitchFamily="18" charset="0"/>
              </a:rPr>
              <a:t>a</a:t>
            </a:r>
            <a:r>
              <a:rPr lang="en-US" sz="2400" b="1" dirty="0" smtClean="0">
                <a:latin typeface="Palatino Linotype" panose="02040502050505030304" pitchFamily="18" charset="0"/>
              </a:rPr>
              <a:t>te”</a:t>
            </a:r>
            <a:endParaRPr lang="en-US" sz="2400" b="1" dirty="0">
              <a:latin typeface="Palatino Linotype" panose="02040502050505030304" pitchFamily="18" charset="0"/>
            </a:endParaRPr>
          </a:p>
        </p:txBody>
      </p:sp>
    </p:spTree>
    <p:extLst>
      <p:ext uri="{BB962C8B-B14F-4D97-AF65-F5344CB8AC3E}">
        <p14:creationId xmlns:p14="http://schemas.microsoft.com/office/powerpoint/2010/main" val="174273369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4262923559"/>
              </p:ext>
            </p:extLst>
          </p:nvPr>
        </p:nvGraphicFramePr>
        <p:xfrm>
          <a:off x="3276600" y="838200"/>
          <a:ext cx="5410200" cy="5788551"/>
        </p:xfrm>
        <a:graphic>
          <a:graphicData uri="http://schemas.openxmlformats.org/drawingml/2006/table">
            <a:tbl>
              <a:tblPr firstRow="1" firstCol="1" bandRow="1">
                <a:tableStyleId>{5C22544A-7EE6-4342-B048-85BDC9FD1C3A}</a:tableStyleId>
              </a:tblPr>
              <a:tblGrid>
                <a:gridCol w="2272284"/>
                <a:gridCol w="3137916"/>
              </a:tblGrid>
              <a:tr h="348515">
                <a:tc>
                  <a:txBody>
                    <a:bodyPr/>
                    <a:lstStyle/>
                    <a:p>
                      <a:pPr marL="0" marR="0" indent="0" algn="l" defTabSz="914400" rtl="0" eaLnBrk="1" fontAlgn="auto" latinLnBrk="0" hangingPunct="1">
                        <a:lnSpc>
                          <a:spcPct val="107000"/>
                        </a:lnSpc>
                        <a:spcBef>
                          <a:spcPts val="0"/>
                        </a:spcBef>
                        <a:spcAft>
                          <a:spcPts val="0"/>
                        </a:spcAft>
                        <a:buClrTx/>
                        <a:buSzTx/>
                        <a:buFontTx/>
                        <a:buNone/>
                        <a:tabLst/>
                        <a:defRPr/>
                      </a:pPr>
                      <a:r>
                        <a:rPr lang="en-US" sz="1800" dirty="0" smtClean="0">
                          <a:solidFill>
                            <a:schemeClr val="tx1"/>
                          </a:solidFill>
                          <a:effectLst/>
                          <a:latin typeface="Palatino Linotype" panose="02040502050505030304" pitchFamily="18" charset="0"/>
                        </a:rPr>
                        <a:t>PO</a:t>
                      </a:r>
                      <a:r>
                        <a:rPr lang="en-US" sz="1800" baseline="-25000" dirty="0" smtClean="0">
                          <a:solidFill>
                            <a:schemeClr val="tx1"/>
                          </a:solidFill>
                          <a:effectLst/>
                          <a:latin typeface="Palatino Linotype" panose="02040502050505030304" pitchFamily="18" charset="0"/>
                        </a:rPr>
                        <a:t>4</a:t>
                      </a:r>
                      <a:r>
                        <a:rPr lang="en-US" sz="1800" baseline="30000" dirty="0" smtClean="0">
                          <a:solidFill>
                            <a:schemeClr val="tx1"/>
                          </a:solidFill>
                          <a:effectLst/>
                          <a:latin typeface="Palatino Linotype" panose="02040502050505030304" pitchFamily="18" charset="0"/>
                        </a:rPr>
                        <a:t>3−</a:t>
                      </a:r>
                      <a:endParaRPr lang="en-US" sz="1800" dirty="0" smtClean="0">
                        <a:solidFill>
                          <a:schemeClr val="tx1"/>
                        </a:solidFill>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solidFill>
                      <a:schemeClr val="accent4">
                        <a:lumMod val="20000"/>
                        <a:lumOff val="80000"/>
                      </a:schemeClr>
                    </a:solidFill>
                  </a:tcPr>
                </a:tc>
                <a:tc>
                  <a:txBody>
                    <a:bodyPr/>
                    <a:lstStyle/>
                    <a:p>
                      <a:pPr marL="0" marR="0" indent="0" algn="l" defTabSz="914400" rtl="0" eaLnBrk="1" fontAlgn="auto" latinLnBrk="0" hangingPunct="1">
                        <a:lnSpc>
                          <a:spcPct val="107000"/>
                        </a:lnSpc>
                        <a:spcBef>
                          <a:spcPts val="0"/>
                        </a:spcBef>
                        <a:spcAft>
                          <a:spcPts val="0"/>
                        </a:spcAft>
                        <a:buClrTx/>
                        <a:buSzTx/>
                        <a:buFontTx/>
                        <a:buNone/>
                        <a:tabLst/>
                        <a:defRPr/>
                      </a:pPr>
                      <a:r>
                        <a:rPr lang="en-US" sz="1800" b="1" dirty="0" smtClean="0">
                          <a:solidFill>
                            <a:schemeClr val="tx1"/>
                          </a:solidFill>
                          <a:effectLst/>
                          <a:latin typeface="Palatino Linotype" panose="02040502050505030304" pitchFamily="18" charset="0"/>
                        </a:rPr>
                        <a:t>phosphate</a:t>
                      </a:r>
                      <a:endParaRPr lang="en-US" sz="1800" b="1" dirty="0" smtClean="0">
                        <a:solidFill>
                          <a:schemeClr val="tx1"/>
                        </a:solidFill>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solidFill>
                      <a:schemeClr val="accent4">
                        <a:lumMod val="20000"/>
                        <a:lumOff val="80000"/>
                      </a:schemeClr>
                    </a:solidFill>
                  </a:tcPr>
                </a:tc>
              </a:tr>
              <a:tr h="348515">
                <a:tc>
                  <a:txBody>
                    <a:bodyPr/>
                    <a:lstStyle/>
                    <a:p>
                      <a:pPr algn="l">
                        <a:lnSpc>
                          <a:spcPct val="107000"/>
                        </a:lnSpc>
                        <a:spcAft>
                          <a:spcPts val="0"/>
                        </a:spcAft>
                      </a:pPr>
                      <a:r>
                        <a:rPr lang="en-US" sz="1800" dirty="0" smtClean="0">
                          <a:solidFill>
                            <a:schemeClr val="bg1"/>
                          </a:solidFill>
                          <a:effectLst/>
                          <a:latin typeface="Palatino Linotype" panose="02040502050505030304" pitchFamily="18" charset="0"/>
                        </a:rPr>
                        <a:t>HPO</a:t>
                      </a:r>
                      <a:r>
                        <a:rPr lang="en-US" sz="1800" baseline="-25000" dirty="0" smtClean="0">
                          <a:solidFill>
                            <a:schemeClr val="bg1"/>
                          </a:solidFill>
                          <a:effectLst/>
                          <a:latin typeface="Palatino Linotype" panose="02040502050505030304" pitchFamily="18" charset="0"/>
                        </a:rPr>
                        <a:t>4</a:t>
                      </a:r>
                      <a:r>
                        <a:rPr lang="en-US" sz="1800" baseline="30000" dirty="0" smtClean="0">
                          <a:solidFill>
                            <a:schemeClr val="bg1"/>
                          </a:solidFill>
                          <a:effectLst/>
                          <a:latin typeface="Palatino Linotype" panose="02040502050505030304" pitchFamily="18" charset="0"/>
                        </a:rPr>
                        <a:t>2−</a:t>
                      </a:r>
                      <a:endParaRPr lang="en-US" sz="1800" dirty="0">
                        <a:solidFill>
                          <a:schemeClr val="bg1"/>
                        </a:solidFill>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solidFill>
                      <a:srgbClr val="7EADD8"/>
                    </a:solidFill>
                  </a:tcPr>
                </a:tc>
                <a:tc>
                  <a:txBody>
                    <a:bodyPr/>
                    <a:lstStyle/>
                    <a:p>
                      <a:pPr marL="0" marR="0" indent="0" algn="l" defTabSz="914400" rtl="0" eaLnBrk="1" fontAlgn="auto" latinLnBrk="0" hangingPunct="1">
                        <a:lnSpc>
                          <a:spcPct val="107000"/>
                        </a:lnSpc>
                        <a:spcBef>
                          <a:spcPts val="0"/>
                        </a:spcBef>
                        <a:spcAft>
                          <a:spcPts val="0"/>
                        </a:spcAft>
                        <a:buClrTx/>
                        <a:buSzTx/>
                        <a:buFontTx/>
                        <a:buNone/>
                        <a:tabLst/>
                        <a:defRPr/>
                      </a:pPr>
                      <a:r>
                        <a:rPr lang="en-US" sz="1800" b="1" kern="1200" dirty="0" smtClean="0">
                          <a:solidFill>
                            <a:schemeClr val="bg1"/>
                          </a:solidFill>
                          <a:effectLst/>
                          <a:latin typeface="Palatino Linotype" panose="02040502050505030304" pitchFamily="18" charset="0"/>
                          <a:ea typeface="+mn-ea"/>
                          <a:cs typeface="+mn-cs"/>
                        </a:rPr>
                        <a:t>hydrogen phosphate</a:t>
                      </a:r>
                    </a:p>
                  </a:txBody>
                  <a:tcPr marL="47625" marR="47625" marT="47625" marB="47625" anchor="ctr">
                    <a:solidFill>
                      <a:srgbClr val="7EADD8"/>
                    </a:solidFill>
                  </a:tcPr>
                </a:tc>
              </a:tr>
              <a:tr h="348515">
                <a:tc>
                  <a:txBody>
                    <a:bodyPr/>
                    <a:lstStyle/>
                    <a:p>
                      <a:pPr marL="0" marR="0" indent="0" algn="l" defTabSz="914400" rtl="0" eaLnBrk="1" fontAlgn="auto" latinLnBrk="0" hangingPunct="1">
                        <a:lnSpc>
                          <a:spcPct val="107000"/>
                        </a:lnSpc>
                        <a:spcBef>
                          <a:spcPts val="0"/>
                        </a:spcBef>
                        <a:spcAft>
                          <a:spcPts val="0"/>
                        </a:spcAft>
                        <a:buClrTx/>
                        <a:buSzTx/>
                        <a:buFontTx/>
                        <a:buNone/>
                        <a:tabLst/>
                        <a:defRPr/>
                      </a:pPr>
                      <a:r>
                        <a:rPr lang="en-US" sz="1800" dirty="0" smtClean="0">
                          <a:solidFill>
                            <a:schemeClr val="tx1"/>
                          </a:solidFill>
                          <a:effectLst/>
                          <a:latin typeface="Palatino Linotype" panose="02040502050505030304" pitchFamily="18" charset="0"/>
                        </a:rPr>
                        <a:t>H</a:t>
                      </a:r>
                      <a:r>
                        <a:rPr lang="en-US" sz="1800" baseline="-25000" dirty="0" smtClean="0">
                          <a:solidFill>
                            <a:schemeClr val="tx1"/>
                          </a:solidFill>
                          <a:effectLst/>
                          <a:latin typeface="Palatino Linotype" panose="02040502050505030304" pitchFamily="18" charset="0"/>
                        </a:rPr>
                        <a:t>2</a:t>
                      </a:r>
                      <a:r>
                        <a:rPr lang="en-US" sz="1800" dirty="0" smtClean="0">
                          <a:solidFill>
                            <a:schemeClr val="tx1"/>
                          </a:solidFill>
                          <a:effectLst/>
                          <a:latin typeface="Palatino Linotype" panose="02040502050505030304" pitchFamily="18" charset="0"/>
                        </a:rPr>
                        <a:t>PO</a:t>
                      </a:r>
                      <a:r>
                        <a:rPr lang="en-US" sz="1800" baseline="-25000" dirty="0" smtClean="0">
                          <a:solidFill>
                            <a:schemeClr val="tx1"/>
                          </a:solidFill>
                          <a:effectLst/>
                          <a:latin typeface="Palatino Linotype" panose="02040502050505030304" pitchFamily="18" charset="0"/>
                        </a:rPr>
                        <a:t>4</a:t>
                      </a:r>
                      <a:r>
                        <a:rPr lang="en-US" sz="1800" baseline="30000" dirty="0" smtClean="0">
                          <a:solidFill>
                            <a:schemeClr val="tx1"/>
                          </a:solidFill>
                          <a:effectLst/>
                          <a:latin typeface="Palatino Linotype" panose="02040502050505030304" pitchFamily="18" charset="0"/>
                        </a:rPr>
                        <a:t>−</a:t>
                      </a:r>
                      <a:endParaRPr lang="en-US" sz="1800" dirty="0" smtClean="0">
                        <a:solidFill>
                          <a:schemeClr val="tx1"/>
                        </a:solidFill>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solidFill>
                      <a:schemeClr val="accent4">
                        <a:lumMod val="20000"/>
                        <a:lumOff val="80000"/>
                      </a:schemeClr>
                    </a:solidFill>
                  </a:tcPr>
                </a:tc>
                <a:tc>
                  <a:txBody>
                    <a:bodyPr/>
                    <a:lstStyle/>
                    <a:p>
                      <a:pPr marL="0" marR="0" indent="0" algn="l" defTabSz="914400" rtl="0" eaLnBrk="1" fontAlgn="auto" latinLnBrk="0" hangingPunct="1">
                        <a:lnSpc>
                          <a:spcPct val="107000"/>
                        </a:lnSpc>
                        <a:spcBef>
                          <a:spcPts val="0"/>
                        </a:spcBef>
                        <a:spcAft>
                          <a:spcPts val="0"/>
                        </a:spcAft>
                        <a:buClrTx/>
                        <a:buSzTx/>
                        <a:buFontTx/>
                        <a:buNone/>
                        <a:tabLst/>
                        <a:defRPr/>
                      </a:pPr>
                      <a:r>
                        <a:rPr lang="en-US" sz="1800" b="1" dirty="0" err="1" smtClean="0">
                          <a:effectLst/>
                          <a:latin typeface="Palatino Linotype" panose="02040502050505030304" pitchFamily="18" charset="0"/>
                        </a:rPr>
                        <a:t>dihydrogen</a:t>
                      </a:r>
                      <a:r>
                        <a:rPr lang="en-US" sz="1800" b="1" dirty="0" smtClean="0">
                          <a:effectLst/>
                          <a:latin typeface="Palatino Linotype" panose="02040502050505030304" pitchFamily="18" charset="0"/>
                        </a:rPr>
                        <a:t> phosphate</a:t>
                      </a:r>
                      <a:endParaRPr lang="en-US" sz="1800" b="1" dirty="0" smtClean="0">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solidFill>
                      <a:schemeClr val="accent4">
                        <a:lumMod val="20000"/>
                        <a:lumOff val="80000"/>
                      </a:schemeClr>
                    </a:solidFill>
                  </a:tcPr>
                </a:tc>
              </a:tr>
              <a:tr h="363166">
                <a:tc>
                  <a:txBody>
                    <a:bodyPr/>
                    <a:lstStyle/>
                    <a:p>
                      <a:pPr>
                        <a:lnSpc>
                          <a:spcPct val="107000"/>
                        </a:lnSpc>
                        <a:spcAft>
                          <a:spcPts val="0"/>
                        </a:spcAft>
                      </a:pPr>
                      <a:r>
                        <a:rPr lang="en-US" sz="2000" b="1" dirty="0" err="1">
                          <a:solidFill>
                            <a:schemeClr val="bg1"/>
                          </a:solidFill>
                          <a:effectLst/>
                          <a:latin typeface="Palatino Linotype" panose="02040502050505030304" pitchFamily="18" charset="0"/>
                        </a:rPr>
                        <a:t>ClO</a:t>
                      </a:r>
                      <a:r>
                        <a:rPr lang="en-US" sz="2000" b="1" baseline="30000" dirty="0">
                          <a:solidFill>
                            <a:schemeClr val="bg1"/>
                          </a:solidFill>
                          <a:effectLst/>
                          <a:latin typeface="Palatino Linotype" panose="02040502050505030304" pitchFamily="18" charset="0"/>
                        </a:rPr>
                        <a:t>−</a:t>
                      </a:r>
                      <a:endParaRPr lang="en-US" sz="2000" b="1" dirty="0">
                        <a:solidFill>
                          <a:schemeClr val="bg1"/>
                        </a:solidFill>
                        <a:effectLst/>
                        <a:latin typeface="Palatino Linotype" panose="02040502050505030304" pitchFamily="18" charset="0"/>
                        <a:ea typeface="Calibri" panose="020F0502020204030204" pitchFamily="34" charset="0"/>
                        <a:cs typeface="Times New Roman" panose="02020603050405020304" pitchFamily="18" charset="0"/>
                      </a:endParaRPr>
                    </a:p>
                  </a:txBody>
                  <a:tcPr marL="41157" marR="41157" marT="41157" marB="41157" anchor="ctr">
                    <a:solidFill>
                      <a:srgbClr val="7EADD8"/>
                    </a:solidFill>
                  </a:tcPr>
                </a:tc>
                <a:tc>
                  <a:txBody>
                    <a:bodyPr/>
                    <a:lstStyle/>
                    <a:p>
                      <a:pPr marL="0" algn="l" defTabSz="914400" rtl="0" eaLnBrk="1" latinLnBrk="0" hangingPunct="1">
                        <a:lnSpc>
                          <a:spcPct val="107000"/>
                        </a:lnSpc>
                        <a:spcAft>
                          <a:spcPts val="0"/>
                        </a:spcAft>
                      </a:pPr>
                      <a:r>
                        <a:rPr lang="en-US" sz="2000" b="1" kern="1200" dirty="0">
                          <a:solidFill>
                            <a:schemeClr val="bg1"/>
                          </a:solidFill>
                          <a:effectLst/>
                          <a:latin typeface="Palatino Linotype" panose="02040502050505030304" pitchFamily="18" charset="0"/>
                          <a:ea typeface="+mn-ea"/>
                          <a:cs typeface="+mn-cs"/>
                        </a:rPr>
                        <a:t>hypochlorite</a:t>
                      </a:r>
                    </a:p>
                  </a:txBody>
                  <a:tcPr marL="41157" marR="41157" marT="41157" marB="41157" anchor="ctr">
                    <a:solidFill>
                      <a:srgbClr val="7EADD8"/>
                    </a:solidFill>
                  </a:tcPr>
                </a:tc>
              </a:tr>
              <a:tr h="374668">
                <a:tc>
                  <a:txBody>
                    <a:bodyPr/>
                    <a:lstStyle/>
                    <a:p>
                      <a:pPr algn="l">
                        <a:lnSpc>
                          <a:spcPct val="107000"/>
                        </a:lnSpc>
                        <a:spcAft>
                          <a:spcPts val="0"/>
                        </a:spcAft>
                      </a:pPr>
                      <a:r>
                        <a:rPr lang="en-US" sz="2000" b="1" dirty="0">
                          <a:solidFill>
                            <a:schemeClr val="bg1"/>
                          </a:solidFill>
                          <a:effectLst/>
                          <a:latin typeface="Palatino Linotype" panose="02040502050505030304" pitchFamily="18" charset="0"/>
                        </a:rPr>
                        <a:t>ClO</a:t>
                      </a:r>
                      <a:r>
                        <a:rPr lang="en-US" sz="2000" b="1" baseline="-25000" dirty="0">
                          <a:solidFill>
                            <a:schemeClr val="bg1"/>
                          </a:solidFill>
                          <a:effectLst/>
                          <a:latin typeface="Palatino Linotype" panose="02040502050505030304" pitchFamily="18" charset="0"/>
                        </a:rPr>
                        <a:t>2</a:t>
                      </a:r>
                      <a:r>
                        <a:rPr lang="en-US" sz="2000" b="1" baseline="30000" dirty="0">
                          <a:solidFill>
                            <a:schemeClr val="bg1"/>
                          </a:solidFill>
                          <a:effectLst/>
                          <a:latin typeface="Palatino Linotype" panose="02040502050505030304" pitchFamily="18" charset="0"/>
                        </a:rPr>
                        <a:t>−</a:t>
                      </a:r>
                      <a:endParaRPr lang="en-US" sz="1800" b="1" dirty="0">
                        <a:solidFill>
                          <a:schemeClr val="bg1"/>
                        </a:solidFill>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solidFill>
                      <a:srgbClr val="7EADD8"/>
                    </a:solidFill>
                  </a:tcPr>
                </a:tc>
                <a:tc>
                  <a:txBody>
                    <a:bodyPr/>
                    <a:lstStyle/>
                    <a:p>
                      <a:pPr algn="l">
                        <a:lnSpc>
                          <a:spcPct val="107000"/>
                        </a:lnSpc>
                        <a:spcAft>
                          <a:spcPts val="0"/>
                        </a:spcAft>
                      </a:pPr>
                      <a:r>
                        <a:rPr lang="en-US" sz="2000" b="1" dirty="0">
                          <a:solidFill>
                            <a:schemeClr val="bg1"/>
                          </a:solidFill>
                          <a:effectLst/>
                          <a:latin typeface="Palatino Linotype" panose="02040502050505030304" pitchFamily="18" charset="0"/>
                        </a:rPr>
                        <a:t>chlorite</a:t>
                      </a:r>
                      <a:endParaRPr lang="en-US" sz="1800" b="1" dirty="0">
                        <a:solidFill>
                          <a:schemeClr val="bg1"/>
                        </a:solidFill>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solidFill>
                      <a:srgbClr val="7EADD8"/>
                    </a:solidFill>
                  </a:tcPr>
                </a:tc>
              </a:tr>
              <a:tr h="412955">
                <a:tc>
                  <a:txBody>
                    <a:bodyPr/>
                    <a:lstStyle/>
                    <a:p>
                      <a:pPr algn="l">
                        <a:lnSpc>
                          <a:spcPct val="107000"/>
                        </a:lnSpc>
                        <a:spcAft>
                          <a:spcPts val="0"/>
                        </a:spcAft>
                      </a:pPr>
                      <a:r>
                        <a:rPr lang="en-US" sz="2000" b="1" dirty="0">
                          <a:solidFill>
                            <a:schemeClr val="bg1"/>
                          </a:solidFill>
                          <a:effectLst/>
                          <a:latin typeface="Palatino Linotype" panose="02040502050505030304" pitchFamily="18" charset="0"/>
                        </a:rPr>
                        <a:t>ClO</a:t>
                      </a:r>
                      <a:r>
                        <a:rPr lang="en-US" sz="2000" b="1" baseline="-25000" dirty="0">
                          <a:solidFill>
                            <a:schemeClr val="bg1"/>
                          </a:solidFill>
                          <a:effectLst/>
                          <a:latin typeface="Palatino Linotype" panose="02040502050505030304" pitchFamily="18" charset="0"/>
                        </a:rPr>
                        <a:t>3</a:t>
                      </a:r>
                      <a:r>
                        <a:rPr lang="en-US" sz="2000" b="1" baseline="30000" dirty="0">
                          <a:solidFill>
                            <a:schemeClr val="bg1"/>
                          </a:solidFill>
                          <a:effectLst/>
                          <a:latin typeface="Palatino Linotype" panose="02040502050505030304" pitchFamily="18" charset="0"/>
                        </a:rPr>
                        <a:t>−</a:t>
                      </a:r>
                      <a:endParaRPr lang="en-US" sz="1800" b="1" dirty="0">
                        <a:solidFill>
                          <a:schemeClr val="bg1"/>
                        </a:solidFill>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solidFill>
                      <a:srgbClr val="7EADD8"/>
                    </a:solidFill>
                  </a:tcPr>
                </a:tc>
                <a:tc>
                  <a:txBody>
                    <a:bodyPr/>
                    <a:lstStyle/>
                    <a:p>
                      <a:pPr algn="l">
                        <a:lnSpc>
                          <a:spcPct val="107000"/>
                        </a:lnSpc>
                        <a:spcAft>
                          <a:spcPts val="0"/>
                        </a:spcAft>
                      </a:pPr>
                      <a:r>
                        <a:rPr lang="en-US" sz="2000" b="1" dirty="0" smtClean="0">
                          <a:solidFill>
                            <a:schemeClr val="bg1"/>
                          </a:solidFill>
                          <a:effectLst/>
                          <a:latin typeface="Palatino Linotype" panose="02040502050505030304" pitchFamily="18" charset="0"/>
                        </a:rPr>
                        <a:t>Chlorate</a:t>
                      </a:r>
                      <a:endParaRPr lang="en-US" sz="1800" b="1" dirty="0">
                        <a:solidFill>
                          <a:schemeClr val="bg1"/>
                        </a:solidFill>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solidFill>
                      <a:srgbClr val="7EADD8"/>
                    </a:solidFill>
                  </a:tcPr>
                </a:tc>
              </a:tr>
              <a:tr h="412955">
                <a:tc>
                  <a:txBody>
                    <a:bodyPr/>
                    <a:lstStyle/>
                    <a:p>
                      <a:pPr marL="0" algn="l" defTabSz="914400" rtl="0" eaLnBrk="1" latinLnBrk="0" hangingPunct="1">
                        <a:lnSpc>
                          <a:spcPct val="107000"/>
                        </a:lnSpc>
                        <a:spcAft>
                          <a:spcPts val="0"/>
                        </a:spcAft>
                      </a:pPr>
                      <a:r>
                        <a:rPr lang="en-US" sz="2000" b="1" kern="1200" dirty="0">
                          <a:solidFill>
                            <a:schemeClr val="tx1"/>
                          </a:solidFill>
                          <a:effectLst/>
                          <a:latin typeface="Palatino Linotype" panose="02040502050505030304" pitchFamily="18" charset="0"/>
                          <a:ea typeface="+mn-ea"/>
                          <a:cs typeface="+mn-cs"/>
                        </a:rPr>
                        <a:t>ClO</a:t>
                      </a:r>
                      <a:r>
                        <a:rPr lang="en-US" sz="2000" b="1" kern="1200" baseline="-25000" dirty="0">
                          <a:solidFill>
                            <a:schemeClr val="tx1"/>
                          </a:solidFill>
                          <a:effectLst/>
                          <a:latin typeface="Palatino Linotype" panose="02040502050505030304" pitchFamily="18" charset="0"/>
                          <a:ea typeface="+mn-ea"/>
                          <a:cs typeface="+mn-cs"/>
                        </a:rPr>
                        <a:t>4</a:t>
                      </a:r>
                      <a:r>
                        <a:rPr lang="en-US" sz="2000" b="1" kern="1200" dirty="0">
                          <a:solidFill>
                            <a:schemeClr val="tx1"/>
                          </a:solidFill>
                          <a:effectLst/>
                          <a:latin typeface="Palatino Linotype" panose="02040502050505030304" pitchFamily="18" charset="0"/>
                          <a:ea typeface="+mn-ea"/>
                          <a:cs typeface="+mn-cs"/>
                        </a:rPr>
                        <a:t>−</a:t>
                      </a:r>
                    </a:p>
                  </a:txBody>
                  <a:tcPr marL="47625" marR="47625" marT="47625" marB="47625" anchor="ctr">
                    <a:solidFill>
                      <a:schemeClr val="accent4">
                        <a:lumMod val="20000"/>
                        <a:lumOff val="80000"/>
                      </a:schemeClr>
                    </a:solidFill>
                  </a:tcPr>
                </a:tc>
                <a:tc>
                  <a:txBody>
                    <a:bodyPr/>
                    <a:lstStyle/>
                    <a:p>
                      <a:pPr marL="0" algn="l" defTabSz="914400" rtl="0" eaLnBrk="1" latinLnBrk="0" hangingPunct="1">
                        <a:lnSpc>
                          <a:spcPct val="107000"/>
                        </a:lnSpc>
                        <a:spcAft>
                          <a:spcPts val="0"/>
                        </a:spcAft>
                      </a:pPr>
                      <a:r>
                        <a:rPr lang="en-US" sz="2000" b="1" kern="1200" dirty="0" smtClean="0">
                          <a:solidFill>
                            <a:schemeClr val="tx1"/>
                          </a:solidFill>
                          <a:effectLst/>
                          <a:latin typeface="Palatino Linotype" panose="02040502050505030304" pitchFamily="18" charset="0"/>
                          <a:ea typeface="+mn-ea"/>
                          <a:cs typeface="+mn-cs"/>
                        </a:rPr>
                        <a:t>Perchlorate</a:t>
                      </a:r>
                      <a:endParaRPr lang="en-US" sz="2000" b="1" kern="1200" dirty="0">
                        <a:solidFill>
                          <a:schemeClr val="tx1"/>
                        </a:solidFill>
                        <a:effectLst/>
                        <a:latin typeface="Palatino Linotype" panose="02040502050505030304" pitchFamily="18" charset="0"/>
                        <a:ea typeface="+mn-ea"/>
                        <a:cs typeface="+mn-cs"/>
                      </a:endParaRPr>
                    </a:p>
                  </a:txBody>
                  <a:tcPr marL="47625" marR="47625" marT="47625" marB="47625" anchor="ctr">
                    <a:solidFill>
                      <a:schemeClr val="accent4">
                        <a:lumMod val="20000"/>
                        <a:lumOff val="80000"/>
                      </a:schemeClr>
                    </a:solidFill>
                  </a:tcPr>
                </a:tc>
              </a:tr>
              <a:tr h="412955">
                <a:tc>
                  <a:txBody>
                    <a:bodyPr/>
                    <a:lstStyle/>
                    <a:p>
                      <a:pPr marL="0" algn="l" defTabSz="914400" rtl="0" eaLnBrk="1" latinLnBrk="0" hangingPunct="1">
                        <a:lnSpc>
                          <a:spcPct val="107000"/>
                        </a:lnSpc>
                        <a:spcAft>
                          <a:spcPts val="0"/>
                        </a:spcAft>
                      </a:pPr>
                      <a:r>
                        <a:rPr lang="en-US" sz="2000" b="1" kern="1200" dirty="0">
                          <a:solidFill>
                            <a:schemeClr val="bg1"/>
                          </a:solidFill>
                          <a:effectLst/>
                          <a:latin typeface="Palatino Linotype" panose="02040502050505030304" pitchFamily="18" charset="0"/>
                          <a:ea typeface="+mn-ea"/>
                          <a:cs typeface="+mn-cs"/>
                        </a:rPr>
                        <a:t>MnO</a:t>
                      </a:r>
                      <a:r>
                        <a:rPr lang="en-US" sz="2000" b="1" kern="1200" baseline="-25000" dirty="0">
                          <a:solidFill>
                            <a:schemeClr val="bg1"/>
                          </a:solidFill>
                          <a:effectLst/>
                          <a:latin typeface="Palatino Linotype" panose="02040502050505030304" pitchFamily="18" charset="0"/>
                          <a:ea typeface="+mn-ea"/>
                          <a:cs typeface="+mn-cs"/>
                        </a:rPr>
                        <a:t>4</a:t>
                      </a:r>
                      <a:r>
                        <a:rPr lang="en-US" sz="2000" b="1" kern="1200" baseline="30000" dirty="0">
                          <a:solidFill>
                            <a:schemeClr val="bg1"/>
                          </a:solidFill>
                          <a:effectLst/>
                          <a:latin typeface="Palatino Linotype" panose="02040502050505030304" pitchFamily="18" charset="0"/>
                          <a:ea typeface="+mn-ea"/>
                          <a:cs typeface="+mn-cs"/>
                        </a:rPr>
                        <a:t>−</a:t>
                      </a:r>
                    </a:p>
                  </a:txBody>
                  <a:tcPr marL="47625" marR="47625" marT="47625" marB="47625" anchor="ctr">
                    <a:solidFill>
                      <a:srgbClr val="7EADD8"/>
                    </a:solidFill>
                  </a:tcPr>
                </a:tc>
                <a:tc>
                  <a:txBody>
                    <a:bodyPr/>
                    <a:lstStyle/>
                    <a:p>
                      <a:pPr marL="0" algn="l" defTabSz="914400" rtl="0" eaLnBrk="1" latinLnBrk="0" hangingPunct="1">
                        <a:lnSpc>
                          <a:spcPct val="107000"/>
                        </a:lnSpc>
                        <a:spcAft>
                          <a:spcPts val="0"/>
                        </a:spcAft>
                      </a:pPr>
                      <a:r>
                        <a:rPr lang="en-US" sz="2000" b="1" kern="1200" dirty="0">
                          <a:solidFill>
                            <a:schemeClr val="bg1"/>
                          </a:solidFill>
                          <a:effectLst/>
                          <a:latin typeface="Palatino Linotype" panose="02040502050505030304" pitchFamily="18" charset="0"/>
                          <a:ea typeface="+mn-ea"/>
                          <a:cs typeface="+mn-cs"/>
                        </a:rPr>
                        <a:t>permanganate</a:t>
                      </a:r>
                    </a:p>
                  </a:txBody>
                  <a:tcPr marL="47625" marR="47625" marT="47625" marB="47625" anchor="ctr">
                    <a:solidFill>
                      <a:srgbClr val="7EADD8"/>
                    </a:solidFill>
                  </a:tcPr>
                </a:tc>
              </a:tr>
              <a:tr h="412955">
                <a:tc>
                  <a:txBody>
                    <a:bodyPr/>
                    <a:lstStyle/>
                    <a:p>
                      <a:pPr marL="0" algn="l" defTabSz="914400" rtl="0" eaLnBrk="1" latinLnBrk="0" hangingPunct="1">
                        <a:lnSpc>
                          <a:spcPct val="107000"/>
                        </a:lnSpc>
                        <a:spcAft>
                          <a:spcPts val="0"/>
                        </a:spcAft>
                      </a:pPr>
                      <a:r>
                        <a:rPr lang="en-US" sz="2000" b="1" kern="1200" dirty="0">
                          <a:solidFill>
                            <a:schemeClr val="tx1"/>
                          </a:solidFill>
                          <a:effectLst/>
                          <a:latin typeface="Palatino Linotype" panose="02040502050505030304" pitchFamily="18" charset="0"/>
                          <a:ea typeface="+mn-ea"/>
                          <a:cs typeface="+mn-cs"/>
                        </a:rPr>
                        <a:t>CrO</a:t>
                      </a:r>
                      <a:r>
                        <a:rPr lang="en-US" sz="2000" b="1" kern="1200" baseline="-25000" dirty="0">
                          <a:solidFill>
                            <a:schemeClr val="tx1"/>
                          </a:solidFill>
                          <a:effectLst/>
                          <a:latin typeface="Palatino Linotype" panose="02040502050505030304" pitchFamily="18" charset="0"/>
                          <a:ea typeface="+mn-ea"/>
                          <a:cs typeface="+mn-cs"/>
                        </a:rPr>
                        <a:t>4</a:t>
                      </a:r>
                      <a:r>
                        <a:rPr lang="en-US" sz="2000" b="1" kern="1200" baseline="30000" dirty="0">
                          <a:solidFill>
                            <a:schemeClr val="tx1"/>
                          </a:solidFill>
                          <a:effectLst/>
                          <a:latin typeface="Palatino Linotype" panose="02040502050505030304" pitchFamily="18" charset="0"/>
                          <a:ea typeface="+mn-ea"/>
                          <a:cs typeface="+mn-cs"/>
                        </a:rPr>
                        <a:t>2−</a:t>
                      </a:r>
                    </a:p>
                  </a:txBody>
                  <a:tcPr marL="47625" marR="47625" marT="47625" marB="47625" anchor="ctr">
                    <a:solidFill>
                      <a:schemeClr val="accent4">
                        <a:lumMod val="20000"/>
                        <a:lumOff val="80000"/>
                      </a:schemeClr>
                    </a:solidFill>
                  </a:tcPr>
                </a:tc>
                <a:tc>
                  <a:txBody>
                    <a:bodyPr/>
                    <a:lstStyle/>
                    <a:p>
                      <a:pPr marL="0" algn="l" defTabSz="914400" rtl="0" eaLnBrk="1" latinLnBrk="0" hangingPunct="1">
                        <a:lnSpc>
                          <a:spcPct val="107000"/>
                        </a:lnSpc>
                        <a:spcAft>
                          <a:spcPts val="0"/>
                        </a:spcAft>
                      </a:pPr>
                      <a:r>
                        <a:rPr lang="en-US" sz="2000" b="1" kern="1200" dirty="0">
                          <a:solidFill>
                            <a:schemeClr val="tx1"/>
                          </a:solidFill>
                          <a:effectLst/>
                          <a:latin typeface="Palatino Linotype" panose="02040502050505030304" pitchFamily="18" charset="0"/>
                          <a:ea typeface="+mn-ea"/>
                          <a:cs typeface="+mn-cs"/>
                        </a:rPr>
                        <a:t>chromate</a:t>
                      </a:r>
                    </a:p>
                  </a:txBody>
                  <a:tcPr marL="47625" marR="47625" marT="47625" marB="47625" anchor="ctr">
                    <a:solidFill>
                      <a:schemeClr val="accent4">
                        <a:lumMod val="20000"/>
                        <a:lumOff val="80000"/>
                      </a:schemeClr>
                    </a:solidFill>
                  </a:tcPr>
                </a:tc>
              </a:tr>
              <a:tr h="412955">
                <a:tc>
                  <a:txBody>
                    <a:bodyPr/>
                    <a:lstStyle/>
                    <a:p>
                      <a:pPr marL="0" algn="l" defTabSz="914400" rtl="0" eaLnBrk="1" latinLnBrk="0" hangingPunct="1">
                        <a:lnSpc>
                          <a:spcPct val="107000"/>
                        </a:lnSpc>
                        <a:spcAft>
                          <a:spcPts val="0"/>
                        </a:spcAft>
                      </a:pPr>
                      <a:r>
                        <a:rPr lang="en-US" sz="2000" kern="1200" dirty="0">
                          <a:solidFill>
                            <a:schemeClr val="bg1"/>
                          </a:solidFill>
                          <a:effectLst/>
                          <a:latin typeface="Palatino Linotype" panose="02040502050505030304" pitchFamily="18" charset="0"/>
                          <a:ea typeface="+mn-ea"/>
                          <a:cs typeface="+mn-cs"/>
                        </a:rPr>
                        <a:t>Cr</a:t>
                      </a:r>
                      <a:r>
                        <a:rPr lang="en-US" sz="2000" kern="1200" baseline="-25000" dirty="0">
                          <a:solidFill>
                            <a:schemeClr val="bg1"/>
                          </a:solidFill>
                          <a:effectLst/>
                          <a:latin typeface="Palatino Linotype" panose="02040502050505030304" pitchFamily="18" charset="0"/>
                          <a:ea typeface="+mn-ea"/>
                          <a:cs typeface="+mn-cs"/>
                        </a:rPr>
                        <a:t>2</a:t>
                      </a:r>
                      <a:r>
                        <a:rPr lang="en-US" sz="2000" kern="1200" dirty="0">
                          <a:solidFill>
                            <a:schemeClr val="bg1"/>
                          </a:solidFill>
                          <a:effectLst/>
                          <a:latin typeface="Palatino Linotype" panose="02040502050505030304" pitchFamily="18" charset="0"/>
                          <a:ea typeface="+mn-ea"/>
                          <a:cs typeface="+mn-cs"/>
                        </a:rPr>
                        <a:t>O</a:t>
                      </a:r>
                      <a:r>
                        <a:rPr lang="en-US" sz="2000" kern="1200" baseline="-25000" dirty="0">
                          <a:solidFill>
                            <a:schemeClr val="bg1"/>
                          </a:solidFill>
                          <a:effectLst/>
                          <a:latin typeface="Palatino Linotype" panose="02040502050505030304" pitchFamily="18" charset="0"/>
                          <a:ea typeface="+mn-ea"/>
                          <a:cs typeface="+mn-cs"/>
                        </a:rPr>
                        <a:t>7</a:t>
                      </a:r>
                      <a:r>
                        <a:rPr lang="en-US" sz="2000" kern="1200" baseline="30000" dirty="0">
                          <a:solidFill>
                            <a:schemeClr val="bg1"/>
                          </a:solidFill>
                          <a:effectLst/>
                          <a:latin typeface="Palatino Linotype" panose="02040502050505030304" pitchFamily="18" charset="0"/>
                          <a:ea typeface="+mn-ea"/>
                          <a:cs typeface="+mn-cs"/>
                        </a:rPr>
                        <a:t>2−</a:t>
                      </a:r>
                    </a:p>
                  </a:txBody>
                  <a:tcPr marL="47625" marR="47625" marT="47625" marB="47625" anchor="ctr">
                    <a:solidFill>
                      <a:srgbClr val="7EADD8"/>
                    </a:solidFill>
                  </a:tcPr>
                </a:tc>
                <a:tc>
                  <a:txBody>
                    <a:bodyPr/>
                    <a:lstStyle/>
                    <a:p>
                      <a:pPr marL="0" algn="l" defTabSz="914400" rtl="0" eaLnBrk="1" latinLnBrk="0" hangingPunct="1">
                        <a:lnSpc>
                          <a:spcPct val="107000"/>
                        </a:lnSpc>
                        <a:spcAft>
                          <a:spcPts val="0"/>
                        </a:spcAft>
                      </a:pPr>
                      <a:r>
                        <a:rPr lang="en-US" sz="2000" b="1" kern="1200" dirty="0">
                          <a:solidFill>
                            <a:schemeClr val="bg1"/>
                          </a:solidFill>
                          <a:effectLst/>
                          <a:latin typeface="Palatino Linotype" panose="02040502050505030304" pitchFamily="18" charset="0"/>
                          <a:ea typeface="+mn-ea"/>
                          <a:cs typeface="+mn-cs"/>
                        </a:rPr>
                        <a:t>dichromate</a:t>
                      </a:r>
                    </a:p>
                  </a:txBody>
                  <a:tcPr marL="47625" marR="47625" marT="47625" marB="47625" anchor="ctr">
                    <a:solidFill>
                      <a:srgbClr val="7EADD8"/>
                    </a:solidFill>
                  </a:tcPr>
                </a:tc>
              </a:tr>
              <a:tr h="412955">
                <a:tc>
                  <a:txBody>
                    <a:bodyPr/>
                    <a:lstStyle/>
                    <a:p>
                      <a:pPr marL="0" algn="l" defTabSz="914400" rtl="0" eaLnBrk="1" latinLnBrk="0" hangingPunct="1">
                        <a:lnSpc>
                          <a:spcPct val="107000"/>
                        </a:lnSpc>
                        <a:spcAft>
                          <a:spcPts val="0"/>
                        </a:spcAft>
                      </a:pPr>
                      <a:r>
                        <a:rPr lang="en-US" sz="2000" b="1" kern="1200" dirty="0">
                          <a:solidFill>
                            <a:schemeClr val="tx1"/>
                          </a:solidFill>
                          <a:effectLst/>
                          <a:latin typeface="Palatino Linotype" panose="02040502050505030304" pitchFamily="18" charset="0"/>
                          <a:ea typeface="+mn-ea"/>
                          <a:cs typeface="+mn-cs"/>
                        </a:rPr>
                        <a:t>C</a:t>
                      </a:r>
                      <a:r>
                        <a:rPr lang="en-US" sz="2000" b="1" kern="1200" baseline="-25000" dirty="0">
                          <a:solidFill>
                            <a:schemeClr val="tx1"/>
                          </a:solidFill>
                          <a:effectLst/>
                          <a:latin typeface="Palatino Linotype" panose="02040502050505030304" pitchFamily="18" charset="0"/>
                          <a:ea typeface="+mn-ea"/>
                          <a:cs typeface="+mn-cs"/>
                        </a:rPr>
                        <a:t>2</a:t>
                      </a:r>
                      <a:r>
                        <a:rPr lang="en-US" sz="2000" b="1" kern="1200" dirty="0">
                          <a:solidFill>
                            <a:schemeClr val="tx1"/>
                          </a:solidFill>
                          <a:effectLst/>
                          <a:latin typeface="Palatino Linotype" panose="02040502050505030304" pitchFamily="18" charset="0"/>
                          <a:ea typeface="+mn-ea"/>
                          <a:cs typeface="+mn-cs"/>
                        </a:rPr>
                        <a:t>O</a:t>
                      </a:r>
                      <a:r>
                        <a:rPr lang="en-US" sz="2000" b="1" kern="1200" baseline="-25000" dirty="0">
                          <a:solidFill>
                            <a:schemeClr val="tx1"/>
                          </a:solidFill>
                          <a:effectLst/>
                          <a:latin typeface="Palatino Linotype" panose="02040502050505030304" pitchFamily="18" charset="0"/>
                          <a:ea typeface="+mn-ea"/>
                          <a:cs typeface="+mn-cs"/>
                        </a:rPr>
                        <a:t>4</a:t>
                      </a:r>
                      <a:r>
                        <a:rPr lang="en-US" sz="2000" b="1" kern="1200" baseline="30000" dirty="0">
                          <a:solidFill>
                            <a:schemeClr val="tx1"/>
                          </a:solidFill>
                          <a:effectLst/>
                          <a:latin typeface="Palatino Linotype" panose="02040502050505030304" pitchFamily="18" charset="0"/>
                          <a:ea typeface="+mn-ea"/>
                          <a:cs typeface="+mn-cs"/>
                        </a:rPr>
                        <a:t>2−</a:t>
                      </a:r>
                    </a:p>
                  </a:txBody>
                  <a:tcPr marL="47625" marR="47625" marT="47625" marB="47625" anchor="ctr">
                    <a:solidFill>
                      <a:schemeClr val="accent4">
                        <a:lumMod val="20000"/>
                        <a:lumOff val="80000"/>
                      </a:schemeClr>
                    </a:solidFill>
                  </a:tcPr>
                </a:tc>
                <a:tc>
                  <a:txBody>
                    <a:bodyPr/>
                    <a:lstStyle/>
                    <a:p>
                      <a:pPr marL="0" algn="l" defTabSz="914400" rtl="0" eaLnBrk="1" latinLnBrk="0" hangingPunct="1">
                        <a:lnSpc>
                          <a:spcPct val="107000"/>
                        </a:lnSpc>
                        <a:spcAft>
                          <a:spcPts val="0"/>
                        </a:spcAft>
                      </a:pPr>
                      <a:r>
                        <a:rPr lang="en-US" sz="2000" b="1" kern="1200" dirty="0">
                          <a:solidFill>
                            <a:schemeClr val="tx1"/>
                          </a:solidFill>
                          <a:effectLst/>
                          <a:latin typeface="Palatino Linotype" panose="02040502050505030304" pitchFamily="18" charset="0"/>
                          <a:ea typeface="+mn-ea"/>
                          <a:cs typeface="+mn-cs"/>
                        </a:rPr>
                        <a:t>oxalate</a:t>
                      </a:r>
                    </a:p>
                  </a:txBody>
                  <a:tcPr marL="47625" marR="47625" marT="47625" marB="47625" anchor="ctr">
                    <a:solidFill>
                      <a:schemeClr val="accent4">
                        <a:lumMod val="20000"/>
                        <a:lumOff val="80000"/>
                      </a:schemeClr>
                    </a:solidFill>
                  </a:tcPr>
                </a:tc>
              </a:tr>
              <a:tr h="412955">
                <a:tc>
                  <a:txBody>
                    <a:bodyPr/>
                    <a:lstStyle/>
                    <a:p>
                      <a:pPr marL="0" algn="l" defTabSz="914400" rtl="0" eaLnBrk="1" latinLnBrk="0" hangingPunct="1">
                        <a:lnSpc>
                          <a:spcPct val="107000"/>
                        </a:lnSpc>
                        <a:spcAft>
                          <a:spcPts val="0"/>
                        </a:spcAft>
                      </a:pPr>
                      <a:r>
                        <a:rPr lang="en-US" sz="2000" kern="1200" dirty="0">
                          <a:solidFill>
                            <a:schemeClr val="bg1"/>
                          </a:solidFill>
                          <a:effectLst/>
                          <a:latin typeface="Palatino Linotype" panose="02040502050505030304" pitchFamily="18" charset="0"/>
                          <a:ea typeface="+mn-ea"/>
                          <a:cs typeface="+mn-cs"/>
                        </a:rPr>
                        <a:t>HCO</a:t>
                      </a:r>
                      <a:r>
                        <a:rPr lang="en-US" sz="2000" kern="1200" baseline="-25000" dirty="0">
                          <a:solidFill>
                            <a:schemeClr val="bg1"/>
                          </a:solidFill>
                          <a:effectLst/>
                          <a:latin typeface="Palatino Linotype" panose="02040502050505030304" pitchFamily="18" charset="0"/>
                          <a:ea typeface="+mn-ea"/>
                          <a:cs typeface="+mn-cs"/>
                        </a:rPr>
                        <a:t>2</a:t>
                      </a:r>
                      <a:r>
                        <a:rPr lang="en-US" sz="2000" kern="1200" baseline="30000" dirty="0">
                          <a:solidFill>
                            <a:schemeClr val="bg1"/>
                          </a:solidFill>
                          <a:effectLst/>
                          <a:latin typeface="Palatino Linotype" panose="02040502050505030304" pitchFamily="18" charset="0"/>
                          <a:ea typeface="+mn-ea"/>
                          <a:cs typeface="+mn-cs"/>
                        </a:rPr>
                        <a:t>−</a:t>
                      </a:r>
                    </a:p>
                  </a:txBody>
                  <a:tcPr marL="47625" marR="47625" marT="47625" marB="47625" anchor="ctr">
                    <a:solidFill>
                      <a:srgbClr val="7EADD8"/>
                    </a:solidFill>
                  </a:tcPr>
                </a:tc>
                <a:tc>
                  <a:txBody>
                    <a:bodyPr/>
                    <a:lstStyle/>
                    <a:p>
                      <a:pPr marL="0" algn="l" defTabSz="914400" rtl="0" eaLnBrk="1" latinLnBrk="0" hangingPunct="1">
                        <a:lnSpc>
                          <a:spcPct val="107000"/>
                        </a:lnSpc>
                        <a:spcAft>
                          <a:spcPts val="0"/>
                        </a:spcAft>
                      </a:pPr>
                      <a:r>
                        <a:rPr lang="en-US" sz="2000" b="1" kern="1200" dirty="0" err="1">
                          <a:solidFill>
                            <a:schemeClr val="bg1"/>
                          </a:solidFill>
                          <a:effectLst/>
                          <a:latin typeface="Palatino Linotype" panose="02040502050505030304" pitchFamily="18" charset="0"/>
                          <a:ea typeface="+mn-ea"/>
                          <a:cs typeface="+mn-cs"/>
                        </a:rPr>
                        <a:t>formate</a:t>
                      </a:r>
                      <a:endParaRPr lang="en-US" sz="2000" b="1" kern="1200" dirty="0">
                        <a:solidFill>
                          <a:schemeClr val="bg1"/>
                        </a:solidFill>
                        <a:effectLst/>
                        <a:latin typeface="Palatino Linotype" panose="02040502050505030304" pitchFamily="18" charset="0"/>
                        <a:ea typeface="+mn-ea"/>
                        <a:cs typeface="+mn-cs"/>
                      </a:endParaRPr>
                    </a:p>
                  </a:txBody>
                  <a:tcPr marL="47625" marR="47625" marT="47625" marB="47625" anchor="ctr">
                    <a:solidFill>
                      <a:srgbClr val="7EADD8"/>
                    </a:solidFill>
                  </a:tcPr>
                </a:tc>
              </a:tr>
              <a:tr h="412955">
                <a:tc>
                  <a:txBody>
                    <a:bodyPr/>
                    <a:lstStyle/>
                    <a:p>
                      <a:pPr marL="0" algn="l" defTabSz="914400" rtl="0" eaLnBrk="1" latinLnBrk="0" hangingPunct="1">
                        <a:lnSpc>
                          <a:spcPct val="107000"/>
                        </a:lnSpc>
                        <a:spcAft>
                          <a:spcPts val="0"/>
                        </a:spcAft>
                      </a:pPr>
                      <a:r>
                        <a:rPr lang="en-US" sz="2000" b="1" kern="1200" dirty="0">
                          <a:solidFill>
                            <a:schemeClr val="tx1"/>
                          </a:solidFill>
                          <a:effectLst/>
                          <a:latin typeface="Palatino Linotype" panose="02040502050505030304" pitchFamily="18" charset="0"/>
                          <a:ea typeface="+mn-ea"/>
                          <a:cs typeface="+mn-cs"/>
                        </a:rPr>
                        <a:t>CH</a:t>
                      </a:r>
                      <a:r>
                        <a:rPr lang="en-US" sz="2000" b="1" kern="1200" baseline="-25000" dirty="0">
                          <a:solidFill>
                            <a:schemeClr val="tx1"/>
                          </a:solidFill>
                          <a:effectLst/>
                          <a:latin typeface="Palatino Linotype" panose="02040502050505030304" pitchFamily="18" charset="0"/>
                          <a:ea typeface="+mn-ea"/>
                          <a:cs typeface="+mn-cs"/>
                        </a:rPr>
                        <a:t>3</a:t>
                      </a:r>
                      <a:r>
                        <a:rPr lang="en-US" sz="2000" b="1" kern="1200" dirty="0">
                          <a:solidFill>
                            <a:schemeClr val="tx1"/>
                          </a:solidFill>
                          <a:effectLst/>
                          <a:latin typeface="Palatino Linotype" panose="02040502050505030304" pitchFamily="18" charset="0"/>
                          <a:ea typeface="+mn-ea"/>
                          <a:cs typeface="+mn-cs"/>
                        </a:rPr>
                        <a:t>CO</a:t>
                      </a:r>
                      <a:r>
                        <a:rPr lang="en-US" sz="2000" b="1" kern="1200" baseline="-25000" dirty="0">
                          <a:solidFill>
                            <a:schemeClr val="tx1"/>
                          </a:solidFill>
                          <a:effectLst/>
                          <a:latin typeface="Palatino Linotype" panose="02040502050505030304" pitchFamily="18" charset="0"/>
                          <a:ea typeface="+mn-ea"/>
                          <a:cs typeface="+mn-cs"/>
                        </a:rPr>
                        <a:t>2</a:t>
                      </a:r>
                      <a:r>
                        <a:rPr lang="en-US" sz="2000" b="1" kern="1200" baseline="30000" dirty="0">
                          <a:solidFill>
                            <a:schemeClr val="tx1"/>
                          </a:solidFill>
                          <a:effectLst/>
                          <a:latin typeface="Palatino Linotype" panose="02040502050505030304" pitchFamily="18" charset="0"/>
                          <a:ea typeface="+mn-ea"/>
                          <a:cs typeface="+mn-cs"/>
                        </a:rPr>
                        <a:t>−</a:t>
                      </a:r>
                    </a:p>
                  </a:txBody>
                  <a:tcPr marL="47625" marR="47625" marT="47625" marB="47625" anchor="ctr">
                    <a:solidFill>
                      <a:schemeClr val="accent4">
                        <a:lumMod val="20000"/>
                        <a:lumOff val="80000"/>
                      </a:schemeClr>
                    </a:solidFill>
                  </a:tcPr>
                </a:tc>
                <a:tc>
                  <a:txBody>
                    <a:bodyPr/>
                    <a:lstStyle/>
                    <a:p>
                      <a:pPr marL="0" algn="l" defTabSz="914400" rtl="0" eaLnBrk="1" latinLnBrk="0" hangingPunct="1">
                        <a:lnSpc>
                          <a:spcPct val="107000"/>
                        </a:lnSpc>
                        <a:spcAft>
                          <a:spcPts val="0"/>
                        </a:spcAft>
                      </a:pPr>
                      <a:r>
                        <a:rPr lang="en-US" sz="2000" b="1" kern="1200" dirty="0">
                          <a:solidFill>
                            <a:schemeClr val="tx1"/>
                          </a:solidFill>
                          <a:effectLst/>
                          <a:latin typeface="Palatino Linotype" panose="02040502050505030304" pitchFamily="18" charset="0"/>
                          <a:ea typeface="+mn-ea"/>
                          <a:cs typeface="+mn-cs"/>
                        </a:rPr>
                        <a:t>acetate</a:t>
                      </a:r>
                    </a:p>
                  </a:txBody>
                  <a:tcPr marL="47625" marR="47625" marT="47625" marB="47625" anchor="ctr">
                    <a:solidFill>
                      <a:schemeClr val="accent4">
                        <a:lumMod val="20000"/>
                        <a:lumOff val="80000"/>
                      </a:schemeClr>
                    </a:solidFill>
                  </a:tcPr>
                </a:tc>
              </a:tr>
              <a:tr h="412955">
                <a:tc>
                  <a:txBody>
                    <a:bodyPr/>
                    <a:lstStyle/>
                    <a:p>
                      <a:pPr marL="0" algn="l" defTabSz="914400" rtl="0" eaLnBrk="1" latinLnBrk="0" hangingPunct="1">
                        <a:lnSpc>
                          <a:spcPct val="107000"/>
                        </a:lnSpc>
                        <a:spcAft>
                          <a:spcPts val="0"/>
                        </a:spcAft>
                      </a:pPr>
                      <a:r>
                        <a:rPr lang="en-US" sz="2000" kern="1200" dirty="0">
                          <a:solidFill>
                            <a:schemeClr val="bg1"/>
                          </a:solidFill>
                          <a:effectLst/>
                          <a:latin typeface="Palatino Linotype" panose="02040502050505030304" pitchFamily="18" charset="0"/>
                          <a:ea typeface="+mn-ea"/>
                          <a:cs typeface="+mn-cs"/>
                        </a:rPr>
                        <a:t>C</a:t>
                      </a:r>
                      <a:r>
                        <a:rPr lang="en-US" sz="2000" kern="1200" baseline="-25000" dirty="0">
                          <a:solidFill>
                            <a:schemeClr val="bg1"/>
                          </a:solidFill>
                          <a:effectLst/>
                          <a:latin typeface="Palatino Linotype" panose="02040502050505030304" pitchFamily="18" charset="0"/>
                          <a:ea typeface="+mn-ea"/>
                          <a:cs typeface="+mn-cs"/>
                        </a:rPr>
                        <a:t>6</a:t>
                      </a:r>
                      <a:r>
                        <a:rPr lang="en-US" sz="2000" kern="1200" dirty="0">
                          <a:solidFill>
                            <a:schemeClr val="bg1"/>
                          </a:solidFill>
                          <a:effectLst/>
                          <a:latin typeface="Palatino Linotype" panose="02040502050505030304" pitchFamily="18" charset="0"/>
                          <a:ea typeface="+mn-ea"/>
                          <a:cs typeface="+mn-cs"/>
                        </a:rPr>
                        <a:t>H</a:t>
                      </a:r>
                      <a:r>
                        <a:rPr lang="en-US" sz="2000" kern="1200" baseline="-25000" dirty="0">
                          <a:solidFill>
                            <a:schemeClr val="bg1"/>
                          </a:solidFill>
                          <a:effectLst/>
                          <a:latin typeface="Palatino Linotype" panose="02040502050505030304" pitchFamily="18" charset="0"/>
                          <a:ea typeface="+mn-ea"/>
                          <a:cs typeface="+mn-cs"/>
                        </a:rPr>
                        <a:t>5</a:t>
                      </a:r>
                      <a:r>
                        <a:rPr lang="en-US" sz="2000" kern="1200" dirty="0">
                          <a:solidFill>
                            <a:schemeClr val="bg1"/>
                          </a:solidFill>
                          <a:effectLst/>
                          <a:latin typeface="Palatino Linotype" panose="02040502050505030304" pitchFamily="18" charset="0"/>
                          <a:ea typeface="+mn-ea"/>
                          <a:cs typeface="+mn-cs"/>
                        </a:rPr>
                        <a:t>CO</a:t>
                      </a:r>
                      <a:r>
                        <a:rPr lang="en-US" sz="2000" kern="1200" baseline="-25000" dirty="0">
                          <a:solidFill>
                            <a:schemeClr val="bg1"/>
                          </a:solidFill>
                          <a:effectLst/>
                          <a:latin typeface="Palatino Linotype" panose="02040502050505030304" pitchFamily="18" charset="0"/>
                          <a:ea typeface="+mn-ea"/>
                          <a:cs typeface="+mn-cs"/>
                        </a:rPr>
                        <a:t>2</a:t>
                      </a:r>
                      <a:r>
                        <a:rPr lang="en-US" sz="2000" kern="1200" baseline="30000" dirty="0">
                          <a:solidFill>
                            <a:schemeClr val="bg1"/>
                          </a:solidFill>
                          <a:effectLst/>
                          <a:latin typeface="Palatino Linotype" panose="02040502050505030304" pitchFamily="18" charset="0"/>
                          <a:ea typeface="+mn-ea"/>
                          <a:cs typeface="+mn-cs"/>
                        </a:rPr>
                        <a:t>−</a:t>
                      </a:r>
                    </a:p>
                  </a:txBody>
                  <a:tcPr marL="47625" marR="47625" marT="47625" marB="47625" anchor="ctr">
                    <a:solidFill>
                      <a:srgbClr val="7EADD8"/>
                    </a:solidFill>
                  </a:tcPr>
                </a:tc>
                <a:tc>
                  <a:txBody>
                    <a:bodyPr/>
                    <a:lstStyle/>
                    <a:p>
                      <a:pPr marL="0" algn="l" defTabSz="914400" rtl="0" eaLnBrk="1" latinLnBrk="0" hangingPunct="1">
                        <a:lnSpc>
                          <a:spcPct val="107000"/>
                        </a:lnSpc>
                        <a:spcAft>
                          <a:spcPts val="0"/>
                        </a:spcAft>
                      </a:pPr>
                      <a:r>
                        <a:rPr lang="en-US" sz="2000" b="1" kern="1200" dirty="0">
                          <a:solidFill>
                            <a:schemeClr val="bg1"/>
                          </a:solidFill>
                          <a:effectLst/>
                          <a:latin typeface="Palatino Linotype" panose="02040502050505030304" pitchFamily="18" charset="0"/>
                          <a:ea typeface="+mn-ea"/>
                          <a:cs typeface="+mn-cs"/>
                        </a:rPr>
                        <a:t>benzoate</a:t>
                      </a:r>
                    </a:p>
                  </a:txBody>
                  <a:tcPr marL="47625" marR="47625" marT="47625" marB="47625" anchor="ctr">
                    <a:solidFill>
                      <a:srgbClr val="7EADD8"/>
                    </a:solidFill>
                  </a:tcPr>
                </a:tc>
              </a:tr>
            </a:tbl>
          </a:graphicData>
        </a:graphic>
      </p:graphicFrame>
      <p:sp>
        <p:nvSpPr>
          <p:cNvPr id="6" name="TextBox 5"/>
          <p:cNvSpPr txBox="1"/>
          <p:nvPr/>
        </p:nvSpPr>
        <p:spPr>
          <a:xfrm>
            <a:off x="2112484" y="152400"/>
            <a:ext cx="4663456" cy="584775"/>
          </a:xfrm>
          <a:prstGeom prst="rect">
            <a:avLst/>
          </a:prstGeom>
          <a:noFill/>
        </p:spPr>
        <p:txBody>
          <a:bodyPr wrap="none" anchor="ctr">
            <a:spAutoFit/>
          </a:bodyPr>
          <a:lstStyle/>
          <a:p>
            <a:pPr algn="ctr"/>
            <a:r>
              <a:rPr lang="en-US" sz="3200" b="1" dirty="0" err="1" smtClean="0">
                <a:solidFill>
                  <a:srgbClr val="EFF1F7"/>
                </a:solidFill>
                <a:latin typeface="Palatino Linotype" panose="02040502050505030304" pitchFamily="18" charset="0"/>
              </a:rPr>
              <a:t>Tên</a:t>
            </a:r>
            <a:r>
              <a:rPr lang="en-US" sz="3200" b="1" dirty="0" smtClean="0">
                <a:solidFill>
                  <a:srgbClr val="EFF1F7"/>
                </a:solidFill>
                <a:latin typeface="Palatino Linotype" panose="02040502050505030304" pitchFamily="18" charset="0"/>
              </a:rPr>
              <a:t> anion </a:t>
            </a:r>
            <a:r>
              <a:rPr lang="en-US" sz="3200" b="1" dirty="0" err="1" smtClean="0">
                <a:solidFill>
                  <a:srgbClr val="EFF1F7"/>
                </a:solidFill>
                <a:latin typeface="Palatino Linotype" panose="02040502050505030304" pitchFamily="18" charset="0"/>
              </a:rPr>
              <a:t>đa</a:t>
            </a:r>
            <a:r>
              <a:rPr lang="en-US" sz="3200" b="1" dirty="0" smtClean="0">
                <a:solidFill>
                  <a:srgbClr val="EFF1F7"/>
                </a:solidFill>
                <a:latin typeface="Palatino Linotype" panose="02040502050505030304" pitchFamily="18" charset="0"/>
              </a:rPr>
              <a:t> </a:t>
            </a:r>
            <a:r>
              <a:rPr lang="en-US" sz="3200" b="1" dirty="0" err="1" smtClean="0">
                <a:solidFill>
                  <a:srgbClr val="EFF1F7"/>
                </a:solidFill>
                <a:latin typeface="Palatino Linotype" panose="02040502050505030304" pitchFamily="18" charset="0"/>
              </a:rPr>
              <a:t>nguyên</a:t>
            </a:r>
            <a:r>
              <a:rPr lang="en-US" sz="3200" b="1" dirty="0" smtClean="0">
                <a:solidFill>
                  <a:srgbClr val="EFF1F7"/>
                </a:solidFill>
                <a:latin typeface="Palatino Linotype" panose="02040502050505030304" pitchFamily="18" charset="0"/>
              </a:rPr>
              <a:t> </a:t>
            </a:r>
            <a:r>
              <a:rPr lang="en-US" sz="3200" b="1" dirty="0" err="1" smtClean="0">
                <a:solidFill>
                  <a:srgbClr val="EFF1F7"/>
                </a:solidFill>
                <a:latin typeface="Palatino Linotype" panose="02040502050505030304" pitchFamily="18" charset="0"/>
              </a:rPr>
              <a:t>tử</a:t>
            </a:r>
            <a:endParaRPr lang="en-US" sz="3200" b="1" dirty="0">
              <a:solidFill>
                <a:srgbClr val="EFF1F7"/>
              </a:solidFill>
              <a:latin typeface="Palatino Linotype" panose="02040502050505030304" pitchFamily="18" charset="0"/>
            </a:endParaRPr>
          </a:p>
        </p:txBody>
      </p:sp>
      <p:sp>
        <p:nvSpPr>
          <p:cNvPr id="3" name="TextBox 2"/>
          <p:cNvSpPr txBox="1"/>
          <p:nvPr/>
        </p:nvSpPr>
        <p:spPr>
          <a:xfrm>
            <a:off x="228600" y="1219200"/>
            <a:ext cx="2514600" cy="646331"/>
          </a:xfrm>
          <a:prstGeom prst="rect">
            <a:avLst/>
          </a:prstGeom>
          <a:noFill/>
        </p:spPr>
        <p:txBody>
          <a:bodyPr wrap="square" rtlCol="0">
            <a:spAutoFit/>
          </a:bodyPr>
          <a:lstStyle/>
          <a:p>
            <a:pPr algn="ctr"/>
            <a:r>
              <a:rPr lang="en-US" b="1" dirty="0" smtClean="0">
                <a:solidFill>
                  <a:schemeClr val="bg1"/>
                </a:solidFill>
                <a:latin typeface="Palatino Linotype" panose="02040502050505030304" pitchFamily="18" charset="0"/>
              </a:rPr>
              <a:t>Halogen </a:t>
            </a:r>
            <a:r>
              <a:rPr lang="en-US" b="1" dirty="0" err="1" smtClean="0">
                <a:solidFill>
                  <a:schemeClr val="bg1"/>
                </a:solidFill>
                <a:latin typeface="Palatino Linotype" panose="02040502050505030304" pitchFamily="18" charset="0"/>
              </a:rPr>
              <a:t>và</a:t>
            </a:r>
            <a:r>
              <a:rPr lang="en-US" b="1" dirty="0" smtClean="0">
                <a:solidFill>
                  <a:schemeClr val="bg1"/>
                </a:solidFill>
                <a:latin typeface="Palatino Linotype" panose="02040502050505030304" pitchFamily="18" charset="0"/>
              </a:rPr>
              <a:t> </a:t>
            </a:r>
            <a:r>
              <a:rPr lang="en-US" b="1" dirty="0" err="1" smtClean="0">
                <a:solidFill>
                  <a:schemeClr val="bg1"/>
                </a:solidFill>
                <a:latin typeface="Palatino Linotype" panose="02040502050505030304" pitchFamily="18" charset="0"/>
              </a:rPr>
              <a:t>kim</a:t>
            </a:r>
            <a:r>
              <a:rPr lang="en-US" b="1" dirty="0" smtClean="0">
                <a:solidFill>
                  <a:schemeClr val="bg1"/>
                </a:solidFill>
                <a:latin typeface="Palatino Linotype" panose="02040502050505030304" pitchFamily="18" charset="0"/>
              </a:rPr>
              <a:t> </a:t>
            </a:r>
            <a:r>
              <a:rPr lang="en-US" b="1" dirty="0" err="1" smtClean="0">
                <a:solidFill>
                  <a:schemeClr val="bg1"/>
                </a:solidFill>
                <a:latin typeface="Palatino Linotype" panose="02040502050505030304" pitchFamily="18" charset="0"/>
              </a:rPr>
              <a:t>loại</a:t>
            </a:r>
            <a:r>
              <a:rPr lang="en-US" b="1" dirty="0" smtClean="0">
                <a:solidFill>
                  <a:schemeClr val="bg1"/>
                </a:solidFill>
                <a:latin typeface="Palatino Linotype" panose="02040502050505030304" pitchFamily="18" charset="0"/>
              </a:rPr>
              <a:t> </a:t>
            </a:r>
            <a:r>
              <a:rPr lang="en-US" b="1" dirty="0" err="1" smtClean="0">
                <a:solidFill>
                  <a:schemeClr val="bg1"/>
                </a:solidFill>
                <a:latin typeface="Palatino Linotype" panose="02040502050505030304" pitchFamily="18" charset="0"/>
              </a:rPr>
              <a:t>chuyển</a:t>
            </a:r>
            <a:r>
              <a:rPr lang="en-US" b="1" dirty="0" smtClean="0">
                <a:solidFill>
                  <a:schemeClr val="bg1"/>
                </a:solidFill>
                <a:latin typeface="Palatino Linotype" panose="02040502050505030304" pitchFamily="18" charset="0"/>
              </a:rPr>
              <a:t> </a:t>
            </a:r>
            <a:r>
              <a:rPr lang="en-US" b="1" dirty="0" err="1" smtClean="0">
                <a:solidFill>
                  <a:schemeClr val="bg1"/>
                </a:solidFill>
                <a:latin typeface="Palatino Linotype" panose="02040502050505030304" pitchFamily="18" charset="0"/>
              </a:rPr>
              <a:t>tiếp</a:t>
            </a:r>
            <a:endParaRPr lang="en-US" b="1" dirty="0">
              <a:solidFill>
                <a:schemeClr val="bg1"/>
              </a:solidFill>
              <a:latin typeface="Palatino Linotype" panose="02040502050505030304" pitchFamily="18" charset="0"/>
            </a:endParaRPr>
          </a:p>
        </p:txBody>
      </p:sp>
      <p:sp>
        <p:nvSpPr>
          <p:cNvPr id="7" name="Down Arrow 6"/>
          <p:cNvSpPr/>
          <p:nvPr/>
        </p:nvSpPr>
        <p:spPr>
          <a:xfrm>
            <a:off x="1447800" y="1981200"/>
            <a:ext cx="76200" cy="5334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571500" y="2630269"/>
            <a:ext cx="1905000" cy="685800"/>
          </a:xfrm>
          <a:prstGeom prst="round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latin typeface="Palatino Linotype" panose="02040502050505030304" pitchFamily="18" charset="0"/>
              </a:rPr>
              <a:t>4 </a:t>
            </a:r>
            <a:r>
              <a:rPr lang="en-US" b="1" dirty="0" err="1" smtClean="0">
                <a:latin typeface="Palatino Linotype" panose="02040502050505030304" pitchFamily="18" charset="0"/>
              </a:rPr>
              <a:t>gốc</a:t>
            </a:r>
            <a:r>
              <a:rPr lang="en-US" b="1" dirty="0" smtClean="0">
                <a:latin typeface="Palatino Linotype" panose="02040502050505030304" pitchFamily="18" charset="0"/>
              </a:rPr>
              <a:t> </a:t>
            </a:r>
            <a:r>
              <a:rPr lang="en-US" b="1" dirty="0" err="1" smtClean="0">
                <a:latin typeface="Palatino Linotype" panose="02040502050505030304" pitchFamily="18" charset="0"/>
              </a:rPr>
              <a:t>oxoanion</a:t>
            </a:r>
            <a:endParaRPr lang="en-US" b="1" dirty="0">
              <a:latin typeface="Palatino Linotype" panose="02040502050505030304" pitchFamily="18" charset="0"/>
            </a:endParaRPr>
          </a:p>
        </p:txBody>
      </p:sp>
      <p:sp>
        <p:nvSpPr>
          <p:cNvPr id="9" name="Down Arrow 8"/>
          <p:cNvSpPr/>
          <p:nvPr/>
        </p:nvSpPr>
        <p:spPr>
          <a:xfrm>
            <a:off x="1447800" y="3429000"/>
            <a:ext cx="76200" cy="6858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p:cNvSpPr/>
          <p:nvPr/>
        </p:nvSpPr>
        <p:spPr>
          <a:xfrm>
            <a:off x="76200" y="4419600"/>
            <a:ext cx="3048000" cy="1524000"/>
          </a:xfrm>
          <a:prstGeom prst="round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latin typeface="Palatino Linotype" panose="02040502050505030304" pitchFamily="18" charset="0"/>
              </a:rPr>
              <a:t>“per” + </a:t>
            </a:r>
            <a:r>
              <a:rPr lang="en-US" b="1" dirty="0" err="1" smtClean="0">
                <a:latin typeface="Palatino Linotype" panose="02040502050505030304" pitchFamily="18" charset="0"/>
              </a:rPr>
              <a:t>tên</a:t>
            </a:r>
            <a:r>
              <a:rPr lang="en-US" b="1" dirty="0" smtClean="0">
                <a:latin typeface="Palatino Linotype" panose="02040502050505030304" pitchFamily="18" charset="0"/>
              </a:rPr>
              <a:t> anion: ion </a:t>
            </a:r>
            <a:r>
              <a:rPr lang="en-US" b="1" dirty="0" err="1" smtClean="0">
                <a:latin typeface="Palatino Linotype" panose="02040502050505030304" pitchFamily="18" charset="0"/>
              </a:rPr>
              <a:t>có</a:t>
            </a:r>
            <a:r>
              <a:rPr lang="en-US" b="1" dirty="0" smtClean="0">
                <a:latin typeface="Palatino Linotype" panose="02040502050505030304" pitchFamily="18" charset="0"/>
              </a:rPr>
              <a:t> </a:t>
            </a:r>
            <a:r>
              <a:rPr lang="en-US" b="1" dirty="0" err="1" smtClean="0">
                <a:latin typeface="Palatino Linotype" panose="02040502050505030304" pitchFamily="18" charset="0"/>
              </a:rPr>
              <a:t>nhiều</a:t>
            </a:r>
            <a:r>
              <a:rPr lang="en-US" b="1" dirty="0" smtClean="0">
                <a:latin typeface="Palatino Linotype" panose="02040502050505030304" pitchFamily="18" charset="0"/>
              </a:rPr>
              <a:t> oxygen </a:t>
            </a:r>
            <a:r>
              <a:rPr lang="en-US" b="1" dirty="0" err="1" smtClean="0">
                <a:latin typeface="Palatino Linotype" panose="02040502050505030304" pitchFamily="18" charset="0"/>
              </a:rPr>
              <a:t>nhất</a:t>
            </a:r>
            <a:endParaRPr lang="en-US" b="1" dirty="0" smtClean="0">
              <a:latin typeface="Palatino Linotype" panose="02040502050505030304" pitchFamily="18" charset="0"/>
            </a:endParaRPr>
          </a:p>
          <a:p>
            <a:pPr algn="ctr"/>
            <a:r>
              <a:rPr lang="en-US" b="1" dirty="0" smtClean="0">
                <a:latin typeface="Palatino Linotype" panose="02040502050505030304" pitchFamily="18" charset="0"/>
              </a:rPr>
              <a:t>“hypo” + </a:t>
            </a:r>
            <a:r>
              <a:rPr lang="en-US" b="1" dirty="0" err="1">
                <a:latin typeface="Palatino Linotype" panose="02040502050505030304" pitchFamily="18" charset="0"/>
              </a:rPr>
              <a:t>tên</a:t>
            </a:r>
            <a:r>
              <a:rPr lang="en-US" b="1" dirty="0">
                <a:latin typeface="Palatino Linotype" panose="02040502050505030304" pitchFamily="18" charset="0"/>
              </a:rPr>
              <a:t> anion: ion </a:t>
            </a:r>
            <a:r>
              <a:rPr lang="en-US" b="1" dirty="0" err="1">
                <a:latin typeface="Palatino Linotype" panose="02040502050505030304" pitchFamily="18" charset="0"/>
              </a:rPr>
              <a:t>có</a:t>
            </a:r>
            <a:r>
              <a:rPr lang="en-US" b="1" dirty="0">
                <a:latin typeface="Palatino Linotype" panose="02040502050505030304" pitchFamily="18" charset="0"/>
              </a:rPr>
              <a:t> </a:t>
            </a:r>
            <a:r>
              <a:rPr lang="en-US" b="1" dirty="0" err="1" smtClean="0">
                <a:latin typeface="Palatino Linotype" panose="02040502050505030304" pitchFamily="18" charset="0"/>
              </a:rPr>
              <a:t>ít</a:t>
            </a:r>
            <a:r>
              <a:rPr lang="en-US" b="1" dirty="0" smtClean="0">
                <a:latin typeface="Palatino Linotype" panose="02040502050505030304" pitchFamily="18" charset="0"/>
              </a:rPr>
              <a:t> </a:t>
            </a:r>
            <a:r>
              <a:rPr lang="en-US" b="1" dirty="0">
                <a:latin typeface="Palatino Linotype" panose="02040502050505030304" pitchFamily="18" charset="0"/>
              </a:rPr>
              <a:t>oxygen </a:t>
            </a:r>
            <a:r>
              <a:rPr lang="en-US" b="1" dirty="0" err="1">
                <a:latin typeface="Palatino Linotype" panose="02040502050505030304" pitchFamily="18" charset="0"/>
              </a:rPr>
              <a:t>nhất</a:t>
            </a:r>
            <a:endParaRPr lang="en-US" b="1" dirty="0">
              <a:latin typeface="Palatino Linotype" panose="02040502050505030304" pitchFamily="18" charset="0"/>
            </a:endParaRPr>
          </a:p>
        </p:txBody>
      </p:sp>
    </p:spTree>
    <p:extLst>
      <p:ext uri="{BB962C8B-B14F-4D97-AF65-F5344CB8AC3E}">
        <p14:creationId xmlns:p14="http://schemas.microsoft.com/office/powerpoint/2010/main" val="378876086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https://saylordotorg.github.io/text_general-chemistry-principles-patterns-and-applications-v1.0/section_06/20bbc08e23637b38faa0f5b0d0812d1d.jp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19200" y="838200"/>
            <a:ext cx="7010400" cy="5105400"/>
          </a:xfrm>
          <a:prstGeom prst="rect">
            <a:avLst/>
          </a:prstGeom>
          <a:noFill/>
          <a:ln>
            <a:noFill/>
          </a:ln>
        </p:spPr>
      </p:pic>
    </p:spTree>
    <p:extLst>
      <p:ext uri="{BB962C8B-B14F-4D97-AF65-F5344CB8AC3E}">
        <p14:creationId xmlns:p14="http://schemas.microsoft.com/office/powerpoint/2010/main" val="50684741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a:spLocks noChangeArrowheads="1"/>
          </p:cNvSpPr>
          <p:nvPr/>
        </p:nvSpPr>
        <p:spPr bwMode="auto">
          <a:xfrm>
            <a:off x="1355931" y="304513"/>
            <a:ext cx="6328977" cy="584775"/>
          </a:xfrm>
          <a:prstGeom prst="rect">
            <a:avLst/>
          </a:prstGeom>
          <a:solidFill>
            <a:srgbClr val="FFC000"/>
          </a:solidFill>
          <a:ln w="9525">
            <a:noFill/>
            <a:miter lim="800000"/>
            <a:headEnd/>
            <a:tailEnd/>
          </a:ln>
        </p:spPr>
        <p:txBody>
          <a:bodyPr wrap="none" anchor="ctr">
            <a:spAutoFit/>
          </a:bodyPr>
          <a:lstStyle/>
          <a:p>
            <a:pPr algn="ctr"/>
            <a:r>
              <a:rPr lang="en-US" sz="3200" b="1" dirty="0" smtClean="0">
                <a:solidFill>
                  <a:srgbClr val="0070C0"/>
                </a:solidFill>
                <a:latin typeface="Palatino Linotype" panose="02040502050505030304" pitchFamily="18" charset="0"/>
              </a:rPr>
              <a:t>2.4. </a:t>
            </a:r>
            <a:r>
              <a:rPr lang="en-US" sz="3200" b="1" dirty="0" err="1" smtClean="0">
                <a:solidFill>
                  <a:srgbClr val="0070C0"/>
                </a:solidFill>
                <a:latin typeface="Palatino Linotype" panose="02040502050505030304" pitchFamily="18" charset="0"/>
              </a:rPr>
              <a:t>Gọi</a:t>
            </a:r>
            <a:r>
              <a:rPr lang="en-US" sz="3200" b="1" dirty="0" smtClean="0">
                <a:solidFill>
                  <a:srgbClr val="0070C0"/>
                </a:solidFill>
                <a:latin typeface="Palatino Linotype" panose="02040502050505030304" pitchFamily="18" charset="0"/>
              </a:rPr>
              <a:t> </a:t>
            </a:r>
            <a:r>
              <a:rPr lang="en-US" sz="3200" b="1" dirty="0" err="1" smtClean="0">
                <a:solidFill>
                  <a:srgbClr val="0070C0"/>
                </a:solidFill>
                <a:latin typeface="Palatino Linotype" panose="02040502050505030304" pitchFamily="18" charset="0"/>
              </a:rPr>
              <a:t>tên</a:t>
            </a:r>
            <a:r>
              <a:rPr lang="en-US" sz="3200" b="1" dirty="0" smtClean="0">
                <a:solidFill>
                  <a:srgbClr val="0070C0"/>
                </a:solidFill>
                <a:latin typeface="Palatino Linotype" panose="02040502050505030304" pitchFamily="18" charset="0"/>
              </a:rPr>
              <a:t> </a:t>
            </a:r>
            <a:r>
              <a:rPr lang="en-US" sz="3200" b="1" dirty="0" err="1" smtClean="0">
                <a:solidFill>
                  <a:srgbClr val="0070C0"/>
                </a:solidFill>
                <a:latin typeface="Palatino Linotype" panose="02040502050505030304" pitchFamily="18" charset="0"/>
              </a:rPr>
              <a:t>hợp</a:t>
            </a:r>
            <a:r>
              <a:rPr lang="en-US" sz="3200" b="1" dirty="0" smtClean="0">
                <a:solidFill>
                  <a:srgbClr val="0070C0"/>
                </a:solidFill>
                <a:latin typeface="Palatino Linotype" panose="02040502050505030304" pitchFamily="18" charset="0"/>
              </a:rPr>
              <a:t> </a:t>
            </a:r>
            <a:r>
              <a:rPr lang="en-US" sz="3200" b="1" dirty="0" err="1" smtClean="0">
                <a:solidFill>
                  <a:srgbClr val="0070C0"/>
                </a:solidFill>
                <a:latin typeface="Palatino Linotype" panose="02040502050505030304" pitchFamily="18" charset="0"/>
              </a:rPr>
              <a:t>chất</a:t>
            </a:r>
            <a:r>
              <a:rPr lang="en-US" sz="3200" b="1" dirty="0" smtClean="0">
                <a:solidFill>
                  <a:srgbClr val="0070C0"/>
                </a:solidFill>
                <a:latin typeface="Palatino Linotype" panose="02040502050505030304" pitchFamily="18" charset="0"/>
              </a:rPr>
              <a:t> </a:t>
            </a:r>
            <a:r>
              <a:rPr lang="en-US" sz="3200" b="1" dirty="0" err="1" smtClean="0">
                <a:solidFill>
                  <a:srgbClr val="0070C0"/>
                </a:solidFill>
                <a:latin typeface="Palatino Linotype" panose="02040502050505030304" pitchFamily="18" charset="0"/>
              </a:rPr>
              <a:t>cộng</a:t>
            </a:r>
            <a:r>
              <a:rPr lang="en-US" sz="3200" b="1" dirty="0" smtClean="0">
                <a:solidFill>
                  <a:srgbClr val="0070C0"/>
                </a:solidFill>
                <a:latin typeface="Palatino Linotype" panose="02040502050505030304" pitchFamily="18" charset="0"/>
              </a:rPr>
              <a:t> </a:t>
            </a:r>
            <a:r>
              <a:rPr lang="en-US" sz="3200" b="1" dirty="0" err="1" smtClean="0">
                <a:solidFill>
                  <a:srgbClr val="0070C0"/>
                </a:solidFill>
                <a:latin typeface="Palatino Linotype" panose="02040502050505030304" pitchFamily="18" charset="0"/>
              </a:rPr>
              <a:t>hóa</a:t>
            </a:r>
            <a:r>
              <a:rPr lang="en-US" sz="3200" b="1" dirty="0" smtClean="0">
                <a:solidFill>
                  <a:srgbClr val="0070C0"/>
                </a:solidFill>
                <a:latin typeface="Palatino Linotype" panose="02040502050505030304" pitchFamily="18" charset="0"/>
              </a:rPr>
              <a:t> </a:t>
            </a:r>
            <a:r>
              <a:rPr lang="en-US" sz="3200" b="1" dirty="0" err="1" smtClean="0">
                <a:solidFill>
                  <a:srgbClr val="0070C0"/>
                </a:solidFill>
                <a:latin typeface="Palatino Linotype" panose="02040502050505030304" pitchFamily="18" charset="0"/>
              </a:rPr>
              <a:t>trị</a:t>
            </a:r>
            <a:endParaRPr lang="en-US" sz="3200" b="1" dirty="0">
              <a:solidFill>
                <a:srgbClr val="0070C0"/>
              </a:solidFill>
              <a:latin typeface="Palatino Linotype" panose="02040502050505030304" pitchFamily="18" charset="0"/>
            </a:endParaRPr>
          </a:p>
        </p:txBody>
      </p:sp>
      <p:sp>
        <p:nvSpPr>
          <p:cNvPr id="7" name="Rounded Rectangle 6"/>
          <p:cNvSpPr/>
          <p:nvPr/>
        </p:nvSpPr>
        <p:spPr>
          <a:xfrm>
            <a:off x="2895600" y="1066800"/>
            <a:ext cx="2743200" cy="838200"/>
          </a:xfrm>
          <a:prstGeom prst="round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err="1" smtClean="0">
                <a:latin typeface="Palatino Linotype" panose="02040502050505030304" pitchFamily="18" charset="0"/>
              </a:rPr>
              <a:t>Công</a:t>
            </a:r>
            <a:r>
              <a:rPr lang="en-US" sz="2400" b="1" dirty="0" smtClean="0">
                <a:latin typeface="Palatino Linotype" panose="02040502050505030304" pitchFamily="18" charset="0"/>
              </a:rPr>
              <a:t> </a:t>
            </a:r>
            <a:r>
              <a:rPr lang="en-US" sz="2400" b="1" dirty="0" err="1" smtClean="0">
                <a:latin typeface="Palatino Linotype" panose="02040502050505030304" pitchFamily="18" charset="0"/>
              </a:rPr>
              <a:t>thức</a:t>
            </a:r>
            <a:r>
              <a:rPr lang="en-US" sz="2400" b="1" dirty="0" smtClean="0">
                <a:latin typeface="Palatino Linotype" panose="02040502050505030304" pitchFamily="18" charset="0"/>
              </a:rPr>
              <a:t> </a:t>
            </a:r>
          </a:p>
          <a:p>
            <a:pPr algn="ctr"/>
            <a:r>
              <a:rPr lang="en-US" sz="2400" b="1" dirty="0" err="1" smtClean="0">
                <a:latin typeface="Palatino Linotype" panose="02040502050505030304" pitchFamily="18" charset="0"/>
              </a:rPr>
              <a:t>hợp</a:t>
            </a:r>
            <a:r>
              <a:rPr lang="en-US" sz="2400" b="1" dirty="0" smtClean="0">
                <a:latin typeface="Palatino Linotype" panose="02040502050505030304" pitchFamily="18" charset="0"/>
              </a:rPr>
              <a:t> </a:t>
            </a:r>
            <a:r>
              <a:rPr lang="en-US" sz="2400" b="1" dirty="0" err="1" smtClean="0">
                <a:latin typeface="Palatino Linotype" panose="02040502050505030304" pitchFamily="18" charset="0"/>
              </a:rPr>
              <a:t>chất</a:t>
            </a:r>
            <a:endParaRPr lang="en-US" sz="2400" b="1" dirty="0">
              <a:latin typeface="Palatino Linotype" panose="02040502050505030304" pitchFamily="18" charset="0"/>
            </a:endParaRPr>
          </a:p>
        </p:txBody>
      </p:sp>
      <p:sp>
        <p:nvSpPr>
          <p:cNvPr id="8" name="Rounded Rectangle 7"/>
          <p:cNvSpPr/>
          <p:nvPr/>
        </p:nvSpPr>
        <p:spPr>
          <a:xfrm>
            <a:off x="2895600" y="2057400"/>
            <a:ext cx="2743200" cy="838200"/>
          </a:xfrm>
          <a:prstGeom prst="round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smtClean="0">
                <a:latin typeface="Palatino Linotype" panose="02040502050505030304" pitchFamily="18" charset="0"/>
              </a:rPr>
              <a:t>N</a:t>
            </a:r>
            <a:r>
              <a:rPr lang="en-US" sz="2000" b="1" baseline="-25000" dirty="0" smtClean="0">
                <a:latin typeface="Palatino Linotype" panose="02040502050505030304" pitchFamily="18" charset="0"/>
              </a:rPr>
              <a:t>2</a:t>
            </a:r>
            <a:r>
              <a:rPr lang="en-US" sz="2000" b="1" dirty="0" smtClean="0">
                <a:latin typeface="Palatino Linotype" panose="02040502050505030304" pitchFamily="18" charset="0"/>
              </a:rPr>
              <a:t>O</a:t>
            </a:r>
            <a:r>
              <a:rPr lang="en-US" sz="2000" b="1" baseline="-25000" dirty="0" smtClean="0">
                <a:latin typeface="Palatino Linotype" panose="02040502050505030304" pitchFamily="18" charset="0"/>
              </a:rPr>
              <a:t>3</a:t>
            </a:r>
            <a:endParaRPr lang="en-US" sz="2000" b="1" baseline="-25000" dirty="0">
              <a:latin typeface="Palatino Linotype" panose="02040502050505030304" pitchFamily="18" charset="0"/>
            </a:endParaRPr>
          </a:p>
        </p:txBody>
      </p:sp>
      <p:sp>
        <p:nvSpPr>
          <p:cNvPr id="9" name="Rounded Rectangle 8"/>
          <p:cNvSpPr/>
          <p:nvPr/>
        </p:nvSpPr>
        <p:spPr>
          <a:xfrm>
            <a:off x="2971800" y="3962400"/>
            <a:ext cx="2743200" cy="838200"/>
          </a:xfrm>
          <a:prstGeom prst="round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err="1" smtClean="0">
                <a:latin typeface="Palatino Linotype" panose="02040502050505030304" pitchFamily="18" charset="0"/>
              </a:rPr>
              <a:t>Tên</a:t>
            </a:r>
            <a:r>
              <a:rPr lang="en-US" sz="2400" b="1" dirty="0" smtClean="0">
                <a:latin typeface="Palatino Linotype" panose="02040502050505030304" pitchFamily="18" charset="0"/>
              </a:rPr>
              <a:t> </a:t>
            </a:r>
            <a:r>
              <a:rPr lang="en-US" sz="2400" b="1" dirty="0" err="1" smtClean="0">
                <a:latin typeface="Palatino Linotype" panose="02040502050505030304" pitchFamily="18" charset="0"/>
              </a:rPr>
              <a:t>hợp</a:t>
            </a:r>
            <a:r>
              <a:rPr lang="en-US" sz="2400" b="1" dirty="0" smtClean="0">
                <a:latin typeface="Palatino Linotype" panose="02040502050505030304" pitchFamily="18" charset="0"/>
              </a:rPr>
              <a:t> </a:t>
            </a:r>
            <a:r>
              <a:rPr lang="en-US" sz="2400" b="1" dirty="0" err="1" smtClean="0">
                <a:latin typeface="Palatino Linotype" panose="02040502050505030304" pitchFamily="18" charset="0"/>
              </a:rPr>
              <a:t>chất</a:t>
            </a:r>
            <a:endParaRPr lang="en-US" sz="2400" b="1" baseline="-25000" dirty="0">
              <a:latin typeface="Palatino Linotype" panose="02040502050505030304" pitchFamily="18" charset="0"/>
            </a:endParaRPr>
          </a:p>
        </p:txBody>
      </p:sp>
      <p:sp>
        <p:nvSpPr>
          <p:cNvPr id="10" name="Rounded Rectangle 9"/>
          <p:cNvSpPr/>
          <p:nvPr/>
        </p:nvSpPr>
        <p:spPr>
          <a:xfrm>
            <a:off x="2971800" y="5165805"/>
            <a:ext cx="2743200" cy="838200"/>
          </a:xfrm>
          <a:prstGeom prst="round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err="1" smtClean="0">
                <a:latin typeface="Palatino Linotype" panose="02040502050505030304" pitchFamily="18" charset="0"/>
              </a:rPr>
              <a:t>Dinitrogen</a:t>
            </a:r>
            <a:r>
              <a:rPr lang="en-US" sz="2000" b="1" dirty="0" smtClean="0">
                <a:latin typeface="Palatino Linotype" panose="02040502050505030304" pitchFamily="18" charset="0"/>
              </a:rPr>
              <a:t> trioxide</a:t>
            </a:r>
            <a:endParaRPr lang="en-US" sz="2000" b="1" baseline="-25000" dirty="0">
              <a:latin typeface="Palatino Linotype" panose="02040502050505030304" pitchFamily="18" charset="0"/>
            </a:endParaRPr>
          </a:p>
        </p:txBody>
      </p:sp>
      <p:cxnSp>
        <p:nvCxnSpPr>
          <p:cNvPr id="12" name="Straight Arrow Connector 11"/>
          <p:cNvCxnSpPr/>
          <p:nvPr/>
        </p:nvCxnSpPr>
        <p:spPr>
          <a:xfrm>
            <a:off x="4267200" y="2895600"/>
            <a:ext cx="0" cy="1066800"/>
          </a:xfrm>
          <a:prstGeom prst="straightConnector1">
            <a:avLst/>
          </a:prstGeom>
          <a:ln w="38100">
            <a:solidFill>
              <a:srgbClr val="0D0A98"/>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3352800" y="5791200"/>
            <a:ext cx="0" cy="57801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a:off x="4724400" y="5715000"/>
            <a:ext cx="0" cy="65421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3352800" y="6444734"/>
            <a:ext cx="2743200" cy="400110"/>
          </a:xfrm>
          <a:prstGeom prst="rect">
            <a:avLst/>
          </a:prstGeom>
          <a:noFill/>
        </p:spPr>
        <p:txBody>
          <a:bodyPr wrap="square" rtlCol="0">
            <a:spAutoFit/>
          </a:bodyPr>
          <a:lstStyle/>
          <a:p>
            <a:r>
              <a:rPr lang="en-US" sz="2000" b="1" dirty="0" err="1" smtClean="0">
                <a:solidFill>
                  <a:schemeClr val="bg2">
                    <a:lumMod val="50000"/>
                  </a:schemeClr>
                </a:solidFill>
                <a:latin typeface="Palatino Linotype" panose="02040502050505030304" pitchFamily="18" charset="0"/>
              </a:rPr>
              <a:t>Số</a:t>
            </a:r>
            <a:r>
              <a:rPr lang="en-US" sz="2000" b="1" dirty="0" smtClean="0">
                <a:solidFill>
                  <a:schemeClr val="bg2">
                    <a:lumMod val="50000"/>
                  </a:schemeClr>
                </a:solidFill>
                <a:latin typeface="Palatino Linotype" panose="02040502050505030304" pitchFamily="18" charset="0"/>
              </a:rPr>
              <a:t> </a:t>
            </a:r>
            <a:r>
              <a:rPr lang="en-US" sz="2000" b="1" dirty="0" err="1" smtClean="0">
                <a:solidFill>
                  <a:schemeClr val="bg2">
                    <a:lumMod val="50000"/>
                  </a:schemeClr>
                </a:solidFill>
                <a:latin typeface="Palatino Linotype" panose="02040502050505030304" pitchFamily="18" charset="0"/>
              </a:rPr>
              <a:t>nguyên</a:t>
            </a:r>
            <a:r>
              <a:rPr lang="en-US" sz="2000" b="1" dirty="0" smtClean="0">
                <a:solidFill>
                  <a:schemeClr val="bg2">
                    <a:lumMod val="50000"/>
                  </a:schemeClr>
                </a:solidFill>
                <a:latin typeface="Palatino Linotype" panose="02040502050505030304" pitchFamily="18" charset="0"/>
              </a:rPr>
              <a:t> </a:t>
            </a:r>
            <a:r>
              <a:rPr lang="en-US" sz="2000" b="1" dirty="0" err="1" smtClean="0">
                <a:solidFill>
                  <a:schemeClr val="bg2">
                    <a:lumMod val="50000"/>
                  </a:schemeClr>
                </a:solidFill>
                <a:latin typeface="Palatino Linotype" panose="02040502050505030304" pitchFamily="18" charset="0"/>
              </a:rPr>
              <a:t>tử</a:t>
            </a:r>
            <a:endParaRPr lang="en-US" sz="2000" b="1" dirty="0">
              <a:solidFill>
                <a:schemeClr val="bg2">
                  <a:lumMod val="50000"/>
                </a:schemeClr>
              </a:solidFill>
              <a:latin typeface="Palatino Linotype" panose="02040502050505030304" pitchFamily="18" charset="0"/>
            </a:endParaRPr>
          </a:p>
        </p:txBody>
      </p:sp>
      <p:sp>
        <p:nvSpPr>
          <p:cNvPr id="28" name="TextBox 27"/>
          <p:cNvSpPr txBox="1"/>
          <p:nvPr/>
        </p:nvSpPr>
        <p:spPr>
          <a:xfrm>
            <a:off x="381000" y="4481500"/>
            <a:ext cx="2095500" cy="400110"/>
          </a:xfrm>
          <a:prstGeom prst="rect">
            <a:avLst/>
          </a:prstGeom>
          <a:noFill/>
        </p:spPr>
        <p:txBody>
          <a:bodyPr wrap="square" rtlCol="0">
            <a:spAutoFit/>
          </a:bodyPr>
          <a:lstStyle/>
          <a:p>
            <a:r>
              <a:rPr lang="en-US" sz="2000" b="1" dirty="0" err="1" smtClean="0">
                <a:solidFill>
                  <a:schemeClr val="bg2">
                    <a:lumMod val="50000"/>
                  </a:schemeClr>
                </a:solidFill>
                <a:latin typeface="Palatino Linotype" panose="02040502050505030304" pitchFamily="18" charset="0"/>
              </a:rPr>
              <a:t>Tên</a:t>
            </a:r>
            <a:r>
              <a:rPr lang="en-US" sz="2000" b="1" dirty="0" smtClean="0">
                <a:solidFill>
                  <a:schemeClr val="bg2">
                    <a:lumMod val="50000"/>
                  </a:schemeClr>
                </a:solidFill>
                <a:latin typeface="Palatino Linotype" panose="02040502050505030304" pitchFamily="18" charset="0"/>
              </a:rPr>
              <a:t> </a:t>
            </a:r>
            <a:r>
              <a:rPr lang="en-US" sz="2000" b="1" dirty="0" err="1" smtClean="0">
                <a:solidFill>
                  <a:schemeClr val="bg2">
                    <a:lumMod val="50000"/>
                  </a:schemeClr>
                </a:solidFill>
                <a:latin typeface="Palatino Linotype" panose="02040502050505030304" pitchFamily="18" charset="0"/>
              </a:rPr>
              <a:t>nguyên</a:t>
            </a:r>
            <a:r>
              <a:rPr lang="en-US" sz="2000" b="1" dirty="0" smtClean="0">
                <a:solidFill>
                  <a:schemeClr val="bg2">
                    <a:lumMod val="50000"/>
                  </a:schemeClr>
                </a:solidFill>
                <a:latin typeface="Palatino Linotype" panose="02040502050505030304" pitchFamily="18" charset="0"/>
              </a:rPr>
              <a:t> </a:t>
            </a:r>
            <a:r>
              <a:rPr lang="en-US" sz="2000" b="1" dirty="0" err="1" smtClean="0">
                <a:solidFill>
                  <a:schemeClr val="bg2">
                    <a:lumMod val="50000"/>
                  </a:schemeClr>
                </a:solidFill>
                <a:latin typeface="Palatino Linotype" panose="02040502050505030304" pitchFamily="18" charset="0"/>
              </a:rPr>
              <a:t>tố</a:t>
            </a:r>
            <a:endParaRPr lang="en-US" sz="2000" b="1" dirty="0">
              <a:solidFill>
                <a:schemeClr val="bg2">
                  <a:lumMod val="50000"/>
                </a:schemeClr>
              </a:solidFill>
              <a:latin typeface="Palatino Linotype" panose="02040502050505030304" pitchFamily="18" charset="0"/>
            </a:endParaRPr>
          </a:p>
        </p:txBody>
      </p:sp>
      <p:cxnSp>
        <p:nvCxnSpPr>
          <p:cNvPr id="30" name="Elbow Connector 29"/>
          <p:cNvCxnSpPr/>
          <p:nvPr/>
        </p:nvCxnSpPr>
        <p:spPr>
          <a:xfrm flipV="1">
            <a:off x="4648200" y="4953000"/>
            <a:ext cx="2514600" cy="457200"/>
          </a:xfrm>
          <a:prstGeom prst="bentConnector3">
            <a:avLst>
              <a:gd name="adj1" fmla="val 32609"/>
            </a:avLst>
          </a:prstGeom>
          <a:ln w="508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a:off x="7315200" y="4768334"/>
            <a:ext cx="1537600" cy="400110"/>
          </a:xfrm>
          <a:prstGeom prst="rect">
            <a:avLst/>
          </a:prstGeom>
          <a:noFill/>
        </p:spPr>
        <p:txBody>
          <a:bodyPr wrap="none" rtlCol="0">
            <a:spAutoFit/>
          </a:bodyPr>
          <a:lstStyle/>
          <a:p>
            <a:r>
              <a:rPr lang="en-US" sz="2000" b="1" dirty="0" smtClean="0">
                <a:solidFill>
                  <a:srgbClr val="9BD4FF"/>
                </a:solidFill>
                <a:latin typeface="Palatino Linotype" panose="02040502050505030304" pitchFamily="18" charset="0"/>
              </a:rPr>
              <a:t>“</a:t>
            </a:r>
            <a:r>
              <a:rPr lang="en-US" sz="2000" b="1" dirty="0" err="1" smtClean="0">
                <a:solidFill>
                  <a:srgbClr val="9BD4FF"/>
                </a:solidFill>
                <a:latin typeface="Palatino Linotype" panose="02040502050505030304" pitchFamily="18" charset="0"/>
              </a:rPr>
              <a:t>Gốc</a:t>
            </a:r>
            <a:r>
              <a:rPr lang="en-US" sz="2000" b="1" dirty="0" smtClean="0">
                <a:solidFill>
                  <a:srgbClr val="9BD4FF"/>
                </a:solidFill>
                <a:latin typeface="Palatino Linotype" panose="02040502050505030304" pitchFamily="18" charset="0"/>
              </a:rPr>
              <a:t>” + ide</a:t>
            </a:r>
            <a:endParaRPr lang="en-US" sz="2000" b="1" dirty="0">
              <a:solidFill>
                <a:srgbClr val="9BD4FF"/>
              </a:solidFill>
              <a:latin typeface="Palatino Linotype" panose="02040502050505030304" pitchFamily="18" charset="0"/>
            </a:endParaRPr>
          </a:p>
        </p:txBody>
      </p:sp>
      <p:cxnSp>
        <p:nvCxnSpPr>
          <p:cNvPr id="39" name="Elbow Connector 38"/>
          <p:cNvCxnSpPr/>
          <p:nvPr/>
        </p:nvCxnSpPr>
        <p:spPr>
          <a:xfrm rot="10800000">
            <a:off x="2578676" y="4699619"/>
            <a:ext cx="1993324" cy="778883"/>
          </a:xfrm>
          <a:prstGeom prst="bentConnector3">
            <a:avLst/>
          </a:prstGeom>
          <a:ln w="508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5" name="Elbow Connector 44"/>
          <p:cNvCxnSpPr/>
          <p:nvPr/>
        </p:nvCxnSpPr>
        <p:spPr>
          <a:xfrm rot="10800000">
            <a:off x="2362200" y="2267094"/>
            <a:ext cx="1600200" cy="260207"/>
          </a:xfrm>
          <a:prstGeom prst="bentConnector3">
            <a:avLst/>
          </a:prstGeom>
          <a:ln w="50800">
            <a:tailEnd type="triangle"/>
          </a:ln>
        </p:spPr>
        <p:style>
          <a:lnRef idx="1">
            <a:schemeClr val="accent1"/>
          </a:lnRef>
          <a:fillRef idx="0">
            <a:schemeClr val="accent1"/>
          </a:fillRef>
          <a:effectRef idx="0">
            <a:schemeClr val="accent1"/>
          </a:effectRef>
          <a:fontRef idx="minor">
            <a:schemeClr val="tx1"/>
          </a:fontRef>
        </p:style>
      </p:cxnSp>
      <p:sp>
        <p:nvSpPr>
          <p:cNvPr id="47" name="TextBox 46"/>
          <p:cNvSpPr txBox="1"/>
          <p:nvPr/>
        </p:nvSpPr>
        <p:spPr>
          <a:xfrm>
            <a:off x="228600" y="1905000"/>
            <a:ext cx="1981200" cy="646331"/>
          </a:xfrm>
          <a:prstGeom prst="rect">
            <a:avLst/>
          </a:prstGeom>
          <a:solidFill>
            <a:schemeClr val="bg1"/>
          </a:solidFill>
        </p:spPr>
        <p:txBody>
          <a:bodyPr wrap="square" rtlCol="0">
            <a:spAutoFit/>
          </a:bodyPr>
          <a:lstStyle/>
          <a:p>
            <a:r>
              <a:rPr lang="en-US" b="1" dirty="0" smtClean="0">
                <a:solidFill>
                  <a:srgbClr val="0D0A98"/>
                </a:solidFill>
                <a:latin typeface="Palatino Linotype" panose="02040502050505030304" pitchFamily="18" charset="0"/>
              </a:rPr>
              <a:t>Nitrogen ở </a:t>
            </a:r>
            <a:r>
              <a:rPr lang="en-US" b="1" dirty="0" err="1" smtClean="0">
                <a:solidFill>
                  <a:srgbClr val="0D0A98"/>
                </a:solidFill>
                <a:latin typeface="Palatino Linotype" panose="02040502050505030304" pitchFamily="18" charset="0"/>
              </a:rPr>
              <a:t>phía</a:t>
            </a:r>
            <a:r>
              <a:rPr lang="en-US" b="1" dirty="0" smtClean="0">
                <a:solidFill>
                  <a:srgbClr val="0D0A98"/>
                </a:solidFill>
                <a:latin typeface="Palatino Linotype" panose="02040502050505030304" pitchFamily="18" charset="0"/>
              </a:rPr>
              <a:t> </a:t>
            </a:r>
            <a:r>
              <a:rPr lang="en-US" b="1" dirty="0" err="1" smtClean="0">
                <a:solidFill>
                  <a:srgbClr val="0D0A98"/>
                </a:solidFill>
                <a:latin typeface="Palatino Linotype" panose="02040502050505030304" pitchFamily="18" charset="0"/>
              </a:rPr>
              <a:t>trái</a:t>
            </a:r>
            <a:r>
              <a:rPr lang="en-US" b="1" dirty="0" smtClean="0">
                <a:solidFill>
                  <a:srgbClr val="0D0A98"/>
                </a:solidFill>
                <a:latin typeface="Palatino Linotype" panose="02040502050505030304" pitchFamily="18" charset="0"/>
              </a:rPr>
              <a:t> </a:t>
            </a:r>
            <a:r>
              <a:rPr lang="en-US" b="1" dirty="0" err="1" smtClean="0">
                <a:solidFill>
                  <a:srgbClr val="0D0A98"/>
                </a:solidFill>
                <a:latin typeface="Palatino Linotype" panose="02040502050505030304" pitchFamily="18" charset="0"/>
              </a:rPr>
              <a:t>của</a:t>
            </a:r>
            <a:r>
              <a:rPr lang="en-US" b="1" dirty="0" smtClean="0">
                <a:solidFill>
                  <a:srgbClr val="0D0A98"/>
                </a:solidFill>
                <a:latin typeface="Palatino Linotype" panose="02040502050505030304" pitchFamily="18" charset="0"/>
              </a:rPr>
              <a:t> oxygen</a:t>
            </a:r>
            <a:endParaRPr lang="en-US" b="1" dirty="0">
              <a:solidFill>
                <a:srgbClr val="0D0A98"/>
              </a:solidFill>
              <a:latin typeface="Palatino Linotype" panose="02040502050505030304" pitchFamily="18" charset="0"/>
            </a:endParaRPr>
          </a:p>
        </p:txBody>
      </p:sp>
      <p:cxnSp>
        <p:nvCxnSpPr>
          <p:cNvPr id="50" name="Elbow Connector 49"/>
          <p:cNvCxnSpPr/>
          <p:nvPr/>
        </p:nvCxnSpPr>
        <p:spPr>
          <a:xfrm flipV="1">
            <a:off x="4572000" y="2128945"/>
            <a:ext cx="2285999" cy="277323"/>
          </a:xfrm>
          <a:prstGeom prst="bentConnector3">
            <a:avLst/>
          </a:prstGeom>
          <a:ln w="50800">
            <a:solidFill>
              <a:srgbClr val="0D0A98"/>
            </a:solidFill>
            <a:tailEnd type="triangle"/>
          </a:ln>
        </p:spPr>
        <p:style>
          <a:lnRef idx="1">
            <a:schemeClr val="accent1"/>
          </a:lnRef>
          <a:fillRef idx="0">
            <a:schemeClr val="accent1"/>
          </a:fillRef>
          <a:effectRef idx="0">
            <a:schemeClr val="accent1"/>
          </a:effectRef>
          <a:fontRef idx="minor">
            <a:schemeClr val="tx1"/>
          </a:fontRef>
        </p:style>
      </p:cxnSp>
      <p:sp>
        <p:nvSpPr>
          <p:cNvPr id="51" name="TextBox 50"/>
          <p:cNvSpPr txBox="1"/>
          <p:nvPr/>
        </p:nvSpPr>
        <p:spPr>
          <a:xfrm>
            <a:off x="7010400" y="1667280"/>
            <a:ext cx="2064200" cy="646331"/>
          </a:xfrm>
          <a:prstGeom prst="rect">
            <a:avLst/>
          </a:prstGeom>
          <a:solidFill>
            <a:schemeClr val="bg1"/>
          </a:solidFill>
        </p:spPr>
        <p:txBody>
          <a:bodyPr wrap="square" rtlCol="0">
            <a:spAutoFit/>
          </a:bodyPr>
          <a:lstStyle/>
          <a:p>
            <a:r>
              <a:rPr lang="en-US" b="1" dirty="0" err="1" smtClean="0">
                <a:solidFill>
                  <a:srgbClr val="0D0A98"/>
                </a:solidFill>
                <a:latin typeface="Palatino Linotype" panose="02040502050505030304" pitchFamily="18" charset="0"/>
              </a:rPr>
              <a:t>Oxigen</a:t>
            </a:r>
            <a:r>
              <a:rPr lang="en-US" b="1" dirty="0" smtClean="0">
                <a:solidFill>
                  <a:srgbClr val="0D0A98"/>
                </a:solidFill>
                <a:latin typeface="Palatino Linotype" panose="02040502050505030304" pitchFamily="18" charset="0"/>
              </a:rPr>
              <a:t> ở </a:t>
            </a:r>
            <a:r>
              <a:rPr lang="en-US" b="1" dirty="0" err="1" smtClean="0">
                <a:solidFill>
                  <a:srgbClr val="0D0A98"/>
                </a:solidFill>
                <a:latin typeface="Palatino Linotype" panose="02040502050505030304" pitchFamily="18" charset="0"/>
              </a:rPr>
              <a:t>phía</a:t>
            </a:r>
            <a:r>
              <a:rPr lang="en-US" b="1" dirty="0" smtClean="0">
                <a:solidFill>
                  <a:srgbClr val="0D0A98"/>
                </a:solidFill>
                <a:latin typeface="Palatino Linotype" panose="02040502050505030304" pitchFamily="18" charset="0"/>
              </a:rPr>
              <a:t> </a:t>
            </a:r>
            <a:r>
              <a:rPr lang="en-US" b="1" dirty="0" err="1" smtClean="0">
                <a:solidFill>
                  <a:srgbClr val="0D0A98"/>
                </a:solidFill>
                <a:latin typeface="Palatino Linotype" panose="02040502050505030304" pitchFamily="18" charset="0"/>
              </a:rPr>
              <a:t>phải</a:t>
            </a:r>
            <a:r>
              <a:rPr lang="en-US" b="1" dirty="0" smtClean="0">
                <a:solidFill>
                  <a:srgbClr val="0D0A98"/>
                </a:solidFill>
                <a:latin typeface="Palatino Linotype" panose="02040502050505030304" pitchFamily="18" charset="0"/>
              </a:rPr>
              <a:t> </a:t>
            </a:r>
            <a:r>
              <a:rPr lang="en-US" b="1" dirty="0" err="1" smtClean="0">
                <a:solidFill>
                  <a:srgbClr val="0D0A98"/>
                </a:solidFill>
                <a:latin typeface="Palatino Linotype" panose="02040502050505030304" pitchFamily="18" charset="0"/>
              </a:rPr>
              <a:t>của</a:t>
            </a:r>
            <a:r>
              <a:rPr lang="en-US" b="1" dirty="0" smtClean="0">
                <a:solidFill>
                  <a:srgbClr val="0D0A98"/>
                </a:solidFill>
                <a:latin typeface="Palatino Linotype" panose="02040502050505030304" pitchFamily="18" charset="0"/>
              </a:rPr>
              <a:t> nitrogen</a:t>
            </a:r>
            <a:endParaRPr lang="en-US" b="1" dirty="0">
              <a:solidFill>
                <a:srgbClr val="0D0A98"/>
              </a:solidFill>
              <a:latin typeface="Palatino Linotype" panose="02040502050505030304" pitchFamily="18" charset="0"/>
            </a:endParaRPr>
          </a:p>
        </p:txBody>
      </p:sp>
    </p:spTree>
    <p:extLst>
      <p:ext uri="{BB962C8B-B14F-4D97-AF65-F5344CB8AC3E}">
        <p14:creationId xmlns:p14="http://schemas.microsoft.com/office/powerpoint/2010/main" val="183835697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a:spLocks noChangeArrowheads="1"/>
          </p:cNvSpPr>
          <p:nvPr/>
        </p:nvSpPr>
        <p:spPr bwMode="auto">
          <a:xfrm>
            <a:off x="1355931" y="304513"/>
            <a:ext cx="6328977" cy="584775"/>
          </a:xfrm>
          <a:prstGeom prst="rect">
            <a:avLst/>
          </a:prstGeom>
          <a:solidFill>
            <a:srgbClr val="FFC000"/>
          </a:solidFill>
          <a:ln w="9525">
            <a:noFill/>
            <a:miter lim="800000"/>
            <a:headEnd/>
            <a:tailEnd/>
          </a:ln>
        </p:spPr>
        <p:txBody>
          <a:bodyPr wrap="none" anchor="ctr">
            <a:spAutoFit/>
          </a:bodyPr>
          <a:lstStyle/>
          <a:p>
            <a:pPr algn="ctr"/>
            <a:r>
              <a:rPr lang="en-US" sz="3200" b="1" dirty="0" smtClean="0">
                <a:solidFill>
                  <a:srgbClr val="0070C0"/>
                </a:solidFill>
                <a:latin typeface="Palatino Linotype" panose="02040502050505030304" pitchFamily="18" charset="0"/>
              </a:rPr>
              <a:t>2.4. </a:t>
            </a:r>
            <a:r>
              <a:rPr lang="en-US" sz="3200" b="1" dirty="0" err="1" smtClean="0">
                <a:solidFill>
                  <a:srgbClr val="0070C0"/>
                </a:solidFill>
                <a:latin typeface="Palatino Linotype" panose="02040502050505030304" pitchFamily="18" charset="0"/>
              </a:rPr>
              <a:t>Gọi</a:t>
            </a:r>
            <a:r>
              <a:rPr lang="en-US" sz="3200" b="1" dirty="0" smtClean="0">
                <a:solidFill>
                  <a:srgbClr val="0070C0"/>
                </a:solidFill>
                <a:latin typeface="Palatino Linotype" panose="02040502050505030304" pitchFamily="18" charset="0"/>
              </a:rPr>
              <a:t> </a:t>
            </a:r>
            <a:r>
              <a:rPr lang="en-US" sz="3200" b="1" dirty="0" err="1" smtClean="0">
                <a:solidFill>
                  <a:srgbClr val="0070C0"/>
                </a:solidFill>
                <a:latin typeface="Palatino Linotype" panose="02040502050505030304" pitchFamily="18" charset="0"/>
              </a:rPr>
              <a:t>tên</a:t>
            </a:r>
            <a:r>
              <a:rPr lang="en-US" sz="3200" b="1" dirty="0" smtClean="0">
                <a:solidFill>
                  <a:srgbClr val="0070C0"/>
                </a:solidFill>
                <a:latin typeface="Palatino Linotype" panose="02040502050505030304" pitchFamily="18" charset="0"/>
              </a:rPr>
              <a:t> </a:t>
            </a:r>
            <a:r>
              <a:rPr lang="en-US" sz="3200" b="1" dirty="0" err="1" smtClean="0">
                <a:solidFill>
                  <a:srgbClr val="0070C0"/>
                </a:solidFill>
                <a:latin typeface="Palatino Linotype" panose="02040502050505030304" pitchFamily="18" charset="0"/>
              </a:rPr>
              <a:t>hợp</a:t>
            </a:r>
            <a:r>
              <a:rPr lang="en-US" sz="3200" b="1" dirty="0" smtClean="0">
                <a:solidFill>
                  <a:srgbClr val="0070C0"/>
                </a:solidFill>
                <a:latin typeface="Palatino Linotype" panose="02040502050505030304" pitchFamily="18" charset="0"/>
              </a:rPr>
              <a:t> </a:t>
            </a:r>
            <a:r>
              <a:rPr lang="en-US" sz="3200" b="1" dirty="0" err="1" smtClean="0">
                <a:solidFill>
                  <a:srgbClr val="0070C0"/>
                </a:solidFill>
                <a:latin typeface="Palatino Linotype" panose="02040502050505030304" pitchFamily="18" charset="0"/>
              </a:rPr>
              <a:t>chất</a:t>
            </a:r>
            <a:r>
              <a:rPr lang="en-US" sz="3200" b="1" dirty="0" smtClean="0">
                <a:solidFill>
                  <a:srgbClr val="0070C0"/>
                </a:solidFill>
                <a:latin typeface="Palatino Linotype" panose="02040502050505030304" pitchFamily="18" charset="0"/>
              </a:rPr>
              <a:t> </a:t>
            </a:r>
            <a:r>
              <a:rPr lang="en-US" sz="3200" b="1" dirty="0" err="1" smtClean="0">
                <a:solidFill>
                  <a:srgbClr val="0070C0"/>
                </a:solidFill>
                <a:latin typeface="Palatino Linotype" panose="02040502050505030304" pitchFamily="18" charset="0"/>
              </a:rPr>
              <a:t>cộng</a:t>
            </a:r>
            <a:r>
              <a:rPr lang="en-US" sz="3200" b="1" dirty="0" smtClean="0">
                <a:solidFill>
                  <a:srgbClr val="0070C0"/>
                </a:solidFill>
                <a:latin typeface="Palatino Linotype" panose="02040502050505030304" pitchFamily="18" charset="0"/>
              </a:rPr>
              <a:t> </a:t>
            </a:r>
            <a:r>
              <a:rPr lang="en-US" sz="3200" b="1" dirty="0" err="1" smtClean="0">
                <a:solidFill>
                  <a:srgbClr val="0070C0"/>
                </a:solidFill>
                <a:latin typeface="Palatino Linotype" panose="02040502050505030304" pitchFamily="18" charset="0"/>
              </a:rPr>
              <a:t>hóa</a:t>
            </a:r>
            <a:r>
              <a:rPr lang="en-US" sz="3200" b="1" dirty="0" smtClean="0">
                <a:solidFill>
                  <a:srgbClr val="0070C0"/>
                </a:solidFill>
                <a:latin typeface="Palatino Linotype" panose="02040502050505030304" pitchFamily="18" charset="0"/>
              </a:rPr>
              <a:t> </a:t>
            </a:r>
            <a:r>
              <a:rPr lang="en-US" sz="3200" b="1" dirty="0" err="1" smtClean="0">
                <a:solidFill>
                  <a:srgbClr val="0070C0"/>
                </a:solidFill>
                <a:latin typeface="Palatino Linotype" panose="02040502050505030304" pitchFamily="18" charset="0"/>
              </a:rPr>
              <a:t>trị</a:t>
            </a:r>
            <a:endParaRPr lang="en-US" sz="3200" b="1" dirty="0">
              <a:solidFill>
                <a:srgbClr val="0070C0"/>
              </a:solidFill>
              <a:latin typeface="Palatino Linotype" panose="02040502050505030304" pitchFamily="18" charset="0"/>
            </a:endParaRPr>
          </a:p>
        </p:txBody>
      </p:sp>
      <p:graphicFrame>
        <p:nvGraphicFramePr>
          <p:cNvPr id="2" name="Table 1"/>
          <p:cNvGraphicFramePr>
            <a:graphicFrameLocks noGrp="1"/>
          </p:cNvGraphicFramePr>
          <p:nvPr>
            <p:extLst>
              <p:ext uri="{D42A27DB-BD31-4B8C-83A1-F6EECF244321}">
                <p14:modId xmlns:p14="http://schemas.microsoft.com/office/powerpoint/2010/main" val="1404678574"/>
              </p:ext>
            </p:extLst>
          </p:nvPr>
        </p:nvGraphicFramePr>
        <p:xfrm>
          <a:off x="2362200" y="1295400"/>
          <a:ext cx="4343400" cy="5053711"/>
        </p:xfrm>
        <a:graphic>
          <a:graphicData uri="http://schemas.openxmlformats.org/drawingml/2006/table">
            <a:tbl>
              <a:tblPr firstRow="1" firstCol="1" bandRow="1">
                <a:tableStyleId>{5C22544A-7EE6-4342-B048-85BDC9FD1C3A}</a:tableStyleId>
              </a:tblPr>
              <a:tblGrid>
                <a:gridCol w="2171700"/>
                <a:gridCol w="2171700"/>
              </a:tblGrid>
              <a:tr h="0">
                <a:tc>
                  <a:txBody>
                    <a:bodyPr/>
                    <a:lstStyle/>
                    <a:p>
                      <a:pPr algn="ctr">
                        <a:lnSpc>
                          <a:spcPct val="107000"/>
                        </a:lnSpc>
                        <a:spcAft>
                          <a:spcPts val="0"/>
                        </a:spcAft>
                      </a:pPr>
                      <a:r>
                        <a:rPr lang="en-US" sz="1800" dirty="0" err="1" smtClean="0">
                          <a:solidFill>
                            <a:srgbClr val="0D0A98"/>
                          </a:solidFill>
                          <a:effectLst/>
                          <a:latin typeface="Palatino Linotype" panose="02040502050505030304" pitchFamily="18" charset="0"/>
                          <a:ea typeface="+mn-ea"/>
                          <a:cs typeface="+mn-cs"/>
                        </a:rPr>
                        <a:t>Tiền</a:t>
                      </a:r>
                      <a:r>
                        <a:rPr lang="en-US" sz="1800" baseline="0" dirty="0" smtClean="0">
                          <a:solidFill>
                            <a:srgbClr val="0D0A98"/>
                          </a:solidFill>
                          <a:effectLst/>
                          <a:latin typeface="Palatino Linotype" panose="02040502050505030304" pitchFamily="18" charset="0"/>
                          <a:ea typeface="+mn-ea"/>
                          <a:cs typeface="+mn-cs"/>
                        </a:rPr>
                        <a:t> </a:t>
                      </a:r>
                      <a:r>
                        <a:rPr lang="en-US" sz="1800" baseline="0" dirty="0" err="1" smtClean="0">
                          <a:solidFill>
                            <a:srgbClr val="0D0A98"/>
                          </a:solidFill>
                          <a:effectLst/>
                          <a:latin typeface="Palatino Linotype" panose="02040502050505030304" pitchFamily="18" charset="0"/>
                          <a:ea typeface="+mn-ea"/>
                          <a:cs typeface="+mn-cs"/>
                        </a:rPr>
                        <a:t>tố</a:t>
                      </a:r>
                      <a:endParaRPr lang="en-US" sz="1600" dirty="0">
                        <a:solidFill>
                          <a:srgbClr val="0D0A98"/>
                        </a:solidFill>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c>
                  <a:txBody>
                    <a:bodyPr/>
                    <a:lstStyle/>
                    <a:p>
                      <a:pPr algn="ctr">
                        <a:lnSpc>
                          <a:spcPct val="107000"/>
                        </a:lnSpc>
                        <a:spcAft>
                          <a:spcPts val="0"/>
                        </a:spcAft>
                      </a:pPr>
                      <a:r>
                        <a:rPr lang="en-US" sz="1800" dirty="0" err="1" smtClean="0">
                          <a:solidFill>
                            <a:srgbClr val="0D0A98"/>
                          </a:solidFill>
                          <a:effectLst/>
                          <a:latin typeface="Palatino Linotype" panose="02040502050505030304" pitchFamily="18" charset="0"/>
                          <a:ea typeface="+mn-ea"/>
                          <a:cs typeface="+mn-cs"/>
                        </a:rPr>
                        <a:t>Số</a:t>
                      </a:r>
                      <a:endParaRPr lang="en-US" sz="1600" dirty="0">
                        <a:solidFill>
                          <a:srgbClr val="0D0A98"/>
                        </a:solidFill>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r>
              <a:tr h="0">
                <a:tc>
                  <a:txBody>
                    <a:bodyPr/>
                    <a:lstStyle/>
                    <a:p>
                      <a:pPr algn="ctr">
                        <a:lnSpc>
                          <a:spcPct val="107000"/>
                        </a:lnSpc>
                        <a:spcAft>
                          <a:spcPts val="0"/>
                        </a:spcAft>
                      </a:pPr>
                      <a:r>
                        <a:rPr lang="en-US" sz="1800" dirty="0">
                          <a:solidFill>
                            <a:srgbClr val="0D0A98"/>
                          </a:solidFill>
                          <a:effectLst/>
                          <a:latin typeface="Palatino Linotype" panose="02040502050505030304" pitchFamily="18" charset="0"/>
                        </a:rPr>
                        <a:t>mono-</a:t>
                      </a:r>
                      <a:endParaRPr lang="en-US" sz="1600" dirty="0">
                        <a:solidFill>
                          <a:srgbClr val="0D0A98"/>
                        </a:solidFill>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c>
                  <a:txBody>
                    <a:bodyPr/>
                    <a:lstStyle/>
                    <a:p>
                      <a:pPr algn="ctr">
                        <a:lnSpc>
                          <a:spcPct val="107000"/>
                        </a:lnSpc>
                        <a:spcAft>
                          <a:spcPts val="0"/>
                        </a:spcAft>
                      </a:pPr>
                      <a:r>
                        <a:rPr lang="en-US" sz="1800" dirty="0">
                          <a:solidFill>
                            <a:srgbClr val="0D0A98"/>
                          </a:solidFill>
                          <a:effectLst/>
                          <a:latin typeface="Palatino Linotype" panose="02040502050505030304" pitchFamily="18" charset="0"/>
                        </a:rPr>
                        <a:t>1</a:t>
                      </a:r>
                      <a:endParaRPr lang="en-US" sz="1600" dirty="0">
                        <a:solidFill>
                          <a:srgbClr val="0D0A98"/>
                        </a:solidFill>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r>
              <a:tr h="0">
                <a:tc>
                  <a:txBody>
                    <a:bodyPr/>
                    <a:lstStyle/>
                    <a:p>
                      <a:pPr algn="ctr">
                        <a:lnSpc>
                          <a:spcPct val="107000"/>
                        </a:lnSpc>
                        <a:spcAft>
                          <a:spcPts val="0"/>
                        </a:spcAft>
                      </a:pPr>
                      <a:r>
                        <a:rPr lang="en-US" sz="1800" dirty="0">
                          <a:solidFill>
                            <a:srgbClr val="0D0A98"/>
                          </a:solidFill>
                          <a:effectLst/>
                          <a:latin typeface="Palatino Linotype" panose="02040502050505030304" pitchFamily="18" charset="0"/>
                        </a:rPr>
                        <a:t>di-</a:t>
                      </a:r>
                      <a:endParaRPr lang="en-US" sz="1600" dirty="0">
                        <a:solidFill>
                          <a:srgbClr val="0D0A98"/>
                        </a:solidFill>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c>
                  <a:txBody>
                    <a:bodyPr/>
                    <a:lstStyle/>
                    <a:p>
                      <a:pPr algn="ctr">
                        <a:lnSpc>
                          <a:spcPct val="107000"/>
                        </a:lnSpc>
                        <a:spcAft>
                          <a:spcPts val="0"/>
                        </a:spcAft>
                      </a:pPr>
                      <a:r>
                        <a:rPr lang="en-US" sz="1800" dirty="0">
                          <a:solidFill>
                            <a:srgbClr val="0D0A98"/>
                          </a:solidFill>
                          <a:effectLst/>
                          <a:latin typeface="Palatino Linotype" panose="02040502050505030304" pitchFamily="18" charset="0"/>
                        </a:rPr>
                        <a:t>2</a:t>
                      </a:r>
                      <a:endParaRPr lang="en-US" sz="1600" dirty="0">
                        <a:solidFill>
                          <a:srgbClr val="0D0A98"/>
                        </a:solidFill>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r>
              <a:tr h="0">
                <a:tc>
                  <a:txBody>
                    <a:bodyPr/>
                    <a:lstStyle/>
                    <a:p>
                      <a:pPr algn="ctr">
                        <a:lnSpc>
                          <a:spcPct val="107000"/>
                        </a:lnSpc>
                        <a:spcAft>
                          <a:spcPts val="0"/>
                        </a:spcAft>
                      </a:pPr>
                      <a:r>
                        <a:rPr lang="en-US" sz="1800" dirty="0">
                          <a:solidFill>
                            <a:srgbClr val="0D0A98"/>
                          </a:solidFill>
                          <a:effectLst/>
                          <a:latin typeface="Palatino Linotype" panose="02040502050505030304" pitchFamily="18" charset="0"/>
                        </a:rPr>
                        <a:t>tri-</a:t>
                      </a:r>
                      <a:endParaRPr lang="en-US" sz="1600" dirty="0">
                        <a:solidFill>
                          <a:srgbClr val="0D0A98"/>
                        </a:solidFill>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c>
                  <a:txBody>
                    <a:bodyPr/>
                    <a:lstStyle/>
                    <a:p>
                      <a:pPr algn="ctr">
                        <a:lnSpc>
                          <a:spcPct val="107000"/>
                        </a:lnSpc>
                        <a:spcAft>
                          <a:spcPts val="0"/>
                        </a:spcAft>
                      </a:pPr>
                      <a:r>
                        <a:rPr lang="en-US" sz="1800" dirty="0">
                          <a:solidFill>
                            <a:srgbClr val="0D0A98"/>
                          </a:solidFill>
                          <a:effectLst/>
                          <a:latin typeface="Palatino Linotype" panose="02040502050505030304" pitchFamily="18" charset="0"/>
                        </a:rPr>
                        <a:t>3</a:t>
                      </a:r>
                      <a:endParaRPr lang="en-US" sz="1600" dirty="0">
                        <a:solidFill>
                          <a:srgbClr val="0D0A98"/>
                        </a:solidFill>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r>
              <a:tr h="0">
                <a:tc>
                  <a:txBody>
                    <a:bodyPr/>
                    <a:lstStyle/>
                    <a:p>
                      <a:pPr algn="ctr">
                        <a:lnSpc>
                          <a:spcPct val="107000"/>
                        </a:lnSpc>
                        <a:spcAft>
                          <a:spcPts val="0"/>
                        </a:spcAft>
                      </a:pPr>
                      <a:r>
                        <a:rPr lang="en-US" sz="1800" dirty="0">
                          <a:solidFill>
                            <a:srgbClr val="0D0A98"/>
                          </a:solidFill>
                          <a:effectLst/>
                          <a:latin typeface="Palatino Linotype" panose="02040502050505030304" pitchFamily="18" charset="0"/>
                        </a:rPr>
                        <a:t>tetra-</a:t>
                      </a:r>
                      <a:endParaRPr lang="en-US" sz="1600" dirty="0">
                        <a:solidFill>
                          <a:srgbClr val="0D0A98"/>
                        </a:solidFill>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c>
                  <a:txBody>
                    <a:bodyPr/>
                    <a:lstStyle/>
                    <a:p>
                      <a:pPr algn="ctr">
                        <a:lnSpc>
                          <a:spcPct val="107000"/>
                        </a:lnSpc>
                        <a:spcAft>
                          <a:spcPts val="0"/>
                        </a:spcAft>
                      </a:pPr>
                      <a:r>
                        <a:rPr lang="en-US" sz="1800" dirty="0">
                          <a:solidFill>
                            <a:srgbClr val="0D0A98"/>
                          </a:solidFill>
                          <a:effectLst/>
                          <a:latin typeface="Palatino Linotype" panose="02040502050505030304" pitchFamily="18" charset="0"/>
                        </a:rPr>
                        <a:t>4</a:t>
                      </a:r>
                      <a:endParaRPr lang="en-US" sz="1600" dirty="0">
                        <a:solidFill>
                          <a:srgbClr val="0D0A98"/>
                        </a:solidFill>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r>
              <a:tr h="0">
                <a:tc>
                  <a:txBody>
                    <a:bodyPr/>
                    <a:lstStyle/>
                    <a:p>
                      <a:pPr algn="ctr">
                        <a:lnSpc>
                          <a:spcPct val="107000"/>
                        </a:lnSpc>
                        <a:spcAft>
                          <a:spcPts val="0"/>
                        </a:spcAft>
                      </a:pPr>
                      <a:r>
                        <a:rPr lang="en-US" sz="1800" dirty="0" err="1">
                          <a:solidFill>
                            <a:srgbClr val="0D0A98"/>
                          </a:solidFill>
                          <a:effectLst/>
                          <a:latin typeface="Palatino Linotype" panose="02040502050505030304" pitchFamily="18" charset="0"/>
                        </a:rPr>
                        <a:t>penta</a:t>
                      </a:r>
                      <a:r>
                        <a:rPr lang="en-US" sz="1800" dirty="0">
                          <a:solidFill>
                            <a:srgbClr val="0D0A98"/>
                          </a:solidFill>
                          <a:effectLst/>
                          <a:latin typeface="Palatino Linotype" panose="02040502050505030304" pitchFamily="18" charset="0"/>
                        </a:rPr>
                        <a:t>-</a:t>
                      </a:r>
                      <a:endParaRPr lang="en-US" sz="1600" dirty="0">
                        <a:solidFill>
                          <a:srgbClr val="0D0A98"/>
                        </a:solidFill>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c>
                  <a:txBody>
                    <a:bodyPr/>
                    <a:lstStyle/>
                    <a:p>
                      <a:pPr algn="ctr">
                        <a:lnSpc>
                          <a:spcPct val="107000"/>
                        </a:lnSpc>
                        <a:spcAft>
                          <a:spcPts val="0"/>
                        </a:spcAft>
                      </a:pPr>
                      <a:r>
                        <a:rPr lang="en-US" sz="1800" dirty="0">
                          <a:solidFill>
                            <a:srgbClr val="0D0A98"/>
                          </a:solidFill>
                          <a:effectLst/>
                          <a:latin typeface="Palatino Linotype" panose="02040502050505030304" pitchFamily="18" charset="0"/>
                        </a:rPr>
                        <a:t>5</a:t>
                      </a:r>
                      <a:endParaRPr lang="en-US" sz="1600" dirty="0">
                        <a:solidFill>
                          <a:srgbClr val="0D0A98"/>
                        </a:solidFill>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r>
              <a:tr h="0">
                <a:tc>
                  <a:txBody>
                    <a:bodyPr/>
                    <a:lstStyle/>
                    <a:p>
                      <a:pPr algn="ctr">
                        <a:lnSpc>
                          <a:spcPct val="107000"/>
                        </a:lnSpc>
                        <a:spcAft>
                          <a:spcPts val="0"/>
                        </a:spcAft>
                      </a:pPr>
                      <a:r>
                        <a:rPr lang="en-US" sz="1800" dirty="0" err="1">
                          <a:solidFill>
                            <a:srgbClr val="0D0A98"/>
                          </a:solidFill>
                          <a:effectLst/>
                          <a:latin typeface="Palatino Linotype" panose="02040502050505030304" pitchFamily="18" charset="0"/>
                        </a:rPr>
                        <a:t>hexa</a:t>
                      </a:r>
                      <a:r>
                        <a:rPr lang="en-US" sz="1800" dirty="0">
                          <a:solidFill>
                            <a:srgbClr val="0D0A98"/>
                          </a:solidFill>
                          <a:effectLst/>
                          <a:latin typeface="Palatino Linotype" panose="02040502050505030304" pitchFamily="18" charset="0"/>
                        </a:rPr>
                        <a:t>-</a:t>
                      </a:r>
                      <a:endParaRPr lang="en-US" sz="1600" dirty="0">
                        <a:solidFill>
                          <a:srgbClr val="0D0A98"/>
                        </a:solidFill>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c>
                  <a:txBody>
                    <a:bodyPr/>
                    <a:lstStyle/>
                    <a:p>
                      <a:pPr algn="ctr">
                        <a:lnSpc>
                          <a:spcPct val="107000"/>
                        </a:lnSpc>
                        <a:spcAft>
                          <a:spcPts val="0"/>
                        </a:spcAft>
                      </a:pPr>
                      <a:r>
                        <a:rPr lang="en-US" sz="1800" dirty="0">
                          <a:solidFill>
                            <a:srgbClr val="0D0A98"/>
                          </a:solidFill>
                          <a:effectLst/>
                          <a:latin typeface="Palatino Linotype" panose="02040502050505030304" pitchFamily="18" charset="0"/>
                        </a:rPr>
                        <a:t>6</a:t>
                      </a:r>
                      <a:endParaRPr lang="en-US" sz="1600" dirty="0">
                        <a:solidFill>
                          <a:srgbClr val="0D0A98"/>
                        </a:solidFill>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r>
              <a:tr h="0">
                <a:tc>
                  <a:txBody>
                    <a:bodyPr/>
                    <a:lstStyle/>
                    <a:p>
                      <a:pPr algn="ctr">
                        <a:lnSpc>
                          <a:spcPct val="107000"/>
                        </a:lnSpc>
                        <a:spcAft>
                          <a:spcPts val="0"/>
                        </a:spcAft>
                      </a:pPr>
                      <a:r>
                        <a:rPr lang="en-US" sz="1800" dirty="0" err="1">
                          <a:solidFill>
                            <a:srgbClr val="0D0A98"/>
                          </a:solidFill>
                          <a:effectLst/>
                          <a:latin typeface="Palatino Linotype" panose="02040502050505030304" pitchFamily="18" charset="0"/>
                        </a:rPr>
                        <a:t>hepta</a:t>
                      </a:r>
                      <a:r>
                        <a:rPr lang="en-US" sz="1800" dirty="0">
                          <a:solidFill>
                            <a:srgbClr val="0D0A98"/>
                          </a:solidFill>
                          <a:effectLst/>
                          <a:latin typeface="Palatino Linotype" panose="02040502050505030304" pitchFamily="18" charset="0"/>
                        </a:rPr>
                        <a:t>-</a:t>
                      </a:r>
                      <a:endParaRPr lang="en-US" sz="1600" dirty="0">
                        <a:solidFill>
                          <a:srgbClr val="0D0A98"/>
                        </a:solidFill>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c>
                  <a:txBody>
                    <a:bodyPr/>
                    <a:lstStyle/>
                    <a:p>
                      <a:pPr algn="ctr">
                        <a:lnSpc>
                          <a:spcPct val="107000"/>
                        </a:lnSpc>
                        <a:spcAft>
                          <a:spcPts val="0"/>
                        </a:spcAft>
                      </a:pPr>
                      <a:r>
                        <a:rPr lang="en-US" sz="1800" dirty="0">
                          <a:solidFill>
                            <a:srgbClr val="0D0A98"/>
                          </a:solidFill>
                          <a:effectLst/>
                          <a:latin typeface="Palatino Linotype" panose="02040502050505030304" pitchFamily="18" charset="0"/>
                        </a:rPr>
                        <a:t>7</a:t>
                      </a:r>
                      <a:endParaRPr lang="en-US" sz="1600" dirty="0">
                        <a:solidFill>
                          <a:srgbClr val="0D0A98"/>
                        </a:solidFill>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r>
              <a:tr h="0">
                <a:tc>
                  <a:txBody>
                    <a:bodyPr/>
                    <a:lstStyle/>
                    <a:p>
                      <a:pPr algn="ctr">
                        <a:lnSpc>
                          <a:spcPct val="107000"/>
                        </a:lnSpc>
                        <a:spcAft>
                          <a:spcPts val="0"/>
                        </a:spcAft>
                      </a:pPr>
                      <a:r>
                        <a:rPr lang="en-US" sz="1800" dirty="0" err="1">
                          <a:solidFill>
                            <a:srgbClr val="0D0A98"/>
                          </a:solidFill>
                          <a:effectLst/>
                          <a:latin typeface="Palatino Linotype" panose="02040502050505030304" pitchFamily="18" charset="0"/>
                        </a:rPr>
                        <a:t>octa</a:t>
                      </a:r>
                      <a:r>
                        <a:rPr lang="en-US" sz="1800" dirty="0">
                          <a:solidFill>
                            <a:srgbClr val="0D0A98"/>
                          </a:solidFill>
                          <a:effectLst/>
                          <a:latin typeface="Palatino Linotype" panose="02040502050505030304" pitchFamily="18" charset="0"/>
                        </a:rPr>
                        <a:t>-</a:t>
                      </a:r>
                      <a:endParaRPr lang="en-US" sz="1600" dirty="0">
                        <a:solidFill>
                          <a:srgbClr val="0D0A98"/>
                        </a:solidFill>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c>
                  <a:txBody>
                    <a:bodyPr/>
                    <a:lstStyle/>
                    <a:p>
                      <a:pPr algn="ctr">
                        <a:lnSpc>
                          <a:spcPct val="107000"/>
                        </a:lnSpc>
                        <a:spcAft>
                          <a:spcPts val="0"/>
                        </a:spcAft>
                      </a:pPr>
                      <a:r>
                        <a:rPr lang="en-US" sz="1800" dirty="0">
                          <a:solidFill>
                            <a:srgbClr val="0D0A98"/>
                          </a:solidFill>
                          <a:effectLst/>
                          <a:latin typeface="Palatino Linotype" panose="02040502050505030304" pitchFamily="18" charset="0"/>
                        </a:rPr>
                        <a:t>8</a:t>
                      </a:r>
                      <a:endParaRPr lang="en-US" sz="1600" dirty="0">
                        <a:solidFill>
                          <a:srgbClr val="0D0A98"/>
                        </a:solidFill>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r>
              <a:tr h="0">
                <a:tc>
                  <a:txBody>
                    <a:bodyPr/>
                    <a:lstStyle/>
                    <a:p>
                      <a:pPr algn="ctr">
                        <a:lnSpc>
                          <a:spcPct val="107000"/>
                        </a:lnSpc>
                        <a:spcAft>
                          <a:spcPts val="0"/>
                        </a:spcAft>
                      </a:pPr>
                      <a:r>
                        <a:rPr lang="en-US" sz="1800" dirty="0" err="1">
                          <a:solidFill>
                            <a:srgbClr val="0D0A98"/>
                          </a:solidFill>
                          <a:effectLst/>
                          <a:latin typeface="Palatino Linotype" panose="02040502050505030304" pitchFamily="18" charset="0"/>
                        </a:rPr>
                        <a:t>nona</a:t>
                      </a:r>
                      <a:r>
                        <a:rPr lang="en-US" sz="1800" dirty="0">
                          <a:solidFill>
                            <a:srgbClr val="0D0A98"/>
                          </a:solidFill>
                          <a:effectLst/>
                          <a:latin typeface="Palatino Linotype" panose="02040502050505030304" pitchFamily="18" charset="0"/>
                        </a:rPr>
                        <a:t>-</a:t>
                      </a:r>
                      <a:endParaRPr lang="en-US" sz="1600" dirty="0">
                        <a:solidFill>
                          <a:srgbClr val="0D0A98"/>
                        </a:solidFill>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c>
                  <a:txBody>
                    <a:bodyPr/>
                    <a:lstStyle/>
                    <a:p>
                      <a:pPr algn="ctr">
                        <a:lnSpc>
                          <a:spcPct val="107000"/>
                        </a:lnSpc>
                        <a:spcAft>
                          <a:spcPts val="0"/>
                        </a:spcAft>
                      </a:pPr>
                      <a:r>
                        <a:rPr lang="en-US" sz="1800" dirty="0">
                          <a:solidFill>
                            <a:srgbClr val="0D0A98"/>
                          </a:solidFill>
                          <a:effectLst/>
                          <a:latin typeface="Palatino Linotype" panose="02040502050505030304" pitchFamily="18" charset="0"/>
                        </a:rPr>
                        <a:t>9</a:t>
                      </a:r>
                      <a:endParaRPr lang="en-US" sz="1600" dirty="0">
                        <a:solidFill>
                          <a:srgbClr val="0D0A98"/>
                        </a:solidFill>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r>
              <a:tr h="0">
                <a:tc>
                  <a:txBody>
                    <a:bodyPr/>
                    <a:lstStyle/>
                    <a:p>
                      <a:pPr algn="ctr">
                        <a:lnSpc>
                          <a:spcPct val="107000"/>
                        </a:lnSpc>
                        <a:spcAft>
                          <a:spcPts val="0"/>
                        </a:spcAft>
                      </a:pPr>
                      <a:r>
                        <a:rPr lang="en-US" sz="1800" dirty="0" err="1">
                          <a:solidFill>
                            <a:srgbClr val="0D0A98"/>
                          </a:solidFill>
                          <a:effectLst/>
                          <a:latin typeface="Palatino Linotype" panose="02040502050505030304" pitchFamily="18" charset="0"/>
                        </a:rPr>
                        <a:t>deca</a:t>
                      </a:r>
                      <a:r>
                        <a:rPr lang="en-US" sz="1800" dirty="0">
                          <a:solidFill>
                            <a:srgbClr val="0D0A98"/>
                          </a:solidFill>
                          <a:effectLst/>
                          <a:latin typeface="Palatino Linotype" panose="02040502050505030304" pitchFamily="18" charset="0"/>
                        </a:rPr>
                        <a:t>-</a:t>
                      </a:r>
                      <a:endParaRPr lang="en-US" sz="1600" dirty="0">
                        <a:solidFill>
                          <a:srgbClr val="0D0A98"/>
                        </a:solidFill>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c>
                  <a:txBody>
                    <a:bodyPr/>
                    <a:lstStyle/>
                    <a:p>
                      <a:pPr algn="ctr">
                        <a:lnSpc>
                          <a:spcPct val="107000"/>
                        </a:lnSpc>
                        <a:spcAft>
                          <a:spcPts val="0"/>
                        </a:spcAft>
                      </a:pPr>
                      <a:r>
                        <a:rPr lang="en-US" sz="1800" dirty="0">
                          <a:solidFill>
                            <a:srgbClr val="0D0A98"/>
                          </a:solidFill>
                          <a:effectLst/>
                          <a:latin typeface="Palatino Linotype" panose="02040502050505030304" pitchFamily="18" charset="0"/>
                        </a:rPr>
                        <a:t>10</a:t>
                      </a:r>
                      <a:endParaRPr lang="en-US" sz="1600" dirty="0">
                        <a:solidFill>
                          <a:srgbClr val="0D0A98"/>
                        </a:solidFill>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r>
              <a:tr h="0">
                <a:tc>
                  <a:txBody>
                    <a:bodyPr/>
                    <a:lstStyle/>
                    <a:p>
                      <a:pPr algn="ctr">
                        <a:lnSpc>
                          <a:spcPct val="107000"/>
                        </a:lnSpc>
                        <a:spcAft>
                          <a:spcPts val="0"/>
                        </a:spcAft>
                      </a:pPr>
                      <a:r>
                        <a:rPr lang="en-US" sz="1800" dirty="0" err="1">
                          <a:solidFill>
                            <a:srgbClr val="0D0A98"/>
                          </a:solidFill>
                          <a:effectLst/>
                          <a:latin typeface="Palatino Linotype" panose="02040502050505030304" pitchFamily="18" charset="0"/>
                        </a:rPr>
                        <a:t>undeca</a:t>
                      </a:r>
                      <a:r>
                        <a:rPr lang="en-US" sz="1800" dirty="0">
                          <a:solidFill>
                            <a:srgbClr val="0D0A98"/>
                          </a:solidFill>
                          <a:effectLst/>
                          <a:latin typeface="Palatino Linotype" panose="02040502050505030304" pitchFamily="18" charset="0"/>
                        </a:rPr>
                        <a:t>-</a:t>
                      </a:r>
                      <a:endParaRPr lang="en-US" sz="1600" dirty="0">
                        <a:solidFill>
                          <a:srgbClr val="0D0A98"/>
                        </a:solidFill>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c>
                  <a:txBody>
                    <a:bodyPr/>
                    <a:lstStyle/>
                    <a:p>
                      <a:pPr algn="ctr">
                        <a:lnSpc>
                          <a:spcPct val="107000"/>
                        </a:lnSpc>
                        <a:spcAft>
                          <a:spcPts val="0"/>
                        </a:spcAft>
                      </a:pPr>
                      <a:r>
                        <a:rPr lang="en-US" sz="1800" dirty="0">
                          <a:solidFill>
                            <a:srgbClr val="0D0A98"/>
                          </a:solidFill>
                          <a:effectLst/>
                          <a:latin typeface="Palatino Linotype" panose="02040502050505030304" pitchFamily="18" charset="0"/>
                        </a:rPr>
                        <a:t>11</a:t>
                      </a:r>
                      <a:endParaRPr lang="en-US" sz="1600" dirty="0">
                        <a:solidFill>
                          <a:srgbClr val="0D0A98"/>
                        </a:solidFill>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r>
              <a:tr h="0">
                <a:tc>
                  <a:txBody>
                    <a:bodyPr/>
                    <a:lstStyle/>
                    <a:p>
                      <a:pPr algn="ctr">
                        <a:lnSpc>
                          <a:spcPct val="107000"/>
                        </a:lnSpc>
                        <a:spcAft>
                          <a:spcPts val="0"/>
                        </a:spcAft>
                      </a:pPr>
                      <a:r>
                        <a:rPr lang="en-US" sz="1800" dirty="0" err="1">
                          <a:solidFill>
                            <a:srgbClr val="0D0A98"/>
                          </a:solidFill>
                          <a:effectLst/>
                          <a:latin typeface="Palatino Linotype" panose="02040502050505030304" pitchFamily="18" charset="0"/>
                        </a:rPr>
                        <a:t>dodeca</a:t>
                      </a:r>
                      <a:r>
                        <a:rPr lang="en-US" sz="1800" dirty="0">
                          <a:solidFill>
                            <a:srgbClr val="0D0A98"/>
                          </a:solidFill>
                          <a:effectLst/>
                          <a:latin typeface="Palatino Linotype" panose="02040502050505030304" pitchFamily="18" charset="0"/>
                        </a:rPr>
                        <a:t>-</a:t>
                      </a:r>
                      <a:endParaRPr lang="en-US" sz="1600" dirty="0">
                        <a:solidFill>
                          <a:srgbClr val="0D0A98"/>
                        </a:solidFill>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c>
                  <a:txBody>
                    <a:bodyPr/>
                    <a:lstStyle/>
                    <a:p>
                      <a:pPr algn="ctr">
                        <a:lnSpc>
                          <a:spcPct val="107000"/>
                        </a:lnSpc>
                        <a:spcAft>
                          <a:spcPts val="0"/>
                        </a:spcAft>
                      </a:pPr>
                      <a:r>
                        <a:rPr lang="en-US" sz="1800" dirty="0">
                          <a:solidFill>
                            <a:srgbClr val="0D0A98"/>
                          </a:solidFill>
                          <a:effectLst/>
                          <a:latin typeface="Palatino Linotype" panose="02040502050505030304" pitchFamily="18" charset="0"/>
                        </a:rPr>
                        <a:t>12</a:t>
                      </a:r>
                      <a:endParaRPr lang="en-US" sz="1600" dirty="0">
                        <a:solidFill>
                          <a:srgbClr val="0D0A98"/>
                        </a:solidFill>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r>
            </a:tbl>
          </a:graphicData>
        </a:graphic>
      </p:graphicFrame>
    </p:spTree>
    <p:extLst>
      <p:ext uri="{BB962C8B-B14F-4D97-AF65-F5344CB8AC3E}">
        <p14:creationId xmlns:p14="http://schemas.microsoft.com/office/powerpoint/2010/main" val="48671228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769384" y="1676400"/>
            <a:ext cx="6612616" cy="1643527"/>
          </a:xfrm>
          <a:prstGeom prst="rect">
            <a:avLst/>
          </a:prstGeom>
        </p:spPr>
        <p:txBody>
          <a:bodyPr wrap="square">
            <a:spAutoFit/>
          </a:bodyPr>
          <a:lstStyle/>
          <a:p>
            <a:pPr>
              <a:lnSpc>
                <a:spcPct val="120000"/>
              </a:lnSpc>
            </a:pPr>
            <a:r>
              <a:rPr lang="en-US" sz="2800" b="1" dirty="0" smtClean="0">
                <a:solidFill>
                  <a:schemeClr val="bg1"/>
                </a:solidFill>
                <a:latin typeface="Palatino Linotype" panose="02040502050505030304" pitchFamily="18" charset="0"/>
                <a:ea typeface="Calibri" panose="020F0502020204030204" pitchFamily="34" charset="0"/>
                <a:cs typeface="Calibri" panose="020F0502020204030204" pitchFamily="34" charset="0"/>
              </a:rPr>
              <a:t>+ </a:t>
            </a:r>
            <a:r>
              <a:rPr lang="en-US" sz="2800" b="1" dirty="0" err="1" smtClean="0">
                <a:solidFill>
                  <a:schemeClr val="bg1"/>
                </a:solidFill>
                <a:latin typeface="Palatino Linotype" panose="02040502050505030304" pitchFamily="18" charset="0"/>
                <a:ea typeface="Calibri" panose="020F0502020204030204" pitchFamily="34" charset="0"/>
                <a:cs typeface="Calibri" panose="020F0502020204030204" pitchFamily="34" charset="0"/>
              </a:rPr>
              <a:t>HCl</a:t>
            </a:r>
            <a:r>
              <a:rPr lang="en-US" sz="2800" b="1" dirty="0" smtClean="0">
                <a:solidFill>
                  <a:schemeClr val="bg1"/>
                </a:solidFill>
                <a:latin typeface="Palatino Linotype" panose="02040502050505030304" pitchFamily="18" charset="0"/>
                <a:ea typeface="Calibri" panose="020F0502020204030204" pitchFamily="34" charset="0"/>
                <a:cs typeface="Calibri" panose="020F0502020204030204" pitchFamily="34" charset="0"/>
              </a:rPr>
              <a:t>: hydrogen </a:t>
            </a:r>
            <a:r>
              <a:rPr lang="en-US" sz="2800" b="1" dirty="0">
                <a:solidFill>
                  <a:schemeClr val="bg1"/>
                </a:solidFill>
                <a:latin typeface="Palatino Linotype" panose="02040502050505030304" pitchFamily="18" charset="0"/>
                <a:ea typeface="Calibri" panose="020F0502020204030204" pitchFamily="34" charset="0"/>
                <a:cs typeface="Calibri" panose="020F0502020204030204" pitchFamily="34" charset="0"/>
              </a:rPr>
              <a:t>chloride </a:t>
            </a:r>
            <a:endParaRPr lang="en-US" sz="2800" b="1" dirty="0" smtClean="0">
              <a:solidFill>
                <a:schemeClr val="bg1"/>
              </a:solidFill>
              <a:latin typeface="Palatino Linotype" panose="02040502050505030304" pitchFamily="18" charset="0"/>
              <a:ea typeface="Calibri" panose="020F0502020204030204" pitchFamily="34" charset="0"/>
              <a:cs typeface="Calibri" panose="020F0502020204030204" pitchFamily="34" charset="0"/>
            </a:endParaRPr>
          </a:p>
          <a:p>
            <a:pPr>
              <a:lnSpc>
                <a:spcPct val="120000"/>
              </a:lnSpc>
            </a:pPr>
            <a:r>
              <a:rPr lang="en-US" sz="2800" b="1" dirty="0" smtClean="0">
                <a:solidFill>
                  <a:schemeClr val="bg1"/>
                </a:solidFill>
                <a:latin typeface="Palatino Linotype" panose="02040502050505030304" pitchFamily="18" charset="0"/>
                <a:ea typeface="Calibri" panose="020F0502020204030204" pitchFamily="34" charset="0"/>
                <a:cs typeface="Calibri" panose="020F0502020204030204" pitchFamily="34" charset="0"/>
              </a:rPr>
              <a:t>+ PCl</a:t>
            </a:r>
            <a:r>
              <a:rPr lang="en-US" sz="2800" b="1" baseline="-25000" dirty="0" smtClean="0">
                <a:solidFill>
                  <a:schemeClr val="bg1"/>
                </a:solidFill>
                <a:latin typeface="Palatino Linotype" panose="02040502050505030304" pitchFamily="18" charset="0"/>
                <a:ea typeface="Calibri" panose="020F0502020204030204" pitchFamily="34" charset="0"/>
                <a:cs typeface="Calibri" panose="020F0502020204030204" pitchFamily="34" charset="0"/>
              </a:rPr>
              <a:t>5</a:t>
            </a:r>
            <a:r>
              <a:rPr lang="en-US" sz="2800" b="1" dirty="0" smtClean="0">
                <a:solidFill>
                  <a:schemeClr val="bg1"/>
                </a:solidFill>
                <a:latin typeface="Palatino Linotype" panose="02040502050505030304" pitchFamily="18" charset="0"/>
                <a:ea typeface="Calibri" panose="020F0502020204030204" pitchFamily="34" charset="0"/>
                <a:cs typeface="Calibri" panose="020F0502020204030204" pitchFamily="34" charset="0"/>
              </a:rPr>
              <a:t>: phosphorus </a:t>
            </a:r>
            <a:r>
              <a:rPr lang="en-US" sz="2800" b="1" dirty="0" err="1">
                <a:solidFill>
                  <a:schemeClr val="bg1"/>
                </a:solidFill>
                <a:latin typeface="Palatino Linotype" panose="02040502050505030304" pitchFamily="18" charset="0"/>
                <a:ea typeface="Calibri" panose="020F0502020204030204" pitchFamily="34" charset="0"/>
                <a:cs typeface="Calibri" panose="020F0502020204030204" pitchFamily="34" charset="0"/>
              </a:rPr>
              <a:t>pentachloride</a:t>
            </a:r>
            <a:r>
              <a:rPr lang="en-US" sz="2800" b="1" dirty="0">
                <a:solidFill>
                  <a:schemeClr val="bg1"/>
                </a:solidFill>
                <a:latin typeface="Palatino Linotype" panose="02040502050505030304" pitchFamily="18" charset="0"/>
                <a:ea typeface="Calibri" panose="020F0502020204030204" pitchFamily="34" charset="0"/>
                <a:cs typeface="Calibri" panose="020F0502020204030204" pitchFamily="34" charset="0"/>
              </a:rPr>
              <a:t>. </a:t>
            </a:r>
            <a:endParaRPr lang="en-US" sz="2800" b="1" dirty="0" smtClean="0">
              <a:solidFill>
                <a:schemeClr val="bg1"/>
              </a:solidFill>
              <a:latin typeface="Palatino Linotype" panose="02040502050505030304" pitchFamily="18" charset="0"/>
              <a:ea typeface="Calibri" panose="020F0502020204030204" pitchFamily="34" charset="0"/>
              <a:cs typeface="Calibri" panose="020F0502020204030204" pitchFamily="34" charset="0"/>
            </a:endParaRPr>
          </a:p>
          <a:p>
            <a:pPr>
              <a:lnSpc>
                <a:spcPct val="120000"/>
              </a:lnSpc>
            </a:pPr>
            <a:r>
              <a:rPr lang="en-US" sz="2800" b="1" dirty="0" smtClean="0">
                <a:solidFill>
                  <a:schemeClr val="bg1"/>
                </a:solidFill>
                <a:latin typeface="Palatino Linotype" panose="02040502050505030304" pitchFamily="18" charset="0"/>
                <a:ea typeface="Calibri" panose="020F0502020204030204" pitchFamily="34" charset="0"/>
                <a:cs typeface="Calibri" panose="020F0502020204030204" pitchFamily="34" charset="0"/>
              </a:rPr>
              <a:t>+ BrF</a:t>
            </a:r>
            <a:r>
              <a:rPr lang="en-US" sz="2800" b="1" baseline="-25000" dirty="0" smtClean="0">
                <a:solidFill>
                  <a:schemeClr val="bg1"/>
                </a:solidFill>
                <a:latin typeface="Palatino Linotype" panose="02040502050505030304" pitchFamily="18" charset="0"/>
                <a:ea typeface="Calibri" panose="020F0502020204030204" pitchFamily="34" charset="0"/>
                <a:cs typeface="Calibri" panose="020F0502020204030204" pitchFamily="34" charset="0"/>
              </a:rPr>
              <a:t>3</a:t>
            </a:r>
            <a:r>
              <a:rPr lang="en-US" sz="2800" b="1" dirty="0" smtClean="0">
                <a:solidFill>
                  <a:schemeClr val="bg1"/>
                </a:solidFill>
                <a:latin typeface="Palatino Linotype" panose="02040502050505030304" pitchFamily="18" charset="0"/>
                <a:ea typeface="Calibri" panose="020F0502020204030204" pitchFamily="34" charset="0"/>
                <a:cs typeface="Calibri" panose="020F0502020204030204" pitchFamily="34" charset="0"/>
              </a:rPr>
              <a:t>: bromine </a:t>
            </a:r>
            <a:r>
              <a:rPr lang="en-US" sz="2800" b="1" dirty="0" err="1" smtClean="0">
                <a:solidFill>
                  <a:schemeClr val="bg1"/>
                </a:solidFill>
                <a:latin typeface="Palatino Linotype" panose="02040502050505030304" pitchFamily="18" charset="0"/>
                <a:ea typeface="Calibri" panose="020F0502020204030204" pitchFamily="34" charset="0"/>
                <a:cs typeface="Calibri" panose="020F0502020204030204" pitchFamily="34" charset="0"/>
              </a:rPr>
              <a:t>trifluoride</a:t>
            </a:r>
            <a:endParaRPr lang="en-US" sz="2800" b="1" dirty="0">
              <a:solidFill>
                <a:schemeClr val="bg1"/>
              </a:solidFill>
            </a:endParaRPr>
          </a:p>
        </p:txBody>
      </p:sp>
      <p:sp>
        <p:nvSpPr>
          <p:cNvPr id="5" name="TextBox 4"/>
          <p:cNvSpPr txBox="1">
            <a:spLocks noChangeArrowheads="1"/>
          </p:cNvSpPr>
          <p:nvPr/>
        </p:nvSpPr>
        <p:spPr bwMode="auto">
          <a:xfrm>
            <a:off x="1355931" y="304513"/>
            <a:ext cx="6328977" cy="584775"/>
          </a:xfrm>
          <a:prstGeom prst="rect">
            <a:avLst/>
          </a:prstGeom>
          <a:solidFill>
            <a:srgbClr val="FFC000"/>
          </a:solidFill>
          <a:ln w="9525">
            <a:noFill/>
            <a:miter lim="800000"/>
            <a:headEnd/>
            <a:tailEnd/>
          </a:ln>
        </p:spPr>
        <p:txBody>
          <a:bodyPr wrap="none" anchor="ctr">
            <a:spAutoFit/>
          </a:bodyPr>
          <a:lstStyle/>
          <a:p>
            <a:pPr algn="ctr"/>
            <a:r>
              <a:rPr lang="en-US" sz="3200" b="1" dirty="0" smtClean="0">
                <a:solidFill>
                  <a:srgbClr val="0070C0"/>
                </a:solidFill>
                <a:latin typeface="Palatino Linotype" panose="02040502050505030304" pitchFamily="18" charset="0"/>
              </a:rPr>
              <a:t>2.4. </a:t>
            </a:r>
            <a:r>
              <a:rPr lang="en-US" sz="3200" b="1" dirty="0" err="1" smtClean="0">
                <a:solidFill>
                  <a:srgbClr val="0070C0"/>
                </a:solidFill>
                <a:latin typeface="Palatino Linotype" panose="02040502050505030304" pitchFamily="18" charset="0"/>
              </a:rPr>
              <a:t>Gọi</a:t>
            </a:r>
            <a:r>
              <a:rPr lang="en-US" sz="3200" b="1" dirty="0" smtClean="0">
                <a:solidFill>
                  <a:srgbClr val="0070C0"/>
                </a:solidFill>
                <a:latin typeface="Palatino Linotype" panose="02040502050505030304" pitchFamily="18" charset="0"/>
              </a:rPr>
              <a:t> </a:t>
            </a:r>
            <a:r>
              <a:rPr lang="en-US" sz="3200" b="1" dirty="0" err="1" smtClean="0">
                <a:solidFill>
                  <a:srgbClr val="0070C0"/>
                </a:solidFill>
                <a:latin typeface="Palatino Linotype" panose="02040502050505030304" pitchFamily="18" charset="0"/>
              </a:rPr>
              <a:t>tên</a:t>
            </a:r>
            <a:r>
              <a:rPr lang="en-US" sz="3200" b="1" dirty="0" smtClean="0">
                <a:solidFill>
                  <a:srgbClr val="0070C0"/>
                </a:solidFill>
                <a:latin typeface="Palatino Linotype" panose="02040502050505030304" pitchFamily="18" charset="0"/>
              </a:rPr>
              <a:t> </a:t>
            </a:r>
            <a:r>
              <a:rPr lang="en-US" sz="3200" b="1" dirty="0" err="1" smtClean="0">
                <a:solidFill>
                  <a:srgbClr val="0070C0"/>
                </a:solidFill>
                <a:latin typeface="Palatino Linotype" panose="02040502050505030304" pitchFamily="18" charset="0"/>
              </a:rPr>
              <a:t>hợp</a:t>
            </a:r>
            <a:r>
              <a:rPr lang="en-US" sz="3200" b="1" dirty="0" smtClean="0">
                <a:solidFill>
                  <a:srgbClr val="0070C0"/>
                </a:solidFill>
                <a:latin typeface="Palatino Linotype" panose="02040502050505030304" pitchFamily="18" charset="0"/>
              </a:rPr>
              <a:t> </a:t>
            </a:r>
            <a:r>
              <a:rPr lang="en-US" sz="3200" b="1" dirty="0" err="1" smtClean="0">
                <a:solidFill>
                  <a:srgbClr val="0070C0"/>
                </a:solidFill>
                <a:latin typeface="Palatino Linotype" panose="02040502050505030304" pitchFamily="18" charset="0"/>
              </a:rPr>
              <a:t>chất</a:t>
            </a:r>
            <a:r>
              <a:rPr lang="en-US" sz="3200" b="1" dirty="0" smtClean="0">
                <a:solidFill>
                  <a:srgbClr val="0070C0"/>
                </a:solidFill>
                <a:latin typeface="Palatino Linotype" panose="02040502050505030304" pitchFamily="18" charset="0"/>
              </a:rPr>
              <a:t> </a:t>
            </a:r>
            <a:r>
              <a:rPr lang="en-US" sz="3200" b="1" dirty="0" err="1" smtClean="0">
                <a:solidFill>
                  <a:srgbClr val="0070C0"/>
                </a:solidFill>
                <a:latin typeface="Palatino Linotype" panose="02040502050505030304" pitchFamily="18" charset="0"/>
              </a:rPr>
              <a:t>cộng</a:t>
            </a:r>
            <a:r>
              <a:rPr lang="en-US" sz="3200" b="1" dirty="0" smtClean="0">
                <a:solidFill>
                  <a:srgbClr val="0070C0"/>
                </a:solidFill>
                <a:latin typeface="Palatino Linotype" panose="02040502050505030304" pitchFamily="18" charset="0"/>
              </a:rPr>
              <a:t> </a:t>
            </a:r>
            <a:r>
              <a:rPr lang="en-US" sz="3200" b="1" dirty="0" err="1" smtClean="0">
                <a:solidFill>
                  <a:srgbClr val="0070C0"/>
                </a:solidFill>
                <a:latin typeface="Palatino Linotype" panose="02040502050505030304" pitchFamily="18" charset="0"/>
              </a:rPr>
              <a:t>hóa</a:t>
            </a:r>
            <a:r>
              <a:rPr lang="en-US" sz="3200" b="1" dirty="0" smtClean="0">
                <a:solidFill>
                  <a:srgbClr val="0070C0"/>
                </a:solidFill>
                <a:latin typeface="Palatino Linotype" panose="02040502050505030304" pitchFamily="18" charset="0"/>
              </a:rPr>
              <a:t> </a:t>
            </a:r>
            <a:r>
              <a:rPr lang="en-US" sz="3200" b="1" dirty="0" err="1" smtClean="0">
                <a:solidFill>
                  <a:srgbClr val="0070C0"/>
                </a:solidFill>
                <a:latin typeface="Palatino Linotype" panose="02040502050505030304" pitchFamily="18" charset="0"/>
              </a:rPr>
              <a:t>trị</a:t>
            </a:r>
            <a:endParaRPr lang="en-US" sz="3200" b="1" dirty="0">
              <a:solidFill>
                <a:srgbClr val="0070C0"/>
              </a:solidFill>
              <a:latin typeface="Palatino Linotype" panose="02040502050505030304" pitchFamily="18" charset="0"/>
            </a:endParaRPr>
          </a:p>
        </p:txBody>
      </p:sp>
      <p:sp>
        <p:nvSpPr>
          <p:cNvPr id="7" name="Rounded Rectangle 6"/>
          <p:cNvSpPr/>
          <p:nvPr/>
        </p:nvSpPr>
        <p:spPr>
          <a:xfrm>
            <a:off x="533400" y="3581400"/>
            <a:ext cx="8227133" cy="144780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smtClean="0">
                <a:solidFill>
                  <a:srgbClr val="C00000"/>
                </a:solidFill>
                <a:latin typeface="Palatino Linotype" panose="02040502050505030304" pitchFamily="18" charset="0"/>
              </a:rPr>
              <a:t>OsO</a:t>
            </a:r>
            <a:r>
              <a:rPr lang="en-US" sz="2000" b="1" baseline="-25000" dirty="0" smtClean="0">
                <a:solidFill>
                  <a:srgbClr val="C00000"/>
                </a:solidFill>
                <a:latin typeface="Palatino Linotype" panose="02040502050505030304" pitchFamily="18" charset="0"/>
              </a:rPr>
              <a:t>4</a:t>
            </a:r>
            <a:r>
              <a:rPr lang="en-US" sz="2000" b="1" dirty="0" smtClean="0">
                <a:solidFill>
                  <a:srgbClr val="C00000"/>
                </a:solidFill>
                <a:latin typeface="Palatino Linotype" panose="02040502050505030304" pitchFamily="18" charset="0"/>
              </a:rPr>
              <a:t>: osmium </a:t>
            </a:r>
            <a:r>
              <a:rPr lang="en-US" sz="2000" b="1" dirty="0">
                <a:solidFill>
                  <a:srgbClr val="C00000"/>
                </a:solidFill>
                <a:latin typeface="Palatino Linotype" panose="02040502050505030304" pitchFamily="18" charset="0"/>
              </a:rPr>
              <a:t>tetroxide </a:t>
            </a:r>
            <a:r>
              <a:rPr lang="en-US" sz="2000" b="1" dirty="0" smtClean="0">
                <a:solidFill>
                  <a:srgbClr val="C00000"/>
                </a:solidFill>
                <a:latin typeface="Palatino Linotype" panose="02040502050505030304" pitchFamily="18" charset="0"/>
              </a:rPr>
              <a:t>(</a:t>
            </a:r>
            <a:r>
              <a:rPr lang="en-US" sz="2000" b="1" dirty="0" err="1" smtClean="0">
                <a:solidFill>
                  <a:srgbClr val="C00000"/>
                </a:solidFill>
                <a:latin typeface="Palatino Linotype" panose="02040502050505030304" pitchFamily="18" charset="0"/>
              </a:rPr>
              <a:t>không</a:t>
            </a:r>
            <a:r>
              <a:rPr lang="en-US" sz="2000" b="1" dirty="0" smtClean="0">
                <a:solidFill>
                  <a:srgbClr val="C00000"/>
                </a:solidFill>
                <a:latin typeface="Palatino Linotype" panose="02040502050505030304" pitchFamily="18" charset="0"/>
              </a:rPr>
              <a:t> </a:t>
            </a:r>
            <a:r>
              <a:rPr lang="en-US" sz="2000" b="1" dirty="0" err="1" smtClean="0">
                <a:solidFill>
                  <a:srgbClr val="C00000"/>
                </a:solidFill>
                <a:latin typeface="Palatino Linotype" panose="02040502050505030304" pitchFamily="18" charset="0"/>
              </a:rPr>
              <a:t>phải</a:t>
            </a:r>
            <a:r>
              <a:rPr lang="en-US" sz="2000" b="1" dirty="0" smtClean="0">
                <a:solidFill>
                  <a:srgbClr val="C00000"/>
                </a:solidFill>
                <a:latin typeface="Palatino Linotype" panose="02040502050505030304" pitchFamily="18" charset="0"/>
              </a:rPr>
              <a:t> osmium </a:t>
            </a:r>
            <a:r>
              <a:rPr lang="en-US" sz="2000" b="1" dirty="0" err="1" smtClean="0">
                <a:solidFill>
                  <a:srgbClr val="C00000"/>
                </a:solidFill>
                <a:latin typeface="Palatino Linotype" panose="02040502050505030304" pitchFamily="18" charset="0"/>
              </a:rPr>
              <a:t>tetraoxide</a:t>
            </a:r>
            <a:r>
              <a:rPr lang="en-US" sz="2000" b="1" dirty="0" smtClean="0">
                <a:solidFill>
                  <a:srgbClr val="C00000"/>
                </a:solidFill>
                <a:latin typeface="Palatino Linotype" panose="02040502050505030304" pitchFamily="18" charset="0"/>
              </a:rPr>
              <a:t>, </a:t>
            </a:r>
            <a:r>
              <a:rPr lang="en-US" sz="2000" b="1" dirty="0" err="1" smtClean="0">
                <a:solidFill>
                  <a:srgbClr val="C00000"/>
                </a:solidFill>
                <a:latin typeface="Palatino Linotype" panose="02040502050505030304" pitchFamily="18" charset="0"/>
              </a:rPr>
              <a:t>bỏ</a:t>
            </a:r>
            <a:r>
              <a:rPr lang="en-US" sz="2000" b="1" dirty="0" smtClean="0">
                <a:solidFill>
                  <a:srgbClr val="C00000"/>
                </a:solidFill>
                <a:latin typeface="Palatino Linotype" panose="02040502050505030304" pitchFamily="18" charset="0"/>
              </a:rPr>
              <a:t> </a:t>
            </a:r>
            <a:r>
              <a:rPr lang="en-US" sz="2000" b="1" dirty="0" err="1" smtClean="0">
                <a:solidFill>
                  <a:srgbClr val="C00000"/>
                </a:solidFill>
                <a:latin typeface="Palatino Linotype" panose="02040502050505030304" pitchFamily="18" charset="0"/>
              </a:rPr>
              <a:t>bớt</a:t>
            </a:r>
            <a:r>
              <a:rPr lang="en-US" sz="2000" b="1" dirty="0" smtClean="0">
                <a:solidFill>
                  <a:srgbClr val="C00000"/>
                </a:solidFill>
                <a:latin typeface="Palatino Linotype" panose="02040502050505030304" pitchFamily="18" charset="0"/>
              </a:rPr>
              <a:t> </a:t>
            </a:r>
            <a:r>
              <a:rPr lang="en-US" sz="2000" b="1" dirty="0" err="1" smtClean="0">
                <a:solidFill>
                  <a:srgbClr val="C00000"/>
                </a:solidFill>
                <a:latin typeface="Palatino Linotype" panose="02040502050505030304" pitchFamily="18" charset="0"/>
              </a:rPr>
              <a:t>chữ</a:t>
            </a:r>
            <a:r>
              <a:rPr lang="en-US" sz="2000" b="1" dirty="0" smtClean="0">
                <a:solidFill>
                  <a:srgbClr val="C00000"/>
                </a:solidFill>
                <a:latin typeface="Palatino Linotype" panose="02040502050505030304" pitchFamily="18" charset="0"/>
              </a:rPr>
              <a:t> “a”</a:t>
            </a:r>
            <a:endParaRPr lang="en-US" sz="2000" b="1" dirty="0">
              <a:solidFill>
                <a:srgbClr val="C00000"/>
              </a:solidFill>
              <a:latin typeface="Palatino Linotype" panose="02040502050505030304" pitchFamily="18" charset="0"/>
            </a:endParaRPr>
          </a:p>
        </p:txBody>
      </p:sp>
    </p:spTree>
    <p:extLst>
      <p:ext uri="{BB962C8B-B14F-4D97-AF65-F5344CB8AC3E}">
        <p14:creationId xmlns:p14="http://schemas.microsoft.com/office/powerpoint/2010/main" val="26960014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19764" y="1346364"/>
            <a:ext cx="6612616" cy="609398"/>
          </a:xfrm>
          <a:prstGeom prst="rect">
            <a:avLst/>
          </a:prstGeom>
        </p:spPr>
        <p:txBody>
          <a:bodyPr wrap="square">
            <a:spAutoFit/>
          </a:bodyPr>
          <a:lstStyle/>
          <a:p>
            <a:pPr>
              <a:lnSpc>
                <a:spcPct val="120000"/>
              </a:lnSpc>
            </a:pPr>
            <a:r>
              <a:rPr lang="en-US" sz="2800" b="1" dirty="0" smtClean="0">
                <a:solidFill>
                  <a:schemeClr val="bg1"/>
                </a:solidFill>
                <a:latin typeface="Palatino Linotype" panose="02040502050505030304" pitchFamily="18" charset="0"/>
                <a:ea typeface="Calibri" panose="020F0502020204030204" pitchFamily="34" charset="0"/>
                <a:cs typeface="Calibri" panose="020F0502020204030204" pitchFamily="34" charset="0"/>
              </a:rPr>
              <a:t>+ </a:t>
            </a:r>
            <a:r>
              <a:rPr lang="en-US" sz="2800" b="1" dirty="0" err="1" smtClean="0">
                <a:solidFill>
                  <a:schemeClr val="bg1"/>
                </a:solidFill>
                <a:latin typeface="Palatino Linotype" panose="02040502050505030304" pitchFamily="18" charset="0"/>
                <a:ea typeface="Calibri" panose="020F0502020204030204" pitchFamily="34" charset="0"/>
                <a:cs typeface="Calibri" panose="020F0502020204030204" pitchFamily="34" charset="0"/>
              </a:rPr>
              <a:t>Hợp</a:t>
            </a:r>
            <a:r>
              <a:rPr lang="en-US" sz="2800" b="1" dirty="0" smtClean="0">
                <a:solidFill>
                  <a:schemeClr val="bg1"/>
                </a:solidFill>
                <a:latin typeface="Palatino Linotype" panose="02040502050505030304" pitchFamily="18" charset="0"/>
                <a:ea typeface="Calibri" panose="020F0502020204030204" pitchFamily="34" charset="0"/>
                <a:cs typeface="Calibri" panose="020F0502020204030204" pitchFamily="34" charset="0"/>
              </a:rPr>
              <a:t> </a:t>
            </a:r>
            <a:r>
              <a:rPr lang="en-US" sz="2800" b="1" dirty="0" err="1" smtClean="0">
                <a:solidFill>
                  <a:schemeClr val="bg1"/>
                </a:solidFill>
                <a:latin typeface="Palatino Linotype" panose="02040502050505030304" pitchFamily="18" charset="0"/>
                <a:ea typeface="Calibri" panose="020F0502020204030204" pitchFamily="34" charset="0"/>
                <a:cs typeface="Calibri" panose="020F0502020204030204" pitchFamily="34" charset="0"/>
              </a:rPr>
              <a:t>chất</a:t>
            </a:r>
            <a:r>
              <a:rPr lang="en-US" sz="2800" b="1" dirty="0" smtClean="0">
                <a:solidFill>
                  <a:schemeClr val="bg1"/>
                </a:solidFill>
                <a:latin typeface="Palatino Linotype" panose="02040502050505030304" pitchFamily="18" charset="0"/>
                <a:ea typeface="Calibri" panose="020F0502020204030204" pitchFamily="34" charset="0"/>
                <a:cs typeface="Calibri" panose="020F0502020204030204" pitchFamily="34" charset="0"/>
              </a:rPr>
              <a:t> 2 </a:t>
            </a:r>
            <a:r>
              <a:rPr lang="en-US" sz="2800" b="1" dirty="0" err="1" smtClean="0">
                <a:solidFill>
                  <a:schemeClr val="bg1"/>
                </a:solidFill>
                <a:latin typeface="Palatino Linotype" panose="02040502050505030304" pitchFamily="18" charset="0"/>
                <a:ea typeface="Calibri" panose="020F0502020204030204" pitchFamily="34" charset="0"/>
                <a:cs typeface="Calibri" panose="020F0502020204030204" pitchFamily="34" charset="0"/>
              </a:rPr>
              <a:t>nguyên</a:t>
            </a:r>
            <a:r>
              <a:rPr lang="en-US" sz="2800" b="1" dirty="0" smtClean="0">
                <a:solidFill>
                  <a:schemeClr val="bg1"/>
                </a:solidFill>
                <a:latin typeface="Palatino Linotype" panose="02040502050505030304" pitchFamily="18" charset="0"/>
                <a:ea typeface="Calibri" panose="020F0502020204030204" pitchFamily="34" charset="0"/>
                <a:cs typeface="Calibri" panose="020F0502020204030204" pitchFamily="34" charset="0"/>
              </a:rPr>
              <a:t> </a:t>
            </a:r>
            <a:r>
              <a:rPr lang="en-US" sz="2800" b="1" dirty="0" err="1" smtClean="0">
                <a:solidFill>
                  <a:schemeClr val="bg1"/>
                </a:solidFill>
                <a:latin typeface="Palatino Linotype" panose="02040502050505030304" pitchFamily="18" charset="0"/>
                <a:ea typeface="Calibri" panose="020F0502020204030204" pitchFamily="34" charset="0"/>
                <a:cs typeface="Calibri" panose="020F0502020204030204" pitchFamily="34" charset="0"/>
              </a:rPr>
              <a:t>tố</a:t>
            </a:r>
            <a:r>
              <a:rPr lang="en-US" sz="2800" b="1" dirty="0" smtClean="0">
                <a:solidFill>
                  <a:schemeClr val="bg1"/>
                </a:solidFill>
                <a:latin typeface="Palatino Linotype" panose="02040502050505030304" pitchFamily="18" charset="0"/>
                <a:ea typeface="Calibri" panose="020F0502020204030204" pitchFamily="34" charset="0"/>
                <a:cs typeface="Calibri" panose="020F0502020204030204" pitchFamily="34" charset="0"/>
              </a:rPr>
              <a:t> </a:t>
            </a:r>
            <a:r>
              <a:rPr lang="en-US" sz="2800" b="1" dirty="0" err="1" smtClean="0">
                <a:solidFill>
                  <a:schemeClr val="bg1"/>
                </a:solidFill>
                <a:latin typeface="Palatino Linotype" panose="02040502050505030304" pitchFamily="18" charset="0"/>
                <a:ea typeface="Calibri" panose="020F0502020204030204" pitchFamily="34" charset="0"/>
                <a:cs typeface="Calibri" panose="020F0502020204030204" pitchFamily="34" charset="0"/>
              </a:rPr>
              <a:t>với</a:t>
            </a:r>
            <a:r>
              <a:rPr lang="en-US" sz="2800" b="1" dirty="0" smtClean="0">
                <a:solidFill>
                  <a:schemeClr val="bg1"/>
                </a:solidFill>
                <a:latin typeface="Palatino Linotype" panose="02040502050505030304" pitchFamily="18" charset="0"/>
                <a:ea typeface="Calibri" panose="020F0502020204030204" pitchFamily="34" charset="0"/>
                <a:cs typeface="Calibri" panose="020F0502020204030204" pitchFamily="34" charset="0"/>
              </a:rPr>
              <a:t> oxygen</a:t>
            </a:r>
            <a:endParaRPr lang="en-US" sz="2800" b="1" dirty="0">
              <a:solidFill>
                <a:schemeClr val="bg1"/>
              </a:solidFill>
            </a:endParaRPr>
          </a:p>
        </p:txBody>
      </p:sp>
      <p:sp>
        <p:nvSpPr>
          <p:cNvPr id="5" name="TextBox 4"/>
          <p:cNvSpPr txBox="1">
            <a:spLocks noChangeArrowheads="1"/>
          </p:cNvSpPr>
          <p:nvPr/>
        </p:nvSpPr>
        <p:spPr bwMode="auto">
          <a:xfrm>
            <a:off x="1355931" y="304513"/>
            <a:ext cx="6328977" cy="584775"/>
          </a:xfrm>
          <a:prstGeom prst="rect">
            <a:avLst/>
          </a:prstGeom>
          <a:solidFill>
            <a:srgbClr val="FFC000"/>
          </a:solidFill>
          <a:ln w="9525">
            <a:noFill/>
            <a:miter lim="800000"/>
            <a:headEnd/>
            <a:tailEnd/>
          </a:ln>
        </p:spPr>
        <p:txBody>
          <a:bodyPr wrap="none" anchor="ctr">
            <a:spAutoFit/>
          </a:bodyPr>
          <a:lstStyle/>
          <a:p>
            <a:pPr algn="ctr"/>
            <a:r>
              <a:rPr lang="en-US" sz="3200" b="1" dirty="0" smtClean="0">
                <a:solidFill>
                  <a:srgbClr val="0070C0"/>
                </a:solidFill>
                <a:latin typeface="Palatino Linotype" panose="02040502050505030304" pitchFamily="18" charset="0"/>
              </a:rPr>
              <a:t>2.4. </a:t>
            </a:r>
            <a:r>
              <a:rPr lang="en-US" sz="3200" b="1" dirty="0" err="1" smtClean="0">
                <a:solidFill>
                  <a:srgbClr val="0070C0"/>
                </a:solidFill>
                <a:latin typeface="Palatino Linotype" panose="02040502050505030304" pitchFamily="18" charset="0"/>
              </a:rPr>
              <a:t>Gọi</a:t>
            </a:r>
            <a:r>
              <a:rPr lang="en-US" sz="3200" b="1" dirty="0" smtClean="0">
                <a:solidFill>
                  <a:srgbClr val="0070C0"/>
                </a:solidFill>
                <a:latin typeface="Palatino Linotype" panose="02040502050505030304" pitchFamily="18" charset="0"/>
              </a:rPr>
              <a:t> </a:t>
            </a:r>
            <a:r>
              <a:rPr lang="en-US" sz="3200" b="1" dirty="0" err="1" smtClean="0">
                <a:solidFill>
                  <a:srgbClr val="0070C0"/>
                </a:solidFill>
                <a:latin typeface="Palatino Linotype" panose="02040502050505030304" pitchFamily="18" charset="0"/>
              </a:rPr>
              <a:t>tên</a:t>
            </a:r>
            <a:r>
              <a:rPr lang="en-US" sz="3200" b="1" dirty="0" smtClean="0">
                <a:solidFill>
                  <a:srgbClr val="0070C0"/>
                </a:solidFill>
                <a:latin typeface="Palatino Linotype" panose="02040502050505030304" pitchFamily="18" charset="0"/>
              </a:rPr>
              <a:t> </a:t>
            </a:r>
            <a:r>
              <a:rPr lang="en-US" sz="3200" b="1" dirty="0" err="1" smtClean="0">
                <a:solidFill>
                  <a:srgbClr val="0070C0"/>
                </a:solidFill>
                <a:latin typeface="Palatino Linotype" panose="02040502050505030304" pitchFamily="18" charset="0"/>
              </a:rPr>
              <a:t>hợp</a:t>
            </a:r>
            <a:r>
              <a:rPr lang="en-US" sz="3200" b="1" dirty="0" smtClean="0">
                <a:solidFill>
                  <a:srgbClr val="0070C0"/>
                </a:solidFill>
                <a:latin typeface="Palatino Linotype" panose="02040502050505030304" pitchFamily="18" charset="0"/>
              </a:rPr>
              <a:t> </a:t>
            </a:r>
            <a:r>
              <a:rPr lang="en-US" sz="3200" b="1" dirty="0" err="1" smtClean="0">
                <a:solidFill>
                  <a:srgbClr val="0070C0"/>
                </a:solidFill>
                <a:latin typeface="Palatino Linotype" panose="02040502050505030304" pitchFamily="18" charset="0"/>
              </a:rPr>
              <a:t>chất</a:t>
            </a:r>
            <a:r>
              <a:rPr lang="en-US" sz="3200" b="1" dirty="0" smtClean="0">
                <a:solidFill>
                  <a:srgbClr val="0070C0"/>
                </a:solidFill>
                <a:latin typeface="Palatino Linotype" panose="02040502050505030304" pitchFamily="18" charset="0"/>
              </a:rPr>
              <a:t> </a:t>
            </a:r>
            <a:r>
              <a:rPr lang="en-US" sz="3200" b="1" dirty="0" err="1" smtClean="0">
                <a:solidFill>
                  <a:srgbClr val="0070C0"/>
                </a:solidFill>
                <a:latin typeface="Palatino Linotype" panose="02040502050505030304" pitchFamily="18" charset="0"/>
              </a:rPr>
              <a:t>cộng</a:t>
            </a:r>
            <a:r>
              <a:rPr lang="en-US" sz="3200" b="1" dirty="0" smtClean="0">
                <a:solidFill>
                  <a:srgbClr val="0070C0"/>
                </a:solidFill>
                <a:latin typeface="Palatino Linotype" panose="02040502050505030304" pitchFamily="18" charset="0"/>
              </a:rPr>
              <a:t> </a:t>
            </a:r>
            <a:r>
              <a:rPr lang="en-US" sz="3200" b="1" dirty="0" err="1" smtClean="0">
                <a:solidFill>
                  <a:srgbClr val="0070C0"/>
                </a:solidFill>
                <a:latin typeface="Palatino Linotype" panose="02040502050505030304" pitchFamily="18" charset="0"/>
              </a:rPr>
              <a:t>hóa</a:t>
            </a:r>
            <a:r>
              <a:rPr lang="en-US" sz="3200" b="1" dirty="0" smtClean="0">
                <a:solidFill>
                  <a:srgbClr val="0070C0"/>
                </a:solidFill>
                <a:latin typeface="Palatino Linotype" panose="02040502050505030304" pitchFamily="18" charset="0"/>
              </a:rPr>
              <a:t> </a:t>
            </a:r>
            <a:r>
              <a:rPr lang="en-US" sz="3200" b="1" dirty="0" err="1" smtClean="0">
                <a:solidFill>
                  <a:srgbClr val="0070C0"/>
                </a:solidFill>
                <a:latin typeface="Palatino Linotype" panose="02040502050505030304" pitchFamily="18" charset="0"/>
              </a:rPr>
              <a:t>trị</a:t>
            </a:r>
            <a:endParaRPr lang="en-US" sz="3200" b="1" dirty="0">
              <a:solidFill>
                <a:srgbClr val="0070C0"/>
              </a:solidFill>
              <a:latin typeface="Palatino Linotype" panose="02040502050505030304" pitchFamily="18" charset="0"/>
            </a:endParaRPr>
          </a:p>
        </p:txBody>
      </p:sp>
      <p:sp>
        <p:nvSpPr>
          <p:cNvPr id="2" name="Rounded Rectangle 1"/>
          <p:cNvSpPr/>
          <p:nvPr/>
        </p:nvSpPr>
        <p:spPr>
          <a:xfrm>
            <a:off x="381000" y="2514600"/>
            <a:ext cx="4648200" cy="1371600"/>
          </a:xfrm>
          <a:prstGeom prst="roundRect">
            <a:avLst/>
          </a:prstGeom>
          <a:solidFill>
            <a:srgbClr val="9BD4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err="1" smtClean="0">
                <a:solidFill>
                  <a:schemeClr val="tx1"/>
                </a:solidFill>
                <a:latin typeface="Palatino Linotype" panose="02040502050505030304" pitchFamily="18" charset="0"/>
              </a:rPr>
              <a:t>Tên</a:t>
            </a:r>
            <a:r>
              <a:rPr lang="en-US" sz="2400" b="1" dirty="0" smtClean="0">
                <a:solidFill>
                  <a:schemeClr val="tx1"/>
                </a:solidFill>
                <a:latin typeface="Palatino Linotype" panose="02040502050505030304" pitchFamily="18" charset="0"/>
              </a:rPr>
              <a:t> </a:t>
            </a:r>
            <a:r>
              <a:rPr lang="en-US" sz="2400" b="1" dirty="0" err="1" smtClean="0">
                <a:solidFill>
                  <a:schemeClr val="tx1"/>
                </a:solidFill>
                <a:latin typeface="Palatino Linotype" panose="02040502050505030304" pitchFamily="18" charset="0"/>
              </a:rPr>
              <a:t>nguyên</a:t>
            </a:r>
            <a:r>
              <a:rPr lang="en-US" sz="2400" b="1" dirty="0" smtClean="0">
                <a:solidFill>
                  <a:schemeClr val="tx1"/>
                </a:solidFill>
                <a:latin typeface="Palatino Linotype" panose="02040502050505030304" pitchFamily="18" charset="0"/>
              </a:rPr>
              <a:t> </a:t>
            </a:r>
            <a:r>
              <a:rPr lang="en-US" sz="2400" b="1" dirty="0" err="1" smtClean="0">
                <a:solidFill>
                  <a:schemeClr val="tx1"/>
                </a:solidFill>
                <a:latin typeface="Palatino Linotype" panose="02040502050505030304" pitchFamily="18" charset="0"/>
              </a:rPr>
              <a:t>tố</a:t>
            </a:r>
            <a:r>
              <a:rPr lang="en-US" sz="2400" b="1" dirty="0" smtClean="0">
                <a:solidFill>
                  <a:schemeClr val="tx1"/>
                </a:solidFill>
                <a:latin typeface="Palatino Linotype" panose="02040502050505030304" pitchFamily="18" charset="0"/>
              </a:rPr>
              <a:t> + </a:t>
            </a:r>
            <a:r>
              <a:rPr lang="en-US" sz="2400" b="1" dirty="0" err="1" smtClean="0">
                <a:solidFill>
                  <a:schemeClr val="tx1"/>
                </a:solidFill>
                <a:latin typeface="Palatino Linotype" panose="02040502050505030304" pitchFamily="18" charset="0"/>
              </a:rPr>
              <a:t>tiền</a:t>
            </a:r>
            <a:r>
              <a:rPr lang="en-US" sz="2400" b="1" dirty="0" smtClean="0">
                <a:solidFill>
                  <a:schemeClr val="tx1"/>
                </a:solidFill>
                <a:latin typeface="Palatino Linotype" panose="02040502050505030304" pitchFamily="18" charset="0"/>
              </a:rPr>
              <a:t> </a:t>
            </a:r>
            <a:r>
              <a:rPr lang="en-US" sz="2400" b="1" dirty="0" err="1" smtClean="0">
                <a:solidFill>
                  <a:schemeClr val="tx1"/>
                </a:solidFill>
                <a:latin typeface="Palatino Linotype" panose="02040502050505030304" pitchFamily="18" charset="0"/>
              </a:rPr>
              <a:t>tố</a:t>
            </a:r>
            <a:r>
              <a:rPr lang="en-US" sz="2400" b="1" dirty="0" smtClean="0">
                <a:solidFill>
                  <a:schemeClr val="tx1"/>
                </a:solidFill>
                <a:latin typeface="Palatino Linotype" panose="02040502050505030304" pitchFamily="18" charset="0"/>
              </a:rPr>
              <a:t> + oxide  </a:t>
            </a:r>
            <a:r>
              <a:rPr lang="en-US" dirty="0" smtClean="0">
                <a:solidFill>
                  <a:schemeClr val="tx1"/>
                </a:solidFill>
                <a:latin typeface="Palatino Linotype" panose="02040502050505030304" pitchFamily="18" charset="0"/>
              </a:rPr>
              <a:t>(</a:t>
            </a:r>
            <a:r>
              <a:rPr lang="en-US" dirty="0" err="1" smtClean="0">
                <a:solidFill>
                  <a:schemeClr val="tx1"/>
                </a:solidFill>
                <a:latin typeface="Palatino Linotype" panose="02040502050505030304" pitchFamily="18" charset="0"/>
              </a:rPr>
              <a:t>chỉ</a:t>
            </a:r>
            <a:r>
              <a:rPr lang="en-US" dirty="0" smtClean="0">
                <a:solidFill>
                  <a:schemeClr val="tx1"/>
                </a:solidFill>
                <a:latin typeface="Palatino Linotype" panose="02040502050505030304" pitchFamily="18" charset="0"/>
              </a:rPr>
              <a:t> </a:t>
            </a:r>
            <a:r>
              <a:rPr lang="en-US" dirty="0" err="1" smtClean="0">
                <a:solidFill>
                  <a:schemeClr val="tx1"/>
                </a:solidFill>
                <a:latin typeface="Palatino Linotype" panose="02040502050505030304" pitchFamily="18" charset="0"/>
              </a:rPr>
              <a:t>số</a:t>
            </a:r>
            <a:r>
              <a:rPr lang="en-US" dirty="0" smtClean="0">
                <a:solidFill>
                  <a:schemeClr val="tx1"/>
                </a:solidFill>
                <a:latin typeface="Palatino Linotype" panose="02040502050505030304" pitchFamily="18" charset="0"/>
              </a:rPr>
              <a:t> </a:t>
            </a:r>
            <a:r>
              <a:rPr lang="en-US" dirty="0" err="1" smtClean="0">
                <a:solidFill>
                  <a:schemeClr val="tx1"/>
                </a:solidFill>
                <a:latin typeface="Palatino Linotype" panose="02040502050505030304" pitchFamily="18" charset="0"/>
              </a:rPr>
              <a:t>nguyên</a:t>
            </a:r>
            <a:r>
              <a:rPr lang="en-US" dirty="0" smtClean="0">
                <a:solidFill>
                  <a:schemeClr val="tx1"/>
                </a:solidFill>
                <a:latin typeface="Palatino Linotype" panose="02040502050505030304" pitchFamily="18" charset="0"/>
              </a:rPr>
              <a:t> </a:t>
            </a:r>
            <a:r>
              <a:rPr lang="en-US" dirty="0" err="1" smtClean="0">
                <a:solidFill>
                  <a:schemeClr val="tx1"/>
                </a:solidFill>
                <a:latin typeface="Palatino Linotype" panose="02040502050505030304" pitchFamily="18" charset="0"/>
              </a:rPr>
              <a:t>tử</a:t>
            </a:r>
            <a:r>
              <a:rPr lang="en-US" dirty="0" smtClean="0">
                <a:solidFill>
                  <a:schemeClr val="tx1"/>
                </a:solidFill>
                <a:latin typeface="Palatino Linotype" panose="02040502050505030304" pitchFamily="18" charset="0"/>
              </a:rPr>
              <a:t> oxygen) </a:t>
            </a:r>
            <a:endParaRPr lang="en-US" dirty="0">
              <a:solidFill>
                <a:schemeClr val="tx1"/>
              </a:solidFill>
              <a:latin typeface="Palatino Linotype" panose="02040502050505030304" pitchFamily="18" charset="0"/>
            </a:endParaRPr>
          </a:p>
        </p:txBody>
      </p:sp>
      <p:sp>
        <p:nvSpPr>
          <p:cNvPr id="3" name="Rectangle 2"/>
          <p:cNvSpPr/>
          <p:nvPr/>
        </p:nvSpPr>
        <p:spPr>
          <a:xfrm>
            <a:off x="5786418" y="3000345"/>
            <a:ext cx="3357582" cy="400110"/>
          </a:xfrm>
          <a:prstGeom prst="rect">
            <a:avLst/>
          </a:prstGeom>
        </p:spPr>
        <p:txBody>
          <a:bodyPr wrap="square">
            <a:spAutoFit/>
          </a:bodyPr>
          <a:lstStyle/>
          <a:p>
            <a:r>
              <a:rPr lang="en-US" sz="2000" b="1" dirty="0" smtClean="0">
                <a:solidFill>
                  <a:schemeClr val="bg1"/>
                </a:solidFill>
                <a:latin typeface="Palatino Linotype" panose="02040502050505030304" pitchFamily="18" charset="0"/>
                <a:ea typeface="Calibri" panose="020F0502020204030204" pitchFamily="34" charset="0"/>
                <a:cs typeface="Calibri" panose="020F0502020204030204" pitchFamily="34" charset="0"/>
              </a:rPr>
              <a:t>CO: carbon </a:t>
            </a:r>
            <a:r>
              <a:rPr lang="en-US" sz="2000" b="1" dirty="0">
                <a:solidFill>
                  <a:schemeClr val="bg1"/>
                </a:solidFill>
                <a:latin typeface="Palatino Linotype" panose="02040502050505030304" pitchFamily="18" charset="0"/>
                <a:ea typeface="Calibri" panose="020F0502020204030204" pitchFamily="34" charset="0"/>
                <a:cs typeface="Calibri" panose="020F0502020204030204" pitchFamily="34" charset="0"/>
              </a:rPr>
              <a:t>monoxide</a:t>
            </a:r>
            <a:endParaRPr lang="en-US" sz="2000" b="1" dirty="0">
              <a:solidFill>
                <a:schemeClr val="bg1"/>
              </a:solidFill>
            </a:endParaRPr>
          </a:p>
        </p:txBody>
      </p:sp>
      <p:sp>
        <p:nvSpPr>
          <p:cNvPr id="8" name="Rounded Rectangle 7"/>
          <p:cNvSpPr/>
          <p:nvPr/>
        </p:nvSpPr>
        <p:spPr>
          <a:xfrm>
            <a:off x="383406" y="4724400"/>
            <a:ext cx="4645794" cy="1066800"/>
          </a:xfrm>
          <a:prstGeom prst="roundRect">
            <a:avLst/>
          </a:prstGeom>
          <a:solidFill>
            <a:srgbClr val="9BD4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err="1" smtClean="0">
                <a:solidFill>
                  <a:schemeClr val="tx1"/>
                </a:solidFill>
                <a:latin typeface="Palatino Linotype" panose="02040502050505030304" pitchFamily="18" charset="0"/>
              </a:rPr>
              <a:t>Ngoại</a:t>
            </a:r>
            <a:r>
              <a:rPr lang="en-US" sz="2400" b="1" dirty="0" smtClean="0">
                <a:solidFill>
                  <a:schemeClr val="tx1"/>
                </a:solidFill>
                <a:latin typeface="Palatino Linotype" panose="02040502050505030304" pitchFamily="18" charset="0"/>
              </a:rPr>
              <a:t> </a:t>
            </a:r>
            <a:r>
              <a:rPr lang="en-US" sz="2400" b="1" dirty="0" err="1" smtClean="0">
                <a:solidFill>
                  <a:schemeClr val="tx1"/>
                </a:solidFill>
                <a:latin typeface="Palatino Linotype" panose="02040502050505030304" pitchFamily="18" charset="0"/>
              </a:rPr>
              <a:t>lệ</a:t>
            </a:r>
            <a:r>
              <a:rPr lang="en-US" sz="2400" b="1" dirty="0" smtClean="0">
                <a:solidFill>
                  <a:schemeClr val="tx1"/>
                </a:solidFill>
                <a:latin typeface="Palatino Linotype" panose="02040502050505030304" pitchFamily="18" charset="0"/>
              </a:rPr>
              <a:t> </a:t>
            </a:r>
            <a:r>
              <a:rPr lang="en-US" sz="2400" b="1" dirty="0" err="1" smtClean="0">
                <a:solidFill>
                  <a:schemeClr val="tx1"/>
                </a:solidFill>
                <a:latin typeface="Palatino Linotype" panose="02040502050505030304" pitchFamily="18" charset="0"/>
              </a:rPr>
              <a:t>hợp</a:t>
            </a:r>
            <a:r>
              <a:rPr lang="en-US" sz="2400" b="1" dirty="0" smtClean="0">
                <a:solidFill>
                  <a:schemeClr val="tx1"/>
                </a:solidFill>
                <a:latin typeface="Palatino Linotype" panose="02040502050505030304" pitchFamily="18" charset="0"/>
              </a:rPr>
              <a:t> </a:t>
            </a:r>
            <a:r>
              <a:rPr lang="en-US" sz="2400" b="1" dirty="0" err="1" smtClean="0">
                <a:solidFill>
                  <a:schemeClr val="tx1"/>
                </a:solidFill>
                <a:latin typeface="Palatino Linotype" panose="02040502050505030304" pitchFamily="18" charset="0"/>
              </a:rPr>
              <a:t>chất</a:t>
            </a:r>
            <a:r>
              <a:rPr lang="en-US" sz="2400" b="1" dirty="0" smtClean="0">
                <a:solidFill>
                  <a:schemeClr val="tx1"/>
                </a:solidFill>
                <a:latin typeface="Palatino Linotype" panose="02040502050505030304" pitchFamily="18" charset="0"/>
              </a:rPr>
              <a:t> </a:t>
            </a:r>
            <a:r>
              <a:rPr lang="en-US" sz="2400" b="1" dirty="0" err="1" smtClean="0">
                <a:solidFill>
                  <a:schemeClr val="tx1"/>
                </a:solidFill>
                <a:latin typeface="Palatino Linotype" panose="02040502050505030304" pitchFamily="18" charset="0"/>
              </a:rPr>
              <a:t>giữa</a:t>
            </a:r>
            <a:r>
              <a:rPr lang="en-US" sz="2400" b="1" dirty="0" smtClean="0">
                <a:solidFill>
                  <a:schemeClr val="tx1"/>
                </a:solidFill>
                <a:latin typeface="Palatino Linotype" panose="02040502050505030304" pitchFamily="18" charset="0"/>
              </a:rPr>
              <a:t> oxygen </a:t>
            </a:r>
            <a:r>
              <a:rPr lang="en-US" sz="2400" b="1" dirty="0" err="1" smtClean="0">
                <a:solidFill>
                  <a:schemeClr val="tx1"/>
                </a:solidFill>
                <a:latin typeface="Palatino Linotype" panose="02040502050505030304" pitchFamily="18" charset="0"/>
              </a:rPr>
              <a:t>và</a:t>
            </a:r>
            <a:r>
              <a:rPr lang="en-US" sz="2400" b="1" dirty="0" smtClean="0">
                <a:solidFill>
                  <a:schemeClr val="tx1"/>
                </a:solidFill>
                <a:latin typeface="Palatino Linotype" panose="02040502050505030304" pitchFamily="18" charset="0"/>
              </a:rPr>
              <a:t> fluorine</a:t>
            </a:r>
            <a:endParaRPr lang="en-US" dirty="0">
              <a:solidFill>
                <a:schemeClr val="tx1"/>
              </a:solidFill>
              <a:latin typeface="Palatino Linotype" panose="02040502050505030304" pitchFamily="18" charset="0"/>
            </a:endParaRPr>
          </a:p>
        </p:txBody>
      </p:sp>
      <p:sp>
        <p:nvSpPr>
          <p:cNvPr id="6" name="Rectangle 5"/>
          <p:cNvSpPr/>
          <p:nvPr/>
        </p:nvSpPr>
        <p:spPr>
          <a:xfrm>
            <a:off x="5755136" y="5117315"/>
            <a:ext cx="2512226" cy="369332"/>
          </a:xfrm>
          <a:prstGeom prst="rect">
            <a:avLst/>
          </a:prstGeom>
        </p:spPr>
        <p:txBody>
          <a:bodyPr wrap="none">
            <a:spAutoFit/>
          </a:bodyPr>
          <a:lstStyle/>
          <a:p>
            <a:r>
              <a:rPr lang="en-US" b="1" dirty="0" smtClean="0">
                <a:solidFill>
                  <a:schemeClr val="bg1"/>
                </a:solidFill>
                <a:latin typeface="Palatino Linotype" panose="02040502050505030304" pitchFamily="18" charset="0"/>
                <a:ea typeface="Calibri" panose="020F0502020204030204" pitchFamily="34" charset="0"/>
                <a:cs typeface="Calibri" panose="020F0502020204030204" pitchFamily="34" charset="0"/>
              </a:rPr>
              <a:t>F</a:t>
            </a:r>
            <a:r>
              <a:rPr lang="en-US" b="1" baseline="-25000" dirty="0" smtClean="0">
                <a:solidFill>
                  <a:schemeClr val="bg1"/>
                </a:solidFill>
                <a:latin typeface="Palatino Linotype" panose="02040502050505030304" pitchFamily="18" charset="0"/>
                <a:ea typeface="Calibri" panose="020F0502020204030204" pitchFamily="34" charset="0"/>
                <a:cs typeface="Calibri" panose="020F0502020204030204" pitchFamily="34" charset="0"/>
              </a:rPr>
              <a:t>2</a:t>
            </a:r>
            <a:r>
              <a:rPr lang="en-US" b="1" dirty="0" smtClean="0">
                <a:solidFill>
                  <a:schemeClr val="bg1"/>
                </a:solidFill>
                <a:latin typeface="Palatino Linotype" panose="02040502050505030304" pitchFamily="18" charset="0"/>
                <a:ea typeface="Calibri" panose="020F0502020204030204" pitchFamily="34" charset="0"/>
                <a:cs typeface="Calibri" panose="020F0502020204030204" pitchFamily="34" charset="0"/>
              </a:rPr>
              <a:t>O: oxygen </a:t>
            </a:r>
            <a:r>
              <a:rPr lang="en-US" b="1" dirty="0">
                <a:solidFill>
                  <a:schemeClr val="bg1"/>
                </a:solidFill>
                <a:latin typeface="Palatino Linotype" panose="02040502050505030304" pitchFamily="18" charset="0"/>
                <a:ea typeface="Calibri" panose="020F0502020204030204" pitchFamily="34" charset="0"/>
                <a:cs typeface="Calibri" panose="020F0502020204030204" pitchFamily="34" charset="0"/>
              </a:rPr>
              <a:t>fluorides</a:t>
            </a:r>
            <a:endParaRPr lang="en-US" b="1" dirty="0">
              <a:solidFill>
                <a:schemeClr val="bg1"/>
              </a:solidFill>
            </a:endParaRPr>
          </a:p>
        </p:txBody>
      </p:sp>
    </p:spTree>
    <p:extLst>
      <p:ext uri="{BB962C8B-B14F-4D97-AF65-F5344CB8AC3E}">
        <p14:creationId xmlns:p14="http://schemas.microsoft.com/office/powerpoint/2010/main" val="284028958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a:spLocks noChangeArrowheads="1"/>
          </p:cNvSpPr>
          <p:nvPr/>
        </p:nvSpPr>
        <p:spPr bwMode="auto">
          <a:xfrm>
            <a:off x="1355931" y="304513"/>
            <a:ext cx="6328977" cy="584775"/>
          </a:xfrm>
          <a:prstGeom prst="rect">
            <a:avLst/>
          </a:prstGeom>
          <a:solidFill>
            <a:srgbClr val="FFC000"/>
          </a:solidFill>
          <a:ln w="9525">
            <a:noFill/>
            <a:miter lim="800000"/>
            <a:headEnd/>
            <a:tailEnd/>
          </a:ln>
        </p:spPr>
        <p:txBody>
          <a:bodyPr wrap="none" anchor="ctr">
            <a:spAutoFit/>
          </a:bodyPr>
          <a:lstStyle/>
          <a:p>
            <a:pPr algn="ctr"/>
            <a:r>
              <a:rPr lang="en-US" sz="3200" b="1" dirty="0" smtClean="0">
                <a:solidFill>
                  <a:srgbClr val="0070C0"/>
                </a:solidFill>
                <a:latin typeface="Palatino Linotype" panose="02040502050505030304" pitchFamily="18" charset="0"/>
              </a:rPr>
              <a:t>2.4. </a:t>
            </a:r>
            <a:r>
              <a:rPr lang="en-US" sz="3200" b="1" dirty="0" err="1" smtClean="0">
                <a:solidFill>
                  <a:srgbClr val="0070C0"/>
                </a:solidFill>
                <a:latin typeface="Palatino Linotype" panose="02040502050505030304" pitchFamily="18" charset="0"/>
              </a:rPr>
              <a:t>Gọi</a:t>
            </a:r>
            <a:r>
              <a:rPr lang="en-US" sz="3200" b="1" dirty="0" smtClean="0">
                <a:solidFill>
                  <a:srgbClr val="0070C0"/>
                </a:solidFill>
                <a:latin typeface="Palatino Linotype" panose="02040502050505030304" pitchFamily="18" charset="0"/>
              </a:rPr>
              <a:t> </a:t>
            </a:r>
            <a:r>
              <a:rPr lang="en-US" sz="3200" b="1" dirty="0" err="1" smtClean="0">
                <a:solidFill>
                  <a:srgbClr val="0070C0"/>
                </a:solidFill>
                <a:latin typeface="Palatino Linotype" panose="02040502050505030304" pitchFamily="18" charset="0"/>
              </a:rPr>
              <a:t>tên</a:t>
            </a:r>
            <a:r>
              <a:rPr lang="en-US" sz="3200" b="1" dirty="0" smtClean="0">
                <a:solidFill>
                  <a:srgbClr val="0070C0"/>
                </a:solidFill>
                <a:latin typeface="Palatino Linotype" panose="02040502050505030304" pitchFamily="18" charset="0"/>
              </a:rPr>
              <a:t> </a:t>
            </a:r>
            <a:r>
              <a:rPr lang="en-US" sz="3200" b="1" dirty="0" err="1" smtClean="0">
                <a:solidFill>
                  <a:srgbClr val="0070C0"/>
                </a:solidFill>
                <a:latin typeface="Palatino Linotype" panose="02040502050505030304" pitchFamily="18" charset="0"/>
              </a:rPr>
              <a:t>hợp</a:t>
            </a:r>
            <a:r>
              <a:rPr lang="en-US" sz="3200" b="1" dirty="0" smtClean="0">
                <a:solidFill>
                  <a:srgbClr val="0070C0"/>
                </a:solidFill>
                <a:latin typeface="Palatino Linotype" panose="02040502050505030304" pitchFamily="18" charset="0"/>
              </a:rPr>
              <a:t> </a:t>
            </a:r>
            <a:r>
              <a:rPr lang="en-US" sz="3200" b="1" dirty="0" err="1" smtClean="0">
                <a:solidFill>
                  <a:srgbClr val="0070C0"/>
                </a:solidFill>
                <a:latin typeface="Palatino Linotype" panose="02040502050505030304" pitchFamily="18" charset="0"/>
              </a:rPr>
              <a:t>chất</a:t>
            </a:r>
            <a:r>
              <a:rPr lang="en-US" sz="3200" b="1" dirty="0" smtClean="0">
                <a:solidFill>
                  <a:srgbClr val="0070C0"/>
                </a:solidFill>
                <a:latin typeface="Palatino Linotype" panose="02040502050505030304" pitchFamily="18" charset="0"/>
              </a:rPr>
              <a:t> </a:t>
            </a:r>
            <a:r>
              <a:rPr lang="en-US" sz="3200" b="1" dirty="0" err="1" smtClean="0">
                <a:solidFill>
                  <a:srgbClr val="0070C0"/>
                </a:solidFill>
                <a:latin typeface="Palatino Linotype" panose="02040502050505030304" pitchFamily="18" charset="0"/>
              </a:rPr>
              <a:t>cộng</a:t>
            </a:r>
            <a:r>
              <a:rPr lang="en-US" sz="3200" b="1" dirty="0" smtClean="0">
                <a:solidFill>
                  <a:srgbClr val="0070C0"/>
                </a:solidFill>
                <a:latin typeface="Palatino Linotype" panose="02040502050505030304" pitchFamily="18" charset="0"/>
              </a:rPr>
              <a:t> </a:t>
            </a:r>
            <a:r>
              <a:rPr lang="en-US" sz="3200" b="1" dirty="0" err="1" smtClean="0">
                <a:solidFill>
                  <a:srgbClr val="0070C0"/>
                </a:solidFill>
                <a:latin typeface="Palatino Linotype" panose="02040502050505030304" pitchFamily="18" charset="0"/>
              </a:rPr>
              <a:t>hóa</a:t>
            </a:r>
            <a:r>
              <a:rPr lang="en-US" sz="3200" b="1" dirty="0" smtClean="0">
                <a:solidFill>
                  <a:srgbClr val="0070C0"/>
                </a:solidFill>
                <a:latin typeface="Palatino Linotype" panose="02040502050505030304" pitchFamily="18" charset="0"/>
              </a:rPr>
              <a:t> </a:t>
            </a:r>
            <a:r>
              <a:rPr lang="en-US" sz="3200" b="1" dirty="0" err="1" smtClean="0">
                <a:solidFill>
                  <a:srgbClr val="0070C0"/>
                </a:solidFill>
                <a:latin typeface="Palatino Linotype" panose="02040502050505030304" pitchFamily="18" charset="0"/>
              </a:rPr>
              <a:t>trị</a:t>
            </a:r>
            <a:endParaRPr lang="en-US" sz="3200" b="1" dirty="0">
              <a:solidFill>
                <a:srgbClr val="0070C0"/>
              </a:solidFill>
              <a:latin typeface="Palatino Linotype" panose="02040502050505030304" pitchFamily="18" charset="0"/>
            </a:endParaRPr>
          </a:p>
        </p:txBody>
      </p:sp>
      <p:sp>
        <p:nvSpPr>
          <p:cNvPr id="7" name="Rectangle 6"/>
          <p:cNvSpPr/>
          <p:nvPr/>
        </p:nvSpPr>
        <p:spPr>
          <a:xfrm>
            <a:off x="990600" y="1676400"/>
            <a:ext cx="7315200" cy="2061142"/>
          </a:xfrm>
          <a:prstGeom prst="rect">
            <a:avLst/>
          </a:prstGeom>
          <a:solidFill>
            <a:schemeClr val="bg1"/>
          </a:solidFill>
        </p:spPr>
        <p:txBody>
          <a:bodyPr wrap="square">
            <a:spAutoFit/>
          </a:bodyPr>
          <a:lstStyle/>
          <a:p>
            <a:pPr lvl="1">
              <a:lnSpc>
                <a:spcPct val="130000"/>
              </a:lnSpc>
              <a:spcAft>
                <a:spcPts val="0"/>
              </a:spcAft>
            </a:pPr>
            <a:r>
              <a:rPr lang="en-US" sz="2000" dirty="0" smtClean="0">
                <a:solidFill>
                  <a:srgbClr val="0D0A98"/>
                </a:solidFill>
                <a:latin typeface="Palatino Linotype" panose="02040502050505030304" pitchFamily="18" charset="0"/>
                <a:ea typeface="Calibri" panose="020F0502020204030204" pitchFamily="34" charset="0"/>
                <a:cs typeface="Calibri" panose="020F0502020204030204" pitchFamily="34" charset="0"/>
              </a:rPr>
              <a:t>+ H</a:t>
            </a:r>
            <a:r>
              <a:rPr lang="en-US" sz="2000" baseline="-25000" dirty="0" smtClean="0">
                <a:solidFill>
                  <a:srgbClr val="0D0A98"/>
                </a:solidFill>
                <a:latin typeface="Palatino Linotype" panose="02040502050505030304" pitchFamily="18" charset="0"/>
                <a:ea typeface="Calibri" panose="020F0502020204030204" pitchFamily="34" charset="0"/>
                <a:cs typeface="Calibri" panose="020F0502020204030204" pitchFamily="34" charset="0"/>
              </a:rPr>
              <a:t>2</a:t>
            </a:r>
            <a:r>
              <a:rPr lang="en-US" sz="2000" dirty="0" smtClean="0">
                <a:solidFill>
                  <a:srgbClr val="0D0A98"/>
                </a:solidFill>
                <a:latin typeface="Palatino Linotype" panose="02040502050505030304" pitchFamily="18" charset="0"/>
                <a:ea typeface="Calibri" panose="020F0502020204030204" pitchFamily="34" charset="0"/>
                <a:cs typeface="Calibri" panose="020F0502020204030204" pitchFamily="34" charset="0"/>
              </a:rPr>
              <a:t>O: </a:t>
            </a:r>
            <a:r>
              <a:rPr lang="en-US" sz="2000" dirty="0" err="1" smtClean="0">
                <a:solidFill>
                  <a:srgbClr val="0D0A98"/>
                </a:solidFill>
                <a:latin typeface="Palatino Linotype" panose="02040502050505030304" pitchFamily="18" charset="0"/>
                <a:ea typeface="Calibri" panose="020F0502020204030204" pitchFamily="34" charset="0"/>
                <a:cs typeface="Calibri" panose="020F0502020204030204" pitchFamily="34" charset="0"/>
              </a:rPr>
              <a:t>nước</a:t>
            </a:r>
            <a:r>
              <a:rPr lang="en-US" sz="2000" dirty="0" smtClean="0">
                <a:solidFill>
                  <a:srgbClr val="0D0A98"/>
                </a:solidFill>
                <a:latin typeface="Palatino Linotype" panose="02040502050505030304" pitchFamily="18" charset="0"/>
                <a:ea typeface="Calibri" panose="020F0502020204030204" pitchFamily="34" charset="0"/>
                <a:cs typeface="Calibri" panose="020F0502020204030204" pitchFamily="34" charset="0"/>
              </a:rPr>
              <a:t> (</a:t>
            </a:r>
            <a:r>
              <a:rPr lang="en-US" sz="2000" dirty="0" err="1" smtClean="0">
                <a:solidFill>
                  <a:srgbClr val="0D0A98"/>
                </a:solidFill>
                <a:latin typeface="Palatino Linotype" panose="02040502050505030304" pitchFamily="18" charset="0"/>
                <a:ea typeface="Calibri" panose="020F0502020204030204" pitchFamily="34" charset="0"/>
                <a:cs typeface="Calibri" panose="020F0502020204030204" pitchFamily="34" charset="0"/>
              </a:rPr>
              <a:t>không</a:t>
            </a:r>
            <a:r>
              <a:rPr lang="en-US" sz="2000" dirty="0" smtClean="0">
                <a:solidFill>
                  <a:srgbClr val="0D0A98"/>
                </a:solidFill>
                <a:latin typeface="Palatino Linotype" panose="02040502050505030304" pitchFamily="18" charset="0"/>
                <a:ea typeface="Calibri" panose="020F0502020204030204" pitchFamily="34" charset="0"/>
                <a:cs typeface="Calibri" panose="020F0502020204030204" pitchFamily="34" charset="0"/>
              </a:rPr>
              <a:t> </a:t>
            </a:r>
            <a:r>
              <a:rPr lang="en-US" sz="2000" dirty="0" err="1" smtClean="0">
                <a:solidFill>
                  <a:srgbClr val="0D0A98"/>
                </a:solidFill>
                <a:latin typeface="Palatino Linotype" panose="02040502050505030304" pitchFamily="18" charset="0"/>
                <a:ea typeface="Calibri" panose="020F0502020204030204" pitchFamily="34" charset="0"/>
                <a:cs typeface="Calibri" panose="020F0502020204030204" pitchFamily="34" charset="0"/>
              </a:rPr>
              <a:t>phải</a:t>
            </a:r>
            <a:r>
              <a:rPr lang="en-US" sz="2000" dirty="0" smtClean="0">
                <a:solidFill>
                  <a:srgbClr val="0D0A98"/>
                </a:solidFill>
                <a:latin typeface="Palatino Linotype" panose="02040502050505030304" pitchFamily="18" charset="0"/>
                <a:ea typeface="Calibri" panose="020F0502020204030204" pitchFamily="34" charset="0"/>
                <a:cs typeface="Calibri" panose="020F0502020204030204" pitchFamily="34" charset="0"/>
              </a:rPr>
              <a:t> </a:t>
            </a:r>
            <a:r>
              <a:rPr lang="en-US" sz="2000" dirty="0" err="1">
                <a:solidFill>
                  <a:srgbClr val="0D0A98"/>
                </a:solidFill>
                <a:latin typeface="Palatino Linotype" panose="02040502050505030304" pitchFamily="18" charset="0"/>
                <a:ea typeface="Calibri" panose="020F0502020204030204" pitchFamily="34" charset="0"/>
                <a:cs typeface="Calibri" panose="020F0502020204030204" pitchFamily="34" charset="0"/>
              </a:rPr>
              <a:t>dihydrogen</a:t>
            </a:r>
            <a:r>
              <a:rPr lang="en-US" sz="2000" dirty="0">
                <a:solidFill>
                  <a:srgbClr val="0D0A98"/>
                </a:solidFill>
                <a:latin typeface="Palatino Linotype" panose="02040502050505030304" pitchFamily="18" charset="0"/>
                <a:ea typeface="Calibri" panose="020F0502020204030204" pitchFamily="34" charset="0"/>
                <a:cs typeface="Calibri" panose="020F0502020204030204" pitchFamily="34" charset="0"/>
              </a:rPr>
              <a:t> </a:t>
            </a:r>
            <a:r>
              <a:rPr lang="en-US" sz="2000" dirty="0" smtClean="0">
                <a:solidFill>
                  <a:srgbClr val="0D0A98"/>
                </a:solidFill>
                <a:latin typeface="Palatino Linotype" panose="02040502050505030304" pitchFamily="18" charset="0"/>
                <a:ea typeface="Calibri" panose="020F0502020204030204" pitchFamily="34" charset="0"/>
                <a:cs typeface="Calibri" panose="020F0502020204030204" pitchFamily="34" charset="0"/>
              </a:rPr>
              <a:t>oxide)</a:t>
            </a:r>
          </a:p>
          <a:p>
            <a:pPr lvl="1">
              <a:lnSpc>
                <a:spcPct val="130000"/>
              </a:lnSpc>
              <a:spcAft>
                <a:spcPts val="0"/>
              </a:spcAft>
            </a:pPr>
            <a:r>
              <a:rPr lang="en-US" sz="2000" dirty="0" smtClean="0">
                <a:solidFill>
                  <a:srgbClr val="0D0A98"/>
                </a:solidFill>
                <a:latin typeface="Palatino Linotype" panose="02040502050505030304" pitchFamily="18" charset="0"/>
                <a:ea typeface="Calibri" panose="020F0502020204030204" pitchFamily="34" charset="0"/>
                <a:cs typeface="Calibri" panose="020F0502020204030204" pitchFamily="34" charset="0"/>
              </a:rPr>
              <a:t>+ NH</a:t>
            </a:r>
            <a:r>
              <a:rPr lang="en-US" sz="2000" baseline="-25000" dirty="0" smtClean="0">
                <a:solidFill>
                  <a:srgbClr val="0D0A98"/>
                </a:solidFill>
                <a:latin typeface="Palatino Linotype" panose="02040502050505030304" pitchFamily="18" charset="0"/>
                <a:ea typeface="Calibri" panose="020F0502020204030204" pitchFamily="34" charset="0"/>
                <a:cs typeface="Calibri" panose="020F0502020204030204" pitchFamily="34" charset="0"/>
              </a:rPr>
              <a:t>3</a:t>
            </a:r>
            <a:r>
              <a:rPr lang="en-US" sz="2000" dirty="0" smtClean="0">
                <a:solidFill>
                  <a:srgbClr val="0D0A98"/>
                </a:solidFill>
                <a:latin typeface="Palatino Linotype" panose="02040502050505030304" pitchFamily="18" charset="0"/>
                <a:ea typeface="Calibri" panose="020F0502020204030204" pitchFamily="34" charset="0"/>
                <a:cs typeface="Calibri" panose="020F0502020204030204" pitchFamily="34" charset="0"/>
              </a:rPr>
              <a:t>: ammonia</a:t>
            </a:r>
            <a:r>
              <a:rPr lang="en-US" sz="2000" dirty="0">
                <a:solidFill>
                  <a:srgbClr val="0D0A98"/>
                </a:solidFill>
                <a:latin typeface="Palatino Linotype" panose="02040502050505030304" pitchFamily="18" charset="0"/>
                <a:ea typeface="Calibri" panose="020F0502020204030204" pitchFamily="34" charset="0"/>
                <a:cs typeface="Calibri" panose="020F0502020204030204" pitchFamily="34" charset="0"/>
              </a:rPr>
              <a:t>; </a:t>
            </a:r>
            <a:endParaRPr lang="en-US" sz="2000" dirty="0" smtClean="0">
              <a:solidFill>
                <a:srgbClr val="0D0A98"/>
              </a:solidFill>
              <a:latin typeface="Palatino Linotype" panose="02040502050505030304" pitchFamily="18" charset="0"/>
              <a:ea typeface="Calibri" panose="020F0502020204030204" pitchFamily="34" charset="0"/>
              <a:cs typeface="Calibri" panose="020F0502020204030204" pitchFamily="34" charset="0"/>
            </a:endParaRPr>
          </a:p>
          <a:p>
            <a:pPr lvl="1">
              <a:lnSpc>
                <a:spcPct val="130000"/>
              </a:lnSpc>
              <a:spcAft>
                <a:spcPts val="0"/>
              </a:spcAft>
            </a:pPr>
            <a:r>
              <a:rPr lang="en-US" sz="2000" dirty="0" smtClean="0">
                <a:solidFill>
                  <a:srgbClr val="0D0A98"/>
                </a:solidFill>
                <a:latin typeface="Palatino Linotype" panose="02040502050505030304" pitchFamily="18" charset="0"/>
                <a:ea typeface="Calibri" panose="020F0502020204030204" pitchFamily="34" charset="0"/>
                <a:cs typeface="Calibri" panose="020F0502020204030204" pitchFamily="34" charset="0"/>
              </a:rPr>
              <a:t>+ PH</a:t>
            </a:r>
            <a:r>
              <a:rPr lang="en-US" sz="2000" baseline="-25000" dirty="0" smtClean="0">
                <a:solidFill>
                  <a:srgbClr val="0D0A98"/>
                </a:solidFill>
                <a:latin typeface="Palatino Linotype" panose="02040502050505030304" pitchFamily="18" charset="0"/>
                <a:ea typeface="Calibri" panose="020F0502020204030204" pitchFamily="34" charset="0"/>
                <a:cs typeface="Calibri" panose="020F0502020204030204" pitchFamily="34" charset="0"/>
              </a:rPr>
              <a:t>3</a:t>
            </a:r>
            <a:r>
              <a:rPr lang="en-US" sz="2000" dirty="0" smtClean="0">
                <a:solidFill>
                  <a:srgbClr val="0D0A98"/>
                </a:solidFill>
                <a:latin typeface="Palatino Linotype" panose="02040502050505030304" pitchFamily="18" charset="0"/>
                <a:ea typeface="Calibri" panose="020F0502020204030204" pitchFamily="34" charset="0"/>
                <a:cs typeface="Calibri" panose="020F0502020204030204" pitchFamily="34" charset="0"/>
              </a:rPr>
              <a:t>: phosphine</a:t>
            </a:r>
            <a:r>
              <a:rPr lang="en-US" sz="2000" dirty="0">
                <a:solidFill>
                  <a:srgbClr val="0D0A98"/>
                </a:solidFill>
                <a:latin typeface="Palatino Linotype" panose="02040502050505030304" pitchFamily="18" charset="0"/>
                <a:ea typeface="Calibri" panose="020F0502020204030204" pitchFamily="34" charset="0"/>
                <a:cs typeface="Calibri" panose="020F0502020204030204" pitchFamily="34" charset="0"/>
              </a:rPr>
              <a:t>; </a:t>
            </a:r>
            <a:endParaRPr lang="en-US" sz="2000" dirty="0" smtClean="0">
              <a:solidFill>
                <a:srgbClr val="0D0A98"/>
              </a:solidFill>
              <a:latin typeface="Palatino Linotype" panose="02040502050505030304" pitchFamily="18" charset="0"/>
              <a:ea typeface="Calibri" panose="020F0502020204030204" pitchFamily="34" charset="0"/>
              <a:cs typeface="Calibri" panose="020F0502020204030204" pitchFamily="34" charset="0"/>
            </a:endParaRPr>
          </a:p>
          <a:p>
            <a:pPr lvl="1">
              <a:lnSpc>
                <a:spcPct val="130000"/>
              </a:lnSpc>
              <a:spcAft>
                <a:spcPts val="0"/>
              </a:spcAft>
            </a:pPr>
            <a:r>
              <a:rPr lang="en-US" sz="2000" dirty="0" smtClean="0">
                <a:solidFill>
                  <a:srgbClr val="0D0A98"/>
                </a:solidFill>
                <a:latin typeface="Palatino Linotype" panose="02040502050505030304" pitchFamily="18" charset="0"/>
                <a:ea typeface="Calibri" panose="020F0502020204030204" pitchFamily="34" charset="0"/>
                <a:cs typeface="Calibri" panose="020F0502020204030204" pitchFamily="34" charset="0"/>
              </a:rPr>
              <a:t>+ SiH</a:t>
            </a:r>
            <a:r>
              <a:rPr lang="en-US" sz="2000" baseline="-25000" dirty="0" smtClean="0">
                <a:solidFill>
                  <a:srgbClr val="0D0A98"/>
                </a:solidFill>
                <a:latin typeface="Palatino Linotype" panose="02040502050505030304" pitchFamily="18" charset="0"/>
                <a:ea typeface="Calibri" panose="020F0502020204030204" pitchFamily="34" charset="0"/>
                <a:cs typeface="Calibri" panose="020F0502020204030204" pitchFamily="34" charset="0"/>
              </a:rPr>
              <a:t>4</a:t>
            </a:r>
            <a:r>
              <a:rPr lang="en-US" sz="2000" dirty="0" smtClean="0">
                <a:solidFill>
                  <a:srgbClr val="0D0A98"/>
                </a:solidFill>
                <a:latin typeface="Palatino Linotype" panose="02040502050505030304" pitchFamily="18" charset="0"/>
                <a:ea typeface="Calibri" panose="020F0502020204030204" pitchFamily="34" charset="0"/>
                <a:cs typeface="Calibri" panose="020F0502020204030204" pitchFamily="34" charset="0"/>
              </a:rPr>
              <a:t>: </a:t>
            </a:r>
            <a:r>
              <a:rPr lang="en-US" sz="2000" dirty="0" err="1" smtClean="0">
                <a:solidFill>
                  <a:srgbClr val="0D0A98"/>
                </a:solidFill>
                <a:latin typeface="Palatino Linotype" panose="02040502050505030304" pitchFamily="18" charset="0"/>
                <a:ea typeface="Calibri" panose="020F0502020204030204" pitchFamily="34" charset="0"/>
                <a:cs typeface="Calibri" panose="020F0502020204030204" pitchFamily="34" charset="0"/>
              </a:rPr>
              <a:t>silane</a:t>
            </a:r>
            <a:r>
              <a:rPr lang="en-US" sz="2000" dirty="0">
                <a:solidFill>
                  <a:srgbClr val="0D0A98"/>
                </a:solidFill>
                <a:latin typeface="Palatino Linotype" panose="02040502050505030304" pitchFamily="18" charset="0"/>
                <a:ea typeface="Calibri" panose="020F0502020204030204" pitchFamily="34" charset="0"/>
                <a:cs typeface="Calibri" panose="020F0502020204030204" pitchFamily="34" charset="0"/>
              </a:rPr>
              <a:t>; </a:t>
            </a:r>
          </a:p>
          <a:p>
            <a:pPr lvl="1">
              <a:lnSpc>
                <a:spcPct val="130000"/>
              </a:lnSpc>
              <a:spcAft>
                <a:spcPts val="0"/>
              </a:spcAft>
            </a:pPr>
            <a:r>
              <a:rPr lang="en-US" sz="2000" dirty="0" smtClean="0">
                <a:solidFill>
                  <a:srgbClr val="0D0A98"/>
                </a:solidFill>
                <a:latin typeface="Palatino Linotype" panose="02040502050505030304" pitchFamily="18" charset="0"/>
                <a:ea typeface="Calibri" panose="020F0502020204030204" pitchFamily="34" charset="0"/>
                <a:cs typeface="Calibri" panose="020F0502020204030204" pitchFamily="34" charset="0"/>
              </a:rPr>
              <a:t>+ B</a:t>
            </a:r>
            <a:r>
              <a:rPr lang="en-US" sz="2000" baseline="-25000" dirty="0" smtClean="0">
                <a:solidFill>
                  <a:srgbClr val="0D0A98"/>
                </a:solidFill>
                <a:latin typeface="Palatino Linotype" panose="02040502050505030304" pitchFamily="18" charset="0"/>
                <a:ea typeface="Calibri" panose="020F0502020204030204" pitchFamily="34" charset="0"/>
                <a:cs typeface="Calibri" panose="020F0502020204030204" pitchFamily="34" charset="0"/>
              </a:rPr>
              <a:t>2</a:t>
            </a:r>
            <a:r>
              <a:rPr lang="en-US" sz="2000" dirty="0" smtClean="0">
                <a:solidFill>
                  <a:srgbClr val="0D0A98"/>
                </a:solidFill>
                <a:latin typeface="Palatino Linotype" panose="02040502050505030304" pitchFamily="18" charset="0"/>
                <a:ea typeface="Calibri" panose="020F0502020204030204" pitchFamily="34" charset="0"/>
                <a:cs typeface="Calibri" panose="020F0502020204030204" pitchFamily="34" charset="0"/>
              </a:rPr>
              <a:t>H</a:t>
            </a:r>
            <a:r>
              <a:rPr lang="en-US" sz="2000" baseline="-25000" dirty="0" smtClean="0">
                <a:solidFill>
                  <a:srgbClr val="0D0A98"/>
                </a:solidFill>
                <a:latin typeface="Palatino Linotype" panose="02040502050505030304" pitchFamily="18" charset="0"/>
                <a:ea typeface="Calibri" panose="020F0502020204030204" pitchFamily="34" charset="0"/>
                <a:cs typeface="Calibri" panose="020F0502020204030204" pitchFamily="34" charset="0"/>
              </a:rPr>
              <a:t>6</a:t>
            </a:r>
            <a:r>
              <a:rPr lang="en-US" sz="2000" dirty="0" smtClean="0">
                <a:solidFill>
                  <a:srgbClr val="0D0A98"/>
                </a:solidFill>
                <a:latin typeface="Palatino Linotype" panose="02040502050505030304" pitchFamily="18" charset="0"/>
                <a:ea typeface="Calibri" panose="020F0502020204030204" pitchFamily="34" charset="0"/>
                <a:cs typeface="Calibri" panose="020F0502020204030204" pitchFamily="34" charset="0"/>
              </a:rPr>
              <a:t> (</a:t>
            </a:r>
            <a:r>
              <a:rPr lang="en-US" sz="2000" dirty="0" err="1" smtClean="0">
                <a:solidFill>
                  <a:srgbClr val="0D0A98"/>
                </a:solidFill>
                <a:latin typeface="Palatino Linotype" panose="02040502050505030304" pitchFamily="18" charset="0"/>
                <a:ea typeface="Calibri" panose="020F0502020204030204" pitchFamily="34" charset="0"/>
                <a:cs typeface="Calibri" panose="020F0502020204030204" pitchFamily="34" charset="0"/>
              </a:rPr>
              <a:t>đime</a:t>
            </a:r>
            <a:r>
              <a:rPr lang="en-US" sz="2000" dirty="0" smtClean="0">
                <a:solidFill>
                  <a:srgbClr val="0D0A98"/>
                </a:solidFill>
                <a:latin typeface="Palatino Linotype" panose="02040502050505030304" pitchFamily="18" charset="0"/>
                <a:ea typeface="Calibri" panose="020F0502020204030204" pitchFamily="34" charset="0"/>
                <a:cs typeface="Calibri" panose="020F0502020204030204" pitchFamily="34" charset="0"/>
              </a:rPr>
              <a:t> </a:t>
            </a:r>
            <a:r>
              <a:rPr lang="en-US" sz="2000" dirty="0" err="1" smtClean="0">
                <a:solidFill>
                  <a:srgbClr val="0D0A98"/>
                </a:solidFill>
                <a:latin typeface="Palatino Linotype" panose="02040502050505030304" pitchFamily="18" charset="0"/>
                <a:ea typeface="Calibri" panose="020F0502020204030204" pitchFamily="34" charset="0"/>
                <a:cs typeface="Calibri" panose="020F0502020204030204" pitchFamily="34" charset="0"/>
              </a:rPr>
              <a:t>của</a:t>
            </a:r>
            <a:r>
              <a:rPr lang="en-US" sz="2000" dirty="0" smtClean="0">
                <a:solidFill>
                  <a:srgbClr val="0D0A98"/>
                </a:solidFill>
                <a:latin typeface="Palatino Linotype" panose="02040502050505030304" pitchFamily="18" charset="0"/>
                <a:ea typeface="Calibri" panose="020F0502020204030204" pitchFamily="34" charset="0"/>
                <a:cs typeface="Calibri" panose="020F0502020204030204" pitchFamily="34" charset="0"/>
              </a:rPr>
              <a:t> BH</a:t>
            </a:r>
            <a:r>
              <a:rPr lang="en-US" sz="2000" baseline="-25000" dirty="0" smtClean="0">
                <a:solidFill>
                  <a:srgbClr val="0D0A98"/>
                </a:solidFill>
                <a:latin typeface="Palatino Linotype" panose="02040502050505030304" pitchFamily="18" charset="0"/>
                <a:ea typeface="Calibri" panose="020F0502020204030204" pitchFamily="34" charset="0"/>
                <a:cs typeface="Calibri" panose="020F0502020204030204" pitchFamily="34" charset="0"/>
              </a:rPr>
              <a:t>3</a:t>
            </a:r>
            <a:r>
              <a:rPr lang="en-US" sz="2000" dirty="0" smtClean="0">
                <a:solidFill>
                  <a:srgbClr val="0D0A98"/>
                </a:solidFill>
                <a:latin typeface="Palatino Linotype" panose="02040502050505030304" pitchFamily="18" charset="0"/>
                <a:ea typeface="Calibri" panose="020F0502020204030204" pitchFamily="34" charset="0"/>
                <a:cs typeface="Calibri" panose="020F0502020204030204" pitchFamily="34" charset="0"/>
              </a:rPr>
              <a:t>): </a:t>
            </a:r>
            <a:r>
              <a:rPr lang="en-US" sz="2000" dirty="0" err="1">
                <a:solidFill>
                  <a:srgbClr val="0D0A98"/>
                </a:solidFill>
                <a:latin typeface="Palatino Linotype" panose="02040502050505030304" pitchFamily="18" charset="0"/>
                <a:ea typeface="Calibri" panose="020F0502020204030204" pitchFamily="34" charset="0"/>
                <a:cs typeface="Calibri" panose="020F0502020204030204" pitchFamily="34" charset="0"/>
              </a:rPr>
              <a:t>diborane</a:t>
            </a:r>
            <a:r>
              <a:rPr lang="en-US" sz="2000" dirty="0">
                <a:solidFill>
                  <a:srgbClr val="0D0A98"/>
                </a:solidFill>
                <a:latin typeface="Palatino Linotype" panose="02040502050505030304" pitchFamily="18" charset="0"/>
                <a:ea typeface="Calibri" panose="020F0502020204030204" pitchFamily="34" charset="0"/>
                <a:cs typeface="Calibri" panose="020F0502020204030204" pitchFamily="34" charset="0"/>
              </a:rPr>
              <a:t>. </a:t>
            </a:r>
            <a:endParaRPr lang="en-US" sz="2000" dirty="0" smtClean="0">
              <a:solidFill>
                <a:srgbClr val="0D0A98"/>
              </a:solidFill>
              <a:latin typeface="Palatino Linotype" panose="02040502050505030304" pitchFamily="18" charset="0"/>
              <a:ea typeface="Calibri" panose="020F0502020204030204" pitchFamily="34" charset="0"/>
              <a:cs typeface="Calibri" panose="020F0502020204030204" pitchFamily="34" charset="0"/>
            </a:endParaRPr>
          </a:p>
        </p:txBody>
      </p:sp>
      <p:sp>
        <p:nvSpPr>
          <p:cNvPr id="9" name="Rectangle 8"/>
          <p:cNvSpPr/>
          <p:nvPr/>
        </p:nvSpPr>
        <p:spPr>
          <a:xfrm>
            <a:off x="990600" y="4343400"/>
            <a:ext cx="7315200" cy="892552"/>
          </a:xfrm>
          <a:prstGeom prst="rect">
            <a:avLst/>
          </a:prstGeom>
          <a:solidFill>
            <a:schemeClr val="bg2">
              <a:lumMod val="90000"/>
            </a:schemeClr>
          </a:solidFill>
        </p:spPr>
        <p:txBody>
          <a:bodyPr wrap="square">
            <a:spAutoFit/>
          </a:bodyPr>
          <a:lstStyle/>
          <a:p>
            <a:pPr lvl="1">
              <a:lnSpc>
                <a:spcPct val="130000"/>
              </a:lnSpc>
              <a:spcAft>
                <a:spcPts val="0"/>
              </a:spcAft>
            </a:pPr>
            <a:r>
              <a:rPr lang="en-US" sz="2000" dirty="0" smtClean="0">
                <a:solidFill>
                  <a:srgbClr val="0D0A98"/>
                </a:solidFill>
                <a:latin typeface="Palatino Linotype" panose="02040502050505030304" pitchFamily="18" charset="0"/>
                <a:ea typeface="Calibri" panose="020F0502020204030204" pitchFamily="34" charset="0"/>
                <a:cs typeface="Calibri" panose="020F0502020204030204" pitchFamily="34" charset="0"/>
              </a:rPr>
              <a:t>+ NO: nitrogen monoxide (nitric oxide)</a:t>
            </a:r>
          </a:p>
          <a:p>
            <a:pPr lvl="1">
              <a:lnSpc>
                <a:spcPct val="130000"/>
              </a:lnSpc>
              <a:spcAft>
                <a:spcPts val="0"/>
              </a:spcAft>
            </a:pPr>
            <a:r>
              <a:rPr lang="en-US" sz="2000" dirty="0" smtClean="0">
                <a:solidFill>
                  <a:srgbClr val="0D0A98"/>
                </a:solidFill>
                <a:latin typeface="Palatino Linotype" panose="02040502050505030304" pitchFamily="18" charset="0"/>
                <a:ea typeface="Calibri" panose="020F0502020204030204" pitchFamily="34" charset="0"/>
                <a:cs typeface="Calibri" panose="020F0502020204030204" pitchFamily="34" charset="0"/>
              </a:rPr>
              <a:t>+ N</a:t>
            </a:r>
            <a:r>
              <a:rPr lang="en-US" sz="2000" baseline="-25000" dirty="0" smtClean="0">
                <a:solidFill>
                  <a:srgbClr val="0D0A98"/>
                </a:solidFill>
                <a:latin typeface="Palatino Linotype" panose="02040502050505030304" pitchFamily="18" charset="0"/>
                <a:ea typeface="Calibri" panose="020F0502020204030204" pitchFamily="34" charset="0"/>
                <a:cs typeface="Calibri" panose="020F0502020204030204" pitchFamily="34" charset="0"/>
              </a:rPr>
              <a:t>2</a:t>
            </a:r>
            <a:r>
              <a:rPr lang="en-US" sz="2000" dirty="0" smtClean="0">
                <a:solidFill>
                  <a:srgbClr val="0D0A98"/>
                </a:solidFill>
                <a:latin typeface="Palatino Linotype" panose="02040502050505030304" pitchFamily="18" charset="0"/>
                <a:ea typeface="Calibri" panose="020F0502020204030204" pitchFamily="34" charset="0"/>
                <a:cs typeface="Calibri" panose="020F0502020204030204" pitchFamily="34" charset="0"/>
              </a:rPr>
              <a:t>O: </a:t>
            </a:r>
            <a:r>
              <a:rPr lang="en-US" sz="2000" dirty="0" err="1">
                <a:solidFill>
                  <a:srgbClr val="0D0A98"/>
                </a:solidFill>
                <a:latin typeface="Palatino Linotype" panose="02040502050505030304" pitchFamily="18" charset="0"/>
                <a:ea typeface="Calibri" panose="020F0502020204030204" pitchFamily="34" charset="0"/>
                <a:cs typeface="Calibri" panose="020F0502020204030204" pitchFamily="34" charset="0"/>
              </a:rPr>
              <a:t>dinitrogen</a:t>
            </a:r>
            <a:r>
              <a:rPr lang="en-US" sz="2000" dirty="0">
                <a:solidFill>
                  <a:srgbClr val="0D0A98"/>
                </a:solidFill>
                <a:latin typeface="Palatino Linotype" panose="02040502050505030304" pitchFamily="18" charset="0"/>
                <a:ea typeface="Calibri" panose="020F0502020204030204" pitchFamily="34" charset="0"/>
                <a:cs typeface="Calibri" panose="020F0502020204030204" pitchFamily="34" charset="0"/>
              </a:rPr>
              <a:t> </a:t>
            </a:r>
            <a:r>
              <a:rPr lang="en-US" sz="2000" dirty="0" smtClean="0">
                <a:solidFill>
                  <a:srgbClr val="0D0A98"/>
                </a:solidFill>
                <a:latin typeface="Palatino Linotype" panose="02040502050505030304" pitchFamily="18" charset="0"/>
                <a:ea typeface="Calibri" panose="020F0502020204030204" pitchFamily="34" charset="0"/>
                <a:cs typeface="Calibri" panose="020F0502020204030204" pitchFamily="34" charset="0"/>
              </a:rPr>
              <a:t>monoxide (nitrous oxide).</a:t>
            </a:r>
          </a:p>
        </p:txBody>
      </p:sp>
    </p:spTree>
    <p:extLst>
      <p:ext uri="{BB962C8B-B14F-4D97-AF65-F5344CB8AC3E}">
        <p14:creationId xmlns:p14="http://schemas.microsoft.com/office/powerpoint/2010/main" val="55000538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a:spLocks noChangeArrowheads="1"/>
          </p:cNvSpPr>
          <p:nvPr/>
        </p:nvSpPr>
        <p:spPr bwMode="auto">
          <a:xfrm>
            <a:off x="2808196" y="304515"/>
            <a:ext cx="3272051" cy="584775"/>
          </a:xfrm>
          <a:prstGeom prst="rect">
            <a:avLst/>
          </a:prstGeom>
          <a:solidFill>
            <a:srgbClr val="FFC000"/>
          </a:solidFill>
          <a:ln w="9525">
            <a:noFill/>
            <a:miter lim="800000"/>
            <a:headEnd/>
            <a:tailEnd/>
          </a:ln>
        </p:spPr>
        <p:txBody>
          <a:bodyPr wrap="none" anchor="ctr">
            <a:spAutoFit/>
          </a:bodyPr>
          <a:lstStyle/>
          <a:p>
            <a:pPr algn="ctr"/>
            <a:r>
              <a:rPr lang="en-US" sz="3200" b="1" dirty="0" smtClean="0">
                <a:solidFill>
                  <a:srgbClr val="0070C0"/>
                </a:solidFill>
                <a:latin typeface="Palatino Linotype" panose="02040502050505030304" pitchFamily="18" charset="0"/>
              </a:rPr>
              <a:t>2.5. Acid </a:t>
            </a:r>
            <a:r>
              <a:rPr lang="en-US" sz="3200" b="1" dirty="0" err="1" smtClean="0">
                <a:solidFill>
                  <a:srgbClr val="0070C0"/>
                </a:solidFill>
                <a:latin typeface="Palatino Linotype" panose="02040502050505030304" pitchFamily="18" charset="0"/>
              </a:rPr>
              <a:t>và</a:t>
            </a:r>
            <a:r>
              <a:rPr lang="en-US" sz="3200" b="1" dirty="0" smtClean="0">
                <a:solidFill>
                  <a:srgbClr val="0070C0"/>
                </a:solidFill>
                <a:latin typeface="Palatino Linotype" panose="02040502050505030304" pitchFamily="18" charset="0"/>
              </a:rPr>
              <a:t> base</a:t>
            </a:r>
            <a:endParaRPr lang="en-US" sz="3200" b="1" dirty="0">
              <a:solidFill>
                <a:srgbClr val="0070C0"/>
              </a:solidFill>
              <a:latin typeface="Palatino Linotype" panose="02040502050505030304" pitchFamily="18" charset="0"/>
            </a:endParaRPr>
          </a:p>
        </p:txBody>
      </p:sp>
      <p:graphicFrame>
        <p:nvGraphicFramePr>
          <p:cNvPr id="2" name="Table 1"/>
          <p:cNvGraphicFramePr>
            <a:graphicFrameLocks noGrp="1"/>
          </p:cNvGraphicFramePr>
          <p:nvPr>
            <p:extLst>
              <p:ext uri="{D42A27DB-BD31-4B8C-83A1-F6EECF244321}">
                <p14:modId xmlns:p14="http://schemas.microsoft.com/office/powerpoint/2010/main" val="4242699899"/>
              </p:ext>
            </p:extLst>
          </p:nvPr>
        </p:nvGraphicFramePr>
        <p:xfrm>
          <a:off x="304800" y="1371600"/>
          <a:ext cx="8534400" cy="4862125"/>
        </p:xfrm>
        <a:graphic>
          <a:graphicData uri="http://schemas.openxmlformats.org/drawingml/2006/table">
            <a:tbl>
              <a:tblPr firstRow="1" firstCol="1" bandRow="1">
                <a:tableStyleId>{5C22544A-7EE6-4342-B048-85BDC9FD1C3A}</a:tableStyleId>
              </a:tblPr>
              <a:tblGrid>
                <a:gridCol w="2057400"/>
                <a:gridCol w="3632200"/>
                <a:gridCol w="2844800"/>
              </a:tblGrid>
              <a:tr h="664029">
                <a:tc>
                  <a:txBody>
                    <a:bodyPr/>
                    <a:lstStyle/>
                    <a:p>
                      <a:pPr algn="ctr">
                        <a:lnSpc>
                          <a:spcPct val="107000"/>
                        </a:lnSpc>
                        <a:spcAft>
                          <a:spcPts val="0"/>
                        </a:spcAft>
                      </a:pPr>
                      <a:r>
                        <a:rPr lang="en-US" sz="2400" dirty="0" err="1" smtClean="0">
                          <a:effectLst/>
                          <a:latin typeface="Palatino Linotype" panose="02040502050505030304" pitchFamily="18" charset="0"/>
                        </a:rPr>
                        <a:t>Công</a:t>
                      </a:r>
                      <a:r>
                        <a:rPr lang="en-US" sz="2400" baseline="0" dirty="0" smtClean="0">
                          <a:effectLst/>
                          <a:latin typeface="Palatino Linotype" panose="02040502050505030304" pitchFamily="18" charset="0"/>
                        </a:rPr>
                        <a:t> </a:t>
                      </a:r>
                      <a:r>
                        <a:rPr lang="en-US" sz="2400" baseline="0" dirty="0" err="1" smtClean="0">
                          <a:effectLst/>
                          <a:latin typeface="Palatino Linotype" panose="02040502050505030304" pitchFamily="18" charset="0"/>
                        </a:rPr>
                        <a:t>thức</a:t>
                      </a:r>
                      <a:endParaRPr lang="en-US" sz="2000" dirty="0">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c>
                  <a:txBody>
                    <a:bodyPr/>
                    <a:lstStyle/>
                    <a:p>
                      <a:pPr algn="ctr">
                        <a:lnSpc>
                          <a:spcPct val="107000"/>
                        </a:lnSpc>
                        <a:spcAft>
                          <a:spcPts val="0"/>
                        </a:spcAft>
                      </a:pPr>
                      <a:r>
                        <a:rPr lang="en-US" sz="2400" dirty="0" err="1" smtClean="0">
                          <a:effectLst/>
                          <a:latin typeface="Palatino Linotype" panose="02040502050505030304" pitchFamily="18" charset="0"/>
                        </a:rPr>
                        <a:t>Tên</a:t>
                      </a:r>
                      <a:r>
                        <a:rPr lang="en-US" sz="2400" baseline="0" dirty="0" smtClean="0">
                          <a:effectLst/>
                          <a:latin typeface="Palatino Linotype" panose="02040502050505030304" pitchFamily="18" charset="0"/>
                        </a:rPr>
                        <a:t> </a:t>
                      </a:r>
                      <a:r>
                        <a:rPr lang="en-US" sz="2400" baseline="0" dirty="0" err="1" smtClean="0">
                          <a:effectLst/>
                          <a:latin typeface="Palatino Linotype" panose="02040502050505030304" pitchFamily="18" charset="0"/>
                        </a:rPr>
                        <a:t>gọi</a:t>
                      </a:r>
                      <a:r>
                        <a:rPr lang="en-US" sz="2400" baseline="0" dirty="0" smtClean="0">
                          <a:effectLst/>
                          <a:latin typeface="Palatino Linotype" panose="02040502050505030304" pitchFamily="18" charset="0"/>
                        </a:rPr>
                        <a:t> </a:t>
                      </a:r>
                      <a:r>
                        <a:rPr lang="en-US" sz="2400" baseline="0" dirty="0" err="1" smtClean="0">
                          <a:effectLst/>
                          <a:latin typeface="Palatino Linotype" panose="02040502050505030304" pitchFamily="18" charset="0"/>
                        </a:rPr>
                        <a:t>trong</a:t>
                      </a:r>
                      <a:r>
                        <a:rPr lang="en-US" sz="2400" baseline="0" dirty="0" smtClean="0">
                          <a:effectLst/>
                          <a:latin typeface="Palatino Linotype" panose="02040502050505030304" pitchFamily="18" charset="0"/>
                        </a:rPr>
                        <a:t> </a:t>
                      </a:r>
                    </a:p>
                    <a:p>
                      <a:pPr algn="ctr">
                        <a:lnSpc>
                          <a:spcPct val="107000"/>
                        </a:lnSpc>
                        <a:spcAft>
                          <a:spcPts val="0"/>
                        </a:spcAft>
                      </a:pPr>
                      <a:r>
                        <a:rPr lang="en-US" sz="2400" baseline="0" dirty="0" smtClean="0">
                          <a:effectLst/>
                          <a:latin typeface="Palatino Linotype" panose="02040502050505030304" pitchFamily="18" charset="0"/>
                        </a:rPr>
                        <a:t>dung </a:t>
                      </a:r>
                      <a:r>
                        <a:rPr lang="en-US" sz="2400" baseline="0" dirty="0" err="1" smtClean="0">
                          <a:effectLst/>
                          <a:latin typeface="Palatino Linotype" panose="02040502050505030304" pitchFamily="18" charset="0"/>
                        </a:rPr>
                        <a:t>dịch</a:t>
                      </a:r>
                      <a:endParaRPr lang="en-US" sz="2000" dirty="0">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c>
                  <a:txBody>
                    <a:bodyPr/>
                    <a:lstStyle/>
                    <a:p>
                      <a:pPr algn="ctr">
                        <a:lnSpc>
                          <a:spcPct val="107000"/>
                        </a:lnSpc>
                        <a:spcAft>
                          <a:spcPts val="0"/>
                        </a:spcAft>
                      </a:pPr>
                      <a:r>
                        <a:rPr lang="en-US" sz="2400" dirty="0" err="1" smtClean="0">
                          <a:effectLst/>
                          <a:latin typeface="Palatino Linotype" panose="02040502050505030304" pitchFamily="18" charset="0"/>
                        </a:rPr>
                        <a:t>Tên</a:t>
                      </a:r>
                      <a:r>
                        <a:rPr lang="en-US" sz="2400" baseline="0" dirty="0" smtClean="0">
                          <a:effectLst/>
                          <a:latin typeface="Palatino Linotype" panose="02040502050505030304" pitchFamily="18" charset="0"/>
                        </a:rPr>
                        <a:t> </a:t>
                      </a:r>
                      <a:r>
                        <a:rPr lang="en-US" sz="2400" baseline="0" dirty="0" err="1" smtClean="0">
                          <a:effectLst/>
                          <a:latin typeface="Palatino Linotype" panose="02040502050505030304" pitchFamily="18" charset="0"/>
                        </a:rPr>
                        <a:t>của</a:t>
                      </a:r>
                      <a:r>
                        <a:rPr lang="en-US" sz="2400" baseline="0" dirty="0" smtClean="0">
                          <a:effectLst/>
                          <a:latin typeface="Palatino Linotype" panose="02040502050505030304" pitchFamily="18" charset="0"/>
                        </a:rPr>
                        <a:t> </a:t>
                      </a:r>
                      <a:r>
                        <a:rPr lang="en-US" sz="2400" baseline="0" dirty="0" err="1" smtClean="0">
                          <a:effectLst/>
                          <a:latin typeface="Palatino Linotype" panose="02040502050505030304" pitchFamily="18" charset="0"/>
                        </a:rPr>
                        <a:t>chất</a:t>
                      </a:r>
                      <a:r>
                        <a:rPr lang="en-US" sz="2400" baseline="0" dirty="0" smtClean="0">
                          <a:effectLst/>
                          <a:latin typeface="Palatino Linotype" panose="02040502050505030304" pitchFamily="18" charset="0"/>
                        </a:rPr>
                        <a:t> </a:t>
                      </a:r>
                      <a:r>
                        <a:rPr lang="en-US" sz="2400" baseline="0" dirty="0" err="1" smtClean="0">
                          <a:effectLst/>
                          <a:latin typeface="Palatino Linotype" panose="02040502050505030304" pitchFamily="18" charset="0"/>
                        </a:rPr>
                        <a:t>khí</a:t>
                      </a:r>
                      <a:endParaRPr lang="en-US" sz="2000" dirty="0">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r>
              <a:tr h="664029">
                <a:tc>
                  <a:txBody>
                    <a:bodyPr/>
                    <a:lstStyle/>
                    <a:p>
                      <a:pPr>
                        <a:lnSpc>
                          <a:spcPct val="107000"/>
                        </a:lnSpc>
                        <a:spcAft>
                          <a:spcPts val="0"/>
                        </a:spcAft>
                      </a:pPr>
                      <a:r>
                        <a:rPr lang="en-US" sz="2400">
                          <a:effectLst/>
                          <a:latin typeface="Palatino Linotype" panose="02040502050505030304" pitchFamily="18" charset="0"/>
                        </a:rPr>
                        <a:t>HF</a:t>
                      </a:r>
                      <a:endParaRPr lang="en-US" sz="2000">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c>
                  <a:txBody>
                    <a:bodyPr/>
                    <a:lstStyle/>
                    <a:p>
                      <a:pPr>
                        <a:lnSpc>
                          <a:spcPct val="107000"/>
                        </a:lnSpc>
                        <a:spcAft>
                          <a:spcPts val="0"/>
                        </a:spcAft>
                      </a:pPr>
                      <a:r>
                        <a:rPr lang="en-US" sz="2400">
                          <a:effectLst/>
                          <a:latin typeface="Palatino Linotype" panose="02040502050505030304" pitchFamily="18" charset="0"/>
                        </a:rPr>
                        <a:t>hydrofluoric acid</a:t>
                      </a:r>
                      <a:endParaRPr lang="en-US" sz="2000">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c>
                  <a:txBody>
                    <a:bodyPr/>
                    <a:lstStyle/>
                    <a:p>
                      <a:pPr>
                        <a:lnSpc>
                          <a:spcPct val="107000"/>
                        </a:lnSpc>
                        <a:spcAft>
                          <a:spcPts val="0"/>
                        </a:spcAft>
                      </a:pPr>
                      <a:r>
                        <a:rPr lang="en-US" sz="2400">
                          <a:effectLst/>
                          <a:latin typeface="Palatino Linotype" panose="02040502050505030304" pitchFamily="18" charset="0"/>
                        </a:rPr>
                        <a:t>hydrogen fluoride</a:t>
                      </a:r>
                      <a:endParaRPr lang="en-US" sz="2000">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r>
              <a:tr h="664029">
                <a:tc>
                  <a:txBody>
                    <a:bodyPr/>
                    <a:lstStyle/>
                    <a:p>
                      <a:pPr>
                        <a:lnSpc>
                          <a:spcPct val="107000"/>
                        </a:lnSpc>
                        <a:spcAft>
                          <a:spcPts val="0"/>
                        </a:spcAft>
                      </a:pPr>
                      <a:r>
                        <a:rPr lang="en-US" sz="2400">
                          <a:effectLst/>
                          <a:latin typeface="Palatino Linotype" panose="02040502050505030304" pitchFamily="18" charset="0"/>
                        </a:rPr>
                        <a:t>HCl</a:t>
                      </a:r>
                      <a:endParaRPr lang="en-US" sz="2000">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c>
                  <a:txBody>
                    <a:bodyPr/>
                    <a:lstStyle/>
                    <a:p>
                      <a:pPr>
                        <a:lnSpc>
                          <a:spcPct val="107000"/>
                        </a:lnSpc>
                        <a:spcAft>
                          <a:spcPts val="0"/>
                        </a:spcAft>
                      </a:pPr>
                      <a:r>
                        <a:rPr lang="en-US" sz="2400">
                          <a:effectLst/>
                          <a:latin typeface="Palatino Linotype" panose="02040502050505030304" pitchFamily="18" charset="0"/>
                        </a:rPr>
                        <a:t>hydrochloric acid</a:t>
                      </a:r>
                      <a:endParaRPr lang="en-US" sz="2000">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c>
                  <a:txBody>
                    <a:bodyPr/>
                    <a:lstStyle/>
                    <a:p>
                      <a:pPr>
                        <a:lnSpc>
                          <a:spcPct val="107000"/>
                        </a:lnSpc>
                        <a:spcAft>
                          <a:spcPts val="0"/>
                        </a:spcAft>
                      </a:pPr>
                      <a:r>
                        <a:rPr lang="en-US" sz="2400">
                          <a:effectLst/>
                          <a:latin typeface="Palatino Linotype" panose="02040502050505030304" pitchFamily="18" charset="0"/>
                        </a:rPr>
                        <a:t>hydrogen chloride</a:t>
                      </a:r>
                      <a:endParaRPr lang="en-US" sz="2000">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r>
              <a:tr h="664029">
                <a:tc>
                  <a:txBody>
                    <a:bodyPr/>
                    <a:lstStyle/>
                    <a:p>
                      <a:pPr>
                        <a:lnSpc>
                          <a:spcPct val="107000"/>
                        </a:lnSpc>
                        <a:spcAft>
                          <a:spcPts val="0"/>
                        </a:spcAft>
                      </a:pPr>
                      <a:r>
                        <a:rPr lang="en-US" sz="2400">
                          <a:effectLst/>
                          <a:latin typeface="Palatino Linotype" panose="02040502050505030304" pitchFamily="18" charset="0"/>
                        </a:rPr>
                        <a:t>HBr</a:t>
                      </a:r>
                      <a:endParaRPr lang="en-US" sz="2000">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c>
                  <a:txBody>
                    <a:bodyPr/>
                    <a:lstStyle/>
                    <a:p>
                      <a:pPr>
                        <a:lnSpc>
                          <a:spcPct val="107000"/>
                        </a:lnSpc>
                        <a:spcAft>
                          <a:spcPts val="0"/>
                        </a:spcAft>
                      </a:pPr>
                      <a:r>
                        <a:rPr lang="en-US" sz="2400">
                          <a:effectLst/>
                          <a:latin typeface="Palatino Linotype" panose="02040502050505030304" pitchFamily="18" charset="0"/>
                        </a:rPr>
                        <a:t>hydrobromic acid</a:t>
                      </a:r>
                      <a:endParaRPr lang="en-US" sz="2000">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c>
                  <a:txBody>
                    <a:bodyPr/>
                    <a:lstStyle/>
                    <a:p>
                      <a:pPr>
                        <a:lnSpc>
                          <a:spcPct val="107000"/>
                        </a:lnSpc>
                        <a:spcAft>
                          <a:spcPts val="0"/>
                        </a:spcAft>
                      </a:pPr>
                      <a:r>
                        <a:rPr lang="en-US" sz="2400">
                          <a:effectLst/>
                          <a:latin typeface="Palatino Linotype" panose="02040502050505030304" pitchFamily="18" charset="0"/>
                        </a:rPr>
                        <a:t>hydrogen bromide</a:t>
                      </a:r>
                      <a:endParaRPr lang="en-US" sz="2000">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r>
              <a:tr h="664029">
                <a:tc>
                  <a:txBody>
                    <a:bodyPr/>
                    <a:lstStyle/>
                    <a:p>
                      <a:pPr>
                        <a:lnSpc>
                          <a:spcPct val="107000"/>
                        </a:lnSpc>
                        <a:spcAft>
                          <a:spcPts val="0"/>
                        </a:spcAft>
                      </a:pPr>
                      <a:r>
                        <a:rPr lang="en-US" sz="2400">
                          <a:effectLst/>
                          <a:latin typeface="Palatino Linotype" panose="02040502050505030304" pitchFamily="18" charset="0"/>
                        </a:rPr>
                        <a:t>HI</a:t>
                      </a:r>
                      <a:endParaRPr lang="en-US" sz="2000">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c>
                  <a:txBody>
                    <a:bodyPr/>
                    <a:lstStyle/>
                    <a:p>
                      <a:pPr>
                        <a:lnSpc>
                          <a:spcPct val="107000"/>
                        </a:lnSpc>
                        <a:spcAft>
                          <a:spcPts val="0"/>
                        </a:spcAft>
                      </a:pPr>
                      <a:r>
                        <a:rPr lang="en-US" sz="2400">
                          <a:effectLst/>
                          <a:latin typeface="Palatino Linotype" panose="02040502050505030304" pitchFamily="18" charset="0"/>
                        </a:rPr>
                        <a:t>hydroiodic acid</a:t>
                      </a:r>
                      <a:endParaRPr lang="en-US" sz="2000">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c>
                  <a:txBody>
                    <a:bodyPr/>
                    <a:lstStyle/>
                    <a:p>
                      <a:pPr>
                        <a:lnSpc>
                          <a:spcPct val="107000"/>
                        </a:lnSpc>
                        <a:spcAft>
                          <a:spcPts val="0"/>
                        </a:spcAft>
                      </a:pPr>
                      <a:r>
                        <a:rPr lang="en-US" sz="2400">
                          <a:effectLst/>
                          <a:latin typeface="Palatino Linotype" panose="02040502050505030304" pitchFamily="18" charset="0"/>
                        </a:rPr>
                        <a:t>hydrogen iodide</a:t>
                      </a:r>
                      <a:endParaRPr lang="en-US" sz="2000">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r>
              <a:tr h="664029">
                <a:tc>
                  <a:txBody>
                    <a:bodyPr/>
                    <a:lstStyle/>
                    <a:p>
                      <a:pPr>
                        <a:lnSpc>
                          <a:spcPct val="107000"/>
                        </a:lnSpc>
                        <a:spcAft>
                          <a:spcPts val="0"/>
                        </a:spcAft>
                      </a:pPr>
                      <a:r>
                        <a:rPr lang="en-US" sz="2400">
                          <a:effectLst/>
                          <a:latin typeface="Palatino Linotype" panose="02040502050505030304" pitchFamily="18" charset="0"/>
                        </a:rPr>
                        <a:t>HCN</a:t>
                      </a:r>
                      <a:endParaRPr lang="en-US" sz="2000">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c>
                  <a:txBody>
                    <a:bodyPr/>
                    <a:lstStyle/>
                    <a:p>
                      <a:pPr>
                        <a:lnSpc>
                          <a:spcPct val="107000"/>
                        </a:lnSpc>
                        <a:spcAft>
                          <a:spcPts val="0"/>
                        </a:spcAft>
                      </a:pPr>
                      <a:r>
                        <a:rPr lang="en-US" sz="2400">
                          <a:effectLst/>
                          <a:latin typeface="Palatino Linotype" panose="02040502050505030304" pitchFamily="18" charset="0"/>
                        </a:rPr>
                        <a:t>hydrocyanic acid</a:t>
                      </a:r>
                      <a:endParaRPr lang="en-US" sz="2000">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c>
                  <a:txBody>
                    <a:bodyPr/>
                    <a:lstStyle/>
                    <a:p>
                      <a:pPr>
                        <a:lnSpc>
                          <a:spcPct val="107000"/>
                        </a:lnSpc>
                        <a:spcAft>
                          <a:spcPts val="0"/>
                        </a:spcAft>
                      </a:pPr>
                      <a:r>
                        <a:rPr lang="en-US" sz="2400">
                          <a:effectLst/>
                          <a:latin typeface="Palatino Linotype" panose="02040502050505030304" pitchFamily="18" charset="0"/>
                        </a:rPr>
                        <a:t>hydrogen cyanide</a:t>
                      </a:r>
                      <a:endParaRPr lang="en-US" sz="2000">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r>
              <a:tr h="664029">
                <a:tc>
                  <a:txBody>
                    <a:bodyPr/>
                    <a:lstStyle/>
                    <a:p>
                      <a:pPr>
                        <a:lnSpc>
                          <a:spcPct val="107000"/>
                        </a:lnSpc>
                        <a:spcAft>
                          <a:spcPts val="0"/>
                        </a:spcAft>
                      </a:pPr>
                      <a:r>
                        <a:rPr lang="en-US" sz="2400">
                          <a:effectLst/>
                          <a:latin typeface="Palatino Linotype" panose="02040502050505030304" pitchFamily="18" charset="0"/>
                        </a:rPr>
                        <a:t>H</a:t>
                      </a:r>
                      <a:r>
                        <a:rPr lang="en-US" sz="2400" baseline="-25000">
                          <a:effectLst/>
                          <a:latin typeface="Palatino Linotype" panose="02040502050505030304" pitchFamily="18" charset="0"/>
                        </a:rPr>
                        <a:t>2</a:t>
                      </a:r>
                      <a:r>
                        <a:rPr lang="en-US" sz="2400">
                          <a:effectLst/>
                          <a:latin typeface="Palatino Linotype" panose="02040502050505030304" pitchFamily="18" charset="0"/>
                        </a:rPr>
                        <a:t>S</a:t>
                      </a:r>
                      <a:endParaRPr lang="en-US" sz="2000">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c>
                  <a:txBody>
                    <a:bodyPr/>
                    <a:lstStyle/>
                    <a:p>
                      <a:pPr>
                        <a:lnSpc>
                          <a:spcPct val="107000"/>
                        </a:lnSpc>
                        <a:spcAft>
                          <a:spcPts val="0"/>
                        </a:spcAft>
                      </a:pPr>
                      <a:r>
                        <a:rPr lang="en-US" sz="2400">
                          <a:effectLst/>
                          <a:latin typeface="Palatino Linotype" panose="02040502050505030304" pitchFamily="18" charset="0"/>
                        </a:rPr>
                        <a:t>hydrosulfuric acid</a:t>
                      </a:r>
                      <a:endParaRPr lang="en-US" sz="2000">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c>
                  <a:txBody>
                    <a:bodyPr/>
                    <a:lstStyle/>
                    <a:p>
                      <a:pPr>
                        <a:lnSpc>
                          <a:spcPct val="107000"/>
                        </a:lnSpc>
                        <a:spcAft>
                          <a:spcPts val="0"/>
                        </a:spcAft>
                      </a:pPr>
                      <a:r>
                        <a:rPr lang="en-US" sz="2400" dirty="0">
                          <a:effectLst/>
                          <a:latin typeface="Palatino Linotype" panose="02040502050505030304" pitchFamily="18" charset="0"/>
                        </a:rPr>
                        <a:t>hydrogen sulfide</a:t>
                      </a:r>
                      <a:endParaRPr lang="en-US" sz="2000" dirty="0">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r>
            </a:tbl>
          </a:graphicData>
        </a:graphic>
      </p:graphicFrame>
    </p:spTree>
    <p:extLst>
      <p:ext uri="{BB962C8B-B14F-4D97-AF65-F5344CB8AC3E}">
        <p14:creationId xmlns:p14="http://schemas.microsoft.com/office/powerpoint/2010/main" val="4415794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a:spLocks noChangeArrowheads="1"/>
          </p:cNvSpPr>
          <p:nvPr/>
        </p:nvSpPr>
        <p:spPr bwMode="auto">
          <a:xfrm>
            <a:off x="2808196" y="304515"/>
            <a:ext cx="3272051" cy="584775"/>
          </a:xfrm>
          <a:prstGeom prst="rect">
            <a:avLst/>
          </a:prstGeom>
          <a:solidFill>
            <a:srgbClr val="FFC000"/>
          </a:solidFill>
          <a:ln w="9525">
            <a:noFill/>
            <a:miter lim="800000"/>
            <a:headEnd/>
            <a:tailEnd/>
          </a:ln>
        </p:spPr>
        <p:txBody>
          <a:bodyPr wrap="none" anchor="ctr">
            <a:spAutoFit/>
          </a:bodyPr>
          <a:lstStyle/>
          <a:p>
            <a:pPr algn="ctr"/>
            <a:r>
              <a:rPr lang="en-US" sz="3200" b="1" dirty="0" smtClean="0">
                <a:solidFill>
                  <a:srgbClr val="0070C0"/>
                </a:solidFill>
                <a:latin typeface="Palatino Linotype" panose="02040502050505030304" pitchFamily="18" charset="0"/>
              </a:rPr>
              <a:t>2.5. Acid </a:t>
            </a:r>
            <a:r>
              <a:rPr lang="en-US" sz="3200" b="1" dirty="0" err="1" smtClean="0">
                <a:solidFill>
                  <a:srgbClr val="0070C0"/>
                </a:solidFill>
                <a:latin typeface="Palatino Linotype" panose="02040502050505030304" pitchFamily="18" charset="0"/>
              </a:rPr>
              <a:t>và</a:t>
            </a:r>
            <a:r>
              <a:rPr lang="en-US" sz="3200" b="1" dirty="0" smtClean="0">
                <a:solidFill>
                  <a:srgbClr val="0070C0"/>
                </a:solidFill>
                <a:latin typeface="Palatino Linotype" panose="02040502050505030304" pitchFamily="18" charset="0"/>
              </a:rPr>
              <a:t> base</a:t>
            </a:r>
            <a:endParaRPr lang="en-US" sz="3200" b="1" dirty="0">
              <a:solidFill>
                <a:srgbClr val="0070C0"/>
              </a:solidFill>
              <a:latin typeface="Palatino Linotype" panose="02040502050505030304" pitchFamily="18" charset="0"/>
            </a:endParaRPr>
          </a:p>
        </p:txBody>
      </p:sp>
      <p:graphicFrame>
        <p:nvGraphicFramePr>
          <p:cNvPr id="3" name="Table 2"/>
          <p:cNvGraphicFramePr>
            <a:graphicFrameLocks noGrp="1"/>
          </p:cNvGraphicFramePr>
          <p:nvPr>
            <p:extLst>
              <p:ext uri="{D42A27DB-BD31-4B8C-83A1-F6EECF244321}">
                <p14:modId xmlns:p14="http://schemas.microsoft.com/office/powerpoint/2010/main" val="2322766991"/>
              </p:ext>
            </p:extLst>
          </p:nvPr>
        </p:nvGraphicFramePr>
        <p:xfrm>
          <a:off x="1524000" y="1371600"/>
          <a:ext cx="6096000" cy="4729216"/>
        </p:xfrm>
        <a:graphic>
          <a:graphicData uri="http://schemas.openxmlformats.org/drawingml/2006/table">
            <a:tbl>
              <a:tblPr firstRow="1" firstCol="1" bandRow="1">
                <a:tableStyleId>{5C22544A-7EE6-4342-B048-85BDC9FD1C3A}</a:tableStyleId>
              </a:tblPr>
              <a:tblGrid>
                <a:gridCol w="1693333"/>
                <a:gridCol w="4402667"/>
              </a:tblGrid>
              <a:tr h="264167">
                <a:tc>
                  <a:txBody>
                    <a:bodyPr/>
                    <a:lstStyle/>
                    <a:p>
                      <a:pPr algn="l">
                        <a:lnSpc>
                          <a:spcPct val="107000"/>
                        </a:lnSpc>
                        <a:spcAft>
                          <a:spcPts val="0"/>
                        </a:spcAft>
                      </a:pPr>
                      <a:r>
                        <a:rPr lang="en-US" sz="2000" dirty="0" err="1" smtClean="0">
                          <a:effectLst/>
                          <a:latin typeface="Palatino Linotype" panose="02040502050505030304" pitchFamily="18" charset="0"/>
                        </a:rPr>
                        <a:t>Công</a:t>
                      </a:r>
                      <a:r>
                        <a:rPr lang="en-US" sz="2000" baseline="0" dirty="0" smtClean="0">
                          <a:effectLst/>
                          <a:latin typeface="Palatino Linotype" panose="02040502050505030304" pitchFamily="18" charset="0"/>
                        </a:rPr>
                        <a:t> </a:t>
                      </a:r>
                      <a:r>
                        <a:rPr lang="en-US" sz="2000" baseline="0" dirty="0" err="1" smtClean="0">
                          <a:effectLst/>
                          <a:latin typeface="Palatino Linotype" panose="02040502050505030304" pitchFamily="18" charset="0"/>
                        </a:rPr>
                        <a:t>thức</a:t>
                      </a:r>
                      <a:endParaRPr lang="en-US" sz="1800" dirty="0">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c>
                  <a:txBody>
                    <a:bodyPr/>
                    <a:lstStyle/>
                    <a:p>
                      <a:pPr algn="l">
                        <a:lnSpc>
                          <a:spcPct val="107000"/>
                        </a:lnSpc>
                        <a:spcAft>
                          <a:spcPts val="0"/>
                        </a:spcAft>
                      </a:pPr>
                      <a:r>
                        <a:rPr lang="en-US" sz="2000" dirty="0" err="1" smtClean="0">
                          <a:effectLst/>
                          <a:latin typeface="Palatino Linotype" panose="02040502050505030304" pitchFamily="18" charset="0"/>
                        </a:rPr>
                        <a:t>Tên</a:t>
                      </a:r>
                      <a:endParaRPr lang="en-US" sz="1800" dirty="0">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r>
              <a:tr h="430783">
                <a:tc>
                  <a:txBody>
                    <a:bodyPr/>
                    <a:lstStyle/>
                    <a:p>
                      <a:pPr algn="l">
                        <a:lnSpc>
                          <a:spcPct val="107000"/>
                        </a:lnSpc>
                        <a:spcAft>
                          <a:spcPts val="0"/>
                        </a:spcAft>
                      </a:pPr>
                      <a:r>
                        <a:rPr lang="en-US" sz="2000">
                          <a:effectLst/>
                          <a:latin typeface="Palatino Linotype" panose="02040502050505030304" pitchFamily="18" charset="0"/>
                        </a:rPr>
                        <a:t>HNO</a:t>
                      </a:r>
                      <a:r>
                        <a:rPr lang="en-US" sz="2000" baseline="-25000">
                          <a:effectLst/>
                          <a:latin typeface="Palatino Linotype" panose="02040502050505030304" pitchFamily="18" charset="0"/>
                        </a:rPr>
                        <a:t>2</a:t>
                      </a:r>
                      <a:endParaRPr lang="en-US" sz="1800">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c>
                  <a:txBody>
                    <a:bodyPr/>
                    <a:lstStyle/>
                    <a:p>
                      <a:pPr algn="l">
                        <a:lnSpc>
                          <a:spcPct val="107000"/>
                        </a:lnSpc>
                        <a:spcAft>
                          <a:spcPts val="0"/>
                        </a:spcAft>
                      </a:pPr>
                      <a:r>
                        <a:rPr lang="en-US" sz="2000">
                          <a:effectLst/>
                          <a:latin typeface="Palatino Linotype" panose="02040502050505030304" pitchFamily="18" charset="0"/>
                        </a:rPr>
                        <a:t>nitrous acid</a:t>
                      </a:r>
                      <a:endParaRPr lang="en-US" sz="1800">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r>
              <a:tr h="430783">
                <a:tc>
                  <a:txBody>
                    <a:bodyPr/>
                    <a:lstStyle/>
                    <a:p>
                      <a:pPr algn="l">
                        <a:lnSpc>
                          <a:spcPct val="107000"/>
                        </a:lnSpc>
                        <a:spcAft>
                          <a:spcPts val="0"/>
                        </a:spcAft>
                      </a:pPr>
                      <a:r>
                        <a:rPr lang="en-US" sz="2000" dirty="0">
                          <a:effectLst/>
                          <a:latin typeface="Palatino Linotype" panose="02040502050505030304" pitchFamily="18" charset="0"/>
                        </a:rPr>
                        <a:t>HNO</a:t>
                      </a:r>
                      <a:r>
                        <a:rPr lang="en-US" sz="2000" baseline="-25000" dirty="0">
                          <a:effectLst/>
                          <a:latin typeface="Palatino Linotype" panose="02040502050505030304" pitchFamily="18" charset="0"/>
                        </a:rPr>
                        <a:t>3</a:t>
                      </a:r>
                      <a:endParaRPr lang="en-US" sz="1800" dirty="0">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c>
                  <a:txBody>
                    <a:bodyPr/>
                    <a:lstStyle/>
                    <a:p>
                      <a:pPr algn="l">
                        <a:lnSpc>
                          <a:spcPct val="107000"/>
                        </a:lnSpc>
                        <a:spcAft>
                          <a:spcPts val="0"/>
                        </a:spcAft>
                      </a:pPr>
                      <a:r>
                        <a:rPr lang="en-US" sz="2000">
                          <a:effectLst/>
                          <a:latin typeface="Palatino Linotype" panose="02040502050505030304" pitchFamily="18" charset="0"/>
                        </a:rPr>
                        <a:t>nitric acid</a:t>
                      </a:r>
                      <a:endParaRPr lang="en-US" sz="1800">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r>
              <a:tr h="430783">
                <a:tc>
                  <a:txBody>
                    <a:bodyPr/>
                    <a:lstStyle/>
                    <a:p>
                      <a:pPr algn="l">
                        <a:lnSpc>
                          <a:spcPct val="107000"/>
                        </a:lnSpc>
                        <a:spcAft>
                          <a:spcPts val="0"/>
                        </a:spcAft>
                      </a:pPr>
                      <a:r>
                        <a:rPr lang="en-US" sz="2000">
                          <a:effectLst/>
                          <a:latin typeface="Palatino Linotype" panose="02040502050505030304" pitchFamily="18" charset="0"/>
                        </a:rPr>
                        <a:t>H</a:t>
                      </a:r>
                      <a:r>
                        <a:rPr lang="en-US" sz="2000" baseline="-25000">
                          <a:effectLst/>
                          <a:latin typeface="Palatino Linotype" panose="02040502050505030304" pitchFamily="18" charset="0"/>
                        </a:rPr>
                        <a:t>2</a:t>
                      </a:r>
                      <a:r>
                        <a:rPr lang="en-US" sz="2000">
                          <a:effectLst/>
                          <a:latin typeface="Palatino Linotype" panose="02040502050505030304" pitchFamily="18" charset="0"/>
                        </a:rPr>
                        <a:t>SO</a:t>
                      </a:r>
                      <a:r>
                        <a:rPr lang="en-US" sz="2000" baseline="-25000">
                          <a:effectLst/>
                          <a:latin typeface="Palatino Linotype" panose="02040502050505030304" pitchFamily="18" charset="0"/>
                        </a:rPr>
                        <a:t>3</a:t>
                      </a:r>
                      <a:endParaRPr lang="en-US" sz="1800">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c>
                  <a:txBody>
                    <a:bodyPr/>
                    <a:lstStyle/>
                    <a:p>
                      <a:pPr algn="l">
                        <a:lnSpc>
                          <a:spcPct val="107000"/>
                        </a:lnSpc>
                        <a:spcAft>
                          <a:spcPts val="0"/>
                        </a:spcAft>
                      </a:pPr>
                      <a:r>
                        <a:rPr lang="en-US" sz="2000">
                          <a:effectLst/>
                          <a:latin typeface="Palatino Linotype" panose="02040502050505030304" pitchFamily="18" charset="0"/>
                        </a:rPr>
                        <a:t>sulfurous acid</a:t>
                      </a:r>
                      <a:endParaRPr lang="en-US" sz="1800">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r>
              <a:tr h="430783">
                <a:tc>
                  <a:txBody>
                    <a:bodyPr/>
                    <a:lstStyle/>
                    <a:p>
                      <a:pPr algn="l">
                        <a:lnSpc>
                          <a:spcPct val="107000"/>
                        </a:lnSpc>
                        <a:spcAft>
                          <a:spcPts val="0"/>
                        </a:spcAft>
                      </a:pPr>
                      <a:r>
                        <a:rPr lang="en-US" sz="2000">
                          <a:effectLst/>
                          <a:latin typeface="Palatino Linotype" panose="02040502050505030304" pitchFamily="18" charset="0"/>
                        </a:rPr>
                        <a:t>H</a:t>
                      </a:r>
                      <a:r>
                        <a:rPr lang="en-US" sz="2000" baseline="-25000">
                          <a:effectLst/>
                          <a:latin typeface="Palatino Linotype" panose="02040502050505030304" pitchFamily="18" charset="0"/>
                        </a:rPr>
                        <a:t>2</a:t>
                      </a:r>
                      <a:r>
                        <a:rPr lang="en-US" sz="2000">
                          <a:effectLst/>
                          <a:latin typeface="Palatino Linotype" panose="02040502050505030304" pitchFamily="18" charset="0"/>
                        </a:rPr>
                        <a:t>SO</a:t>
                      </a:r>
                      <a:r>
                        <a:rPr lang="en-US" sz="2000" baseline="-25000">
                          <a:effectLst/>
                          <a:latin typeface="Palatino Linotype" panose="02040502050505030304" pitchFamily="18" charset="0"/>
                        </a:rPr>
                        <a:t>4</a:t>
                      </a:r>
                      <a:endParaRPr lang="en-US" sz="1800">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c>
                  <a:txBody>
                    <a:bodyPr/>
                    <a:lstStyle/>
                    <a:p>
                      <a:pPr algn="l">
                        <a:lnSpc>
                          <a:spcPct val="107000"/>
                        </a:lnSpc>
                        <a:spcAft>
                          <a:spcPts val="0"/>
                        </a:spcAft>
                      </a:pPr>
                      <a:r>
                        <a:rPr lang="en-US" sz="2000">
                          <a:effectLst/>
                          <a:latin typeface="Palatino Linotype" panose="02040502050505030304" pitchFamily="18" charset="0"/>
                        </a:rPr>
                        <a:t>sulfuric acid</a:t>
                      </a:r>
                      <a:endParaRPr lang="en-US" sz="1800">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r>
              <a:tr h="430783">
                <a:tc>
                  <a:txBody>
                    <a:bodyPr/>
                    <a:lstStyle/>
                    <a:p>
                      <a:pPr algn="l">
                        <a:lnSpc>
                          <a:spcPct val="107000"/>
                        </a:lnSpc>
                        <a:spcAft>
                          <a:spcPts val="0"/>
                        </a:spcAft>
                      </a:pPr>
                      <a:r>
                        <a:rPr lang="en-US" sz="2000">
                          <a:effectLst/>
                          <a:latin typeface="Palatino Linotype" panose="02040502050505030304" pitchFamily="18" charset="0"/>
                        </a:rPr>
                        <a:t>H</a:t>
                      </a:r>
                      <a:r>
                        <a:rPr lang="en-US" sz="2000" baseline="-25000">
                          <a:effectLst/>
                          <a:latin typeface="Palatino Linotype" panose="02040502050505030304" pitchFamily="18" charset="0"/>
                        </a:rPr>
                        <a:t>3</a:t>
                      </a:r>
                      <a:r>
                        <a:rPr lang="en-US" sz="2000">
                          <a:effectLst/>
                          <a:latin typeface="Palatino Linotype" panose="02040502050505030304" pitchFamily="18" charset="0"/>
                        </a:rPr>
                        <a:t>PO</a:t>
                      </a:r>
                      <a:r>
                        <a:rPr lang="en-US" sz="2000" baseline="-25000">
                          <a:effectLst/>
                          <a:latin typeface="Palatino Linotype" panose="02040502050505030304" pitchFamily="18" charset="0"/>
                        </a:rPr>
                        <a:t>4</a:t>
                      </a:r>
                      <a:endParaRPr lang="en-US" sz="1800">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c>
                  <a:txBody>
                    <a:bodyPr/>
                    <a:lstStyle/>
                    <a:p>
                      <a:pPr algn="l">
                        <a:lnSpc>
                          <a:spcPct val="107000"/>
                        </a:lnSpc>
                        <a:spcAft>
                          <a:spcPts val="0"/>
                        </a:spcAft>
                      </a:pPr>
                      <a:r>
                        <a:rPr lang="en-US" sz="2000">
                          <a:effectLst/>
                          <a:latin typeface="Palatino Linotype" panose="02040502050505030304" pitchFamily="18" charset="0"/>
                        </a:rPr>
                        <a:t>phosphoric acid</a:t>
                      </a:r>
                      <a:endParaRPr lang="en-US" sz="1800">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r>
              <a:tr h="430783">
                <a:tc>
                  <a:txBody>
                    <a:bodyPr/>
                    <a:lstStyle/>
                    <a:p>
                      <a:pPr algn="l">
                        <a:lnSpc>
                          <a:spcPct val="107000"/>
                        </a:lnSpc>
                        <a:spcAft>
                          <a:spcPts val="0"/>
                        </a:spcAft>
                      </a:pPr>
                      <a:r>
                        <a:rPr lang="en-US" sz="2000">
                          <a:effectLst/>
                          <a:latin typeface="Palatino Linotype" panose="02040502050505030304" pitchFamily="18" charset="0"/>
                        </a:rPr>
                        <a:t>H</a:t>
                      </a:r>
                      <a:r>
                        <a:rPr lang="en-US" sz="2000" baseline="-25000">
                          <a:effectLst/>
                          <a:latin typeface="Palatino Linotype" panose="02040502050505030304" pitchFamily="18" charset="0"/>
                        </a:rPr>
                        <a:t>2</a:t>
                      </a:r>
                      <a:r>
                        <a:rPr lang="en-US" sz="2000">
                          <a:effectLst/>
                          <a:latin typeface="Palatino Linotype" panose="02040502050505030304" pitchFamily="18" charset="0"/>
                        </a:rPr>
                        <a:t>CO</a:t>
                      </a:r>
                      <a:r>
                        <a:rPr lang="en-US" sz="2000" baseline="-25000">
                          <a:effectLst/>
                          <a:latin typeface="Palatino Linotype" panose="02040502050505030304" pitchFamily="18" charset="0"/>
                        </a:rPr>
                        <a:t>3</a:t>
                      </a:r>
                      <a:endParaRPr lang="en-US" sz="1800">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c>
                  <a:txBody>
                    <a:bodyPr/>
                    <a:lstStyle/>
                    <a:p>
                      <a:pPr algn="l">
                        <a:lnSpc>
                          <a:spcPct val="107000"/>
                        </a:lnSpc>
                        <a:spcAft>
                          <a:spcPts val="0"/>
                        </a:spcAft>
                      </a:pPr>
                      <a:r>
                        <a:rPr lang="en-US" sz="2000">
                          <a:effectLst/>
                          <a:latin typeface="Palatino Linotype" panose="02040502050505030304" pitchFamily="18" charset="0"/>
                        </a:rPr>
                        <a:t>carbonic acid</a:t>
                      </a:r>
                      <a:endParaRPr lang="en-US" sz="1800">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r>
              <a:tr h="430783">
                <a:tc>
                  <a:txBody>
                    <a:bodyPr/>
                    <a:lstStyle/>
                    <a:p>
                      <a:pPr algn="l">
                        <a:lnSpc>
                          <a:spcPct val="107000"/>
                        </a:lnSpc>
                        <a:spcAft>
                          <a:spcPts val="0"/>
                        </a:spcAft>
                      </a:pPr>
                      <a:r>
                        <a:rPr lang="en-US" sz="2000">
                          <a:effectLst/>
                          <a:latin typeface="Palatino Linotype" panose="02040502050505030304" pitchFamily="18" charset="0"/>
                        </a:rPr>
                        <a:t>HClO</a:t>
                      </a:r>
                      <a:endParaRPr lang="en-US" sz="1800">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c>
                  <a:txBody>
                    <a:bodyPr/>
                    <a:lstStyle/>
                    <a:p>
                      <a:pPr algn="l">
                        <a:lnSpc>
                          <a:spcPct val="107000"/>
                        </a:lnSpc>
                        <a:spcAft>
                          <a:spcPts val="0"/>
                        </a:spcAft>
                      </a:pPr>
                      <a:r>
                        <a:rPr lang="en-US" sz="2000">
                          <a:effectLst/>
                          <a:latin typeface="Palatino Linotype" panose="02040502050505030304" pitchFamily="18" charset="0"/>
                        </a:rPr>
                        <a:t>hypochlorous acid</a:t>
                      </a:r>
                      <a:endParaRPr lang="en-US" sz="1800">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r>
              <a:tr h="430783">
                <a:tc>
                  <a:txBody>
                    <a:bodyPr/>
                    <a:lstStyle/>
                    <a:p>
                      <a:pPr algn="l">
                        <a:lnSpc>
                          <a:spcPct val="107000"/>
                        </a:lnSpc>
                        <a:spcAft>
                          <a:spcPts val="0"/>
                        </a:spcAft>
                      </a:pPr>
                      <a:r>
                        <a:rPr lang="en-US" sz="2000">
                          <a:effectLst/>
                          <a:latin typeface="Palatino Linotype" panose="02040502050505030304" pitchFamily="18" charset="0"/>
                        </a:rPr>
                        <a:t>HClO</a:t>
                      </a:r>
                      <a:r>
                        <a:rPr lang="en-US" sz="2000" baseline="-25000">
                          <a:effectLst/>
                          <a:latin typeface="Palatino Linotype" panose="02040502050505030304" pitchFamily="18" charset="0"/>
                        </a:rPr>
                        <a:t>2</a:t>
                      </a:r>
                      <a:endParaRPr lang="en-US" sz="1800">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c>
                  <a:txBody>
                    <a:bodyPr/>
                    <a:lstStyle/>
                    <a:p>
                      <a:pPr algn="l">
                        <a:lnSpc>
                          <a:spcPct val="107000"/>
                        </a:lnSpc>
                        <a:spcAft>
                          <a:spcPts val="0"/>
                        </a:spcAft>
                      </a:pPr>
                      <a:r>
                        <a:rPr lang="en-US" sz="2000">
                          <a:effectLst/>
                          <a:latin typeface="Palatino Linotype" panose="02040502050505030304" pitchFamily="18" charset="0"/>
                        </a:rPr>
                        <a:t>chlorous acid</a:t>
                      </a:r>
                      <a:endParaRPr lang="en-US" sz="1800">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r>
              <a:tr h="430783">
                <a:tc>
                  <a:txBody>
                    <a:bodyPr/>
                    <a:lstStyle/>
                    <a:p>
                      <a:pPr algn="l">
                        <a:lnSpc>
                          <a:spcPct val="107000"/>
                        </a:lnSpc>
                        <a:spcAft>
                          <a:spcPts val="0"/>
                        </a:spcAft>
                      </a:pPr>
                      <a:r>
                        <a:rPr lang="en-US" sz="2000">
                          <a:effectLst/>
                          <a:latin typeface="Palatino Linotype" panose="02040502050505030304" pitchFamily="18" charset="0"/>
                        </a:rPr>
                        <a:t>HClO</a:t>
                      </a:r>
                      <a:r>
                        <a:rPr lang="en-US" sz="2000" baseline="-25000">
                          <a:effectLst/>
                          <a:latin typeface="Palatino Linotype" panose="02040502050505030304" pitchFamily="18" charset="0"/>
                        </a:rPr>
                        <a:t>3</a:t>
                      </a:r>
                      <a:endParaRPr lang="en-US" sz="1800">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c>
                  <a:txBody>
                    <a:bodyPr/>
                    <a:lstStyle/>
                    <a:p>
                      <a:pPr algn="l">
                        <a:lnSpc>
                          <a:spcPct val="107000"/>
                        </a:lnSpc>
                        <a:spcAft>
                          <a:spcPts val="0"/>
                        </a:spcAft>
                      </a:pPr>
                      <a:r>
                        <a:rPr lang="en-US" sz="2000">
                          <a:effectLst/>
                          <a:latin typeface="Palatino Linotype" panose="02040502050505030304" pitchFamily="18" charset="0"/>
                        </a:rPr>
                        <a:t>chloric acid</a:t>
                      </a:r>
                      <a:endParaRPr lang="en-US" sz="1800">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r>
              <a:tr h="430783">
                <a:tc>
                  <a:txBody>
                    <a:bodyPr/>
                    <a:lstStyle/>
                    <a:p>
                      <a:pPr algn="l">
                        <a:lnSpc>
                          <a:spcPct val="107000"/>
                        </a:lnSpc>
                        <a:spcAft>
                          <a:spcPts val="0"/>
                        </a:spcAft>
                      </a:pPr>
                      <a:r>
                        <a:rPr lang="en-US" sz="2000" dirty="0">
                          <a:effectLst/>
                          <a:latin typeface="Palatino Linotype" panose="02040502050505030304" pitchFamily="18" charset="0"/>
                        </a:rPr>
                        <a:t>HClO</a:t>
                      </a:r>
                      <a:r>
                        <a:rPr lang="en-US" sz="2000" baseline="-25000" dirty="0">
                          <a:effectLst/>
                          <a:latin typeface="Palatino Linotype" panose="02040502050505030304" pitchFamily="18" charset="0"/>
                        </a:rPr>
                        <a:t>4</a:t>
                      </a:r>
                      <a:endParaRPr lang="en-US" sz="1800" dirty="0">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c>
                  <a:txBody>
                    <a:bodyPr/>
                    <a:lstStyle/>
                    <a:p>
                      <a:pPr algn="l">
                        <a:lnSpc>
                          <a:spcPct val="107000"/>
                        </a:lnSpc>
                        <a:spcAft>
                          <a:spcPts val="0"/>
                        </a:spcAft>
                      </a:pPr>
                      <a:r>
                        <a:rPr lang="en-US" sz="2000" dirty="0" err="1">
                          <a:effectLst/>
                          <a:latin typeface="Palatino Linotype" panose="02040502050505030304" pitchFamily="18" charset="0"/>
                        </a:rPr>
                        <a:t>perchloric</a:t>
                      </a:r>
                      <a:r>
                        <a:rPr lang="en-US" sz="2000" dirty="0">
                          <a:effectLst/>
                          <a:latin typeface="Palatino Linotype" panose="02040502050505030304" pitchFamily="18" charset="0"/>
                        </a:rPr>
                        <a:t> acid</a:t>
                      </a:r>
                      <a:endParaRPr lang="en-US" sz="1800" dirty="0">
                        <a:effectLst/>
                        <a:latin typeface="Palatino Linotype" panose="02040502050505030304" pitchFamily="18" charset="0"/>
                        <a:ea typeface="Calibri" panose="020F0502020204030204" pitchFamily="34" charset="0"/>
                        <a:cs typeface="Times New Roman" panose="02020603050405020304" pitchFamily="18" charset="0"/>
                      </a:endParaRPr>
                    </a:p>
                  </a:txBody>
                  <a:tcPr marL="47625" marR="47625" marT="47625" marB="47625" anchor="ctr"/>
                </a:tc>
              </a:tr>
            </a:tbl>
          </a:graphicData>
        </a:graphic>
      </p:graphicFrame>
    </p:spTree>
    <p:extLst>
      <p:ext uri="{BB962C8B-B14F-4D97-AF65-F5344CB8AC3E}">
        <p14:creationId xmlns:p14="http://schemas.microsoft.com/office/powerpoint/2010/main" val="3655602290"/>
      </p:ext>
    </p:extLst>
  </p:cSld>
  <p:clrMapOvr>
    <a:masterClrMapping/>
  </p:clrMapOvr>
  <p:timing>
    <p:tnLst>
      <p:par>
        <p:cTn id="1" dur="indefinite" restart="never" nodeType="tmRoot"/>
      </p:par>
    </p:tnLst>
  </p:timing>
</p:sld>
</file>

<file path=ppt/theme/theme1.xml><?xml version="1.0" encoding="utf-8"?>
<a:theme xmlns:a="http://schemas.openxmlformats.org/drawingml/2006/main" name="1_Office Theme">
  <a:themeElements>
    <a:clrScheme name="Custom 78">
      <a:dk1>
        <a:srgbClr val="2D2015"/>
      </a:dk1>
      <a:lt1>
        <a:srgbClr val="FFFFFF"/>
      </a:lt1>
      <a:dk2>
        <a:srgbClr val="523E26"/>
      </a:dk2>
      <a:lt2>
        <a:srgbClr val="E9D683"/>
      </a:lt2>
      <a:accent1>
        <a:srgbClr val="E19023"/>
      </a:accent1>
      <a:accent2>
        <a:srgbClr val="7AAC54"/>
      </a:accent2>
      <a:accent3>
        <a:srgbClr val="B3AFAC"/>
      </a:accent3>
      <a:accent4>
        <a:srgbClr val="AE7C52"/>
      </a:accent4>
      <a:accent5>
        <a:srgbClr val="EEC6AC"/>
      </a:accent5>
      <a:accent6>
        <a:srgbClr val="6E9B4B"/>
      </a:accent6>
      <a:hlink>
        <a:srgbClr val="E9D683"/>
      </a:hlink>
      <a:folHlink>
        <a:srgbClr val="E9D683"/>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Office Theme">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1415</TotalTime>
  <Words>1104</Words>
  <Application>Microsoft Office PowerPoint</Application>
  <PresentationFormat>On-screen Show (4:3)</PresentationFormat>
  <Paragraphs>428</Paragraphs>
  <Slides>19</Slides>
  <Notes>15</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19</vt:i4>
      </vt:variant>
    </vt:vector>
  </HeadingPairs>
  <TitlesOfParts>
    <vt:vector size="26" baseType="lpstr">
      <vt:lpstr>Arial</vt:lpstr>
      <vt:lpstr>Calibri</vt:lpstr>
      <vt:lpstr>Palatino Linotype</vt:lpstr>
      <vt:lpstr>Symbol</vt:lpstr>
      <vt:lpstr>Times New Roman</vt:lpstr>
      <vt:lpstr>1_Office Theme</vt:lpstr>
      <vt:lpstr>2_Office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vienlaptop115</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lastModifiedBy>Windows User</cp:lastModifiedBy>
  <cp:revision>139</cp:revision>
  <dcterms:created xsi:type="dcterms:W3CDTF">2014-05-08T07:15:53Z</dcterms:created>
  <dcterms:modified xsi:type="dcterms:W3CDTF">2021-03-16T15:56:01Z</dcterms:modified>
</cp:coreProperties>
</file>