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58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6537"/>
    <a:srgbClr val="BB7733"/>
    <a:srgbClr val="E0664E"/>
    <a:srgbClr val="680E17"/>
    <a:srgbClr val="37287B"/>
    <a:srgbClr val="5146AF"/>
    <a:srgbClr val="DA5431"/>
    <a:srgbClr val="1A1A1A"/>
    <a:srgbClr val="FFD41D"/>
    <a:srgbClr val="FFE4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46"/>
  </p:normalViewPr>
  <p:slideViewPr>
    <p:cSldViewPr>
      <p:cViewPr varScale="1">
        <p:scale>
          <a:sx n="138" d="100"/>
          <a:sy n="138" d="100"/>
        </p:scale>
        <p:origin x="3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4/7/22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1141" y="1960930"/>
            <a:ext cx="8272947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986" y="3502512"/>
            <a:ext cx="8272947" cy="880830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064"/>
            <a:ext cx="8246070" cy="899840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730" y="1350111"/>
            <a:ext cx="8246070" cy="3417152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348" y="159739"/>
            <a:ext cx="6410827" cy="76352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348" y="1323749"/>
            <a:ext cx="6393606" cy="334411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284" y="141840"/>
            <a:ext cx="8076896" cy="902860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41238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13635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41238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13635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4/7/22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asu.ai.vn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https://giasu.ai.vn/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Product 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Product B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</Words>
  <Application>Microsoft Macintosh PowerPoint</Application>
  <PresentationFormat>On-screen Show (16:9)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Click to edit  Master title style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2017-08-01T15:40:51Z</dcterms:created>
  <dcterms:modified xsi:type="dcterms:W3CDTF">2022-04-07T14:07:34Z</dcterms:modified>
</cp:coreProperties>
</file>