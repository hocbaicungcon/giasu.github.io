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Lst>
  <p:notesMasterIdLst>
    <p:notesMasterId r:id="rId19"/>
  </p:notesMasterIdLst>
  <p:sldIdLst>
    <p:sldId id="256" r:id="rId2"/>
    <p:sldId id="257" r:id="rId3"/>
    <p:sldId id="258" r:id="rId4"/>
    <p:sldId id="259" r:id="rId5"/>
    <p:sldId id="261" r:id="rId6"/>
    <p:sldId id="322" r:id="rId7"/>
    <p:sldId id="323" r:id="rId8"/>
    <p:sldId id="321" r:id="rId9"/>
    <p:sldId id="319" r:id="rId10"/>
    <p:sldId id="280" r:id="rId11"/>
    <p:sldId id="325" r:id="rId12"/>
    <p:sldId id="326" r:id="rId13"/>
    <p:sldId id="328" r:id="rId14"/>
    <p:sldId id="330" r:id="rId15"/>
    <p:sldId id="333" r:id="rId16"/>
    <p:sldId id="332" r:id="rId17"/>
    <p:sldId id="317" r:id="rId18"/>
  </p:sldIdLst>
  <p:sldSz cx="9144000" cy="5143500" type="screen16x9"/>
  <p:notesSz cx="6858000" cy="9144000"/>
  <p:embeddedFontLst>
    <p:embeddedFont>
      <p:font typeface="Raleway" panose="020B0604020202020204" charset="0"/>
      <p:regular r:id="rId20"/>
      <p:bold r:id="rId21"/>
      <p:italic r:id="rId22"/>
      <p:boldItalic r:id="rId23"/>
    </p:embeddedFont>
    <p:embeddedFont>
      <p:font typeface="SimSun" panose="02010600030101010101" pitchFamily="2" charset="-122"/>
      <p:regular r:id="rId24"/>
    </p:embeddedFont>
    <p:embeddedFont>
      <p:font typeface="Patrick Hand" panose="020B0604020202020204" charset="0"/>
      <p:regular r:id="rId25"/>
    </p:embeddedFont>
    <p:embeddedFont>
      <p:font typeface="Calibri" panose="020F0502020204030204" pitchFamily="34" charset="0"/>
      <p:regular r:id="rId26"/>
      <p:bold r:id="rId27"/>
      <p:italic r:id="rId28"/>
      <p:boldItalic r:id="rId29"/>
    </p:embeddedFont>
    <p:embeddedFont>
      <p:font typeface="Poppins"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526CF0-F236-4B51-B8B8-F8A54B5CBB2C}">
  <a:tblStyle styleId="{BC526CF0-F236-4B51-B8B8-F8A54B5CBB2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4" autoAdjust="0"/>
    <p:restoredTop sz="83684" autoAdjust="0"/>
  </p:normalViewPr>
  <p:slideViewPr>
    <p:cSldViewPr snapToGrid="0">
      <p:cViewPr varScale="1">
        <p:scale>
          <a:sx n="78" d="100"/>
          <a:sy n="78" d="100"/>
        </p:scale>
        <p:origin x="1170" y="7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35F402-53BC-4A34-B879-2666EC536D60}"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777B95F2-381B-44A3-A520-D2C480D834BF}">
      <dgm:prSet phldrT="[Text]"/>
      <dgm:spPr/>
      <dgm:t>
        <a:bodyPr/>
        <a:lstStyle/>
        <a:p>
          <a:r>
            <a:rPr lang="vi-VN" dirty="0" smtClean="0"/>
            <a:t>Lớp trưởng</a:t>
          </a:r>
          <a:endParaRPr lang="en-US" dirty="0"/>
        </a:p>
      </dgm:t>
    </dgm:pt>
    <dgm:pt modelId="{8D6019A1-A3FE-48B0-A00B-D4A453263EFD}" type="parTrans" cxnId="{D8B96F2A-2127-4AEE-86E4-A1B5867C6F78}">
      <dgm:prSet/>
      <dgm:spPr/>
      <dgm:t>
        <a:bodyPr/>
        <a:lstStyle/>
        <a:p>
          <a:endParaRPr lang="en-US"/>
        </a:p>
      </dgm:t>
    </dgm:pt>
    <dgm:pt modelId="{9A1821C9-FEE9-4767-B238-B578A4C58A94}" type="sibTrans" cxnId="{D8B96F2A-2127-4AEE-86E4-A1B5867C6F78}">
      <dgm:prSet/>
      <dgm:spPr/>
      <dgm:t>
        <a:bodyPr/>
        <a:lstStyle/>
        <a:p>
          <a:endParaRPr lang="en-US"/>
        </a:p>
      </dgm:t>
    </dgm:pt>
    <dgm:pt modelId="{77F8997B-28D4-40E8-8CD1-7AE44B4B70E6}">
      <dgm:prSet phldrT="[Text]"/>
      <dgm:spPr/>
      <dgm:t>
        <a:bodyPr/>
        <a:lstStyle/>
        <a:p>
          <a:r>
            <a:rPr lang="vi-VN" dirty="0" smtClean="0"/>
            <a:t>Trần Ngô Tuấn An</a:t>
          </a:r>
          <a:endParaRPr lang="en-US" dirty="0"/>
        </a:p>
      </dgm:t>
    </dgm:pt>
    <dgm:pt modelId="{62D66EA9-1C7B-4A45-ACCA-2D701FD02B4B}" type="parTrans" cxnId="{4B3B81A8-E8F4-4AF7-90A4-F3D0E4270186}">
      <dgm:prSet/>
      <dgm:spPr/>
      <dgm:t>
        <a:bodyPr/>
        <a:lstStyle/>
        <a:p>
          <a:endParaRPr lang="en-US"/>
        </a:p>
      </dgm:t>
    </dgm:pt>
    <dgm:pt modelId="{B6FC641C-4A1E-480A-BAC2-F0AF60C0270D}" type="sibTrans" cxnId="{4B3B81A8-E8F4-4AF7-90A4-F3D0E4270186}">
      <dgm:prSet/>
      <dgm:spPr/>
      <dgm:t>
        <a:bodyPr/>
        <a:lstStyle/>
        <a:p>
          <a:endParaRPr lang="en-US"/>
        </a:p>
      </dgm:t>
    </dgm:pt>
    <dgm:pt modelId="{9FAB0146-B740-44AB-8538-E49CAA6F2BC8}">
      <dgm:prSet phldrT="[Text]"/>
      <dgm:spPr/>
      <dgm:t>
        <a:bodyPr/>
        <a:lstStyle/>
        <a:p>
          <a:r>
            <a:rPr lang="vi-VN" dirty="0" smtClean="0"/>
            <a:t>Phone</a:t>
          </a:r>
          <a:r>
            <a:rPr lang="vi-VN" dirty="0" smtClean="0"/>
            <a:t>: </a:t>
          </a:r>
          <a:endParaRPr lang="en-US" dirty="0"/>
        </a:p>
      </dgm:t>
    </dgm:pt>
    <dgm:pt modelId="{D1BDF9AC-F5CA-4FAB-85D5-44A7962BD6F5}" type="parTrans" cxnId="{6B1061AE-4659-4E52-9C0A-4194CD58A700}">
      <dgm:prSet/>
      <dgm:spPr/>
      <dgm:t>
        <a:bodyPr/>
        <a:lstStyle/>
        <a:p>
          <a:endParaRPr lang="en-US"/>
        </a:p>
      </dgm:t>
    </dgm:pt>
    <dgm:pt modelId="{7F3A6D77-58EB-4032-8C70-4A622242F691}" type="sibTrans" cxnId="{6B1061AE-4659-4E52-9C0A-4194CD58A700}">
      <dgm:prSet/>
      <dgm:spPr/>
      <dgm:t>
        <a:bodyPr/>
        <a:lstStyle/>
        <a:p>
          <a:endParaRPr lang="en-US"/>
        </a:p>
      </dgm:t>
    </dgm:pt>
    <dgm:pt modelId="{0AD71735-3979-4301-918C-54CE1171B22D}">
      <dgm:prSet phldrT="[Text]"/>
      <dgm:spPr/>
      <dgm:t>
        <a:bodyPr/>
        <a:lstStyle/>
        <a:p>
          <a:r>
            <a:rPr lang="vi-VN" dirty="0" smtClean="0"/>
            <a:t>Lớp PHT</a:t>
          </a:r>
          <a:endParaRPr lang="en-US" dirty="0"/>
        </a:p>
      </dgm:t>
    </dgm:pt>
    <dgm:pt modelId="{91C53FFB-35E7-4A9B-8A3E-2430D4C8BD4A}" type="parTrans" cxnId="{EB857649-9471-4880-86AC-5913142F8417}">
      <dgm:prSet/>
      <dgm:spPr/>
      <dgm:t>
        <a:bodyPr/>
        <a:lstStyle/>
        <a:p>
          <a:endParaRPr lang="en-US"/>
        </a:p>
      </dgm:t>
    </dgm:pt>
    <dgm:pt modelId="{4C253610-826E-44B7-9A1E-9872FC33FD5B}" type="sibTrans" cxnId="{EB857649-9471-4880-86AC-5913142F8417}">
      <dgm:prSet/>
      <dgm:spPr/>
      <dgm:t>
        <a:bodyPr/>
        <a:lstStyle/>
        <a:p>
          <a:endParaRPr lang="en-US"/>
        </a:p>
      </dgm:t>
    </dgm:pt>
    <dgm:pt modelId="{A940287D-8257-4E7C-9D32-0778788B63FC}">
      <dgm:prSet phldrT="[Text]"/>
      <dgm:spPr/>
      <dgm:t>
        <a:bodyPr/>
        <a:lstStyle/>
        <a:p>
          <a:r>
            <a:rPr lang="vi-VN" dirty="0" smtClean="0"/>
            <a:t>Nguyễn Thị Thanh Vy</a:t>
          </a:r>
          <a:endParaRPr lang="en-US" dirty="0"/>
        </a:p>
      </dgm:t>
    </dgm:pt>
    <dgm:pt modelId="{BDD3B2F9-1FA9-43C4-BE48-8E621475561E}" type="parTrans" cxnId="{77E02DF0-FD5C-4FA7-A5A5-1590225EFD74}">
      <dgm:prSet/>
      <dgm:spPr/>
      <dgm:t>
        <a:bodyPr/>
        <a:lstStyle/>
        <a:p>
          <a:endParaRPr lang="en-US"/>
        </a:p>
      </dgm:t>
    </dgm:pt>
    <dgm:pt modelId="{D17323FD-34A0-4165-BEF8-99D0E7BF2069}" type="sibTrans" cxnId="{77E02DF0-FD5C-4FA7-A5A5-1590225EFD74}">
      <dgm:prSet/>
      <dgm:spPr/>
      <dgm:t>
        <a:bodyPr/>
        <a:lstStyle/>
        <a:p>
          <a:endParaRPr lang="en-US"/>
        </a:p>
      </dgm:t>
    </dgm:pt>
    <dgm:pt modelId="{25B246C5-E24B-4E19-91E6-30754D79F879}">
      <dgm:prSet phldrT="[Text]"/>
      <dgm:spPr/>
      <dgm:t>
        <a:bodyPr/>
        <a:lstStyle/>
        <a:p>
          <a:r>
            <a:rPr lang="vi-VN" dirty="0" smtClean="0"/>
            <a:t>Phone:</a:t>
          </a:r>
          <a:endParaRPr lang="en-US" dirty="0"/>
        </a:p>
      </dgm:t>
    </dgm:pt>
    <dgm:pt modelId="{0F3872A8-B85D-4EF9-ABFC-2088E8FD0B5C}" type="parTrans" cxnId="{E23C434E-7271-4497-85AC-EB2215054668}">
      <dgm:prSet/>
      <dgm:spPr/>
      <dgm:t>
        <a:bodyPr/>
        <a:lstStyle/>
        <a:p>
          <a:endParaRPr lang="en-US"/>
        </a:p>
      </dgm:t>
    </dgm:pt>
    <dgm:pt modelId="{7258FE5B-F9FE-4288-AFF3-4A89922E5AB1}" type="sibTrans" cxnId="{E23C434E-7271-4497-85AC-EB2215054668}">
      <dgm:prSet/>
      <dgm:spPr/>
      <dgm:t>
        <a:bodyPr/>
        <a:lstStyle/>
        <a:p>
          <a:endParaRPr lang="en-US"/>
        </a:p>
      </dgm:t>
    </dgm:pt>
    <dgm:pt modelId="{04A11D14-02F3-44F0-A7FB-676EBA3DFDF6}" type="pres">
      <dgm:prSet presAssocID="{C835F402-53BC-4A34-B879-2666EC536D60}" presName="list" presStyleCnt="0">
        <dgm:presLayoutVars>
          <dgm:dir/>
          <dgm:animLvl val="lvl"/>
        </dgm:presLayoutVars>
      </dgm:prSet>
      <dgm:spPr/>
      <dgm:t>
        <a:bodyPr/>
        <a:lstStyle/>
        <a:p>
          <a:endParaRPr lang="en-US"/>
        </a:p>
      </dgm:t>
    </dgm:pt>
    <dgm:pt modelId="{89707D72-F6FC-43D6-B0D1-4D13FCBBC6DF}" type="pres">
      <dgm:prSet presAssocID="{777B95F2-381B-44A3-A520-D2C480D834BF}" presName="posSpace" presStyleCnt="0"/>
      <dgm:spPr/>
    </dgm:pt>
    <dgm:pt modelId="{878356F2-E894-4C69-88F7-2A579CAB51DC}" type="pres">
      <dgm:prSet presAssocID="{777B95F2-381B-44A3-A520-D2C480D834BF}" presName="vertFlow" presStyleCnt="0"/>
      <dgm:spPr/>
    </dgm:pt>
    <dgm:pt modelId="{42BDF16F-6169-41FD-8D0B-1DB3DC43322A}" type="pres">
      <dgm:prSet presAssocID="{777B95F2-381B-44A3-A520-D2C480D834BF}" presName="topSpace" presStyleCnt="0"/>
      <dgm:spPr/>
    </dgm:pt>
    <dgm:pt modelId="{0879A3F2-659C-4DF7-8612-188EC0715DFF}" type="pres">
      <dgm:prSet presAssocID="{777B95F2-381B-44A3-A520-D2C480D834BF}" presName="firstComp" presStyleCnt="0"/>
      <dgm:spPr/>
    </dgm:pt>
    <dgm:pt modelId="{94C42561-008A-4B77-9CE1-4E1D388893BD}" type="pres">
      <dgm:prSet presAssocID="{777B95F2-381B-44A3-A520-D2C480D834BF}" presName="firstChild" presStyleLbl="bgAccFollowNode1" presStyleIdx="0" presStyleCnt="4"/>
      <dgm:spPr/>
      <dgm:t>
        <a:bodyPr/>
        <a:lstStyle/>
        <a:p>
          <a:endParaRPr lang="en-US"/>
        </a:p>
      </dgm:t>
    </dgm:pt>
    <dgm:pt modelId="{1B014EBE-3ADE-4C69-8AFC-50D3D664C72B}" type="pres">
      <dgm:prSet presAssocID="{777B95F2-381B-44A3-A520-D2C480D834BF}" presName="firstChildTx" presStyleLbl="bgAccFollowNode1" presStyleIdx="0" presStyleCnt="4">
        <dgm:presLayoutVars>
          <dgm:bulletEnabled val="1"/>
        </dgm:presLayoutVars>
      </dgm:prSet>
      <dgm:spPr/>
      <dgm:t>
        <a:bodyPr/>
        <a:lstStyle/>
        <a:p>
          <a:endParaRPr lang="en-US"/>
        </a:p>
      </dgm:t>
    </dgm:pt>
    <dgm:pt modelId="{CD875D82-D453-43B9-A9F8-3A39909A317B}" type="pres">
      <dgm:prSet presAssocID="{9FAB0146-B740-44AB-8538-E49CAA6F2BC8}" presName="comp" presStyleCnt="0"/>
      <dgm:spPr/>
    </dgm:pt>
    <dgm:pt modelId="{0399ED5B-4AFC-4E1B-9945-1B1A39123665}" type="pres">
      <dgm:prSet presAssocID="{9FAB0146-B740-44AB-8538-E49CAA6F2BC8}" presName="child" presStyleLbl="bgAccFollowNode1" presStyleIdx="1" presStyleCnt="4"/>
      <dgm:spPr/>
      <dgm:t>
        <a:bodyPr/>
        <a:lstStyle/>
        <a:p>
          <a:endParaRPr lang="en-US"/>
        </a:p>
      </dgm:t>
    </dgm:pt>
    <dgm:pt modelId="{5221E400-E17E-46A9-8506-2AA9C0E0EB45}" type="pres">
      <dgm:prSet presAssocID="{9FAB0146-B740-44AB-8538-E49CAA6F2BC8}" presName="childTx" presStyleLbl="bgAccFollowNode1" presStyleIdx="1" presStyleCnt="4">
        <dgm:presLayoutVars>
          <dgm:bulletEnabled val="1"/>
        </dgm:presLayoutVars>
      </dgm:prSet>
      <dgm:spPr/>
      <dgm:t>
        <a:bodyPr/>
        <a:lstStyle/>
        <a:p>
          <a:endParaRPr lang="en-US"/>
        </a:p>
      </dgm:t>
    </dgm:pt>
    <dgm:pt modelId="{5A8E766F-94C9-433D-A377-33EC29EA0B1A}" type="pres">
      <dgm:prSet presAssocID="{777B95F2-381B-44A3-A520-D2C480D834BF}" presName="negSpace" presStyleCnt="0"/>
      <dgm:spPr/>
    </dgm:pt>
    <dgm:pt modelId="{3B99C014-A5B5-4AAB-B42E-BE75248985D7}" type="pres">
      <dgm:prSet presAssocID="{777B95F2-381B-44A3-A520-D2C480D834BF}" presName="circle" presStyleLbl="node1" presStyleIdx="0" presStyleCnt="2"/>
      <dgm:spPr/>
      <dgm:t>
        <a:bodyPr/>
        <a:lstStyle/>
        <a:p>
          <a:endParaRPr lang="en-US"/>
        </a:p>
      </dgm:t>
    </dgm:pt>
    <dgm:pt modelId="{84F5819E-167C-44A1-B06E-8E15E0A85E16}" type="pres">
      <dgm:prSet presAssocID="{9A1821C9-FEE9-4767-B238-B578A4C58A94}" presName="transSpace" presStyleCnt="0"/>
      <dgm:spPr/>
    </dgm:pt>
    <dgm:pt modelId="{330ED9FE-9891-4855-9910-BA8DCAAB3898}" type="pres">
      <dgm:prSet presAssocID="{0AD71735-3979-4301-918C-54CE1171B22D}" presName="posSpace" presStyleCnt="0"/>
      <dgm:spPr/>
    </dgm:pt>
    <dgm:pt modelId="{12EC84C7-FC62-448E-8888-638C48560DCC}" type="pres">
      <dgm:prSet presAssocID="{0AD71735-3979-4301-918C-54CE1171B22D}" presName="vertFlow" presStyleCnt="0"/>
      <dgm:spPr/>
    </dgm:pt>
    <dgm:pt modelId="{36F9DFFF-FC87-484C-9A24-0D3A05E7DE04}" type="pres">
      <dgm:prSet presAssocID="{0AD71735-3979-4301-918C-54CE1171B22D}" presName="topSpace" presStyleCnt="0"/>
      <dgm:spPr/>
    </dgm:pt>
    <dgm:pt modelId="{AFB7BCD0-CC42-404D-A2AC-C6FFF95581F7}" type="pres">
      <dgm:prSet presAssocID="{0AD71735-3979-4301-918C-54CE1171B22D}" presName="firstComp" presStyleCnt="0"/>
      <dgm:spPr/>
    </dgm:pt>
    <dgm:pt modelId="{02E1F315-C59F-4A06-B54C-BF604737D86C}" type="pres">
      <dgm:prSet presAssocID="{0AD71735-3979-4301-918C-54CE1171B22D}" presName="firstChild" presStyleLbl="bgAccFollowNode1" presStyleIdx="2" presStyleCnt="4"/>
      <dgm:spPr/>
      <dgm:t>
        <a:bodyPr/>
        <a:lstStyle/>
        <a:p>
          <a:endParaRPr lang="en-US"/>
        </a:p>
      </dgm:t>
    </dgm:pt>
    <dgm:pt modelId="{B2D7EEF2-CD05-4467-B91D-0CB5C1CE7972}" type="pres">
      <dgm:prSet presAssocID="{0AD71735-3979-4301-918C-54CE1171B22D}" presName="firstChildTx" presStyleLbl="bgAccFollowNode1" presStyleIdx="2" presStyleCnt="4">
        <dgm:presLayoutVars>
          <dgm:bulletEnabled val="1"/>
        </dgm:presLayoutVars>
      </dgm:prSet>
      <dgm:spPr/>
      <dgm:t>
        <a:bodyPr/>
        <a:lstStyle/>
        <a:p>
          <a:endParaRPr lang="en-US"/>
        </a:p>
      </dgm:t>
    </dgm:pt>
    <dgm:pt modelId="{E031579B-56EF-48C7-8668-05D489B24FD0}" type="pres">
      <dgm:prSet presAssocID="{25B246C5-E24B-4E19-91E6-30754D79F879}" presName="comp" presStyleCnt="0"/>
      <dgm:spPr/>
    </dgm:pt>
    <dgm:pt modelId="{CFB3DD75-13FD-4852-9A3A-018030E297AF}" type="pres">
      <dgm:prSet presAssocID="{25B246C5-E24B-4E19-91E6-30754D79F879}" presName="child" presStyleLbl="bgAccFollowNode1" presStyleIdx="3" presStyleCnt="4"/>
      <dgm:spPr/>
      <dgm:t>
        <a:bodyPr/>
        <a:lstStyle/>
        <a:p>
          <a:endParaRPr lang="en-US"/>
        </a:p>
      </dgm:t>
    </dgm:pt>
    <dgm:pt modelId="{CE9E20D3-DCB0-4931-8659-40788B1E0B4E}" type="pres">
      <dgm:prSet presAssocID="{25B246C5-E24B-4E19-91E6-30754D79F879}" presName="childTx" presStyleLbl="bgAccFollowNode1" presStyleIdx="3" presStyleCnt="4">
        <dgm:presLayoutVars>
          <dgm:bulletEnabled val="1"/>
        </dgm:presLayoutVars>
      </dgm:prSet>
      <dgm:spPr/>
      <dgm:t>
        <a:bodyPr/>
        <a:lstStyle/>
        <a:p>
          <a:endParaRPr lang="en-US"/>
        </a:p>
      </dgm:t>
    </dgm:pt>
    <dgm:pt modelId="{7D83EFFE-DBCB-41EF-87F5-F2DC39BF58C2}" type="pres">
      <dgm:prSet presAssocID="{0AD71735-3979-4301-918C-54CE1171B22D}" presName="negSpace" presStyleCnt="0"/>
      <dgm:spPr/>
    </dgm:pt>
    <dgm:pt modelId="{F880E219-AE8D-42C5-A3AF-A9AB3B2B1FBD}" type="pres">
      <dgm:prSet presAssocID="{0AD71735-3979-4301-918C-54CE1171B22D}" presName="circle" presStyleLbl="node1" presStyleIdx="1" presStyleCnt="2"/>
      <dgm:spPr/>
      <dgm:t>
        <a:bodyPr/>
        <a:lstStyle/>
        <a:p>
          <a:endParaRPr lang="en-US"/>
        </a:p>
      </dgm:t>
    </dgm:pt>
  </dgm:ptLst>
  <dgm:cxnLst>
    <dgm:cxn modelId="{703D76F9-9CD4-464E-8070-A152BD174FF2}" type="presOf" srcId="{A940287D-8257-4E7C-9D32-0778788B63FC}" destId="{B2D7EEF2-CD05-4467-B91D-0CB5C1CE7972}" srcOrd="1" destOrd="0" presId="urn:microsoft.com/office/officeart/2005/8/layout/hList9"/>
    <dgm:cxn modelId="{994D4EB9-CCF3-4CD7-BA30-A04AE5A8B87B}" type="presOf" srcId="{C835F402-53BC-4A34-B879-2666EC536D60}" destId="{04A11D14-02F3-44F0-A7FB-676EBA3DFDF6}" srcOrd="0" destOrd="0" presId="urn:microsoft.com/office/officeart/2005/8/layout/hList9"/>
    <dgm:cxn modelId="{EB857649-9471-4880-86AC-5913142F8417}" srcId="{C835F402-53BC-4A34-B879-2666EC536D60}" destId="{0AD71735-3979-4301-918C-54CE1171B22D}" srcOrd="1" destOrd="0" parTransId="{91C53FFB-35E7-4A9B-8A3E-2430D4C8BD4A}" sibTransId="{4C253610-826E-44B7-9A1E-9872FC33FD5B}"/>
    <dgm:cxn modelId="{D8B96F2A-2127-4AEE-86E4-A1B5867C6F78}" srcId="{C835F402-53BC-4A34-B879-2666EC536D60}" destId="{777B95F2-381B-44A3-A520-D2C480D834BF}" srcOrd="0" destOrd="0" parTransId="{8D6019A1-A3FE-48B0-A00B-D4A453263EFD}" sibTransId="{9A1821C9-FEE9-4767-B238-B578A4C58A94}"/>
    <dgm:cxn modelId="{FFAA57CF-52E2-48E2-9746-E51E07FE6DAE}" type="presOf" srcId="{25B246C5-E24B-4E19-91E6-30754D79F879}" destId="{CE9E20D3-DCB0-4931-8659-40788B1E0B4E}" srcOrd="1" destOrd="0" presId="urn:microsoft.com/office/officeart/2005/8/layout/hList9"/>
    <dgm:cxn modelId="{7BFBDD5A-5F0D-46B1-88E0-79D4637F0AAD}" type="presOf" srcId="{777B95F2-381B-44A3-A520-D2C480D834BF}" destId="{3B99C014-A5B5-4AAB-B42E-BE75248985D7}" srcOrd="0" destOrd="0" presId="urn:microsoft.com/office/officeart/2005/8/layout/hList9"/>
    <dgm:cxn modelId="{882C118B-FF26-4EE3-92D4-316B8EA3ACF0}" type="presOf" srcId="{25B246C5-E24B-4E19-91E6-30754D79F879}" destId="{CFB3DD75-13FD-4852-9A3A-018030E297AF}" srcOrd="0" destOrd="0" presId="urn:microsoft.com/office/officeart/2005/8/layout/hList9"/>
    <dgm:cxn modelId="{4B3B81A8-E8F4-4AF7-90A4-F3D0E4270186}" srcId="{777B95F2-381B-44A3-A520-D2C480D834BF}" destId="{77F8997B-28D4-40E8-8CD1-7AE44B4B70E6}" srcOrd="0" destOrd="0" parTransId="{62D66EA9-1C7B-4A45-ACCA-2D701FD02B4B}" sibTransId="{B6FC641C-4A1E-480A-BAC2-F0AF60C0270D}"/>
    <dgm:cxn modelId="{CCBD25E5-2241-4182-A838-6E5376D8060C}" type="presOf" srcId="{9FAB0146-B740-44AB-8538-E49CAA6F2BC8}" destId="{5221E400-E17E-46A9-8506-2AA9C0E0EB45}" srcOrd="1" destOrd="0" presId="urn:microsoft.com/office/officeart/2005/8/layout/hList9"/>
    <dgm:cxn modelId="{6B1061AE-4659-4E52-9C0A-4194CD58A700}" srcId="{777B95F2-381B-44A3-A520-D2C480D834BF}" destId="{9FAB0146-B740-44AB-8538-E49CAA6F2BC8}" srcOrd="1" destOrd="0" parTransId="{D1BDF9AC-F5CA-4FAB-85D5-44A7962BD6F5}" sibTransId="{7F3A6D77-58EB-4032-8C70-4A622242F691}"/>
    <dgm:cxn modelId="{77E02DF0-FD5C-4FA7-A5A5-1590225EFD74}" srcId="{0AD71735-3979-4301-918C-54CE1171B22D}" destId="{A940287D-8257-4E7C-9D32-0778788B63FC}" srcOrd="0" destOrd="0" parTransId="{BDD3B2F9-1FA9-43C4-BE48-8E621475561E}" sibTransId="{D17323FD-34A0-4165-BEF8-99D0E7BF2069}"/>
    <dgm:cxn modelId="{C62E6C1C-78EB-49EA-977E-1BBD420E0A6C}" type="presOf" srcId="{9FAB0146-B740-44AB-8538-E49CAA6F2BC8}" destId="{0399ED5B-4AFC-4E1B-9945-1B1A39123665}" srcOrd="0" destOrd="0" presId="urn:microsoft.com/office/officeart/2005/8/layout/hList9"/>
    <dgm:cxn modelId="{866A018E-EE11-4EA0-A1EB-F301FDE639D7}" type="presOf" srcId="{77F8997B-28D4-40E8-8CD1-7AE44B4B70E6}" destId="{94C42561-008A-4B77-9CE1-4E1D388893BD}" srcOrd="0" destOrd="0" presId="urn:microsoft.com/office/officeart/2005/8/layout/hList9"/>
    <dgm:cxn modelId="{514237EC-6FBB-405D-8D18-2687FCB7960C}" type="presOf" srcId="{0AD71735-3979-4301-918C-54CE1171B22D}" destId="{F880E219-AE8D-42C5-A3AF-A9AB3B2B1FBD}" srcOrd="0" destOrd="0" presId="urn:microsoft.com/office/officeart/2005/8/layout/hList9"/>
    <dgm:cxn modelId="{FC88728B-BA1D-4EE1-8DC9-14BBBBBBE9BA}" type="presOf" srcId="{77F8997B-28D4-40E8-8CD1-7AE44B4B70E6}" destId="{1B014EBE-3ADE-4C69-8AFC-50D3D664C72B}" srcOrd="1" destOrd="0" presId="urn:microsoft.com/office/officeart/2005/8/layout/hList9"/>
    <dgm:cxn modelId="{E23C434E-7271-4497-85AC-EB2215054668}" srcId="{0AD71735-3979-4301-918C-54CE1171B22D}" destId="{25B246C5-E24B-4E19-91E6-30754D79F879}" srcOrd="1" destOrd="0" parTransId="{0F3872A8-B85D-4EF9-ABFC-2088E8FD0B5C}" sibTransId="{7258FE5B-F9FE-4288-AFF3-4A89922E5AB1}"/>
    <dgm:cxn modelId="{56D39DC2-53F4-4BB7-A92C-F7BE7C6EA77F}" type="presOf" srcId="{A940287D-8257-4E7C-9D32-0778788B63FC}" destId="{02E1F315-C59F-4A06-B54C-BF604737D86C}" srcOrd="0" destOrd="0" presId="urn:microsoft.com/office/officeart/2005/8/layout/hList9"/>
    <dgm:cxn modelId="{94AFE561-CE6E-49F4-ACAB-39ACCEE68492}" type="presParOf" srcId="{04A11D14-02F3-44F0-A7FB-676EBA3DFDF6}" destId="{89707D72-F6FC-43D6-B0D1-4D13FCBBC6DF}" srcOrd="0" destOrd="0" presId="urn:microsoft.com/office/officeart/2005/8/layout/hList9"/>
    <dgm:cxn modelId="{92411C1A-7766-42AB-894E-5CBC6A82B551}" type="presParOf" srcId="{04A11D14-02F3-44F0-A7FB-676EBA3DFDF6}" destId="{878356F2-E894-4C69-88F7-2A579CAB51DC}" srcOrd="1" destOrd="0" presId="urn:microsoft.com/office/officeart/2005/8/layout/hList9"/>
    <dgm:cxn modelId="{6BA13CAA-E6DF-42A8-8BF3-BB2827C43F68}" type="presParOf" srcId="{878356F2-E894-4C69-88F7-2A579CAB51DC}" destId="{42BDF16F-6169-41FD-8D0B-1DB3DC43322A}" srcOrd="0" destOrd="0" presId="urn:microsoft.com/office/officeart/2005/8/layout/hList9"/>
    <dgm:cxn modelId="{4A6443B1-4FE4-4C71-9B43-BCE606C17138}" type="presParOf" srcId="{878356F2-E894-4C69-88F7-2A579CAB51DC}" destId="{0879A3F2-659C-4DF7-8612-188EC0715DFF}" srcOrd="1" destOrd="0" presId="urn:microsoft.com/office/officeart/2005/8/layout/hList9"/>
    <dgm:cxn modelId="{30E6EC7B-5D23-43A1-A5CA-9EFFA9CC0809}" type="presParOf" srcId="{0879A3F2-659C-4DF7-8612-188EC0715DFF}" destId="{94C42561-008A-4B77-9CE1-4E1D388893BD}" srcOrd="0" destOrd="0" presId="urn:microsoft.com/office/officeart/2005/8/layout/hList9"/>
    <dgm:cxn modelId="{E45DE186-D6B8-484B-9364-E95F3722C085}" type="presParOf" srcId="{0879A3F2-659C-4DF7-8612-188EC0715DFF}" destId="{1B014EBE-3ADE-4C69-8AFC-50D3D664C72B}" srcOrd="1" destOrd="0" presId="urn:microsoft.com/office/officeart/2005/8/layout/hList9"/>
    <dgm:cxn modelId="{9BD468C5-7E78-4BB9-8A2D-00E70638641E}" type="presParOf" srcId="{878356F2-E894-4C69-88F7-2A579CAB51DC}" destId="{CD875D82-D453-43B9-A9F8-3A39909A317B}" srcOrd="2" destOrd="0" presId="urn:microsoft.com/office/officeart/2005/8/layout/hList9"/>
    <dgm:cxn modelId="{AE6834C4-C541-4BB8-A8A9-B913B0D3E0D2}" type="presParOf" srcId="{CD875D82-D453-43B9-A9F8-3A39909A317B}" destId="{0399ED5B-4AFC-4E1B-9945-1B1A39123665}" srcOrd="0" destOrd="0" presId="urn:microsoft.com/office/officeart/2005/8/layout/hList9"/>
    <dgm:cxn modelId="{58795228-CC9B-420A-B19E-DBEA513D2B8B}" type="presParOf" srcId="{CD875D82-D453-43B9-A9F8-3A39909A317B}" destId="{5221E400-E17E-46A9-8506-2AA9C0E0EB45}" srcOrd="1" destOrd="0" presId="urn:microsoft.com/office/officeart/2005/8/layout/hList9"/>
    <dgm:cxn modelId="{4C673A47-873E-41DE-9D91-60DDB192241A}" type="presParOf" srcId="{04A11D14-02F3-44F0-A7FB-676EBA3DFDF6}" destId="{5A8E766F-94C9-433D-A377-33EC29EA0B1A}" srcOrd="2" destOrd="0" presId="urn:microsoft.com/office/officeart/2005/8/layout/hList9"/>
    <dgm:cxn modelId="{FE7DA0C8-4F3D-471D-BA06-C483C49D9CF6}" type="presParOf" srcId="{04A11D14-02F3-44F0-A7FB-676EBA3DFDF6}" destId="{3B99C014-A5B5-4AAB-B42E-BE75248985D7}" srcOrd="3" destOrd="0" presId="urn:microsoft.com/office/officeart/2005/8/layout/hList9"/>
    <dgm:cxn modelId="{3AFD1059-F9C7-4073-AD33-590E2B825140}" type="presParOf" srcId="{04A11D14-02F3-44F0-A7FB-676EBA3DFDF6}" destId="{84F5819E-167C-44A1-B06E-8E15E0A85E16}" srcOrd="4" destOrd="0" presId="urn:microsoft.com/office/officeart/2005/8/layout/hList9"/>
    <dgm:cxn modelId="{09F505DD-FC31-4842-9799-A11ECB594CAD}" type="presParOf" srcId="{04A11D14-02F3-44F0-A7FB-676EBA3DFDF6}" destId="{330ED9FE-9891-4855-9910-BA8DCAAB3898}" srcOrd="5" destOrd="0" presId="urn:microsoft.com/office/officeart/2005/8/layout/hList9"/>
    <dgm:cxn modelId="{963932D6-5A1A-4396-B4AD-DAA7F8DFBCD8}" type="presParOf" srcId="{04A11D14-02F3-44F0-A7FB-676EBA3DFDF6}" destId="{12EC84C7-FC62-448E-8888-638C48560DCC}" srcOrd="6" destOrd="0" presId="urn:microsoft.com/office/officeart/2005/8/layout/hList9"/>
    <dgm:cxn modelId="{5AD047FB-E414-4827-9415-E5C499701F65}" type="presParOf" srcId="{12EC84C7-FC62-448E-8888-638C48560DCC}" destId="{36F9DFFF-FC87-484C-9A24-0D3A05E7DE04}" srcOrd="0" destOrd="0" presId="urn:microsoft.com/office/officeart/2005/8/layout/hList9"/>
    <dgm:cxn modelId="{2454F7A3-0196-4AEE-818A-BAF1A62447CC}" type="presParOf" srcId="{12EC84C7-FC62-448E-8888-638C48560DCC}" destId="{AFB7BCD0-CC42-404D-A2AC-C6FFF95581F7}" srcOrd="1" destOrd="0" presId="urn:microsoft.com/office/officeart/2005/8/layout/hList9"/>
    <dgm:cxn modelId="{422B0F00-3CF2-42A8-98F4-4C11CE3F1292}" type="presParOf" srcId="{AFB7BCD0-CC42-404D-A2AC-C6FFF95581F7}" destId="{02E1F315-C59F-4A06-B54C-BF604737D86C}" srcOrd="0" destOrd="0" presId="urn:microsoft.com/office/officeart/2005/8/layout/hList9"/>
    <dgm:cxn modelId="{FB1F88D6-FB9F-459E-9958-1DD296E27B8A}" type="presParOf" srcId="{AFB7BCD0-CC42-404D-A2AC-C6FFF95581F7}" destId="{B2D7EEF2-CD05-4467-B91D-0CB5C1CE7972}" srcOrd="1" destOrd="0" presId="urn:microsoft.com/office/officeart/2005/8/layout/hList9"/>
    <dgm:cxn modelId="{B30FE770-E913-45A1-955C-6E9787C70B41}" type="presParOf" srcId="{12EC84C7-FC62-448E-8888-638C48560DCC}" destId="{E031579B-56EF-48C7-8668-05D489B24FD0}" srcOrd="2" destOrd="0" presId="urn:microsoft.com/office/officeart/2005/8/layout/hList9"/>
    <dgm:cxn modelId="{463F3760-2B9D-46C8-AF05-A7476726BA76}" type="presParOf" srcId="{E031579B-56EF-48C7-8668-05D489B24FD0}" destId="{CFB3DD75-13FD-4852-9A3A-018030E297AF}" srcOrd="0" destOrd="0" presId="urn:microsoft.com/office/officeart/2005/8/layout/hList9"/>
    <dgm:cxn modelId="{BD4074C8-C363-4B66-99DA-C1F460E2A8AE}" type="presParOf" srcId="{E031579B-56EF-48C7-8668-05D489B24FD0}" destId="{CE9E20D3-DCB0-4931-8659-40788B1E0B4E}" srcOrd="1" destOrd="0" presId="urn:microsoft.com/office/officeart/2005/8/layout/hList9"/>
    <dgm:cxn modelId="{88C0D9AD-2080-45B4-A569-DBE1517CE619}" type="presParOf" srcId="{04A11D14-02F3-44F0-A7FB-676EBA3DFDF6}" destId="{7D83EFFE-DBCB-41EF-87F5-F2DC39BF58C2}" srcOrd="7" destOrd="0" presId="urn:microsoft.com/office/officeart/2005/8/layout/hList9"/>
    <dgm:cxn modelId="{BBF91BBC-0FC0-40B4-B2D4-E078C6BC68BC}" type="presParOf" srcId="{04A11D14-02F3-44F0-A7FB-676EBA3DFDF6}" destId="{F880E219-AE8D-42C5-A3AF-A9AB3B2B1FBD}"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35F402-53BC-4A34-B879-2666EC536D60}"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777B95F2-381B-44A3-A520-D2C480D834BF}">
      <dgm:prSet phldrT="[Text]"/>
      <dgm:spPr/>
      <dgm:t>
        <a:bodyPr/>
        <a:lstStyle/>
        <a:p>
          <a:r>
            <a:rPr lang="vi-VN" dirty="0" smtClean="0"/>
            <a:t>Lớp PPT</a:t>
          </a:r>
          <a:endParaRPr lang="en-US" dirty="0"/>
        </a:p>
      </dgm:t>
    </dgm:pt>
    <dgm:pt modelId="{8D6019A1-A3FE-48B0-A00B-D4A453263EFD}" type="parTrans" cxnId="{D8B96F2A-2127-4AEE-86E4-A1B5867C6F78}">
      <dgm:prSet/>
      <dgm:spPr/>
      <dgm:t>
        <a:bodyPr/>
        <a:lstStyle/>
        <a:p>
          <a:endParaRPr lang="en-US"/>
        </a:p>
      </dgm:t>
    </dgm:pt>
    <dgm:pt modelId="{9A1821C9-FEE9-4767-B238-B578A4C58A94}" type="sibTrans" cxnId="{D8B96F2A-2127-4AEE-86E4-A1B5867C6F78}">
      <dgm:prSet/>
      <dgm:spPr/>
      <dgm:t>
        <a:bodyPr/>
        <a:lstStyle/>
        <a:p>
          <a:endParaRPr lang="en-US"/>
        </a:p>
      </dgm:t>
    </dgm:pt>
    <dgm:pt modelId="{77F8997B-28D4-40E8-8CD1-7AE44B4B70E6}">
      <dgm:prSet phldrT="[Text]"/>
      <dgm:spPr/>
      <dgm:t>
        <a:bodyPr/>
        <a:lstStyle/>
        <a:p>
          <a:r>
            <a:rPr lang="vi-VN" dirty="0" smtClean="0"/>
            <a:t>Nguyễn Phương KHa</a:t>
          </a:r>
          <a:endParaRPr lang="en-US" dirty="0"/>
        </a:p>
      </dgm:t>
    </dgm:pt>
    <dgm:pt modelId="{62D66EA9-1C7B-4A45-ACCA-2D701FD02B4B}" type="parTrans" cxnId="{4B3B81A8-E8F4-4AF7-90A4-F3D0E4270186}">
      <dgm:prSet/>
      <dgm:spPr/>
      <dgm:t>
        <a:bodyPr/>
        <a:lstStyle/>
        <a:p>
          <a:endParaRPr lang="en-US"/>
        </a:p>
      </dgm:t>
    </dgm:pt>
    <dgm:pt modelId="{B6FC641C-4A1E-480A-BAC2-F0AF60C0270D}" type="sibTrans" cxnId="{4B3B81A8-E8F4-4AF7-90A4-F3D0E4270186}">
      <dgm:prSet/>
      <dgm:spPr/>
      <dgm:t>
        <a:bodyPr/>
        <a:lstStyle/>
        <a:p>
          <a:endParaRPr lang="en-US"/>
        </a:p>
      </dgm:t>
    </dgm:pt>
    <dgm:pt modelId="{9FAB0146-B740-44AB-8538-E49CAA6F2BC8}">
      <dgm:prSet phldrT="[Text]"/>
      <dgm:spPr/>
      <dgm:t>
        <a:bodyPr/>
        <a:lstStyle/>
        <a:p>
          <a:r>
            <a:rPr lang="vi-VN" dirty="0" smtClean="0"/>
            <a:t>Phone:</a:t>
          </a:r>
          <a:endParaRPr lang="en-US" dirty="0"/>
        </a:p>
      </dgm:t>
    </dgm:pt>
    <dgm:pt modelId="{D1BDF9AC-F5CA-4FAB-85D5-44A7962BD6F5}" type="parTrans" cxnId="{6B1061AE-4659-4E52-9C0A-4194CD58A700}">
      <dgm:prSet/>
      <dgm:spPr/>
      <dgm:t>
        <a:bodyPr/>
        <a:lstStyle/>
        <a:p>
          <a:endParaRPr lang="en-US"/>
        </a:p>
      </dgm:t>
    </dgm:pt>
    <dgm:pt modelId="{7F3A6D77-58EB-4032-8C70-4A622242F691}" type="sibTrans" cxnId="{6B1061AE-4659-4E52-9C0A-4194CD58A700}">
      <dgm:prSet/>
      <dgm:spPr/>
      <dgm:t>
        <a:bodyPr/>
        <a:lstStyle/>
        <a:p>
          <a:endParaRPr lang="en-US"/>
        </a:p>
      </dgm:t>
    </dgm:pt>
    <dgm:pt modelId="{0AD71735-3979-4301-918C-54CE1171B22D}">
      <dgm:prSet phldrT="[Text]"/>
      <dgm:spPr/>
      <dgm:t>
        <a:bodyPr/>
        <a:lstStyle/>
        <a:p>
          <a:r>
            <a:rPr lang="vi-VN" dirty="0" smtClean="0"/>
            <a:t>Lớp PlĐ- KL</a:t>
          </a:r>
          <a:endParaRPr lang="en-US" dirty="0"/>
        </a:p>
      </dgm:t>
    </dgm:pt>
    <dgm:pt modelId="{91C53FFB-35E7-4A9B-8A3E-2430D4C8BD4A}" type="parTrans" cxnId="{EB857649-9471-4880-86AC-5913142F8417}">
      <dgm:prSet/>
      <dgm:spPr/>
      <dgm:t>
        <a:bodyPr/>
        <a:lstStyle/>
        <a:p>
          <a:endParaRPr lang="en-US"/>
        </a:p>
      </dgm:t>
    </dgm:pt>
    <dgm:pt modelId="{4C253610-826E-44B7-9A1E-9872FC33FD5B}" type="sibTrans" cxnId="{EB857649-9471-4880-86AC-5913142F8417}">
      <dgm:prSet/>
      <dgm:spPr/>
      <dgm:t>
        <a:bodyPr/>
        <a:lstStyle/>
        <a:p>
          <a:endParaRPr lang="en-US"/>
        </a:p>
      </dgm:t>
    </dgm:pt>
    <dgm:pt modelId="{A940287D-8257-4E7C-9D32-0778788B63FC}">
      <dgm:prSet phldrT="[Text]"/>
      <dgm:spPr/>
      <dgm:t>
        <a:bodyPr/>
        <a:lstStyle/>
        <a:p>
          <a:r>
            <a:rPr lang="vi-VN" dirty="0" smtClean="0"/>
            <a:t>Võ Minh Đức</a:t>
          </a:r>
          <a:endParaRPr lang="en-US" dirty="0"/>
        </a:p>
      </dgm:t>
    </dgm:pt>
    <dgm:pt modelId="{BDD3B2F9-1FA9-43C4-BE48-8E621475561E}" type="parTrans" cxnId="{77E02DF0-FD5C-4FA7-A5A5-1590225EFD74}">
      <dgm:prSet/>
      <dgm:spPr/>
      <dgm:t>
        <a:bodyPr/>
        <a:lstStyle/>
        <a:p>
          <a:endParaRPr lang="en-US"/>
        </a:p>
      </dgm:t>
    </dgm:pt>
    <dgm:pt modelId="{D17323FD-34A0-4165-BEF8-99D0E7BF2069}" type="sibTrans" cxnId="{77E02DF0-FD5C-4FA7-A5A5-1590225EFD74}">
      <dgm:prSet/>
      <dgm:spPr/>
      <dgm:t>
        <a:bodyPr/>
        <a:lstStyle/>
        <a:p>
          <a:endParaRPr lang="en-US"/>
        </a:p>
      </dgm:t>
    </dgm:pt>
    <dgm:pt modelId="{25B246C5-E24B-4E19-91E6-30754D79F879}">
      <dgm:prSet phldrT="[Text]"/>
      <dgm:spPr/>
      <dgm:t>
        <a:bodyPr/>
        <a:lstStyle/>
        <a:p>
          <a:r>
            <a:rPr lang="vi-VN" dirty="0" smtClean="0"/>
            <a:t>Phone:</a:t>
          </a:r>
          <a:endParaRPr lang="en-US" dirty="0"/>
        </a:p>
      </dgm:t>
    </dgm:pt>
    <dgm:pt modelId="{0F3872A8-B85D-4EF9-ABFC-2088E8FD0B5C}" type="parTrans" cxnId="{E23C434E-7271-4497-85AC-EB2215054668}">
      <dgm:prSet/>
      <dgm:spPr/>
      <dgm:t>
        <a:bodyPr/>
        <a:lstStyle/>
        <a:p>
          <a:endParaRPr lang="en-US"/>
        </a:p>
      </dgm:t>
    </dgm:pt>
    <dgm:pt modelId="{7258FE5B-F9FE-4288-AFF3-4A89922E5AB1}" type="sibTrans" cxnId="{E23C434E-7271-4497-85AC-EB2215054668}">
      <dgm:prSet/>
      <dgm:spPr/>
      <dgm:t>
        <a:bodyPr/>
        <a:lstStyle/>
        <a:p>
          <a:endParaRPr lang="en-US"/>
        </a:p>
      </dgm:t>
    </dgm:pt>
    <dgm:pt modelId="{04A11D14-02F3-44F0-A7FB-676EBA3DFDF6}" type="pres">
      <dgm:prSet presAssocID="{C835F402-53BC-4A34-B879-2666EC536D60}" presName="list" presStyleCnt="0">
        <dgm:presLayoutVars>
          <dgm:dir/>
          <dgm:animLvl val="lvl"/>
        </dgm:presLayoutVars>
      </dgm:prSet>
      <dgm:spPr/>
      <dgm:t>
        <a:bodyPr/>
        <a:lstStyle/>
        <a:p>
          <a:endParaRPr lang="en-US"/>
        </a:p>
      </dgm:t>
    </dgm:pt>
    <dgm:pt modelId="{89707D72-F6FC-43D6-B0D1-4D13FCBBC6DF}" type="pres">
      <dgm:prSet presAssocID="{777B95F2-381B-44A3-A520-D2C480D834BF}" presName="posSpace" presStyleCnt="0"/>
      <dgm:spPr/>
    </dgm:pt>
    <dgm:pt modelId="{878356F2-E894-4C69-88F7-2A579CAB51DC}" type="pres">
      <dgm:prSet presAssocID="{777B95F2-381B-44A3-A520-D2C480D834BF}" presName="vertFlow" presStyleCnt="0"/>
      <dgm:spPr/>
    </dgm:pt>
    <dgm:pt modelId="{42BDF16F-6169-41FD-8D0B-1DB3DC43322A}" type="pres">
      <dgm:prSet presAssocID="{777B95F2-381B-44A3-A520-D2C480D834BF}" presName="topSpace" presStyleCnt="0"/>
      <dgm:spPr/>
    </dgm:pt>
    <dgm:pt modelId="{0879A3F2-659C-4DF7-8612-188EC0715DFF}" type="pres">
      <dgm:prSet presAssocID="{777B95F2-381B-44A3-A520-D2C480D834BF}" presName="firstComp" presStyleCnt="0"/>
      <dgm:spPr/>
    </dgm:pt>
    <dgm:pt modelId="{94C42561-008A-4B77-9CE1-4E1D388893BD}" type="pres">
      <dgm:prSet presAssocID="{777B95F2-381B-44A3-A520-D2C480D834BF}" presName="firstChild" presStyleLbl="bgAccFollowNode1" presStyleIdx="0" presStyleCnt="4"/>
      <dgm:spPr/>
      <dgm:t>
        <a:bodyPr/>
        <a:lstStyle/>
        <a:p>
          <a:endParaRPr lang="en-US"/>
        </a:p>
      </dgm:t>
    </dgm:pt>
    <dgm:pt modelId="{1B014EBE-3ADE-4C69-8AFC-50D3D664C72B}" type="pres">
      <dgm:prSet presAssocID="{777B95F2-381B-44A3-A520-D2C480D834BF}" presName="firstChildTx" presStyleLbl="bgAccFollowNode1" presStyleIdx="0" presStyleCnt="4">
        <dgm:presLayoutVars>
          <dgm:bulletEnabled val="1"/>
        </dgm:presLayoutVars>
      </dgm:prSet>
      <dgm:spPr/>
      <dgm:t>
        <a:bodyPr/>
        <a:lstStyle/>
        <a:p>
          <a:endParaRPr lang="en-US"/>
        </a:p>
      </dgm:t>
    </dgm:pt>
    <dgm:pt modelId="{CD875D82-D453-43B9-A9F8-3A39909A317B}" type="pres">
      <dgm:prSet presAssocID="{9FAB0146-B740-44AB-8538-E49CAA6F2BC8}" presName="comp" presStyleCnt="0"/>
      <dgm:spPr/>
    </dgm:pt>
    <dgm:pt modelId="{0399ED5B-4AFC-4E1B-9945-1B1A39123665}" type="pres">
      <dgm:prSet presAssocID="{9FAB0146-B740-44AB-8538-E49CAA6F2BC8}" presName="child" presStyleLbl="bgAccFollowNode1" presStyleIdx="1" presStyleCnt="4"/>
      <dgm:spPr/>
      <dgm:t>
        <a:bodyPr/>
        <a:lstStyle/>
        <a:p>
          <a:endParaRPr lang="en-US"/>
        </a:p>
      </dgm:t>
    </dgm:pt>
    <dgm:pt modelId="{5221E400-E17E-46A9-8506-2AA9C0E0EB45}" type="pres">
      <dgm:prSet presAssocID="{9FAB0146-B740-44AB-8538-E49CAA6F2BC8}" presName="childTx" presStyleLbl="bgAccFollowNode1" presStyleIdx="1" presStyleCnt="4">
        <dgm:presLayoutVars>
          <dgm:bulletEnabled val="1"/>
        </dgm:presLayoutVars>
      </dgm:prSet>
      <dgm:spPr/>
      <dgm:t>
        <a:bodyPr/>
        <a:lstStyle/>
        <a:p>
          <a:endParaRPr lang="en-US"/>
        </a:p>
      </dgm:t>
    </dgm:pt>
    <dgm:pt modelId="{5A8E766F-94C9-433D-A377-33EC29EA0B1A}" type="pres">
      <dgm:prSet presAssocID="{777B95F2-381B-44A3-A520-D2C480D834BF}" presName="negSpace" presStyleCnt="0"/>
      <dgm:spPr/>
    </dgm:pt>
    <dgm:pt modelId="{3B99C014-A5B5-4AAB-B42E-BE75248985D7}" type="pres">
      <dgm:prSet presAssocID="{777B95F2-381B-44A3-A520-D2C480D834BF}" presName="circle" presStyleLbl="node1" presStyleIdx="0" presStyleCnt="2"/>
      <dgm:spPr/>
      <dgm:t>
        <a:bodyPr/>
        <a:lstStyle/>
        <a:p>
          <a:endParaRPr lang="en-US"/>
        </a:p>
      </dgm:t>
    </dgm:pt>
    <dgm:pt modelId="{84F5819E-167C-44A1-B06E-8E15E0A85E16}" type="pres">
      <dgm:prSet presAssocID="{9A1821C9-FEE9-4767-B238-B578A4C58A94}" presName="transSpace" presStyleCnt="0"/>
      <dgm:spPr/>
    </dgm:pt>
    <dgm:pt modelId="{330ED9FE-9891-4855-9910-BA8DCAAB3898}" type="pres">
      <dgm:prSet presAssocID="{0AD71735-3979-4301-918C-54CE1171B22D}" presName="posSpace" presStyleCnt="0"/>
      <dgm:spPr/>
    </dgm:pt>
    <dgm:pt modelId="{12EC84C7-FC62-448E-8888-638C48560DCC}" type="pres">
      <dgm:prSet presAssocID="{0AD71735-3979-4301-918C-54CE1171B22D}" presName="vertFlow" presStyleCnt="0"/>
      <dgm:spPr/>
    </dgm:pt>
    <dgm:pt modelId="{36F9DFFF-FC87-484C-9A24-0D3A05E7DE04}" type="pres">
      <dgm:prSet presAssocID="{0AD71735-3979-4301-918C-54CE1171B22D}" presName="topSpace" presStyleCnt="0"/>
      <dgm:spPr/>
    </dgm:pt>
    <dgm:pt modelId="{AFB7BCD0-CC42-404D-A2AC-C6FFF95581F7}" type="pres">
      <dgm:prSet presAssocID="{0AD71735-3979-4301-918C-54CE1171B22D}" presName="firstComp" presStyleCnt="0"/>
      <dgm:spPr/>
    </dgm:pt>
    <dgm:pt modelId="{02E1F315-C59F-4A06-B54C-BF604737D86C}" type="pres">
      <dgm:prSet presAssocID="{0AD71735-3979-4301-918C-54CE1171B22D}" presName="firstChild" presStyleLbl="bgAccFollowNode1" presStyleIdx="2" presStyleCnt="4"/>
      <dgm:spPr/>
      <dgm:t>
        <a:bodyPr/>
        <a:lstStyle/>
        <a:p>
          <a:endParaRPr lang="en-US"/>
        </a:p>
      </dgm:t>
    </dgm:pt>
    <dgm:pt modelId="{B2D7EEF2-CD05-4467-B91D-0CB5C1CE7972}" type="pres">
      <dgm:prSet presAssocID="{0AD71735-3979-4301-918C-54CE1171B22D}" presName="firstChildTx" presStyleLbl="bgAccFollowNode1" presStyleIdx="2" presStyleCnt="4">
        <dgm:presLayoutVars>
          <dgm:bulletEnabled val="1"/>
        </dgm:presLayoutVars>
      </dgm:prSet>
      <dgm:spPr/>
      <dgm:t>
        <a:bodyPr/>
        <a:lstStyle/>
        <a:p>
          <a:endParaRPr lang="en-US"/>
        </a:p>
      </dgm:t>
    </dgm:pt>
    <dgm:pt modelId="{E031579B-56EF-48C7-8668-05D489B24FD0}" type="pres">
      <dgm:prSet presAssocID="{25B246C5-E24B-4E19-91E6-30754D79F879}" presName="comp" presStyleCnt="0"/>
      <dgm:spPr/>
    </dgm:pt>
    <dgm:pt modelId="{CFB3DD75-13FD-4852-9A3A-018030E297AF}" type="pres">
      <dgm:prSet presAssocID="{25B246C5-E24B-4E19-91E6-30754D79F879}" presName="child" presStyleLbl="bgAccFollowNode1" presStyleIdx="3" presStyleCnt="4"/>
      <dgm:spPr/>
      <dgm:t>
        <a:bodyPr/>
        <a:lstStyle/>
        <a:p>
          <a:endParaRPr lang="en-US"/>
        </a:p>
      </dgm:t>
    </dgm:pt>
    <dgm:pt modelId="{CE9E20D3-DCB0-4931-8659-40788B1E0B4E}" type="pres">
      <dgm:prSet presAssocID="{25B246C5-E24B-4E19-91E6-30754D79F879}" presName="childTx" presStyleLbl="bgAccFollowNode1" presStyleIdx="3" presStyleCnt="4">
        <dgm:presLayoutVars>
          <dgm:bulletEnabled val="1"/>
        </dgm:presLayoutVars>
      </dgm:prSet>
      <dgm:spPr/>
      <dgm:t>
        <a:bodyPr/>
        <a:lstStyle/>
        <a:p>
          <a:endParaRPr lang="en-US"/>
        </a:p>
      </dgm:t>
    </dgm:pt>
    <dgm:pt modelId="{7D83EFFE-DBCB-41EF-87F5-F2DC39BF58C2}" type="pres">
      <dgm:prSet presAssocID="{0AD71735-3979-4301-918C-54CE1171B22D}" presName="negSpace" presStyleCnt="0"/>
      <dgm:spPr/>
    </dgm:pt>
    <dgm:pt modelId="{F880E219-AE8D-42C5-A3AF-A9AB3B2B1FBD}" type="pres">
      <dgm:prSet presAssocID="{0AD71735-3979-4301-918C-54CE1171B22D}" presName="circle" presStyleLbl="node1" presStyleIdx="1" presStyleCnt="2"/>
      <dgm:spPr/>
      <dgm:t>
        <a:bodyPr/>
        <a:lstStyle/>
        <a:p>
          <a:endParaRPr lang="en-US"/>
        </a:p>
      </dgm:t>
    </dgm:pt>
  </dgm:ptLst>
  <dgm:cxnLst>
    <dgm:cxn modelId="{49A1C902-F438-49AE-974E-416401CC7D24}" type="presOf" srcId="{A940287D-8257-4E7C-9D32-0778788B63FC}" destId="{02E1F315-C59F-4A06-B54C-BF604737D86C}" srcOrd="0" destOrd="0" presId="urn:microsoft.com/office/officeart/2005/8/layout/hList9"/>
    <dgm:cxn modelId="{6B1061AE-4659-4E52-9C0A-4194CD58A700}" srcId="{777B95F2-381B-44A3-A520-D2C480D834BF}" destId="{9FAB0146-B740-44AB-8538-E49CAA6F2BC8}" srcOrd="1" destOrd="0" parTransId="{D1BDF9AC-F5CA-4FAB-85D5-44A7962BD6F5}" sibTransId="{7F3A6D77-58EB-4032-8C70-4A622242F691}"/>
    <dgm:cxn modelId="{77E02DF0-FD5C-4FA7-A5A5-1590225EFD74}" srcId="{0AD71735-3979-4301-918C-54CE1171B22D}" destId="{A940287D-8257-4E7C-9D32-0778788B63FC}" srcOrd="0" destOrd="0" parTransId="{BDD3B2F9-1FA9-43C4-BE48-8E621475561E}" sibTransId="{D17323FD-34A0-4165-BEF8-99D0E7BF2069}"/>
    <dgm:cxn modelId="{E23C434E-7271-4497-85AC-EB2215054668}" srcId="{0AD71735-3979-4301-918C-54CE1171B22D}" destId="{25B246C5-E24B-4E19-91E6-30754D79F879}" srcOrd="1" destOrd="0" parTransId="{0F3872A8-B85D-4EF9-ABFC-2088E8FD0B5C}" sibTransId="{7258FE5B-F9FE-4288-AFF3-4A89922E5AB1}"/>
    <dgm:cxn modelId="{A57A7F17-8B77-4C9A-B47A-3FA124DED2E2}" type="presOf" srcId="{25B246C5-E24B-4E19-91E6-30754D79F879}" destId="{CFB3DD75-13FD-4852-9A3A-018030E297AF}" srcOrd="0" destOrd="0" presId="urn:microsoft.com/office/officeart/2005/8/layout/hList9"/>
    <dgm:cxn modelId="{CCFC7ECC-02DB-4633-80BA-C3849BFD6BE0}" type="presOf" srcId="{777B95F2-381B-44A3-A520-D2C480D834BF}" destId="{3B99C014-A5B5-4AAB-B42E-BE75248985D7}" srcOrd="0" destOrd="0" presId="urn:microsoft.com/office/officeart/2005/8/layout/hList9"/>
    <dgm:cxn modelId="{8BB53F10-19B3-4141-8473-59BA61934A8A}" type="presOf" srcId="{C835F402-53BC-4A34-B879-2666EC536D60}" destId="{04A11D14-02F3-44F0-A7FB-676EBA3DFDF6}" srcOrd="0" destOrd="0" presId="urn:microsoft.com/office/officeart/2005/8/layout/hList9"/>
    <dgm:cxn modelId="{4B3B81A8-E8F4-4AF7-90A4-F3D0E4270186}" srcId="{777B95F2-381B-44A3-A520-D2C480D834BF}" destId="{77F8997B-28D4-40E8-8CD1-7AE44B4B70E6}" srcOrd="0" destOrd="0" parTransId="{62D66EA9-1C7B-4A45-ACCA-2D701FD02B4B}" sibTransId="{B6FC641C-4A1E-480A-BAC2-F0AF60C0270D}"/>
    <dgm:cxn modelId="{9564D19E-547B-452D-8513-6DB1180A496B}" type="presOf" srcId="{0AD71735-3979-4301-918C-54CE1171B22D}" destId="{F880E219-AE8D-42C5-A3AF-A9AB3B2B1FBD}" srcOrd="0" destOrd="0" presId="urn:microsoft.com/office/officeart/2005/8/layout/hList9"/>
    <dgm:cxn modelId="{76E61BBB-4FCC-41ED-84A4-9DEA41D4A1A4}" type="presOf" srcId="{77F8997B-28D4-40E8-8CD1-7AE44B4B70E6}" destId="{94C42561-008A-4B77-9CE1-4E1D388893BD}" srcOrd="0" destOrd="0" presId="urn:microsoft.com/office/officeart/2005/8/layout/hList9"/>
    <dgm:cxn modelId="{8371B5FE-7B74-44F6-9241-B788902CFACB}" type="presOf" srcId="{A940287D-8257-4E7C-9D32-0778788B63FC}" destId="{B2D7EEF2-CD05-4467-B91D-0CB5C1CE7972}" srcOrd="1" destOrd="0" presId="urn:microsoft.com/office/officeart/2005/8/layout/hList9"/>
    <dgm:cxn modelId="{8640A899-5526-4F04-8ECE-3DD69B5FCC96}" type="presOf" srcId="{9FAB0146-B740-44AB-8538-E49CAA6F2BC8}" destId="{0399ED5B-4AFC-4E1B-9945-1B1A39123665}" srcOrd="0" destOrd="0" presId="urn:microsoft.com/office/officeart/2005/8/layout/hList9"/>
    <dgm:cxn modelId="{F2C8F011-F77C-441E-A153-BDABFD4A95BE}" type="presOf" srcId="{9FAB0146-B740-44AB-8538-E49CAA6F2BC8}" destId="{5221E400-E17E-46A9-8506-2AA9C0E0EB45}" srcOrd="1" destOrd="0" presId="urn:microsoft.com/office/officeart/2005/8/layout/hList9"/>
    <dgm:cxn modelId="{15B3CA96-34FB-4031-8193-D67C73434A63}" type="presOf" srcId="{77F8997B-28D4-40E8-8CD1-7AE44B4B70E6}" destId="{1B014EBE-3ADE-4C69-8AFC-50D3D664C72B}" srcOrd="1" destOrd="0" presId="urn:microsoft.com/office/officeart/2005/8/layout/hList9"/>
    <dgm:cxn modelId="{D8B96F2A-2127-4AEE-86E4-A1B5867C6F78}" srcId="{C835F402-53BC-4A34-B879-2666EC536D60}" destId="{777B95F2-381B-44A3-A520-D2C480D834BF}" srcOrd="0" destOrd="0" parTransId="{8D6019A1-A3FE-48B0-A00B-D4A453263EFD}" sibTransId="{9A1821C9-FEE9-4767-B238-B578A4C58A94}"/>
    <dgm:cxn modelId="{EB857649-9471-4880-86AC-5913142F8417}" srcId="{C835F402-53BC-4A34-B879-2666EC536D60}" destId="{0AD71735-3979-4301-918C-54CE1171B22D}" srcOrd="1" destOrd="0" parTransId="{91C53FFB-35E7-4A9B-8A3E-2430D4C8BD4A}" sibTransId="{4C253610-826E-44B7-9A1E-9872FC33FD5B}"/>
    <dgm:cxn modelId="{A493B0A8-BD64-4902-8CC0-134726E9A531}" type="presOf" srcId="{25B246C5-E24B-4E19-91E6-30754D79F879}" destId="{CE9E20D3-DCB0-4931-8659-40788B1E0B4E}" srcOrd="1" destOrd="0" presId="urn:microsoft.com/office/officeart/2005/8/layout/hList9"/>
    <dgm:cxn modelId="{5E85F7F4-DE4F-45EF-8DEF-0B42D337CAE7}" type="presParOf" srcId="{04A11D14-02F3-44F0-A7FB-676EBA3DFDF6}" destId="{89707D72-F6FC-43D6-B0D1-4D13FCBBC6DF}" srcOrd="0" destOrd="0" presId="urn:microsoft.com/office/officeart/2005/8/layout/hList9"/>
    <dgm:cxn modelId="{9F8DA2C9-2204-4E27-9AED-B921FB602ABB}" type="presParOf" srcId="{04A11D14-02F3-44F0-A7FB-676EBA3DFDF6}" destId="{878356F2-E894-4C69-88F7-2A579CAB51DC}" srcOrd="1" destOrd="0" presId="urn:microsoft.com/office/officeart/2005/8/layout/hList9"/>
    <dgm:cxn modelId="{B53EE5D5-0616-4F78-9702-772231916DDB}" type="presParOf" srcId="{878356F2-E894-4C69-88F7-2A579CAB51DC}" destId="{42BDF16F-6169-41FD-8D0B-1DB3DC43322A}" srcOrd="0" destOrd="0" presId="urn:microsoft.com/office/officeart/2005/8/layout/hList9"/>
    <dgm:cxn modelId="{F2A5FBC1-D619-4016-B5B6-12F89D328D38}" type="presParOf" srcId="{878356F2-E894-4C69-88F7-2A579CAB51DC}" destId="{0879A3F2-659C-4DF7-8612-188EC0715DFF}" srcOrd="1" destOrd="0" presId="urn:microsoft.com/office/officeart/2005/8/layout/hList9"/>
    <dgm:cxn modelId="{568B509C-5E2E-44A3-AAF8-212076E7EB05}" type="presParOf" srcId="{0879A3F2-659C-4DF7-8612-188EC0715DFF}" destId="{94C42561-008A-4B77-9CE1-4E1D388893BD}" srcOrd="0" destOrd="0" presId="urn:microsoft.com/office/officeart/2005/8/layout/hList9"/>
    <dgm:cxn modelId="{773F54CC-32D7-4F25-AD43-A4CB152507B6}" type="presParOf" srcId="{0879A3F2-659C-4DF7-8612-188EC0715DFF}" destId="{1B014EBE-3ADE-4C69-8AFC-50D3D664C72B}" srcOrd="1" destOrd="0" presId="urn:microsoft.com/office/officeart/2005/8/layout/hList9"/>
    <dgm:cxn modelId="{11B9AFDA-E76A-4577-A4A6-12B988591321}" type="presParOf" srcId="{878356F2-E894-4C69-88F7-2A579CAB51DC}" destId="{CD875D82-D453-43B9-A9F8-3A39909A317B}" srcOrd="2" destOrd="0" presId="urn:microsoft.com/office/officeart/2005/8/layout/hList9"/>
    <dgm:cxn modelId="{057978E2-7844-4708-A91F-9F1B0B15E46C}" type="presParOf" srcId="{CD875D82-D453-43B9-A9F8-3A39909A317B}" destId="{0399ED5B-4AFC-4E1B-9945-1B1A39123665}" srcOrd="0" destOrd="0" presId="urn:microsoft.com/office/officeart/2005/8/layout/hList9"/>
    <dgm:cxn modelId="{0CFCFDFA-9743-4D77-89C0-A85C399C7BB1}" type="presParOf" srcId="{CD875D82-D453-43B9-A9F8-3A39909A317B}" destId="{5221E400-E17E-46A9-8506-2AA9C0E0EB45}" srcOrd="1" destOrd="0" presId="urn:microsoft.com/office/officeart/2005/8/layout/hList9"/>
    <dgm:cxn modelId="{3E841C76-8396-413A-8502-C272971D4623}" type="presParOf" srcId="{04A11D14-02F3-44F0-A7FB-676EBA3DFDF6}" destId="{5A8E766F-94C9-433D-A377-33EC29EA0B1A}" srcOrd="2" destOrd="0" presId="urn:microsoft.com/office/officeart/2005/8/layout/hList9"/>
    <dgm:cxn modelId="{4A1070DA-5BE6-4816-B7B4-CB9A8276FC0E}" type="presParOf" srcId="{04A11D14-02F3-44F0-A7FB-676EBA3DFDF6}" destId="{3B99C014-A5B5-4AAB-B42E-BE75248985D7}" srcOrd="3" destOrd="0" presId="urn:microsoft.com/office/officeart/2005/8/layout/hList9"/>
    <dgm:cxn modelId="{E1952A4F-C496-484F-BFA8-11B8CF2072B8}" type="presParOf" srcId="{04A11D14-02F3-44F0-A7FB-676EBA3DFDF6}" destId="{84F5819E-167C-44A1-B06E-8E15E0A85E16}" srcOrd="4" destOrd="0" presId="urn:microsoft.com/office/officeart/2005/8/layout/hList9"/>
    <dgm:cxn modelId="{66FDCBB5-F30B-4DE5-AF3B-9A1BB42AAD9D}" type="presParOf" srcId="{04A11D14-02F3-44F0-A7FB-676EBA3DFDF6}" destId="{330ED9FE-9891-4855-9910-BA8DCAAB3898}" srcOrd="5" destOrd="0" presId="urn:microsoft.com/office/officeart/2005/8/layout/hList9"/>
    <dgm:cxn modelId="{62C4F054-E237-4DCB-AC8E-BA6E385B5539}" type="presParOf" srcId="{04A11D14-02F3-44F0-A7FB-676EBA3DFDF6}" destId="{12EC84C7-FC62-448E-8888-638C48560DCC}" srcOrd="6" destOrd="0" presId="urn:microsoft.com/office/officeart/2005/8/layout/hList9"/>
    <dgm:cxn modelId="{55892535-81B8-43D5-B817-BD717E6277DC}" type="presParOf" srcId="{12EC84C7-FC62-448E-8888-638C48560DCC}" destId="{36F9DFFF-FC87-484C-9A24-0D3A05E7DE04}" srcOrd="0" destOrd="0" presId="urn:microsoft.com/office/officeart/2005/8/layout/hList9"/>
    <dgm:cxn modelId="{690031F0-29AC-4C78-B421-27352F34D947}" type="presParOf" srcId="{12EC84C7-FC62-448E-8888-638C48560DCC}" destId="{AFB7BCD0-CC42-404D-A2AC-C6FFF95581F7}" srcOrd="1" destOrd="0" presId="urn:microsoft.com/office/officeart/2005/8/layout/hList9"/>
    <dgm:cxn modelId="{D2BB7015-03A3-4E4A-A8A8-78EF7F13D37E}" type="presParOf" srcId="{AFB7BCD0-CC42-404D-A2AC-C6FFF95581F7}" destId="{02E1F315-C59F-4A06-B54C-BF604737D86C}" srcOrd="0" destOrd="0" presId="urn:microsoft.com/office/officeart/2005/8/layout/hList9"/>
    <dgm:cxn modelId="{BCC45B2C-24C7-40F2-A13A-E426A5C86D62}" type="presParOf" srcId="{AFB7BCD0-CC42-404D-A2AC-C6FFF95581F7}" destId="{B2D7EEF2-CD05-4467-B91D-0CB5C1CE7972}" srcOrd="1" destOrd="0" presId="urn:microsoft.com/office/officeart/2005/8/layout/hList9"/>
    <dgm:cxn modelId="{BFC84478-9DCE-4A9D-A9CA-86EE452EF033}" type="presParOf" srcId="{12EC84C7-FC62-448E-8888-638C48560DCC}" destId="{E031579B-56EF-48C7-8668-05D489B24FD0}" srcOrd="2" destOrd="0" presId="urn:microsoft.com/office/officeart/2005/8/layout/hList9"/>
    <dgm:cxn modelId="{51AA9A23-4DC2-48CF-A604-B98D16B772D5}" type="presParOf" srcId="{E031579B-56EF-48C7-8668-05D489B24FD0}" destId="{CFB3DD75-13FD-4852-9A3A-018030E297AF}" srcOrd="0" destOrd="0" presId="urn:microsoft.com/office/officeart/2005/8/layout/hList9"/>
    <dgm:cxn modelId="{27EB7A4A-C68E-41E1-B592-A2E2A72CED7E}" type="presParOf" srcId="{E031579B-56EF-48C7-8668-05D489B24FD0}" destId="{CE9E20D3-DCB0-4931-8659-40788B1E0B4E}" srcOrd="1" destOrd="0" presId="urn:microsoft.com/office/officeart/2005/8/layout/hList9"/>
    <dgm:cxn modelId="{A0C0FBBF-A9C5-4CA5-84F4-DBAB1E1E1312}" type="presParOf" srcId="{04A11D14-02F3-44F0-A7FB-676EBA3DFDF6}" destId="{7D83EFFE-DBCB-41EF-87F5-F2DC39BF58C2}" srcOrd="7" destOrd="0" presId="urn:microsoft.com/office/officeart/2005/8/layout/hList9"/>
    <dgm:cxn modelId="{C7D328B5-9464-452F-98BF-689541EE2F20}" type="presParOf" srcId="{04A11D14-02F3-44F0-A7FB-676EBA3DFDF6}" destId="{F880E219-AE8D-42C5-A3AF-A9AB3B2B1FBD}" srcOrd="8" destOrd="0" presId="urn:microsoft.com/office/officeart/2005/8/layout/hList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35F402-53BC-4A34-B879-2666EC536D60}"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777B95F2-381B-44A3-A520-D2C480D834BF}">
      <dgm:prSet phldrT="[Text]"/>
      <dgm:spPr/>
      <dgm:t>
        <a:bodyPr/>
        <a:lstStyle/>
        <a:p>
          <a:r>
            <a:rPr lang="vi-VN" dirty="0" smtClean="0"/>
            <a:t>TT1</a:t>
          </a:r>
          <a:endParaRPr lang="en-US" dirty="0"/>
        </a:p>
      </dgm:t>
    </dgm:pt>
    <dgm:pt modelId="{8D6019A1-A3FE-48B0-A00B-D4A453263EFD}" type="parTrans" cxnId="{D8B96F2A-2127-4AEE-86E4-A1B5867C6F78}">
      <dgm:prSet/>
      <dgm:spPr/>
      <dgm:t>
        <a:bodyPr/>
        <a:lstStyle/>
        <a:p>
          <a:endParaRPr lang="en-US"/>
        </a:p>
      </dgm:t>
    </dgm:pt>
    <dgm:pt modelId="{9A1821C9-FEE9-4767-B238-B578A4C58A94}" type="sibTrans" cxnId="{D8B96F2A-2127-4AEE-86E4-A1B5867C6F78}">
      <dgm:prSet/>
      <dgm:spPr/>
      <dgm:t>
        <a:bodyPr/>
        <a:lstStyle/>
        <a:p>
          <a:endParaRPr lang="en-US"/>
        </a:p>
      </dgm:t>
    </dgm:pt>
    <dgm:pt modelId="{77F8997B-28D4-40E8-8CD1-7AE44B4B70E6}">
      <dgm:prSet phldrT="[Text]" phldr="1"/>
      <dgm:spPr/>
      <dgm:t>
        <a:bodyPr/>
        <a:lstStyle/>
        <a:p>
          <a:endParaRPr lang="en-US" dirty="0"/>
        </a:p>
      </dgm:t>
    </dgm:pt>
    <dgm:pt modelId="{62D66EA9-1C7B-4A45-ACCA-2D701FD02B4B}" type="parTrans" cxnId="{4B3B81A8-E8F4-4AF7-90A4-F3D0E4270186}">
      <dgm:prSet/>
      <dgm:spPr/>
      <dgm:t>
        <a:bodyPr/>
        <a:lstStyle/>
        <a:p>
          <a:endParaRPr lang="en-US"/>
        </a:p>
      </dgm:t>
    </dgm:pt>
    <dgm:pt modelId="{B6FC641C-4A1E-480A-BAC2-F0AF60C0270D}" type="sibTrans" cxnId="{4B3B81A8-E8F4-4AF7-90A4-F3D0E4270186}">
      <dgm:prSet/>
      <dgm:spPr/>
      <dgm:t>
        <a:bodyPr/>
        <a:lstStyle/>
        <a:p>
          <a:endParaRPr lang="en-US"/>
        </a:p>
      </dgm:t>
    </dgm:pt>
    <dgm:pt modelId="{9FAB0146-B740-44AB-8538-E49CAA6F2BC8}">
      <dgm:prSet phldrT="[Text]"/>
      <dgm:spPr/>
      <dgm:t>
        <a:bodyPr/>
        <a:lstStyle/>
        <a:p>
          <a:r>
            <a:rPr lang="vi-VN" dirty="0" smtClean="0"/>
            <a:t>Phone:</a:t>
          </a:r>
          <a:endParaRPr lang="en-US" dirty="0"/>
        </a:p>
      </dgm:t>
    </dgm:pt>
    <dgm:pt modelId="{D1BDF9AC-F5CA-4FAB-85D5-44A7962BD6F5}" type="parTrans" cxnId="{6B1061AE-4659-4E52-9C0A-4194CD58A700}">
      <dgm:prSet/>
      <dgm:spPr/>
      <dgm:t>
        <a:bodyPr/>
        <a:lstStyle/>
        <a:p>
          <a:endParaRPr lang="en-US"/>
        </a:p>
      </dgm:t>
    </dgm:pt>
    <dgm:pt modelId="{7F3A6D77-58EB-4032-8C70-4A622242F691}" type="sibTrans" cxnId="{6B1061AE-4659-4E52-9C0A-4194CD58A700}">
      <dgm:prSet/>
      <dgm:spPr/>
      <dgm:t>
        <a:bodyPr/>
        <a:lstStyle/>
        <a:p>
          <a:endParaRPr lang="en-US"/>
        </a:p>
      </dgm:t>
    </dgm:pt>
    <dgm:pt modelId="{0AD71735-3979-4301-918C-54CE1171B22D}">
      <dgm:prSet phldrT="[Text]"/>
      <dgm:spPr/>
      <dgm:t>
        <a:bodyPr/>
        <a:lstStyle/>
        <a:p>
          <a:r>
            <a:rPr lang="vi-VN" dirty="0" smtClean="0"/>
            <a:t>TT2</a:t>
          </a:r>
          <a:endParaRPr lang="en-US" dirty="0"/>
        </a:p>
      </dgm:t>
    </dgm:pt>
    <dgm:pt modelId="{91C53FFB-35E7-4A9B-8A3E-2430D4C8BD4A}" type="parTrans" cxnId="{EB857649-9471-4880-86AC-5913142F8417}">
      <dgm:prSet/>
      <dgm:spPr/>
      <dgm:t>
        <a:bodyPr/>
        <a:lstStyle/>
        <a:p>
          <a:endParaRPr lang="en-US"/>
        </a:p>
      </dgm:t>
    </dgm:pt>
    <dgm:pt modelId="{4C253610-826E-44B7-9A1E-9872FC33FD5B}" type="sibTrans" cxnId="{EB857649-9471-4880-86AC-5913142F8417}">
      <dgm:prSet/>
      <dgm:spPr/>
      <dgm:t>
        <a:bodyPr/>
        <a:lstStyle/>
        <a:p>
          <a:endParaRPr lang="en-US"/>
        </a:p>
      </dgm:t>
    </dgm:pt>
    <dgm:pt modelId="{A940287D-8257-4E7C-9D32-0778788B63FC}">
      <dgm:prSet phldrT="[Text]" phldr="1"/>
      <dgm:spPr/>
      <dgm:t>
        <a:bodyPr/>
        <a:lstStyle/>
        <a:p>
          <a:endParaRPr lang="en-US" dirty="0"/>
        </a:p>
      </dgm:t>
    </dgm:pt>
    <dgm:pt modelId="{BDD3B2F9-1FA9-43C4-BE48-8E621475561E}" type="parTrans" cxnId="{77E02DF0-FD5C-4FA7-A5A5-1590225EFD74}">
      <dgm:prSet/>
      <dgm:spPr/>
      <dgm:t>
        <a:bodyPr/>
        <a:lstStyle/>
        <a:p>
          <a:endParaRPr lang="en-US"/>
        </a:p>
      </dgm:t>
    </dgm:pt>
    <dgm:pt modelId="{D17323FD-34A0-4165-BEF8-99D0E7BF2069}" type="sibTrans" cxnId="{77E02DF0-FD5C-4FA7-A5A5-1590225EFD74}">
      <dgm:prSet/>
      <dgm:spPr/>
      <dgm:t>
        <a:bodyPr/>
        <a:lstStyle/>
        <a:p>
          <a:endParaRPr lang="en-US"/>
        </a:p>
      </dgm:t>
    </dgm:pt>
    <dgm:pt modelId="{25B246C5-E24B-4E19-91E6-30754D79F879}">
      <dgm:prSet phldrT="[Text]"/>
      <dgm:spPr/>
      <dgm:t>
        <a:bodyPr/>
        <a:lstStyle/>
        <a:p>
          <a:r>
            <a:rPr lang="vi-VN" dirty="0" smtClean="0"/>
            <a:t>Phone:</a:t>
          </a:r>
          <a:endParaRPr lang="en-US" dirty="0"/>
        </a:p>
      </dgm:t>
    </dgm:pt>
    <dgm:pt modelId="{0F3872A8-B85D-4EF9-ABFC-2088E8FD0B5C}" type="parTrans" cxnId="{E23C434E-7271-4497-85AC-EB2215054668}">
      <dgm:prSet/>
      <dgm:spPr/>
      <dgm:t>
        <a:bodyPr/>
        <a:lstStyle/>
        <a:p>
          <a:endParaRPr lang="en-US"/>
        </a:p>
      </dgm:t>
    </dgm:pt>
    <dgm:pt modelId="{7258FE5B-F9FE-4288-AFF3-4A89922E5AB1}" type="sibTrans" cxnId="{E23C434E-7271-4497-85AC-EB2215054668}">
      <dgm:prSet/>
      <dgm:spPr/>
      <dgm:t>
        <a:bodyPr/>
        <a:lstStyle/>
        <a:p>
          <a:endParaRPr lang="en-US"/>
        </a:p>
      </dgm:t>
    </dgm:pt>
    <dgm:pt modelId="{04A11D14-02F3-44F0-A7FB-676EBA3DFDF6}" type="pres">
      <dgm:prSet presAssocID="{C835F402-53BC-4A34-B879-2666EC536D60}" presName="list" presStyleCnt="0">
        <dgm:presLayoutVars>
          <dgm:dir/>
          <dgm:animLvl val="lvl"/>
        </dgm:presLayoutVars>
      </dgm:prSet>
      <dgm:spPr/>
      <dgm:t>
        <a:bodyPr/>
        <a:lstStyle/>
        <a:p>
          <a:endParaRPr lang="en-US"/>
        </a:p>
      </dgm:t>
    </dgm:pt>
    <dgm:pt modelId="{89707D72-F6FC-43D6-B0D1-4D13FCBBC6DF}" type="pres">
      <dgm:prSet presAssocID="{777B95F2-381B-44A3-A520-D2C480D834BF}" presName="posSpace" presStyleCnt="0"/>
      <dgm:spPr/>
    </dgm:pt>
    <dgm:pt modelId="{878356F2-E894-4C69-88F7-2A579CAB51DC}" type="pres">
      <dgm:prSet presAssocID="{777B95F2-381B-44A3-A520-D2C480D834BF}" presName="vertFlow" presStyleCnt="0"/>
      <dgm:spPr/>
    </dgm:pt>
    <dgm:pt modelId="{42BDF16F-6169-41FD-8D0B-1DB3DC43322A}" type="pres">
      <dgm:prSet presAssocID="{777B95F2-381B-44A3-A520-D2C480D834BF}" presName="topSpace" presStyleCnt="0"/>
      <dgm:spPr/>
    </dgm:pt>
    <dgm:pt modelId="{0879A3F2-659C-4DF7-8612-188EC0715DFF}" type="pres">
      <dgm:prSet presAssocID="{777B95F2-381B-44A3-A520-D2C480D834BF}" presName="firstComp" presStyleCnt="0"/>
      <dgm:spPr/>
    </dgm:pt>
    <dgm:pt modelId="{94C42561-008A-4B77-9CE1-4E1D388893BD}" type="pres">
      <dgm:prSet presAssocID="{777B95F2-381B-44A3-A520-D2C480D834BF}" presName="firstChild" presStyleLbl="bgAccFollowNode1" presStyleIdx="0" presStyleCnt="4"/>
      <dgm:spPr/>
      <dgm:t>
        <a:bodyPr/>
        <a:lstStyle/>
        <a:p>
          <a:endParaRPr lang="en-US"/>
        </a:p>
      </dgm:t>
    </dgm:pt>
    <dgm:pt modelId="{1B014EBE-3ADE-4C69-8AFC-50D3D664C72B}" type="pres">
      <dgm:prSet presAssocID="{777B95F2-381B-44A3-A520-D2C480D834BF}" presName="firstChildTx" presStyleLbl="bgAccFollowNode1" presStyleIdx="0" presStyleCnt="4">
        <dgm:presLayoutVars>
          <dgm:bulletEnabled val="1"/>
        </dgm:presLayoutVars>
      </dgm:prSet>
      <dgm:spPr/>
      <dgm:t>
        <a:bodyPr/>
        <a:lstStyle/>
        <a:p>
          <a:endParaRPr lang="en-US"/>
        </a:p>
      </dgm:t>
    </dgm:pt>
    <dgm:pt modelId="{CD875D82-D453-43B9-A9F8-3A39909A317B}" type="pres">
      <dgm:prSet presAssocID="{9FAB0146-B740-44AB-8538-E49CAA6F2BC8}" presName="comp" presStyleCnt="0"/>
      <dgm:spPr/>
    </dgm:pt>
    <dgm:pt modelId="{0399ED5B-4AFC-4E1B-9945-1B1A39123665}" type="pres">
      <dgm:prSet presAssocID="{9FAB0146-B740-44AB-8538-E49CAA6F2BC8}" presName="child" presStyleLbl="bgAccFollowNode1" presStyleIdx="1" presStyleCnt="4"/>
      <dgm:spPr/>
      <dgm:t>
        <a:bodyPr/>
        <a:lstStyle/>
        <a:p>
          <a:endParaRPr lang="en-US"/>
        </a:p>
      </dgm:t>
    </dgm:pt>
    <dgm:pt modelId="{5221E400-E17E-46A9-8506-2AA9C0E0EB45}" type="pres">
      <dgm:prSet presAssocID="{9FAB0146-B740-44AB-8538-E49CAA6F2BC8}" presName="childTx" presStyleLbl="bgAccFollowNode1" presStyleIdx="1" presStyleCnt="4">
        <dgm:presLayoutVars>
          <dgm:bulletEnabled val="1"/>
        </dgm:presLayoutVars>
      </dgm:prSet>
      <dgm:spPr/>
      <dgm:t>
        <a:bodyPr/>
        <a:lstStyle/>
        <a:p>
          <a:endParaRPr lang="en-US"/>
        </a:p>
      </dgm:t>
    </dgm:pt>
    <dgm:pt modelId="{5A8E766F-94C9-433D-A377-33EC29EA0B1A}" type="pres">
      <dgm:prSet presAssocID="{777B95F2-381B-44A3-A520-D2C480D834BF}" presName="negSpace" presStyleCnt="0"/>
      <dgm:spPr/>
    </dgm:pt>
    <dgm:pt modelId="{3B99C014-A5B5-4AAB-B42E-BE75248985D7}" type="pres">
      <dgm:prSet presAssocID="{777B95F2-381B-44A3-A520-D2C480D834BF}" presName="circle" presStyleLbl="node1" presStyleIdx="0" presStyleCnt="2"/>
      <dgm:spPr/>
      <dgm:t>
        <a:bodyPr/>
        <a:lstStyle/>
        <a:p>
          <a:endParaRPr lang="en-US"/>
        </a:p>
      </dgm:t>
    </dgm:pt>
    <dgm:pt modelId="{84F5819E-167C-44A1-B06E-8E15E0A85E16}" type="pres">
      <dgm:prSet presAssocID="{9A1821C9-FEE9-4767-B238-B578A4C58A94}" presName="transSpace" presStyleCnt="0"/>
      <dgm:spPr/>
    </dgm:pt>
    <dgm:pt modelId="{330ED9FE-9891-4855-9910-BA8DCAAB3898}" type="pres">
      <dgm:prSet presAssocID="{0AD71735-3979-4301-918C-54CE1171B22D}" presName="posSpace" presStyleCnt="0"/>
      <dgm:spPr/>
    </dgm:pt>
    <dgm:pt modelId="{12EC84C7-FC62-448E-8888-638C48560DCC}" type="pres">
      <dgm:prSet presAssocID="{0AD71735-3979-4301-918C-54CE1171B22D}" presName="vertFlow" presStyleCnt="0"/>
      <dgm:spPr/>
    </dgm:pt>
    <dgm:pt modelId="{36F9DFFF-FC87-484C-9A24-0D3A05E7DE04}" type="pres">
      <dgm:prSet presAssocID="{0AD71735-3979-4301-918C-54CE1171B22D}" presName="topSpace" presStyleCnt="0"/>
      <dgm:spPr/>
    </dgm:pt>
    <dgm:pt modelId="{AFB7BCD0-CC42-404D-A2AC-C6FFF95581F7}" type="pres">
      <dgm:prSet presAssocID="{0AD71735-3979-4301-918C-54CE1171B22D}" presName="firstComp" presStyleCnt="0"/>
      <dgm:spPr/>
    </dgm:pt>
    <dgm:pt modelId="{02E1F315-C59F-4A06-B54C-BF604737D86C}" type="pres">
      <dgm:prSet presAssocID="{0AD71735-3979-4301-918C-54CE1171B22D}" presName="firstChild" presStyleLbl="bgAccFollowNode1" presStyleIdx="2" presStyleCnt="4"/>
      <dgm:spPr/>
      <dgm:t>
        <a:bodyPr/>
        <a:lstStyle/>
        <a:p>
          <a:endParaRPr lang="en-US"/>
        </a:p>
      </dgm:t>
    </dgm:pt>
    <dgm:pt modelId="{B2D7EEF2-CD05-4467-B91D-0CB5C1CE7972}" type="pres">
      <dgm:prSet presAssocID="{0AD71735-3979-4301-918C-54CE1171B22D}" presName="firstChildTx" presStyleLbl="bgAccFollowNode1" presStyleIdx="2" presStyleCnt="4">
        <dgm:presLayoutVars>
          <dgm:bulletEnabled val="1"/>
        </dgm:presLayoutVars>
      </dgm:prSet>
      <dgm:spPr/>
      <dgm:t>
        <a:bodyPr/>
        <a:lstStyle/>
        <a:p>
          <a:endParaRPr lang="en-US"/>
        </a:p>
      </dgm:t>
    </dgm:pt>
    <dgm:pt modelId="{E031579B-56EF-48C7-8668-05D489B24FD0}" type="pres">
      <dgm:prSet presAssocID="{25B246C5-E24B-4E19-91E6-30754D79F879}" presName="comp" presStyleCnt="0"/>
      <dgm:spPr/>
    </dgm:pt>
    <dgm:pt modelId="{CFB3DD75-13FD-4852-9A3A-018030E297AF}" type="pres">
      <dgm:prSet presAssocID="{25B246C5-E24B-4E19-91E6-30754D79F879}" presName="child" presStyleLbl="bgAccFollowNode1" presStyleIdx="3" presStyleCnt="4"/>
      <dgm:spPr/>
      <dgm:t>
        <a:bodyPr/>
        <a:lstStyle/>
        <a:p>
          <a:endParaRPr lang="en-US"/>
        </a:p>
      </dgm:t>
    </dgm:pt>
    <dgm:pt modelId="{CE9E20D3-DCB0-4931-8659-40788B1E0B4E}" type="pres">
      <dgm:prSet presAssocID="{25B246C5-E24B-4E19-91E6-30754D79F879}" presName="childTx" presStyleLbl="bgAccFollowNode1" presStyleIdx="3" presStyleCnt="4">
        <dgm:presLayoutVars>
          <dgm:bulletEnabled val="1"/>
        </dgm:presLayoutVars>
      </dgm:prSet>
      <dgm:spPr/>
      <dgm:t>
        <a:bodyPr/>
        <a:lstStyle/>
        <a:p>
          <a:endParaRPr lang="en-US"/>
        </a:p>
      </dgm:t>
    </dgm:pt>
    <dgm:pt modelId="{7D83EFFE-DBCB-41EF-87F5-F2DC39BF58C2}" type="pres">
      <dgm:prSet presAssocID="{0AD71735-3979-4301-918C-54CE1171B22D}" presName="negSpace" presStyleCnt="0"/>
      <dgm:spPr/>
    </dgm:pt>
    <dgm:pt modelId="{F880E219-AE8D-42C5-A3AF-A9AB3B2B1FBD}" type="pres">
      <dgm:prSet presAssocID="{0AD71735-3979-4301-918C-54CE1171B22D}" presName="circle" presStyleLbl="node1" presStyleIdx="1" presStyleCnt="2"/>
      <dgm:spPr/>
      <dgm:t>
        <a:bodyPr/>
        <a:lstStyle/>
        <a:p>
          <a:endParaRPr lang="en-US"/>
        </a:p>
      </dgm:t>
    </dgm:pt>
  </dgm:ptLst>
  <dgm:cxnLst>
    <dgm:cxn modelId="{6BBB0C85-B96E-419C-900C-95D6F495A174}" type="presOf" srcId="{9FAB0146-B740-44AB-8538-E49CAA6F2BC8}" destId="{5221E400-E17E-46A9-8506-2AA9C0E0EB45}" srcOrd="1" destOrd="0" presId="urn:microsoft.com/office/officeart/2005/8/layout/hList9"/>
    <dgm:cxn modelId="{26EA8340-EB21-4FF2-805A-14271FECD6A4}" type="presOf" srcId="{C835F402-53BC-4A34-B879-2666EC536D60}" destId="{04A11D14-02F3-44F0-A7FB-676EBA3DFDF6}" srcOrd="0" destOrd="0" presId="urn:microsoft.com/office/officeart/2005/8/layout/hList9"/>
    <dgm:cxn modelId="{6B1061AE-4659-4E52-9C0A-4194CD58A700}" srcId="{777B95F2-381B-44A3-A520-D2C480D834BF}" destId="{9FAB0146-B740-44AB-8538-E49CAA6F2BC8}" srcOrd="1" destOrd="0" parTransId="{D1BDF9AC-F5CA-4FAB-85D5-44A7962BD6F5}" sibTransId="{7F3A6D77-58EB-4032-8C70-4A622242F691}"/>
    <dgm:cxn modelId="{B0B56578-F785-4F12-B2B5-D703953B3E31}" type="presOf" srcId="{9FAB0146-B740-44AB-8538-E49CAA6F2BC8}" destId="{0399ED5B-4AFC-4E1B-9945-1B1A39123665}" srcOrd="0" destOrd="0" presId="urn:microsoft.com/office/officeart/2005/8/layout/hList9"/>
    <dgm:cxn modelId="{77E02DF0-FD5C-4FA7-A5A5-1590225EFD74}" srcId="{0AD71735-3979-4301-918C-54CE1171B22D}" destId="{A940287D-8257-4E7C-9D32-0778788B63FC}" srcOrd="0" destOrd="0" parTransId="{BDD3B2F9-1FA9-43C4-BE48-8E621475561E}" sibTransId="{D17323FD-34A0-4165-BEF8-99D0E7BF2069}"/>
    <dgm:cxn modelId="{BD461A84-0A30-490F-9486-8BBE74A9B728}" type="presOf" srcId="{0AD71735-3979-4301-918C-54CE1171B22D}" destId="{F880E219-AE8D-42C5-A3AF-A9AB3B2B1FBD}" srcOrd="0" destOrd="0" presId="urn:microsoft.com/office/officeart/2005/8/layout/hList9"/>
    <dgm:cxn modelId="{E23C434E-7271-4497-85AC-EB2215054668}" srcId="{0AD71735-3979-4301-918C-54CE1171B22D}" destId="{25B246C5-E24B-4E19-91E6-30754D79F879}" srcOrd="1" destOrd="0" parTransId="{0F3872A8-B85D-4EF9-ABFC-2088E8FD0B5C}" sibTransId="{7258FE5B-F9FE-4288-AFF3-4A89922E5AB1}"/>
    <dgm:cxn modelId="{E711E4B6-778E-4CE1-A18D-B59D1EEADD17}" type="presOf" srcId="{A940287D-8257-4E7C-9D32-0778788B63FC}" destId="{02E1F315-C59F-4A06-B54C-BF604737D86C}" srcOrd="0" destOrd="0" presId="urn:microsoft.com/office/officeart/2005/8/layout/hList9"/>
    <dgm:cxn modelId="{6A2B4994-E838-423B-BD0B-A90C93AB55F2}" type="presOf" srcId="{777B95F2-381B-44A3-A520-D2C480D834BF}" destId="{3B99C014-A5B5-4AAB-B42E-BE75248985D7}" srcOrd="0" destOrd="0" presId="urn:microsoft.com/office/officeart/2005/8/layout/hList9"/>
    <dgm:cxn modelId="{4B3B81A8-E8F4-4AF7-90A4-F3D0E4270186}" srcId="{777B95F2-381B-44A3-A520-D2C480D834BF}" destId="{77F8997B-28D4-40E8-8CD1-7AE44B4B70E6}" srcOrd="0" destOrd="0" parTransId="{62D66EA9-1C7B-4A45-ACCA-2D701FD02B4B}" sibTransId="{B6FC641C-4A1E-480A-BAC2-F0AF60C0270D}"/>
    <dgm:cxn modelId="{DE3ABDB9-27F8-4739-9576-6D49A2573D20}" type="presOf" srcId="{25B246C5-E24B-4E19-91E6-30754D79F879}" destId="{CE9E20D3-DCB0-4931-8659-40788B1E0B4E}" srcOrd="1" destOrd="0" presId="urn:microsoft.com/office/officeart/2005/8/layout/hList9"/>
    <dgm:cxn modelId="{04B6B4A6-DC66-477A-9EFB-6ECED6CDF827}" type="presOf" srcId="{25B246C5-E24B-4E19-91E6-30754D79F879}" destId="{CFB3DD75-13FD-4852-9A3A-018030E297AF}" srcOrd="0" destOrd="0" presId="urn:microsoft.com/office/officeart/2005/8/layout/hList9"/>
    <dgm:cxn modelId="{BCFF8B93-04E6-48E9-B80B-A7036B5C5CE6}" type="presOf" srcId="{77F8997B-28D4-40E8-8CD1-7AE44B4B70E6}" destId="{94C42561-008A-4B77-9CE1-4E1D388893BD}" srcOrd="0" destOrd="0" presId="urn:microsoft.com/office/officeart/2005/8/layout/hList9"/>
    <dgm:cxn modelId="{D8B96F2A-2127-4AEE-86E4-A1B5867C6F78}" srcId="{C835F402-53BC-4A34-B879-2666EC536D60}" destId="{777B95F2-381B-44A3-A520-D2C480D834BF}" srcOrd="0" destOrd="0" parTransId="{8D6019A1-A3FE-48B0-A00B-D4A453263EFD}" sibTransId="{9A1821C9-FEE9-4767-B238-B578A4C58A94}"/>
    <dgm:cxn modelId="{EB857649-9471-4880-86AC-5913142F8417}" srcId="{C835F402-53BC-4A34-B879-2666EC536D60}" destId="{0AD71735-3979-4301-918C-54CE1171B22D}" srcOrd="1" destOrd="0" parTransId="{91C53FFB-35E7-4A9B-8A3E-2430D4C8BD4A}" sibTransId="{4C253610-826E-44B7-9A1E-9872FC33FD5B}"/>
    <dgm:cxn modelId="{63A3815C-9635-4DE2-A731-C3C75E571A8D}" type="presOf" srcId="{A940287D-8257-4E7C-9D32-0778788B63FC}" destId="{B2D7EEF2-CD05-4467-B91D-0CB5C1CE7972}" srcOrd="1" destOrd="0" presId="urn:microsoft.com/office/officeart/2005/8/layout/hList9"/>
    <dgm:cxn modelId="{5F8D1CD0-1109-4588-8BE7-B0A579311603}" type="presOf" srcId="{77F8997B-28D4-40E8-8CD1-7AE44B4B70E6}" destId="{1B014EBE-3ADE-4C69-8AFC-50D3D664C72B}" srcOrd="1" destOrd="0" presId="urn:microsoft.com/office/officeart/2005/8/layout/hList9"/>
    <dgm:cxn modelId="{586F995D-3F9E-4436-B00E-EE39A000775F}" type="presParOf" srcId="{04A11D14-02F3-44F0-A7FB-676EBA3DFDF6}" destId="{89707D72-F6FC-43D6-B0D1-4D13FCBBC6DF}" srcOrd="0" destOrd="0" presId="urn:microsoft.com/office/officeart/2005/8/layout/hList9"/>
    <dgm:cxn modelId="{0208B7D1-176E-4C54-B581-F633B39DA5EA}" type="presParOf" srcId="{04A11D14-02F3-44F0-A7FB-676EBA3DFDF6}" destId="{878356F2-E894-4C69-88F7-2A579CAB51DC}" srcOrd="1" destOrd="0" presId="urn:microsoft.com/office/officeart/2005/8/layout/hList9"/>
    <dgm:cxn modelId="{C56BB494-2AED-43AC-B940-C6330B299EEB}" type="presParOf" srcId="{878356F2-E894-4C69-88F7-2A579CAB51DC}" destId="{42BDF16F-6169-41FD-8D0B-1DB3DC43322A}" srcOrd="0" destOrd="0" presId="urn:microsoft.com/office/officeart/2005/8/layout/hList9"/>
    <dgm:cxn modelId="{52097497-B535-4C57-B4EA-BB2426617DE9}" type="presParOf" srcId="{878356F2-E894-4C69-88F7-2A579CAB51DC}" destId="{0879A3F2-659C-4DF7-8612-188EC0715DFF}" srcOrd="1" destOrd="0" presId="urn:microsoft.com/office/officeart/2005/8/layout/hList9"/>
    <dgm:cxn modelId="{5946D6EA-6177-4DF6-AAAD-A9A997DA7C76}" type="presParOf" srcId="{0879A3F2-659C-4DF7-8612-188EC0715DFF}" destId="{94C42561-008A-4B77-9CE1-4E1D388893BD}" srcOrd="0" destOrd="0" presId="urn:microsoft.com/office/officeart/2005/8/layout/hList9"/>
    <dgm:cxn modelId="{CE7C8269-DE14-43F2-8092-EE325255397F}" type="presParOf" srcId="{0879A3F2-659C-4DF7-8612-188EC0715DFF}" destId="{1B014EBE-3ADE-4C69-8AFC-50D3D664C72B}" srcOrd="1" destOrd="0" presId="urn:microsoft.com/office/officeart/2005/8/layout/hList9"/>
    <dgm:cxn modelId="{9F399BA2-4C53-4821-AFEE-C8A3EFD6F727}" type="presParOf" srcId="{878356F2-E894-4C69-88F7-2A579CAB51DC}" destId="{CD875D82-D453-43B9-A9F8-3A39909A317B}" srcOrd="2" destOrd="0" presId="urn:microsoft.com/office/officeart/2005/8/layout/hList9"/>
    <dgm:cxn modelId="{132A73D7-9F71-4AE4-89D1-5AF0D5C8FA23}" type="presParOf" srcId="{CD875D82-D453-43B9-A9F8-3A39909A317B}" destId="{0399ED5B-4AFC-4E1B-9945-1B1A39123665}" srcOrd="0" destOrd="0" presId="urn:microsoft.com/office/officeart/2005/8/layout/hList9"/>
    <dgm:cxn modelId="{7AC6224E-490D-4A41-9ACF-726D71C0EB14}" type="presParOf" srcId="{CD875D82-D453-43B9-A9F8-3A39909A317B}" destId="{5221E400-E17E-46A9-8506-2AA9C0E0EB45}" srcOrd="1" destOrd="0" presId="urn:microsoft.com/office/officeart/2005/8/layout/hList9"/>
    <dgm:cxn modelId="{D2440485-5066-4FCD-8CD8-D917EC8E1AF0}" type="presParOf" srcId="{04A11D14-02F3-44F0-A7FB-676EBA3DFDF6}" destId="{5A8E766F-94C9-433D-A377-33EC29EA0B1A}" srcOrd="2" destOrd="0" presId="urn:microsoft.com/office/officeart/2005/8/layout/hList9"/>
    <dgm:cxn modelId="{675FFB65-E9FC-4E23-9A47-6427C08EA857}" type="presParOf" srcId="{04A11D14-02F3-44F0-A7FB-676EBA3DFDF6}" destId="{3B99C014-A5B5-4AAB-B42E-BE75248985D7}" srcOrd="3" destOrd="0" presId="urn:microsoft.com/office/officeart/2005/8/layout/hList9"/>
    <dgm:cxn modelId="{AF82620F-1EEF-451D-A4AA-138787E6A78D}" type="presParOf" srcId="{04A11D14-02F3-44F0-A7FB-676EBA3DFDF6}" destId="{84F5819E-167C-44A1-B06E-8E15E0A85E16}" srcOrd="4" destOrd="0" presId="urn:microsoft.com/office/officeart/2005/8/layout/hList9"/>
    <dgm:cxn modelId="{9760896A-1A34-4DE8-A2C9-ACEE3B14344A}" type="presParOf" srcId="{04A11D14-02F3-44F0-A7FB-676EBA3DFDF6}" destId="{330ED9FE-9891-4855-9910-BA8DCAAB3898}" srcOrd="5" destOrd="0" presId="urn:microsoft.com/office/officeart/2005/8/layout/hList9"/>
    <dgm:cxn modelId="{8DACA755-5532-46DB-B27F-76FD78D6D762}" type="presParOf" srcId="{04A11D14-02F3-44F0-A7FB-676EBA3DFDF6}" destId="{12EC84C7-FC62-448E-8888-638C48560DCC}" srcOrd="6" destOrd="0" presId="urn:microsoft.com/office/officeart/2005/8/layout/hList9"/>
    <dgm:cxn modelId="{AF9A7DD2-7304-445D-A649-B8C11CDB3320}" type="presParOf" srcId="{12EC84C7-FC62-448E-8888-638C48560DCC}" destId="{36F9DFFF-FC87-484C-9A24-0D3A05E7DE04}" srcOrd="0" destOrd="0" presId="urn:microsoft.com/office/officeart/2005/8/layout/hList9"/>
    <dgm:cxn modelId="{5D4575E0-CC99-4F40-8562-B9B48E19969B}" type="presParOf" srcId="{12EC84C7-FC62-448E-8888-638C48560DCC}" destId="{AFB7BCD0-CC42-404D-A2AC-C6FFF95581F7}" srcOrd="1" destOrd="0" presId="urn:microsoft.com/office/officeart/2005/8/layout/hList9"/>
    <dgm:cxn modelId="{2DE3BFD0-97DE-47B7-85CE-062760F8FA8B}" type="presParOf" srcId="{AFB7BCD0-CC42-404D-A2AC-C6FFF95581F7}" destId="{02E1F315-C59F-4A06-B54C-BF604737D86C}" srcOrd="0" destOrd="0" presId="urn:microsoft.com/office/officeart/2005/8/layout/hList9"/>
    <dgm:cxn modelId="{975CAC18-90C5-48E6-BF32-59904FB5B14B}" type="presParOf" srcId="{AFB7BCD0-CC42-404D-A2AC-C6FFF95581F7}" destId="{B2D7EEF2-CD05-4467-B91D-0CB5C1CE7972}" srcOrd="1" destOrd="0" presId="urn:microsoft.com/office/officeart/2005/8/layout/hList9"/>
    <dgm:cxn modelId="{FAF5CFCA-A606-4ADC-BD3A-8962BAF52A17}" type="presParOf" srcId="{12EC84C7-FC62-448E-8888-638C48560DCC}" destId="{E031579B-56EF-48C7-8668-05D489B24FD0}" srcOrd="2" destOrd="0" presId="urn:microsoft.com/office/officeart/2005/8/layout/hList9"/>
    <dgm:cxn modelId="{52831705-6C09-407F-BEA6-7566D07000E7}" type="presParOf" srcId="{E031579B-56EF-48C7-8668-05D489B24FD0}" destId="{CFB3DD75-13FD-4852-9A3A-018030E297AF}" srcOrd="0" destOrd="0" presId="urn:microsoft.com/office/officeart/2005/8/layout/hList9"/>
    <dgm:cxn modelId="{AF7BD6F1-EDF0-4965-8B2C-6BC6755548CA}" type="presParOf" srcId="{E031579B-56EF-48C7-8668-05D489B24FD0}" destId="{CE9E20D3-DCB0-4931-8659-40788B1E0B4E}" srcOrd="1" destOrd="0" presId="urn:microsoft.com/office/officeart/2005/8/layout/hList9"/>
    <dgm:cxn modelId="{28909583-6F43-4221-9D70-7343F569C1EC}" type="presParOf" srcId="{04A11D14-02F3-44F0-A7FB-676EBA3DFDF6}" destId="{7D83EFFE-DBCB-41EF-87F5-F2DC39BF58C2}" srcOrd="7" destOrd="0" presId="urn:microsoft.com/office/officeart/2005/8/layout/hList9"/>
    <dgm:cxn modelId="{9A592336-C039-48B8-ACE1-D725FD96CE46}" type="presParOf" srcId="{04A11D14-02F3-44F0-A7FB-676EBA3DFDF6}" destId="{F880E219-AE8D-42C5-A3AF-A9AB3B2B1FBD}"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35F402-53BC-4A34-B879-2666EC536D60}"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777B95F2-381B-44A3-A520-D2C480D834BF}">
      <dgm:prSet phldrT="[Text]"/>
      <dgm:spPr/>
      <dgm:t>
        <a:bodyPr/>
        <a:lstStyle/>
        <a:p>
          <a:r>
            <a:rPr lang="vi-VN" dirty="0" smtClean="0"/>
            <a:t>TT3</a:t>
          </a:r>
          <a:endParaRPr lang="en-US" dirty="0"/>
        </a:p>
      </dgm:t>
    </dgm:pt>
    <dgm:pt modelId="{8D6019A1-A3FE-48B0-A00B-D4A453263EFD}" type="parTrans" cxnId="{D8B96F2A-2127-4AEE-86E4-A1B5867C6F78}">
      <dgm:prSet/>
      <dgm:spPr/>
      <dgm:t>
        <a:bodyPr/>
        <a:lstStyle/>
        <a:p>
          <a:endParaRPr lang="en-US"/>
        </a:p>
      </dgm:t>
    </dgm:pt>
    <dgm:pt modelId="{9A1821C9-FEE9-4767-B238-B578A4C58A94}" type="sibTrans" cxnId="{D8B96F2A-2127-4AEE-86E4-A1B5867C6F78}">
      <dgm:prSet/>
      <dgm:spPr/>
      <dgm:t>
        <a:bodyPr/>
        <a:lstStyle/>
        <a:p>
          <a:endParaRPr lang="en-US"/>
        </a:p>
      </dgm:t>
    </dgm:pt>
    <dgm:pt modelId="{77F8997B-28D4-40E8-8CD1-7AE44B4B70E6}">
      <dgm:prSet phldrT="[Text]" phldr="1"/>
      <dgm:spPr/>
      <dgm:t>
        <a:bodyPr/>
        <a:lstStyle/>
        <a:p>
          <a:endParaRPr lang="en-US"/>
        </a:p>
      </dgm:t>
    </dgm:pt>
    <dgm:pt modelId="{62D66EA9-1C7B-4A45-ACCA-2D701FD02B4B}" type="parTrans" cxnId="{4B3B81A8-E8F4-4AF7-90A4-F3D0E4270186}">
      <dgm:prSet/>
      <dgm:spPr/>
      <dgm:t>
        <a:bodyPr/>
        <a:lstStyle/>
        <a:p>
          <a:endParaRPr lang="en-US"/>
        </a:p>
      </dgm:t>
    </dgm:pt>
    <dgm:pt modelId="{B6FC641C-4A1E-480A-BAC2-F0AF60C0270D}" type="sibTrans" cxnId="{4B3B81A8-E8F4-4AF7-90A4-F3D0E4270186}">
      <dgm:prSet/>
      <dgm:spPr/>
      <dgm:t>
        <a:bodyPr/>
        <a:lstStyle/>
        <a:p>
          <a:endParaRPr lang="en-US"/>
        </a:p>
      </dgm:t>
    </dgm:pt>
    <dgm:pt modelId="{9FAB0146-B740-44AB-8538-E49CAA6F2BC8}">
      <dgm:prSet phldrT="[Text]"/>
      <dgm:spPr/>
      <dgm:t>
        <a:bodyPr/>
        <a:lstStyle/>
        <a:p>
          <a:r>
            <a:rPr lang="vi-VN" dirty="0" smtClean="0"/>
            <a:t>Phone:</a:t>
          </a:r>
          <a:endParaRPr lang="en-US" dirty="0"/>
        </a:p>
      </dgm:t>
    </dgm:pt>
    <dgm:pt modelId="{D1BDF9AC-F5CA-4FAB-85D5-44A7962BD6F5}" type="parTrans" cxnId="{6B1061AE-4659-4E52-9C0A-4194CD58A700}">
      <dgm:prSet/>
      <dgm:spPr/>
      <dgm:t>
        <a:bodyPr/>
        <a:lstStyle/>
        <a:p>
          <a:endParaRPr lang="en-US"/>
        </a:p>
      </dgm:t>
    </dgm:pt>
    <dgm:pt modelId="{7F3A6D77-58EB-4032-8C70-4A622242F691}" type="sibTrans" cxnId="{6B1061AE-4659-4E52-9C0A-4194CD58A700}">
      <dgm:prSet/>
      <dgm:spPr/>
      <dgm:t>
        <a:bodyPr/>
        <a:lstStyle/>
        <a:p>
          <a:endParaRPr lang="en-US"/>
        </a:p>
      </dgm:t>
    </dgm:pt>
    <dgm:pt modelId="{0AD71735-3979-4301-918C-54CE1171B22D}">
      <dgm:prSet phldrT="[Text]"/>
      <dgm:spPr/>
      <dgm:t>
        <a:bodyPr/>
        <a:lstStyle/>
        <a:p>
          <a:r>
            <a:rPr lang="vi-VN" dirty="0" smtClean="0"/>
            <a:t>TT4</a:t>
          </a:r>
          <a:endParaRPr lang="en-US" dirty="0"/>
        </a:p>
      </dgm:t>
    </dgm:pt>
    <dgm:pt modelId="{91C53FFB-35E7-4A9B-8A3E-2430D4C8BD4A}" type="parTrans" cxnId="{EB857649-9471-4880-86AC-5913142F8417}">
      <dgm:prSet/>
      <dgm:spPr/>
      <dgm:t>
        <a:bodyPr/>
        <a:lstStyle/>
        <a:p>
          <a:endParaRPr lang="en-US"/>
        </a:p>
      </dgm:t>
    </dgm:pt>
    <dgm:pt modelId="{4C253610-826E-44B7-9A1E-9872FC33FD5B}" type="sibTrans" cxnId="{EB857649-9471-4880-86AC-5913142F8417}">
      <dgm:prSet/>
      <dgm:spPr/>
      <dgm:t>
        <a:bodyPr/>
        <a:lstStyle/>
        <a:p>
          <a:endParaRPr lang="en-US"/>
        </a:p>
      </dgm:t>
    </dgm:pt>
    <dgm:pt modelId="{A940287D-8257-4E7C-9D32-0778788B63FC}">
      <dgm:prSet phldrT="[Text]" phldr="1"/>
      <dgm:spPr/>
      <dgm:t>
        <a:bodyPr/>
        <a:lstStyle/>
        <a:p>
          <a:endParaRPr lang="en-US" dirty="0"/>
        </a:p>
      </dgm:t>
    </dgm:pt>
    <dgm:pt modelId="{BDD3B2F9-1FA9-43C4-BE48-8E621475561E}" type="parTrans" cxnId="{77E02DF0-FD5C-4FA7-A5A5-1590225EFD74}">
      <dgm:prSet/>
      <dgm:spPr/>
      <dgm:t>
        <a:bodyPr/>
        <a:lstStyle/>
        <a:p>
          <a:endParaRPr lang="en-US"/>
        </a:p>
      </dgm:t>
    </dgm:pt>
    <dgm:pt modelId="{D17323FD-34A0-4165-BEF8-99D0E7BF2069}" type="sibTrans" cxnId="{77E02DF0-FD5C-4FA7-A5A5-1590225EFD74}">
      <dgm:prSet/>
      <dgm:spPr/>
      <dgm:t>
        <a:bodyPr/>
        <a:lstStyle/>
        <a:p>
          <a:endParaRPr lang="en-US"/>
        </a:p>
      </dgm:t>
    </dgm:pt>
    <dgm:pt modelId="{25B246C5-E24B-4E19-91E6-30754D79F879}">
      <dgm:prSet phldrT="[Text]"/>
      <dgm:spPr/>
      <dgm:t>
        <a:bodyPr/>
        <a:lstStyle/>
        <a:p>
          <a:r>
            <a:rPr lang="vi-VN" dirty="0" smtClean="0"/>
            <a:t>Phone:</a:t>
          </a:r>
          <a:endParaRPr lang="en-US" dirty="0"/>
        </a:p>
      </dgm:t>
    </dgm:pt>
    <dgm:pt modelId="{0F3872A8-B85D-4EF9-ABFC-2088E8FD0B5C}" type="parTrans" cxnId="{E23C434E-7271-4497-85AC-EB2215054668}">
      <dgm:prSet/>
      <dgm:spPr/>
      <dgm:t>
        <a:bodyPr/>
        <a:lstStyle/>
        <a:p>
          <a:endParaRPr lang="en-US"/>
        </a:p>
      </dgm:t>
    </dgm:pt>
    <dgm:pt modelId="{7258FE5B-F9FE-4288-AFF3-4A89922E5AB1}" type="sibTrans" cxnId="{E23C434E-7271-4497-85AC-EB2215054668}">
      <dgm:prSet/>
      <dgm:spPr/>
      <dgm:t>
        <a:bodyPr/>
        <a:lstStyle/>
        <a:p>
          <a:endParaRPr lang="en-US"/>
        </a:p>
      </dgm:t>
    </dgm:pt>
    <dgm:pt modelId="{04A11D14-02F3-44F0-A7FB-676EBA3DFDF6}" type="pres">
      <dgm:prSet presAssocID="{C835F402-53BC-4A34-B879-2666EC536D60}" presName="list" presStyleCnt="0">
        <dgm:presLayoutVars>
          <dgm:dir/>
          <dgm:animLvl val="lvl"/>
        </dgm:presLayoutVars>
      </dgm:prSet>
      <dgm:spPr/>
      <dgm:t>
        <a:bodyPr/>
        <a:lstStyle/>
        <a:p>
          <a:endParaRPr lang="en-US"/>
        </a:p>
      </dgm:t>
    </dgm:pt>
    <dgm:pt modelId="{89707D72-F6FC-43D6-B0D1-4D13FCBBC6DF}" type="pres">
      <dgm:prSet presAssocID="{777B95F2-381B-44A3-A520-D2C480D834BF}" presName="posSpace" presStyleCnt="0"/>
      <dgm:spPr/>
    </dgm:pt>
    <dgm:pt modelId="{878356F2-E894-4C69-88F7-2A579CAB51DC}" type="pres">
      <dgm:prSet presAssocID="{777B95F2-381B-44A3-A520-D2C480D834BF}" presName="vertFlow" presStyleCnt="0"/>
      <dgm:spPr/>
    </dgm:pt>
    <dgm:pt modelId="{42BDF16F-6169-41FD-8D0B-1DB3DC43322A}" type="pres">
      <dgm:prSet presAssocID="{777B95F2-381B-44A3-A520-D2C480D834BF}" presName="topSpace" presStyleCnt="0"/>
      <dgm:spPr/>
    </dgm:pt>
    <dgm:pt modelId="{0879A3F2-659C-4DF7-8612-188EC0715DFF}" type="pres">
      <dgm:prSet presAssocID="{777B95F2-381B-44A3-A520-D2C480D834BF}" presName="firstComp" presStyleCnt="0"/>
      <dgm:spPr/>
    </dgm:pt>
    <dgm:pt modelId="{94C42561-008A-4B77-9CE1-4E1D388893BD}" type="pres">
      <dgm:prSet presAssocID="{777B95F2-381B-44A3-A520-D2C480D834BF}" presName="firstChild" presStyleLbl="bgAccFollowNode1" presStyleIdx="0" presStyleCnt="4"/>
      <dgm:spPr/>
      <dgm:t>
        <a:bodyPr/>
        <a:lstStyle/>
        <a:p>
          <a:endParaRPr lang="en-US"/>
        </a:p>
      </dgm:t>
    </dgm:pt>
    <dgm:pt modelId="{1B014EBE-3ADE-4C69-8AFC-50D3D664C72B}" type="pres">
      <dgm:prSet presAssocID="{777B95F2-381B-44A3-A520-D2C480D834BF}" presName="firstChildTx" presStyleLbl="bgAccFollowNode1" presStyleIdx="0" presStyleCnt="4">
        <dgm:presLayoutVars>
          <dgm:bulletEnabled val="1"/>
        </dgm:presLayoutVars>
      </dgm:prSet>
      <dgm:spPr/>
      <dgm:t>
        <a:bodyPr/>
        <a:lstStyle/>
        <a:p>
          <a:endParaRPr lang="en-US"/>
        </a:p>
      </dgm:t>
    </dgm:pt>
    <dgm:pt modelId="{CD875D82-D453-43B9-A9F8-3A39909A317B}" type="pres">
      <dgm:prSet presAssocID="{9FAB0146-B740-44AB-8538-E49CAA6F2BC8}" presName="comp" presStyleCnt="0"/>
      <dgm:spPr/>
    </dgm:pt>
    <dgm:pt modelId="{0399ED5B-4AFC-4E1B-9945-1B1A39123665}" type="pres">
      <dgm:prSet presAssocID="{9FAB0146-B740-44AB-8538-E49CAA6F2BC8}" presName="child" presStyleLbl="bgAccFollowNode1" presStyleIdx="1" presStyleCnt="4"/>
      <dgm:spPr/>
      <dgm:t>
        <a:bodyPr/>
        <a:lstStyle/>
        <a:p>
          <a:endParaRPr lang="en-US"/>
        </a:p>
      </dgm:t>
    </dgm:pt>
    <dgm:pt modelId="{5221E400-E17E-46A9-8506-2AA9C0E0EB45}" type="pres">
      <dgm:prSet presAssocID="{9FAB0146-B740-44AB-8538-E49CAA6F2BC8}" presName="childTx" presStyleLbl="bgAccFollowNode1" presStyleIdx="1" presStyleCnt="4">
        <dgm:presLayoutVars>
          <dgm:bulletEnabled val="1"/>
        </dgm:presLayoutVars>
      </dgm:prSet>
      <dgm:spPr/>
      <dgm:t>
        <a:bodyPr/>
        <a:lstStyle/>
        <a:p>
          <a:endParaRPr lang="en-US"/>
        </a:p>
      </dgm:t>
    </dgm:pt>
    <dgm:pt modelId="{5A8E766F-94C9-433D-A377-33EC29EA0B1A}" type="pres">
      <dgm:prSet presAssocID="{777B95F2-381B-44A3-A520-D2C480D834BF}" presName="negSpace" presStyleCnt="0"/>
      <dgm:spPr/>
    </dgm:pt>
    <dgm:pt modelId="{3B99C014-A5B5-4AAB-B42E-BE75248985D7}" type="pres">
      <dgm:prSet presAssocID="{777B95F2-381B-44A3-A520-D2C480D834BF}" presName="circle" presStyleLbl="node1" presStyleIdx="0" presStyleCnt="2"/>
      <dgm:spPr/>
      <dgm:t>
        <a:bodyPr/>
        <a:lstStyle/>
        <a:p>
          <a:endParaRPr lang="en-US"/>
        </a:p>
      </dgm:t>
    </dgm:pt>
    <dgm:pt modelId="{84F5819E-167C-44A1-B06E-8E15E0A85E16}" type="pres">
      <dgm:prSet presAssocID="{9A1821C9-FEE9-4767-B238-B578A4C58A94}" presName="transSpace" presStyleCnt="0"/>
      <dgm:spPr/>
    </dgm:pt>
    <dgm:pt modelId="{330ED9FE-9891-4855-9910-BA8DCAAB3898}" type="pres">
      <dgm:prSet presAssocID="{0AD71735-3979-4301-918C-54CE1171B22D}" presName="posSpace" presStyleCnt="0"/>
      <dgm:spPr/>
    </dgm:pt>
    <dgm:pt modelId="{12EC84C7-FC62-448E-8888-638C48560DCC}" type="pres">
      <dgm:prSet presAssocID="{0AD71735-3979-4301-918C-54CE1171B22D}" presName="vertFlow" presStyleCnt="0"/>
      <dgm:spPr/>
    </dgm:pt>
    <dgm:pt modelId="{36F9DFFF-FC87-484C-9A24-0D3A05E7DE04}" type="pres">
      <dgm:prSet presAssocID="{0AD71735-3979-4301-918C-54CE1171B22D}" presName="topSpace" presStyleCnt="0"/>
      <dgm:spPr/>
    </dgm:pt>
    <dgm:pt modelId="{AFB7BCD0-CC42-404D-A2AC-C6FFF95581F7}" type="pres">
      <dgm:prSet presAssocID="{0AD71735-3979-4301-918C-54CE1171B22D}" presName="firstComp" presStyleCnt="0"/>
      <dgm:spPr/>
    </dgm:pt>
    <dgm:pt modelId="{02E1F315-C59F-4A06-B54C-BF604737D86C}" type="pres">
      <dgm:prSet presAssocID="{0AD71735-3979-4301-918C-54CE1171B22D}" presName="firstChild" presStyleLbl="bgAccFollowNode1" presStyleIdx="2" presStyleCnt="4"/>
      <dgm:spPr/>
      <dgm:t>
        <a:bodyPr/>
        <a:lstStyle/>
        <a:p>
          <a:endParaRPr lang="en-US"/>
        </a:p>
      </dgm:t>
    </dgm:pt>
    <dgm:pt modelId="{B2D7EEF2-CD05-4467-B91D-0CB5C1CE7972}" type="pres">
      <dgm:prSet presAssocID="{0AD71735-3979-4301-918C-54CE1171B22D}" presName="firstChildTx" presStyleLbl="bgAccFollowNode1" presStyleIdx="2" presStyleCnt="4">
        <dgm:presLayoutVars>
          <dgm:bulletEnabled val="1"/>
        </dgm:presLayoutVars>
      </dgm:prSet>
      <dgm:spPr/>
      <dgm:t>
        <a:bodyPr/>
        <a:lstStyle/>
        <a:p>
          <a:endParaRPr lang="en-US"/>
        </a:p>
      </dgm:t>
    </dgm:pt>
    <dgm:pt modelId="{E031579B-56EF-48C7-8668-05D489B24FD0}" type="pres">
      <dgm:prSet presAssocID="{25B246C5-E24B-4E19-91E6-30754D79F879}" presName="comp" presStyleCnt="0"/>
      <dgm:spPr/>
    </dgm:pt>
    <dgm:pt modelId="{CFB3DD75-13FD-4852-9A3A-018030E297AF}" type="pres">
      <dgm:prSet presAssocID="{25B246C5-E24B-4E19-91E6-30754D79F879}" presName="child" presStyleLbl="bgAccFollowNode1" presStyleIdx="3" presStyleCnt="4"/>
      <dgm:spPr/>
      <dgm:t>
        <a:bodyPr/>
        <a:lstStyle/>
        <a:p>
          <a:endParaRPr lang="en-US"/>
        </a:p>
      </dgm:t>
    </dgm:pt>
    <dgm:pt modelId="{CE9E20D3-DCB0-4931-8659-40788B1E0B4E}" type="pres">
      <dgm:prSet presAssocID="{25B246C5-E24B-4E19-91E6-30754D79F879}" presName="childTx" presStyleLbl="bgAccFollowNode1" presStyleIdx="3" presStyleCnt="4">
        <dgm:presLayoutVars>
          <dgm:bulletEnabled val="1"/>
        </dgm:presLayoutVars>
      </dgm:prSet>
      <dgm:spPr/>
      <dgm:t>
        <a:bodyPr/>
        <a:lstStyle/>
        <a:p>
          <a:endParaRPr lang="en-US"/>
        </a:p>
      </dgm:t>
    </dgm:pt>
    <dgm:pt modelId="{7D83EFFE-DBCB-41EF-87F5-F2DC39BF58C2}" type="pres">
      <dgm:prSet presAssocID="{0AD71735-3979-4301-918C-54CE1171B22D}" presName="negSpace" presStyleCnt="0"/>
      <dgm:spPr/>
    </dgm:pt>
    <dgm:pt modelId="{F880E219-AE8D-42C5-A3AF-A9AB3B2B1FBD}" type="pres">
      <dgm:prSet presAssocID="{0AD71735-3979-4301-918C-54CE1171B22D}" presName="circle" presStyleLbl="node1" presStyleIdx="1" presStyleCnt="2"/>
      <dgm:spPr/>
      <dgm:t>
        <a:bodyPr/>
        <a:lstStyle/>
        <a:p>
          <a:endParaRPr lang="en-US"/>
        </a:p>
      </dgm:t>
    </dgm:pt>
  </dgm:ptLst>
  <dgm:cxnLst>
    <dgm:cxn modelId="{5B675F21-6EBC-4FC3-A67A-3773473E7C91}" type="presOf" srcId="{C835F402-53BC-4A34-B879-2666EC536D60}" destId="{04A11D14-02F3-44F0-A7FB-676EBA3DFDF6}" srcOrd="0" destOrd="0" presId="urn:microsoft.com/office/officeart/2005/8/layout/hList9"/>
    <dgm:cxn modelId="{1F2D4A2F-B60B-4BC5-B46D-C161BB2D37E6}" type="presOf" srcId="{9FAB0146-B740-44AB-8538-E49CAA6F2BC8}" destId="{5221E400-E17E-46A9-8506-2AA9C0E0EB45}" srcOrd="1" destOrd="0" presId="urn:microsoft.com/office/officeart/2005/8/layout/hList9"/>
    <dgm:cxn modelId="{6B1061AE-4659-4E52-9C0A-4194CD58A700}" srcId="{777B95F2-381B-44A3-A520-D2C480D834BF}" destId="{9FAB0146-B740-44AB-8538-E49CAA6F2BC8}" srcOrd="1" destOrd="0" parTransId="{D1BDF9AC-F5CA-4FAB-85D5-44A7962BD6F5}" sibTransId="{7F3A6D77-58EB-4032-8C70-4A622242F691}"/>
    <dgm:cxn modelId="{77E02DF0-FD5C-4FA7-A5A5-1590225EFD74}" srcId="{0AD71735-3979-4301-918C-54CE1171B22D}" destId="{A940287D-8257-4E7C-9D32-0778788B63FC}" srcOrd="0" destOrd="0" parTransId="{BDD3B2F9-1FA9-43C4-BE48-8E621475561E}" sibTransId="{D17323FD-34A0-4165-BEF8-99D0E7BF2069}"/>
    <dgm:cxn modelId="{F7889615-75F9-44D1-B26B-1E5C78E1EAB8}" type="presOf" srcId="{77F8997B-28D4-40E8-8CD1-7AE44B4B70E6}" destId="{1B014EBE-3ADE-4C69-8AFC-50D3D664C72B}" srcOrd="1" destOrd="0" presId="urn:microsoft.com/office/officeart/2005/8/layout/hList9"/>
    <dgm:cxn modelId="{E23C434E-7271-4497-85AC-EB2215054668}" srcId="{0AD71735-3979-4301-918C-54CE1171B22D}" destId="{25B246C5-E24B-4E19-91E6-30754D79F879}" srcOrd="1" destOrd="0" parTransId="{0F3872A8-B85D-4EF9-ABFC-2088E8FD0B5C}" sibTransId="{7258FE5B-F9FE-4288-AFF3-4A89922E5AB1}"/>
    <dgm:cxn modelId="{8E821444-4535-4606-92C0-8FC4C37DFAF3}" type="presOf" srcId="{777B95F2-381B-44A3-A520-D2C480D834BF}" destId="{3B99C014-A5B5-4AAB-B42E-BE75248985D7}" srcOrd="0" destOrd="0" presId="urn:microsoft.com/office/officeart/2005/8/layout/hList9"/>
    <dgm:cxn modelId="{4B3B81A8-E8F4-4AF7-90A4-F3D0E4270186}" srcId="{777B95F2-381B-44A3-A520-D2C480D834BF}" destId="{77F8997B-28D4-40E8-8CD1-7AE44B4B70E6}" srcOrd="0" destOrd="0" parTransId="{62D66EA9-1C7B-4A45-ACCA-2D701FD02B4B}" sibTransId="{B6FC641C-4A1E-480A-BAC2-F0AF60C0270D}"/>
    <dgm:cxn modelId="{2F6E4C6B-1F96-4040-9BF2-CDAFF3CD502A}" type="presOf" srcId="{9FAB0146-B740-44AB-8538-E49CAA6F2BC8}" destId="{0399ED5B-4AFC-4E1B-9945-1B1A39123665}" srcOrd="0" destOrd="0" presId="urn:microsoft.com/office/officeart/2005/8/layout/hList9"/>
    <dgm:cxn modelId="{A1E5B91E-8FE6-4EB0-92E4-553A102CD233}" type="presOf" srcId="{A940287D-8257-4E7C-9D32-0778788B63FC}" destId="{B2D7EEF2-CD05-4467-B91D-0CB5C1CE7972}" srcOrd="1" destOrd="0" presId="urn:microsoft.com/office/officeart/2005/8/layout/hList9"/>
    <dgm:cxn modelId="{A605B9EC-22C8-41B9-883F-CBBE2237A8A8}" type="presOf" srcId="{25B246C5-E24B-4E19-91E6-30754D79F879}" destId="{CE9E20D3-DCB0-4931-8659-40788B1E0B4E}" srcOrd="1" destOrd="0" presId="urn:microsoft.com/office/officeart/2005/8/layout/hList9"/>
    <dgm:cxn modelId="{FF63EB7A-DD64-4355-93D1-26458753EE1D}" type="presOf" srcId="{25B246C5-E24B-4E19-91E6-30754D79F879}" destId="{CFB3DD75-13FD-4852-9A3A-018030E297AF}" srcOrd="0" destOrd="0" presId="urn:microsoft.com/office/officeart/2005/8/layout/hList9"/>
    <dgm:cxn modelId="{5003071E-24DC-4E45-AB2F-EB6DBFF69E7C}" type="presOf" srcId="{A940287D-8257-4E7C-9D32-0778788B63FC}" destId="{02E1F315-C59F-4A06-B54C-BF604737D86C}" srcOrd="0" destOrd="0" presId="urn:microsoft.com/office/officeart/2005/8/layout/hList9"/>
    <dgm:cxn modelId="{D8B96F2A-2127-4AEE-86E4-A1B5867C6F78}" srcId="{C835F402-53BC-4A34-B879-2666EC536D60}" destId="{777B95F2-381B-44A3-A520-D2C480D834BF}" srcOrd="0" destOrd="0" parTransId="{8D6019A1-A3FE-48B0-A00B-D4A453263EFD}" sibTransId="{9A1821C9-FEE9-4767-B238-B578A4C58A94}"/>
    <dgm:cxn modelId="{EB857649-9471-4880-86AC-5913142F8417}" srcId="{C835F402-53BC-4A34-B879-2666EC536D60}" destId="{0AD71735-3979-4301-918C-54CE1171B22D}" srcOrd="1" destOrd="0" parTransId="{91C53FFB-35E7-4A9B-8A3E-2430D4C8BD4A}" sibTransId="{4C253610-826E-44B7-9A1E-9872FC33FD5B}"/>
    <dgm:cxn modelId="{CCC6BB87-ABAF-424A-9F4A-7544FC9E63C1}" type="presOf" srcId="{77F8997B-28D4-40E8-8CD1-7AE44B4B70E6}" destId="{94C42561-008A-4B77-9CE1-4E1D388893BD}" srcOrd="0" destOrd="0" presId="urn:microsoft.com/office/officeart/2005/8/layout/hList9"/>
    <dgm:cxn modelId="{0003ABC8-4757-4684-A0C4-1E805A74FDD0}" type="presOf" srcId="{0AD71735-3979-4301-918C-54CE1171B22D}" destId="{F880E219-AE8D-42C5-A3AF-A9AB3B2B1FBD}" srcOrd="0" destOrd="0" presId="urn:microsoft.com/office/officeart/2005/8/layout/hList9"/>
    <dgm:cxn modelId="{6257C9A4-499B-4B2F-9826-E0D029EAFE4E}" type="presParOf" srcId="{04A11D14-02F3-44F0-A7FB-676EBA3DFDF6}" destId="{89707D72-F6FC-43D6-B0D1-4D13FCBBC6DF}" srcOrd="0" destOrd="0" presId="urn:microsoft.com/office/officeart/2005/8/layout/hList9"/>
    <dgm:cxn modelId="{4BACFD26-2C95-4899-B485-C8DE7D304604}" type="presParOf" srcId="{04A11D14-02F3-44F0-A7FB-676EBA3DFDF6}" destId="{878356F2-E894-4C69-88F7-2A579CAB51DC}" srcOrd="1" destOrd="0" presId="urn:microsoft.com/office/officeart/2005/8/layout/hList9"/>
    <dgm:cxn modelId="{C84B6045-2D1C-4A09-A9EB-271997C0591C}" type="presParOf" srcId="{878356F2-E894-4C69-88F7-2A579CAB51DC}" destId="{42BDF16F-6169-41FD-8D0B-1DB3DC43322A}" srcOrd="0" destOrd="0" presId="urn:microsoft.com/office/officeart/2005/8/layout/hList9"/>
    <dgm:cxn modelId="{433F618A-4699-4579-9A1E-C24D192268C8}" type="presParOf" srcId="{878356F2-E894-4C69-88F7-2A579CAB51DC}" destId="{0879A3F2-659C-4DF7-8612-188EC0715DFF}" srcOrd="1" destOrd="0" presId="urn:microsoft.com/office/officeart/2005/8/layout/hList9"/>
    <dgm:cxn modelId="{E9E7A470-E050-4303-ACC8-6974813BA419}" type="presParOf" srcId="{0879A3F2-659C-4DF7-8612-188EC0715DFF}" destId="{94C42561-008A-4B77-9CE1-4E1D388893BD}" srcOrd="0" destOrd="0" presId="urn:microsoft.com/office/officeart/2005/8/layout/hList9"/>
    <dgm:cxn modelId="{F0A0E00E-2778-48A5-A74F-A5095C94F008}" type="presParOf" srcId="{0879A3F2-659C-4DF7-8612-188EC0715DFF}" destId="{1B014EBE-3ADE-4C69-8AFC-50D3D664C72B}" srcOrd="1" destOrd="0" presId="urn:microsoft.com/office/officeart/2005/8/layout/hList9"/>
    <dgm:cxn modelId="{ED311D8F-2E9A-4FD8-93A4-CF09A1FB5210}" type="presParOf" srcId="{878356F2-E894-4C69-88F7-2A579CAB51DC}" destId="{CD875D82-D453-43B9-A9F8-3A39909A317B}" srcOrd="2" destOrd="0" presId="urn:microsoft.com/office/officeart/2005/8/layout/hList9"/>
    <dgm:cxn modelId="{1D43752E-7D72-4551-B72B-A340A2561867}" type="presParOf" srcId="{CD875D82-D453-43B9-A9F8-3A39909A317B}" destId="{0399ED5B-4AFC-4E1B-9945-1B1A39123665}" srcOrd="0" destOrd="0" presId="urn:microsoft.com/office/officeart/2005/8/layout/hList9"/>
    <dgm:cxn modelId="{91F28F48-494F-49A2-AA6B-62E235A4A54F}" type="presParOf" srcId="{CD875D82-D453-43B9-A9F8-3A39909A317B}" destId="{5221E400-E17E-46A9-8506-2AA9C0E0EB45}" srcOrd="1" destOrd="0" presId="urn:microsoft.com/office/officeart/2005/8/layout/hList9"/>
    <dgm:cxn modelId="{FD094458-0477-403F-A8E0-EC536CF56C0C}" type="presParOf" srcId="{04A11D14-02F3-44F0-A7FB-676EBA3DFDF6}" destId="{5A8E766F-94C9-433D-A377-33EC29EA0B1A}" srcOrd="2" destOrd="0" presId="urn:microsoft.com/office/officeart/2005/8/layout/hList9"/>
    <dgm:cxn modelId="{2CC5BEF6-D8A5-4F12-80B1-687FD616CD1E}" type="presParOf" srcId="{04A11D14-02F3-44F0-A7FB-676EBA3DFDF6}" destId="{3B99C014-A5B5-4AAB-B42E-BE75248985D7}" srcOrd="3" destOrd="0" presId="urn:microsoft.com/office/officeart/2005/8/layout/hList9"/>
    <dgm:cxn modelId="{18BFA8B6-FE38-468F-9EE7-8879EB82449A}" type="presParOf" srcId="{04A11D14-02F3-44F0-A7FB-676EBA3DFDF6}" destId="{84F5819E-167C-44A1-B06E-8E15E0A85E16}" srcOrd="4" destOrd="0" presId="urn:microsoft.com/office/officeart/2005/8/layout/hList9"/>
    <dgm:cxn modelId="{CC3D07BD-91A3-467E-AB8D-A985BB8FFE08}" type="presParOf" srcId="{04A11D14-02F3-44F0-A7FB-676EBA3DFDF6}" destId="{330ED9FE-9891-4855-9910-BA8DCAAB3898}" srcOrd="5" destOrd="0" presId="urn:microsoft.com/office/officeart/2005/8/layout/hList9"/>
    <dgm:cxn modelId="{B69F785D-8EDE-4986-BF2B-2F38C8BE0CDD}" type="presParOf" srcId="{04A11D14-02F3-44F0-A7FB-676EBA3DFDF6}" destId="{12EC84C7-FC62-448E-8888-638C48560DCC}" srcOrd="6" destOrd="0" presId="urn:microsoft.com/office/officeart/2005/8/layout/hList9"/>
    <dgm:cxn modelId="{527CC8E8-397A-417F-9BD0-76394C0B767D}" type="presParOf" srcId="{12EC84C7-FC62-448E-8888-638C48560DCC}" destId="{36F9DFFF-FC87-484C-9A24-0D3A05E7DE04}" srcOrd="0" destOrd="0" presId="urn:microsoft.com/office/officeart/2005/8/layout/hList9"/>
    <dgm:cxn modelId="{9534B745-5D30-44B2-8634-99F88BF0CA39}" type="presParOf" srcId="{12EC84C7-FC62-448E-8888-638C48560DCC}" destId="{AFB7BCD0-CC42-404D-A2AC-C6FFF95581F7}" srcOrd="1" destOrd="0" presId="urn:microsoft.com/office/officeart/2005/8/layout/hList9"/>
    <dgm:cxn modelId="{F58A3AA9-4DF5-4202-9961-99C57227752A}" type="presParOf" srcId="{AFB7BCD0-CC42-404D-A2AC-C6FFF95581F7}" destId="{02E1F315-C59F-4A06-B54C-BF604737D86C}" srcOrd="0" destOrd="0" presId="urn:microsoft.com/office/officeart/2005/8/layout/hList9"/>
    <dgm:cxn modelId="{9E8EBF29-612C-4356-AC31-43BC96A2E595}" type="presParOf" srcId="{AFB7BCD0-CC42-404D-A2AC-C6FFF95581F7}" destId="{B2D7EEF2-CD05-4467-B91D-0CB5C1CE7972}" srcOrd="1" destOrd="0" presId="urn:microsoft.com/office/officeart/2005/8/layout/hList9"/>
    <dgm:cxn modelId="{4C9709BB-FFE8-41FB-9051-602D711FA615}" type="presParOf" srcId="{12EC84C7-FC62-448E-8888-638C48560DCC}" destId="{E031579B-56EF-48C7-8668-05D489B24FD0}" srcOrd="2" destOrd="0" presId="urn:microsoft.com/office/officeart/2005/8/layout/hList9"/>
    <dgm:cxn modelId="{A0A72115-FF2A-4788-86E0-CCC7B6C289A7}" type="presParOf" srcId="{E031579B-56EF-48C7-8668-05D489B24FD0}" destId="{CFB3DD75-13FD-4852-9A3A-018030E297AF}" srcOrd="0" destOrd="0" presId="urn:microsoft.com/office/officeart/2005/8/layout/hList9"/>
    <dgm:cxn modelId="{CC059DD7-AEBD-459E-B630-F13A14B03D03}" type="presParOf" srcId="{E031579B-56EF-48C7-8668-05D489B24FD0}" destId="{CE9E20D3-DCB0-4931-8659-40788B1E0B4E}" srcOrd="1" destOrd="0" presId="urn:microsoft.com/office/officeart/2005/8/layout/hList9"/>
    <dgm:cxn modelId="{FE950058-D38D-41D6-9215-CC6EE3480B25}" type="presParOf" srcId="{04A11D14-02F3-44F0-A7FB-676EBA3DFDF6}" destId="{7D83EFFE-DBCB-41EF-87F5-F2DC39BF58C2}" srcOrd="7" destOrd="0" presId="urn:microsoft.com/office/officeart/2005/8/layout/hList9"/>
    <dgm:cxn modelId="{A2DF33F3-7834-4FB2-B261-92E5F5A3B598}" type="presParOf" srcId="{04A11D14-02F3-44F0-A7FB-676EBA3DFDF6}" destId="{F880E219-AE8D-42C5-A3AF-A9AB3B2B1FBD}" srcOrd="8" destOrd="0" presId="urn:microsoft.com/office/officeart/2005/8/layout/hList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049957-D6C5-420B-A001-1E5F36B18D3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17754215-2CA2-429C-ACEA-F3682B85E1EA}">
      <dgm:prSet phldrT="[Text]"/>
      <dgm:spPr>
        <a:solidFill>
          <a:srgbClr val="00B050"/>
        </a:solidFill>
      </dgm:spPr>
      <dgm:t>
        <a:bodyPr/>
        <a:lstStyle/>
        <a:p>
          <a:r>
            <a:rPr lang="vi-VN" dirty="0" smtClean="0">
              <a:latin typeface="Times New Roman" panose="02020603050405020304" pitchFamily="18" charset="0"/>
              <a:cs typeface="Times New Roman" panose="02020603050405020304" pitchFamily="18" charset="0"/>
            </a:rPr>
            <a:t>Vào phòng học trước 10 phút.</a:t>
          </a:r>
          <a:endParaRPr lang="en-US" dirty="0"/>
        </a:p>
      </dgm:t>
    </dgm:pt>
    <dgm:pt modelId="{9C684CF5-F529-4794-A2EC-FF3B8E56A4A0}" type="parTrans" cxnId="{33FF2672-487E-40DC-8F62-52B24415FE5C}">
      <dgm:prSet/>
      <dgm:spPr/>
      <dgm:t>
        <a:bodyPr/>
        <a:lstStyle/>
        <a:p>
          <a:endParaRPr lang="en-US"/>
        </a:p>
      </dgm:t>
    </dgm:pt>
    <dgm:pt modelId="{0B156300-ABFD-4CD9-8B5A-4F6E2D33573B}" type="sibTrans" cxnId="{33FF2672-487E-40DC-8F62-52B24415FE5C}">
      <dgm:prSet/>
      <dgm:spPr/>
      <dgm:t>
        <a:bodyPr/>
        <a:lstStyle/>
        <a:p>
          <a:endParaRPr lang="en-US"/>
        </a:p>
      </dgm:t>
    </dgm:pt>
    <dgm:pt modelId="{290F839F-1FAA-45A0-B16F-940F191EFDDC}">
      <dgm:prSet phldrT="[Text]"/>
      <dgm:spPr>
        <a:solidFill>
          <a:srgbClr val="002060"/>
        </a:solidFill>
      </dgm:spPr>
      <dgm:t>
        <a:bodyPr/>
        <a:lstStyle/>
        <a:p>
          <a:r>
            <a:rPr lang="vi-VN" dirty="0" smtClean="0">
              <a:latin typeface="Times New Roman" panose="02020603050405020304" pitchFamily="18" charset="0"/>
              <a:cs typeface="Times New Roman" panose="02020603050405020304" pitchFamily="18" charset="0"/>
            </a:rPr>
            <a:t>Chuẩn bị đầy đủ: sách vở, dụng cụ học tập, thiết bị kết nối.</a:t>
          </a:r>
          <a:endParaRPr lang="en-US" dirty="0"/>
        </a:p>
      </dgm:t>
    </dgm:pt>
    <dgm:pt modelId="{1DC8824F-9345-46E4-9D51-F1CCE340D227}" type="parTrans" cxnId="{6605459C-906E-4014-A439-C07A22526522}">
      <dgm:prSet/>
      <dgm:spPr/>
      <dgm:t>
        <a:bodyPr/>
        <a:lstStyle/>
        <a:p>
          <a:endParaRPr lang="en-US"/>
        </a:p>
      </dgm:t>
    </dgm:pt>
    <dgm:pt modelId="{F3D11D43-33BD-4D0E-8107-39AA31C1DBFF}" type="sibTrans" cxnId="{6605459C-906E-4014-A439-C07A22526522}">
      <dgm:prSet/>
      <dgm:spPr/>
      <dgm:t>
        <a:bodyPr/>
        <a:lstStyle/>
        <a:p>
          <a:endParaRPr lang="en-US"/>
        </a:p>
      </dgm:t>
    </dgm:pt>
    <dgm:pt modelId="{23375318-482F-47EC-94AB-CE132B88CAA3}">
      <dgm:prSet phldrT="[Text]"/>
      <dgm:spPr>
        <a:solidFill>
          <a:srgbClr val="FF0000"/>
        </a:solidFill>
      </dgm:spPr>
      <dgm:t>
        <a:bodyPr/>
        <a:lstStyle/>
        <a:p>
          <a:r>
            <a:rPr lang="vi-VN" dirty="0" smtClean="0">
              <a:latin typeface="Times New Roman" panose="02020603050405020304" pitchFamily="18" charset="0"/>
              <a:cs typeface="Times New Roman" panose="02020603050405020304" pitchFamily="18" charset="0"/>
            </a:rPr>
            <a:t>Lựa chọn vị trí học tập: yên tĩnh, thoáng mát, đủ ánh sáng.</a:t>
          </a:r>
          <a:endParaRPr lang="en-US" dirty="0"/>
        </a:p>
      </dgm:t>
    </dgm:pt>
    <dgm:pt modelId="{2E93C3C1-4FA1-4555-9839-95A35F98884E}" type="parTrans" cxnId="{CD7CF6CC-CB8D-4458-BBD2-0A0F072A1797}">
      <dgm:prSet/>
      <dgm:spPr/>
      <dgm:t>
        <a:bodyPr/>
        <a:lstStyle/>
        <a:p>
          <a:endParaRPr lang="en-US"/>
        </a:p>
      </dgm:t>
    </dgm:pt>
    <dgm:pt modelId="{A105F61D-EFA7-4AAE-B1C9-457B25B759CA}" type="sibTrans" cxnId="{CD7CF6CC-CB8D-4458-BBD2-0A0F072A1797}">
      <dgm:prSet/>
      <dgm:spPr/>
      <dgm:t>
        <a:bodyPr/>
        <a:lstStyle/>
        <a:p>
          <a:endParaRPr lang="en-US"/>
        </a:p>
      </dgm:t>
    </dgm:pt>
    <dgm:pt modelId="{5B6AD0AF-A804-4937-BBC8-5838EC6A7BB2}">
      <dgm:prSet phldrT="[Text]"/>
      <dgm:spPr>
        <a:solidFill>
          <a:srgbClr val="00B0F0"/>
        </a:solidFill>
      </dgm:spPr>
      <dgm:t>
        <a:bodyPr/>
        <a:lstStyle/>
        <a:p>
          <a:r>
            <a:rPr lang="vi-VN" dirty="0" smtClean="0">
              <a:latin typeface="Times New Roman" panose="02020603050405020304" pitchFamily="18" charset="0"/>
              <a:cs typeface="Times New Roman" panose="02020603050405020304" pitchFamily="18" charset="0"/>
            </a:rPr>
            <a:t>Kết nối lớp học với tên đăng nhập: </a:t>
          </a:r>
          <a:r>
            <a:rPr lang="vi-VN" b="1" dirty="0" smtClean="0">
              <a:solidFill>
                <a:srgbClr val="C00000"/>
              </a:solidFill>
              <a:latin typeface="Times New Roman" panose="02020603050405020304" pitchFamily="18" charset="0"/>
              <a:cs typeface="Times New Roman" panose="02020603050405020304" pitchFamily="18" charset="0"/>
            </a:rPr>
            <a:t>Họ và tên – Lớp.</a:t>
          </a:r>
          <a:endParaRPr lang="en-US" b="1" dirty="0">
            <a:solidFill>
              <a:srgbClr val="C00000"/>
            </a:solidFill>
          </a:endParaRPr>
        </a:p>
      </dgm:t>
    </dgm:pt>
    <dgm:pt modelId="{FFADC76F-D64B-4BE4-9722-69A2359E7845}" type="parTrans" cxnId="{90FC3CCF-1532-4F7E-893D-7686060F4462}">
      <dgm:prSet/>
      <dgm:spPr/>
      <dgm:t>
        <a:bodyPr/>
        <a:lstStyle/>
        <a:p>
          <a:endParaRPr lang="en-US"/>
        </a:p>
      </dgm:t>
    </dgm:pt>
    <dgm:pt modelId="{AFEB71B1-2817-4A53-B1F7-DA4B9EAB1F28}" type="sibTrans" cxnId="{90FC3CCF-1532-4F7E-893D-7686060F4462}">
      <dgm:prSet/>
      <dgm:spPr/>
      <dgm:t>
        <a:bodyPr/>
        <a:lstStyle/>
        <a:p>
          <a:endParaRPr lang="en-US"/>
        </a:p>
      </dgm:t>
    </dgm:pt>
    <dgm:pt modelId="{0C31A3BF-D0BF-45AE-ABE8-4CC03FED18DD}" type="pres">
      <dgm:prSet presAssocID="{10049957-D6C5-420B-A001-1E5F36B18D33}" presName="Name0" presStyleCnt="0">
        <dgm:presLayoutVars>
          <dgm:chMax val="7"/>
          <dgm:chPref val="7"/>
          <dgm:dir/>
        </dgm:presLayoutVars>
      </dgm:prSet>
      <dgm:spPr/>
      <dgm:t>
        <a:bodyPr/>
        <a:lstStyle/>
        <a:p>
          <a:endParaRPr lang="en-US"/>
        </a:p>
      </dgm:t>
    </dgm:pt>
    <dgm:pt modelId="{806F75FA-147E-4B58-8B8B-EAC895AF60E9}" type="pres">
      <dgm:prSet presAssocID="{10049957-D6C5-420B-A001-1E5F36B18D33}" presName="Name1" presStyleCnt="0"/>
      <dgm:spPr/>
    </dgm:pt>
    <dgm:pt modelId="{713EF44C-05AC-473C-A67F-35FD881F2FFB}" type="pres">
      <dgm:prSet presAssocID="{10049957-D6C5-420B-A001-1E5F36B18D33}" presName="cycle" presStyleCnt="0"/>
      <dgm:spPr/>
    </dgm:pt>
    <dgm:pt modelId="{E6988861-8DFC-430A-A9B0-064076DA413A}" type="pres">
      <dgm:prSet presAssocID="{10049957-D6C5-420B-A001-1E5F36B18D33}" presName="srcNode" presStyleLbl="node1" presStyleIdx="0" presStyleCnt="4"/>
      <dgm:spPr/>
    </dgm:pt>
    <dgm:pt modelId="{2402EEEB-9323-48A7-A86F-495D2FCD5D45}" type="pres">
      <dgm:prSet presAssocID="{10049957-D6C5-420B-A001-1E5F36B18D33}" presName="conn" presStyleLbl="parChTrans1D2" presStyleIdx="0" presStyleCnt="1"/>
      <dgm:spPr/>
      <dgm:t>
        <a:bodyPr/>
        <a:lstStyle/>
        <a:p>
          <a:endParaRPr lang="en-US"/>
        </a:p>
      </dgm:t>
    </dgm:pt>
    <dgm:pt modelId="{1755388C-815C-45B3-A4A6-022FBC2D21A0}" type="pres">
      <dgm:prSet presAssocID="{10049957-D6C5-420B-A001-1E5F36B18D33}" presName="extraNode" presStyleLbl="node1" presStyleIdx="0" presStyleCnt="4"/>
      <dgm:spPr/>
    </dgm:pt>
    <dgm:pt modelId="{13E4D52D-5548-4BE2-A579-287C7E16E62F}" type="pres">
      <dgm:prSet presAssocID="{10049957-D6C5-420B-A001-1E5F36B18D33}" presName="dstNode" presStyleLbl="node1" presStyleIdx="0" presStyleCnt="4"/>
      <dgm:spPr/>
    </dgm:pt>
    <dgm:pt modelId="{194AC04F-B7BD-44B6-9F16-1F5BDE372A37}" type="pres">
      <dgm:prSet presAssocID="{17754215-2CA2-429C-ACEA-F3682B85E1EA}" presName="text_1" presStyleLbl="node1" presStyleIdx="0" presStyleCnt="4">
        <dgm:presLayoutVars>
          <dgm:bulletEnabled val="1"/>
        </dgm:presLayoutVars>
      </dgm:prSet>
      <dgm:spPr/>
      <dgm:t>
        <a:bodyPr/>
        <a:lstStyle/>
        <a:p>
          <a:endParaRPr lang="en-US"/>
        </a:p>
      </dgm:t>
    </dgm:pt>
    <dgm:pt modelId="{54467ADA-01B7-4B37-9358-CF70B150B0C7}" type="pres">
      <dgm:prSet presAssocID="{17754215-2CA2-429C-ACEA-F3682B85E1EA}" presName="accent_1" presStyleCnt="0"/>
      <dgm:spPr/>
    </dgm:pt>
    <dgm:pt modelId="{D39D0E04-BBB7-4640-BD32-880B518A5755}" type="pres">
      <dgm:prSet presAssocID="{17754215-2CA2-429C-ACEA-F3682B85E1EA}" presName="accentRepeatNode" presStyleLbl="solidFgAcc1" presStyleIdx="0" presStyleCnt="4"/>
      <dgm:spPr/>
    </dgm:pt>
    <dgm:pt modelId="{D29D99E8-D868-4D42-A087-2161FB7D5454}" type="pres">
      <dgm:prSet presAssocID="{290F839F-1FAA-45A0-B16F-940F191EFDDC}" presName="text_2" presStyleLbl="node1" presStyleIdx="1" presStyleCnt="4">
        <dgm:presLayoutVars>
          <dgm:bulletEnabled val="1"/>
        </dgm:presLayoutVars>
      </dgm:prSet>
      <dgm:spPr/>
      <dgm:t>
        <a:bodyPr/>
        <a:lstStyle/>
        <a:p>
          <a:endParaRPr lang="en-US"/>
        </a:p>
      </dgm:t>
    </dgm:pt>
    <dgm:pt modelId="{1F8A0644-8ED9-4781-AE61-EE012F0228F2}" type="pres">
      <dgm:prSet presAssocID="{290F839F-1FAA-45A0-B16F-940F191EFDDC}" presName="accent_2" presStyleCnt="0"/>
      <dgm:spPr/>
    </dgm:pt>
    <dgm:pt modelId="{F020773C-F76D-464C-AA6D-D51D60CCB8CE}" type="pres">
      <dgm:prSet presAssocID="{290F839F-1FAA-45A0-B16F-940F191EFDDC}" presName="accentRepeatNode" presStyleLbl="solidFgAcc1" presStyleIdx="1" presStyleCnt="4"/>
      <dgm:spPr/>
    </dgm:pt>
    <dgm:pt modelId="{9D063B00-DFC2-4127-8988-880CAC3FEED7}" type="pres">
      <dgm:prSet presAssocID="{23375318-482F-47EC-94AB-CE132B88CAA3}" presName="text_3" presStyleLbl="node1" presStyleIdx="2" presStyleCnt="4">
        <dgm:presLayoutVars>
          <dgm:bulletEnabled val="1"/>
        </dgm:presLayoutVars>
      </dgm:prSet>
      <dgm:spPr/>
      <dgm:t>
        <a:bodyPr/>
        <a:lstStyle/>
        <a:p>
          <a:endParaRPr lang="en-US"/>
        </a:p>
      </dgm:t>
    </dgm:pt>
    <dgm:pt modelId="{6CF847AA-00D7-48F0-B2D9-D06E0C16D250}" type="pres">
      <dgm:prSet presAssocID="{23375318-482F-47EC-94AB-CE132B88CAA3}" presName="accent_3" presStyleCnt="0"/>
      <dgm:spPr/>
    </dgm:pt>
    <dgm:pt modelId="{3775D2F2-CACA-4FF8-8DDF-CAD075DA0E83}" type="pres">
      <dgm:prSet presAssocID="{23375318-482F-47EC-94AB-CE132B88CAA3}" presName="accentRepeatNode" presStyleLbl="solidFgAcc1" presStyleIdx="2" presStyleCnt="4"/>
      <dgm:spPr/>
    </dgm:pt>
    <dgm:pt modelId="{10A29CA2-9AAB-4D0C-AC66-5AD6FF87DC18}" type="pres">
      <dgm:prSet presAssocID="{5B6AD0AF-A804-4937-BBC8-5838EC6A7BB2}" presName="text_4" presStyleLbl="node1" presStyleIdx="3" presStyleCnt="4">
        <dgm:presLayoutVars>
          <dgm:bulletEnabled val="1"/>
        </dgm:presLayoutVars>
      </dgm:prSet>
      <dgm:spPr/>
      <dgm:t>
        <a:bodyPr/>
        <a:lstStyle/>
        <a:p>
          <a:endParaRPr lang="en-US"/>
        </a:p>
      </dgm:t>
    </dgm:pt>
    <dgm:pt modelId="{6A6BCD35-1D56-4186-9314-E74DB6AFD7A3}" type="pres">
      <dgm:prSet presAssocID="{5B6AD0AF-A804-4937-BBC8-5838EC6A7BB2}" presName="accent_4" presStyleCnt="0"/>
      <dgm:spPr/>
    </dgm:pt>
    <dgm:pt modelId="{25702A46-DE84-4F86-975B-C3449B2BEF59}" type="pres">
      <dgm:prSet presAssocID="{5B6AD0AF-A804-4937-BBC8-5838EC6A7BB2}" presName="accentRepeatNode" presStyleLbl="solidFgAcc1" presStyleIdx="3" presStyleCnt="4"/>
      <dgm:spPr/>
    </dgm:pt>
  </dgm:ptLst>
  <dgm:cxnLst>
    <dgm:cxn modelId="{90FC3CCF-1532-4F7E-893D-7686060F4462}" srcId="{10049957-D6C5-420B-A001-1E5F36B18D33}" destId="{5B6AD0AF-A804-4937-BBC8-5838EC6A7BB2}" srcOrd="3" destOrd="0" parTransId="{FFADC76F-D64B-4BE4-9722-69A2359E7845}" sibTransId="{AFEB71B1-2817-4A53-B1F7-DA4B9EAB1F28}"/>
    <dgm:cxn modelId="{D522448E-DCA5-4FC5-95FE-94D9573C8056}" type="presOf" srcId="{0B156300-ABFD-4CD9-8B5A-4F6E2D33573B}" destId="{2402EEEB-9323-48A7-A86F-495D2FCD5D45}" srcOrd="0" destOrd="0" presId="urn:microsoft.com/office/officeart/2008/layout/VerticalCurvedList"/>
    <dgm:cxn modelId="{3EF65EA9-5F77-4103-90A2-6C9AA785C873}" type="presOf" srcId="{23375318-482F-47EC-94AB-CE132B88CAA3}" destId="{9D063B00-DFC2-4127-8988-880CAC3FEED7}" srcOrd="0" destOrd="0" presId="urn:microsoft.com/office/officeart/2008/layout/VerticalCurvedList"/>
    <dgm:cxn modelId="{FF681BCA-22E1-48DB-A6B0-CCDD7E9B5655}" type="presOf" srcId="{5B6AD0AF-A804-4937-BBC8-5838EC6A7BB2}" destId="{10A29CA2-9AAB-4D0C-AC66-5AD6FF87DC18}" srcOrd="0" destOrd="0" presId="urn:microsoft.com/office/officeart/2008/layout/VerticalCurvedList"/>
    <dgm:cxn modelId="{3267AB07-AFCE-4937-8C5D-E5400E4843F0}" type="presOf" srcId="{10049957-D6C5-420B-A001-1E5F36B18D33}" destId="{0C31A3BF-D0BF-45AE-ABE8-4CC03FED18DD}" srcOrd="0" destOrd="0" presId="urn:microsoft.com/office/officeart/2008/layout/VerticalCurvedList"/>
    <dgm:cxn modelId="{B4C01DA8-9220-475B-A987-287AFA002E2C}" type="presOf" srcId="{290F839F-1FAA-45A0-B16F-940F191EFDDC}" destId="{D29D99E8-D868-4D42-A087-2161FB7D5454}" srcOrd="0" destOrd="0" presId="urn:microsoft.com/office/officeart/2008/layout/VerticalCurvedList"/>
    <dgm:cxn modelId="{BC59AC9C-DE82-47F5-8E9D-83D58279C041}" type="presOf" srcId="{17754215-2CA2-429C-ACEA-F3682B85E1EA}" destId="{194AC04F-B7BD-44B6-9F16-1F5BDE372A37}" srcOrd="0" destOrd="0" presId="urn:microsoft.com/office/officeart/2008/layout/VerticalCurvedList"/>
    <dgm:cxn modelId="{CD7CF6CC-CB8D-4458-BBD2-0A0F072A1797}" srcId="{10049957-D6C5-420B-A001-1E5F36B18D33}" destId="{23375318-482F-47EC-94AB-CE132B88CAA3}" srcOrd="2" destOrd="0" parTransId="{2E93C3C1-4FA1-4555-9839-95A35F98884E}" sibTransId="{A105F61D-EFA7-4AAE-B1C9-457B25B759CA}"/>
    <dgm:cxn modelId="{6605459C-906E-4014-A439-C07A22526522}" srcId="{10049957-D6C5-420B-A001-1E5F36B18D33}" destId="{290F839F-1FAA-45A0-B16F-940F191EFDDC}" srcOrd="1" destOrd="0" parTransId="{1DC8824F-9345-46E4-9D51-F1CCE340D227}" sibTransId="{F3D11D43-33BD-4D0E-8107-39AA31C1DBFF}"/>
    <dgm:cxn modelId="{33FF2672-487E-40DC-8F62-52B24415FE5C}" srcId="{10049957-D6C5-420B-A001-1E5F36B18D33}" destId="{17754215-2CA2-429C-ACEA-F3682B85E1EA}" srcOrd="0" destOrd="0" parTransId="{9C684CF5-F529-4794-A2EC-FF3B8E56A4A0}" sibTransId="{0B156300-ABFD-4CD9-8B5A-4F6E2D33573B}"/>
    <dgm:cxn modelId="{1E13C23F-3637-4970-9131-FF442DD23BF8}" type="presParOf" srcId="{0C31A3BF-D0BF-45AE-ABE8-4CC03FED18DD}" destId="{806F75FA-147E-4B58-8B8B-EAC895AF60E9}" srcOrd="0" destOrd="0" presId="urn:microsoft.com/office/officeart/2008/layout/VerticalCurvedList"/>
    <dgm:cxn modelId="{2C29F66D-BD6E-466D-BAF4-DAE46EE968FF}" type="presParOf" srcId="{806F75FA-147E-4B58-8B8B-EAC895AF60E9}" destId="{713EF44C-05AC-473C-A67F-35FD881F2FFB}" srcOrd="0" destOrd="0" presId="urn:microsoft.com/office/officeart/2008/layout/VerticalCurvedList"/>
    <dgm:cxn modelId="{EFD74EFB-EF1B-4947-98FE-EF8EA4591071}" type="presParOf" srcId="{713EF44C-05AC-473C-A67F-35FD881F2FFB}" destId="{E6988861-8DFC-430A-A9B0-064076DA413A}" srcOrd="0" destOrd="0" presId="urn:microsoft.com/office/officeart/2008/layout/VerticalCurvedList"/>
    <dgm:cxn modelId="{77F05785-524D-4AA0-8B61-3EE8AC6ADDF0}" type="presParOf" srcId="{713EF44C-05AC-473C-A67F-35FD881F2FFB}" destId="{2402EEEB-9323-48A7-A86F-495D2FCD5D45}" srcOrd="1" destOrd="0" presId="urn:microsoft.com/office/officeart/2008/layout/VerticalCurvedList"/>
    <dgm:cxn modelId="{40DF957A-8A16-4613-A4D7-EA0AEA8F114F}" type="presParOf" srcId="{713EF44C-05AC-473C-A67F-35FD881F2FFB}" destId="{1755388C-815C-45B3-A4A6-022FBC2D21A0}" srcOrd="2" destOrd="0" presId="urn:microsoft.com/office/officeart/2008/layout/VerticalCurvedList"/>
    <dgm:cxn modelId="{AB46E954-EA72-44FF-8BE3-452AD5BAE897}" type="presParOf" srcId="{713EF44C-05AC-473C-A67F-35FD881F2FFB}" destId="{13E4D52D-5548-4BE2-A579-287C7E16E62F}" srcOrd="3" destOrd="0" presId="urn:microsoft.com/office/officeart/2008/layout/VerticalCurvedList"/>
    <dgm:cxn modelId="{DFD20BF0-CB9C-49B3-834F-02A0ED4F97DE}" type="presParOf" srcId="{806F75FA-147E-4B58-8B8B-EAC895AF60E9}" destId="{194AC04F-B7BD-44B6-9F16-1F5BDE372A37}" srcOrd="1" destOrd="0" presId="urn:microsoft.com/office/officeart/2008/layout/VerticalCurvedList"/>
    <dgm:cxn modelId="{818AF7E2-D2B2-47BF-87EE-E2D791B255A6}" type="presParOf" srcId="{806F75FA-147E-4B58-8B8B-EAC895AF60E9}" destId="{54467ADA-01B7-4B37-9358-CF70B150B0C7}" srcOrd="2" destOrd="0" presId="urn:microsoft.com/office/officeart/2008/layout/VerticalCurvedList"/>
    <dgm:cxn modelId="{031CA6E1-6872-4DCF-AE31-5276931C9799}" type="presParOf" srcId="{54467ADA-01B7-4B37-9358-CF70B150B0C7}" destId="{D39D0E04-BBB7-4640-BD32-880B518A5755}" srcOrd="0" destOrd="0" presId="urn:microsoft.com/office/officeart/2008/layout/VerticalCurvedList"/>
    <dgm:cxn modelId="{5869A55D-BBDC-4FF5-8B67-A695214AEF7D}" type="presParOf" srcId="{806F75FA-147E-4B58-8B8B-EAC895AF60E9}" destId="{D29D99E8-D868-4D42-A087-2161FB7D5454}" srcOrd="3" destOrd="0" presId="urn:microsoft.com/office/officeart/2008/layout/VerticalCurvedList"/>
    <dgm:cxn modelId="{9923E1FF-D4FC-49CA-A2CC-E98FA3996EAB}" type="presParOf" srcId="{806F75FA-147E-4B58-8B8B-EAC895AF60E9}" destId="{1F8A0644-8ED9-4781-AE61-EE012F0228F2}" srcOrd="4" destOrd="0" presId="urn:microsoft.com/office/officeart/2008/layout/VerticalCurvedList"/>
    <dgm:cxn modelId="{6AB77229-CFF7-4F45-89D7-1FBE16561F47}" type="presParOf" srcId="{1F8A0644-8ED9-4781-AE61-EE012F0228F2}" destId="{F020773C-F76D-464C-AA6D-D51D60CCB8CE}" srcOrd="0" destOrd="0" presId="urn:microsoft.com/office/officeart/2008/layout/VerticalCurvedList"/>
    <dgm:cxn modelId="{A2ED2FFE-EC37-4B6E-83BF-4D49C803EC77}" type="presParOf" srcId="{806F75FA-147E-4B58-8B8B-EAC895AF60E9}" destId="{9D063B00-DFC2-4127-8988-880CAC3FEED7}" srcOrd="5" destOrd="0" presId="urn:microsoft.com/office/officeart/2008/layout/VerticalCurvedList"/>
    <dgm:cxn modelId="{EC3D02AD-4A02-4E73-BF17-EFFC9135F069}" type="presParOf" srcId="{806F75FA-147E-4B58-8B8B-EAC895AF60E9}" destId="{6CF847AA-00D7-48F0-B2D9-D06E0C16D250}" srcOrd="6" destOrd="0" presId="urn:microsoft.com/office/officeart/2008/layout/VerticalCurvedList"/>
    <dgm:cxn modelId="{71352F5E-380A-4C44-AD40-7F63D9FB73AD}" type="presParOf" srcId="{6CF847AA-00D7-48F0-B2D9-D06E0C16D250}" destId="{3775D2F2-CACA-4FF8-8DDF-CAD075DA0E83}" srcOrd="0" destOrd="0" presId="urn:microsoft.com/office/officeart/2008/layout/VerticalCurvedList"/>
    <dgm:cxn modelId="{20BAE77F-47AF-4131-A24B-FDEBF17F7A9C}" type="presParOf" srcId="{806F75FA-147E-4B58-8B8B-EAC895AF60E9}" destId="{10A29CA2-9AAB-4D0C-AC66-5AD6FF87DC18}" srcOrd="7" destOrd="0" presId="urn:microsoft.com/office/officeart/2008/layout/VerticalCurvedList"/>
    <dgm:cxn modelId="{F78636EA-303D-4AC2-9D38-022514E4B633}" type="presParOf" srcId="{806F75FA-147E-4B58-8B8B-EAC895AF60E9}" destId="{6A6BCD35-1D56-4186-9314-E74DB6AFD7A3}" srcOrd="8" destOrd="0" presId="urn:microsoft.com/office/officeart/2008/layout/VerticalCurvedList"/>
    <dgm:cxn modelId="{D60AC013-AB8E-48E9-B2BE-86ACC7F815EF}" type="presParOf" srcId="{6A6BCD35-1D56-4186-9314-E74DB6AFD7A3}" destId="{25702A46-DE84-4F86-975B-C3449B2BEF59}"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28220B-468D-42FF-98CD-D8EA62A374F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67E601D2-D8C1-4181-A5F4-8B78EC2C79A2}">
      <dgm:prSet phldrT="[Text]" custT="1"/>
      <dgm:spPr>
        <a:solidFill>
          <a:srgbClr val="00206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vi-VN" sz="2000" dirty="0" smtClean="0">
              <a:latin typeface="Times New Roman" panose="02020603050405020304" pitchFamily="18" charset="0"/>
              <a:cs typeface="Times New Roman" panose="02020603050405020304" pitchFamily="18" charset="0"/>
            </a:rPr>
            <a:t>Mở camera</a:t>
          </a:r>
          <a:endParaRPr lang="en-US" sz="2000" dirty="0"/>
        </a:p>
      </dgm:t>
    </dgm:pt>
    <dgm:pt modelId="{E8FCC048-B749-4D5D-81E4-9B9C603D7AA1}" type="parTrans" cxnId="{20FAEBF5-EE95-4F07-97C0-19CFDCF2CB03}">
      <dgm:prSet/>
      <dgm:spPr/>
      <dgm:t>
        <a:bodyPr/>
        <a:lstStyle/>
        <a:p>
          <a:endParaRPr lang="en-US"/>
        </a:p>
      </dgm:t>
    </dgm:pt>
    <dgm:pt modelId="{9487A509-350C-4601-8534-32CECBC05D89}" type="sibTrans" cxnId="{20FAEBF5-EE95-4F07-97C0-19CFDCF2CB03}">
      <dgm:prSet/>
      <dgm:spPr/>
      <dgm:t>
        <a:bodyPr/>
        <a:lstStyle/>
        <a:p>
          <a:endParaRPr lang="en-US"/>
        </a:p>
      </dgm:t>
    </dgm:pt>
    <dgm:pt modelId="{B5CF7234-7129-4E42-ACC3-81EFF56B4CBE}">
      <dgm:prSet phldrT="[Text]" custT="1"/>
      <dgm:spPr>
        <a:solidFill>
          <a:srgbClr val="00206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vi-VN" sz="2000" dirty="0" smtClean="0">
              <a:latin typeface="Times New Roman" panose="02020603050405020304" pitchFamily="18" charset="0"/>
              <a:cs typeface="Times New Roman" panose="02020603050405020304" pitchFamily="18" charset="0"/>
            </a:rPr>
            <a:t>Tắt mic</a:t>
          </a:r>
          <a:endParaRPr lang="en-US" sz="2000" dirty="0"/>
        </a:p>
      </dgm:t>
    </dgm:pt>
    <dgm:pt modelId="{C3B0232B-DE35-4CC5-904B-ED2A9C70CA11}" type="parTrans" cxnId="{4F2CD0BA-35A7-43EB-837B-33BC2A5A6C8D}">
      <dgm:prSet/>
      <dgm:spPr/>
      <dgm:t>
        <a:bodyPr/>
        <a:lstStyle/>
        <a:p>
          <a:endParaRPr lang="en-US"/>
        </a:p>
      </dgm:t>
    </dgm:pt>
    <dgm:pt modelId="{17CCA1C1-97AA-4117-9228-9E12B3EC363F}" type="sibTrans" cxnId="{4F2CD0BA-35A7-43EB-837B-33BC2A5A6C8D}">
      <dgm:prSet/>
      <dgm:spPr/>
      <dgm:t>
        <a:bodyPr/>
        <a:lstStyle/>
        <a:p>
          <a:endParaRPr lang="en-US"/>
        </a:p>
      </dgm:t>
    </dgm:pt>
    <dgm:pt modelId="{0B058F09-D704-4BD8-9E00-D1AF4C987CE7}">
      <dgm:prSet phldrT="[Text]" custT="1"/>
      <dgm:spPr>
        <a:solidFill>
          <a:srgbClr val="00206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vi-VN" sz="2000" dirty="0" smtClean="0">
              <a:latin typeface="Times New Roman" panose="02020603050405020304" pitchFamily="18" charset="0"/>
              <a:cs typeface="Times New Roman" panose="02020603050405020304" pitchFamily="18" charset="0"/>
            </a:rPr>
            <a:t>Chỉ mở mic khi được sự cho phép của GV.</a:t>
          </a:r>
          <a:endParaRPr lang="en-US" sz="2000" dirty="0"/>
        </a:p>
      </dgm:t>
    </dgm:pt>
    <dgm:pt modelId="{9DFAECEF-F212-460E-9E97-66B07BE7A56A}" type="parTrans" cxnId="{F5F044AF-B621-4D42-8785-1A8529F5B8C8}">
      <dgm:prSet/>
      <dgm:spPr/>
      <dgm:t>
        <a:bodyPr/>
        <a:lstStyle/>
        <a:p>
          <a:endParaRPr lang="en-US"/>
        </a:p>
      </dgm:t>
    </dgm:pt>
    <dgm:pt modelId="{C606D635-C1C6-4D28-9A0A-F198411D7D85}" type="sibTrans" cxnId="{F5F044AF-B621-4D42-8785-1A8529F5B8C8}">
      <dgm:prSet/>
      <dgm:spPr/>
      <dgm:t>
        <a:bodyPr/>
        <a:lstStyle/>
        <a:p>
          <a:endParaRPr lang="en-US"/>
        </a:p>
      </dgm:t>
    </dgm:pt>
    <dgm:pt modelId="{4B50103E-34F6-4752-8A43-F319E94955DF}">
      <dgm:prSet phldrT="[Text]" custT="1"/>
      <dgm:spPr>
        <a:solidFill>
          <a:schemeClr val="accent5">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vi-VN" sz="2000" dirty="0" smtClean="0">
              <a:latin typeface="Times New Roman" panose="02020603050405020304" pitchFamily="18" charset="0"/>
              <a:cs typeface="Times New Roman" panose="02020603050405020304" pitchFamily="18" charset="0"/>
            </a:rPr>
            <a:t>Ghi chép bài đầy đủ. </a:t>
          </a:r>
        </a:p>
        <a:p>
          <a:r>
            <a:rPr lang="vi-VN" sz="2000" dirty="0" smtClean="0">
              <a:latin typeface="Times New Roman" panose="02020603050405020304" pitchFamily="18" charset="0"/>
              <a:cs typeface="Times New Roman" panose="02020603050405020304" pitchFamily="18" charset="0"/>
            </a:rPr>
            <a:t>(theo hướng dẫn của GVBM)</a:t>
          </a:r>
          <a:endParaRPr lang="en-US" sz="2000" dirty="0"/>
        </a:p>
      </dgm:t>
    </dgm:pt>
    <dgm:pt modelId="{9F2FA4C9-D73C-4B0C-95D1-C14DA0D066AB}" type="parTrans" cxnId="{16F65C63-BDCC-4C29-88A8-03A643867522}">
      <dgm:prSet/>
      <dgm:spPr/>
      <dgm:t>
        <a:bodyPr/>
        <a:lstStyle/>
        <a:p>
          <a:endParaRPr lang="en-US"/>
        </a:p>
      </dgm:t>
    </dgm:pt>
    <dgm:pt modelId="{9FCE13CF-8029-4B78-BF7E-609C53271463}" type="sibTrans" cxnId="{16F65C63-BDCC-4C29-88A8-03A643867522}">
      <dgm:prSet/>
      <dgm:spPr/>
      <dgm:t>
        <a:bodyPr/>
        <a:lstStyle/>
        <a:p>
          <a:endParaRPr lang="en-US"/>
        </a:p>
      </dgm:t>
    </dgm:pt>
    <dgm:pt modelId="{4DE15E99-023B-446E-9137-C130C96C09ED}">
      <dgm:prSet phldrT="[Text]" phldr="1"/>
      <dgm:spPr>
        <a:solidFill>
          <a:schemeClr val="accent5">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n-US" sz="1600" dirty="0"/>
        </a:p>
      </dgm:t>
    </dgm:pt>
    <dgm:pt modelId="{DAA1800E-08F3-45D8-8237-65B74D22A4E5}" type="parTrans" cxnId="{1932CDD8-98AA-484B-9F97-89A6ACA2BDFE}">
      <dgm:prSet/>
      <dgm:spPr/>
      <dgm:t>
        <a:bodyPr/>
        <a:lstStyle/>
        <a:p>
          <a:endParaRPr lang="en-US"/>
        </a:p>
      </dgm:t>
    </dgm:pt>
    <dgm:pt modelId="{06B27857-FDC3-4F8C-B41C-693798EC4986}" type="sibTrans" cxnId="{1932CDD8-98AA-484B-9F97-89A6ACA2BDFE}">
      <dgm:prSet/>
      <dgm:spPr/>
      <dgm:t>
        <a:bodyPr/>
        <a:lstStyle/>
        <a:p>
          <a:endParaRPr lang="en-US"/>
        </a:p>
      </dgm:t>
    </dgm:pt>
    <dgm:pt modelId="{1245724C-7460-40F5-9796-150843E289DA}">
      <dgm:prSet phldrT="[Text]"/>
      <dgm:spPr>
        <a:solidFill>
          <a:srgbClr val="00B05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r>
            <a:rPr lang="vi-VN" dirty="0" smtClean="0">
              <a:latin typeface="Times New Roman" panose="02020603050405020304" pitchFamily="18" charset="0"/>
              <a:cs typeface="Times New Roman" panose="02020603050405020304" pitchFamily="18" charset="0"/>
            </a:rPr>
            <a:t>Hăng hái, tích cực phát biểu xây dựng bài.</a:t>
          </a:r>
          <a:endParaRPr lang="en-US" dirty="0"/>
        </a:p>
      </dgm:t>
    </dgm:pt>
    <dgm:pt modelId="{81AE420B-A977-4705-92A6-A23C9FCF60C0}" type="parTrans" cxnId="{64A02468-7097-4CDA-A448-C265C1C27B2E}">
      <dgm:prSet/>
      <dgm:spPr/>
      <dgm:t>
        <a:bodyPr/>
        <a:lstStyle/>
        <a:p>
          <a:endParaRPr lang="en-US"/>
        </a:p>
      </dgm:t>
    </dgm:pt>
    <dgm:pt modelId="{EB35523C-FCB2-4F9E-AFAF-A1DE40718D91}" type="sibTrans" cxnId="{64A02468-7097-4CDA-A448-C265C1C27B2E}">
      <dgm:prSet/>
      <dgm:spPr/>
      <dgm:t>
        <a:bodyPr/>
        <a:lstStyle/>
        <a:p>
          <a:endParaRPr lang="en-US"/>
        </a:p>
      </dgm:t>
    </dgm:pt>
    <dgm:pt modelId="{EC939E40-0B51-4CA1-8865-66E60CB9D4F3}">
      <dgm:prSet phldrT="[Text]" phldr="1"/>
      <dgm:spPr>
        <a:solidFill>
          <a:srgbClr val="00B05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endParaRPr lang="en-US" dirty="0"/>
        </a:p>
      </dgm:t>
    </dgm:pt>
    <dgm:pt modelId="{CC998FF4-15BD-49D1-AA57-25146A37A33B}" type="parTrans" cxnId="{53B5836F-3FEF-4E17-A8B8-E0F911445F53}">
      <dgm:prSet/>
      <dgm:spPr/>
      <dgm:t>
        <a:bodyPr/>
        <a:lstStyle/>
        <a:p>
          <a:endParaRPr lang="en-US"/>
        </a:p>
      </dgm:t>
    </dgm:pt>
    <dgm:pt modelId="{B234B9C8-EA5E-4E0B-B2AA-7A4FE26DACEA}" type="sibTrans" cxnId="{53B5836F-3FEF-4E17-A8B8-E0F911445F53}">
      <dgm:prSet/>
      <dgm:spPr/>
      <dgm:t>
        <a:bodyPr/>
        <a:lstStyle/>
        <a:p>
          <a:endParaRPr lang="en-US"/>
        </a:p>
      </dgm:t>
    </dgm:pt>
    <dgm:pt modelId="{98968E15-C9A5-411D-A7AC-B80736534057}">
      <dgm:prSet phldrT="[Text]" phldr="1"/>
      <dgm:spPr>
        <a:solidFill>
          <a:srgbClr val="00B05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dgm:spPr>
      <dgm:t>
        <a:bodyPr/>
        <a:lstStyle/>
        <a:p>
          <a:endParaRPr lang="en-US"/>
        </a:p>
      </dgm:t>
    </dgm:pt>
    <dgm:pt modelId="{89D17FA3-17E1-42FD-BFBF-1BC90709A2E8}" type="parTrans" cxnId="{A20F5610-2FFF-4A4C-8EE5-79BD874840BA}">
      <dgm:prSet/>
      <dgm:spPr/>
      <dgm:t>
        <a:bodyPr/>
        <a:lstStyle/>
        <a:p>
          <a:endParaRPr lang="en-US"/>
        </a:p>
      </dgm:t>
    </dgm:pt>
    <dgm:pt modelId="{0B1068F6-08A7-4081-A813-A658536D51D3}" type="sibTrans" cxnId="{A20F5610-2FFF-4A4C-8EE5-79BD874840BA}">
      <dgm:prSet/>
      <dgm:spPr/>
      <dgm:t>
        <a:bodyPr/>
        <a:lstStyle/>
        <a:p>
          <a:endParaRPr lang="en-US"/>
        </a:p>
      </dgm:t>
    </dgm:pt>
    <dgm:pt modelId="{102FFF4C-A15F-4904-9828-0CCFB5268088}">
      <dgm:prSet phldrT="[Text]"/>
      <dgm:spPr>
        <a:solidFill>
          <a:srgbClr val="00B0F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slope"/>
        </a:sp3d>
      </dgm:spPr>
      <dgm:t>
        <a:bodyPr/>
        <a:lstStyle/>
        <a:p>
          <a:r>
            <a:rPr lang="vi-VN" dirty="0" smtClean="0">
              <a:latin typeface="Times New Roman" panose="02020603050405020304" pitchFamily="18" charset="0"/>
              <a:cs typeface="Times New Roman" panose="02020603050405020304" pitchFamily="18" charset="0"/>
            </a:rPr>
            <a:t>Không chat trong giờ học.</a:t>
          </a:r>
          <a:endParaRPr lang="en-US" dirty="0"/>
        </a:p>
      </dgm:t>
    </dgm:pt>
    <dgm:pt modelId="{CBDCEA54-B82E-470C-9D86-24F959B524BE}" type="parTrans" cxnId="{D458A261-F170-4A42-8C75-F6E553E05EF4}">
      <dgm:prSet/>
      <dgm:spPr/>
      <dgm:t>
        <a:bodyPr/>
        <a:lstStyle/>
        <a:p>
          <a:endParaRPr lang="en-US"/>
        </a:p>
      </dgm:t>
    </dgm:pt>
    <dgm:pt modelId="{1806C05D-884A-4AEE-9A43-FF8A782B1730}" type="sibTrans" cxnId="{D458A261-F170-4A42-8C75-F6E553E05EF4}">
      <dgm:prSet/>
      <dgm:spPr/>
      <dgm:t>
        <a:bodyPr/>
        <a:lstStyle/>
        <a:p>
          <a:endParaRPr lang="en-US"/>
        </a:p>
      </dgm:t>
    </dgm:pt>
    <dgm:pt modelId="{5914F0E9-0C2C-499F-86D4-3DA875960B35}">
      <dgm:prSet phldrT="[Text]" phldr="1"/>
      <dgm:spPr>
        <a:solidFill>
          <a:srgbClr val="00B0F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slope"/>
        </a:sp3d>
      </dgm:spPr>
      <dgm:t>
        <a:bodyPr/>
        <a:lstStyle/>
        <a:p>
          <a:endParaRPr lang="en-US"/>
        </a:p>
      </dgm:t>
    </dgm:pt>
    <dgm:pt modelId="{C9C8EF3E-A435-49DB-B40F-7032FB557208}" type="parTrans" cxnId="{C10A7E97-BAC2-4A56-8376-E1151442C5C4}">
      <dgm:prSet/>
      <dgm:spPr/>
      <dgm:t>
        <a:bodyPr/>
        <a:lstStyle/>
        <a:p>
          <a:endParaRPr lang="en-US"/>
        </a:p>
      </dgm:t>
    </dgm:pt>
    <dgm:pt modelId="{0C1425C7-007E-41EF-B6BD-B66145C2D688}" type="sibTrans" cxnId="{C10A7E97-BAC2-4A56-8376-E1151442C5C4}">
      <dgm:prSet/>
      <dgm:spPr/>
      <dgm:t>
        <a:bodyPr/>
        <a:lstStyle/>
        <a:p>
          <a:endParaRPr lang="en-US"/>
        </a:p>
      </dgm:t>
    </dgm:pt>
    <dgm:pt modelId="{0907D98D-0063-4992-AC2B-84E1F4735CB1}">
      <dgm:prSet phldrT="[Text]" phldr="1"/>
      <dgm:spPr>
        <a:solidFill>
          <a:srgbClr val="00B0F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slope"/>
        </a:sp3d>
      </dgm:spPr>
      <dgm:t>
        <a:bodyPr/>
        <a:lstStyle/>
        <a:p>
          <a:endParaRPr lang="en-US"/>
        </a:p>
      </dgm:t>
    </dgm:pt>
    <dgm:pt modelId="{04B70BD1-4920-4248-AB93-C2D0B51D76A2}" type="parTrans" cxnId="{9E23589D-C664-462E-86DF-FDA78DC247A2}">
      <dgm:prSet/>
      <dgm:spPr/>
      <dgm:t>
        <a:bodyPr/>
        <a:lstStyle/>
        <a:p>
          <a:endParaRPr lang="en-US"/>
        </a:p>
      </dgm:t>
    </dgm:pt>
    <dgm:pt modelId="{618FD76C-4660-4E59-AE47-122EEEB70F23}" type="sibTrans" cxnId="{9E23589D-C664-462E-86DF-FDA78DC247A2}">
      <dgm:prSet/>
      <dgm:spPr/>
      <dgm:t>
        <a:bodyPr/>
        <a:lstStyle/>
        <a:p>
          <a:endParaRPr lang="en-US"/>
        </a:p>
      </dgm:t>
    </dgm:pt>
    <dgm:pt modelId="{AA263A48-06B8-49A7-9B10-8DB62B336826}" type="pres">
      <dgm:prSet presAssocID="{7E28220B-468D-42FF-98CD-D8EA62A374FF}" presName="Name0" presStyleCnt="0">
        <dgm:presLayoutVars>
          <dgm:dir/>
          <dgm:resizeHandles val="exact"/>
        </dgm:presLayoutVars>
      </dgm:prSet>
      <dgm:spPr/>
      <dgm:t>
        <a:bodyPr/>
        <a:lstStyle/>
        <a:p>
          <a:endParaRPr lang="en-US"/>
        </a:p>
      </dgm:t>
    </dgm:pt>
    <dgm:pt modelId="{FF787DDA-C1F0-4CBB-B7CD-6634882E35D0}" type="pres">
      <dgm:prSet presAssocID="{67E601D2-D8C1-4181-A5F4-8B78EC2C79A2}" presName="node" presStyleLbl="node1" presStyleIdx="0" presStyleCnt="4">
        <dgm:presLayoutVars>
          <dgm:bulletEnabled val="1"/>
        </dgm:presLayoutVars>
      </dgm:prSet>
      <dgm:spPr/>
      <dgm:t>
        <a:bodyPr/>
        <a:lstStyle/>
        <a:p>
          <a:endParaRPr lang="en-US"/>
        </a:p>
      </dgm:t>
    </dgm:pt>
    <dgm:pt modelId="{6F52E9F6-5DCA-4B56-9306-B870B069DBA8}" type="pres">
      <dgm:prSet presAssocID="{9487A509-350C-4601-8534-32CECBC05D89}" presName="sibTrans" presStyleCnt="0"/>
      <dgm:spPr/>
    </dgm:pt>
    <dgm:pt modelId="{CC5894F0-CBAE-4EB8-9878-131340FF8A9B}" type="pres">
      <dgm:prSet presAssocID="{4B50103E-34F6-4752-8A43-F319E94955DF}" presName="node" presStyleLbl="node1" presStyleIdx="1" presStyleCnt="4">
        <dgm:presLayoutVars>
          <dgm:bulletEnabled val="1"/>
        </dgm:presLayoutVars>
      </dgm:prSet>
      <dgm:spPr/>
      <dgm:t>
        <a:bodyPr/>
        <a:lstStyle/>
        <a:p>
          <a:endParaRPr lang="en-US"/>
        </a:p>
      </dgm:t>
    </dgm:pt>
    <dgm:pt modelId="{EE9D0364-C4AE-4A6C-B510-D6963F637962}" type="pres">
      <dgm:prSet presAssocID="{9FCE13CF-8029-4B78-BF7E-609C53271463}" presName="sibTrans" presStyleCnt="0"/>
      <dgm:spPr/>
    </dgm:pt>
    <dgm:pt modelId="{D57A22D2-C521-458B-92E8-553B1FE856D4}" type="pres">
      <dgm:prSet presAssocID="{1245724C-7460-40F5-9796-150843E289DA}" presName="node" presStyleLbl="node1" presStyleIdx="2" presStyleCnt="4">
        <dgm:presLayoutVars>
          <dgm:bulletEnabled val="1"/>
        </dgm:presLayoutVars>
      </dgm:prSet>
      <dgm:spPr/>
      <dgm:t>
        <a:bodyPr/>
        <a:lstStyle/>
        <a:p>
          <a:endParaRPr lang="en-US"/>
        </a:p>
      </dgm:t>
    </dgm:pt>
    <dgm:pt modelId="{0CD87C2C-6D5C-4157-8D73-AAD438DC677F}" type="pres">
      <dgm:prSet presAssocID="{EB35523C-FCB2-4F9E-AFAF-A1DE40718D91}" presName="sibTrans" presStyleCnt="0"/>
      <dgm:spPr/>
    </dgm:pt>
    <dgm:pt modelId="{B773087F-62F4-4D58-8307-124F60B4F9B0}" type="pres">
      <dgm:prSet presAssocID="{102FFF4C-A15F-4904-9828-0CCFB5268088}" presName="node" presStyleLbl="node1" presStyleIdx="3" presStyleCnt="4">
        <dgm:presLayoutVars>
          <dgm:bulletEnabled val="1"/>
        </dgm:presLayoutVars>
      </dgm:prSet>
      <dgm:spPr/>
      <dgm:t>
        <a:bodyPr/>
        <a:lstStyle/>
        <a:p>
          <a:endParaRPr lang="en-US"/>
        </a:p>
      </dgm:t>
    </dgm:pt>
  </dgm:ptLst>
  <dgm:cxnLst>
    <dgm:cxn modelId="{64A02468-7097-4CDA-A448-C265C1C27B2E}" srcId="{7E28220B-468D-42FF-98CD-D8EA62A374FF}" destId="{1245724C-7460-40F5-9796-150843E289DA}" srcOrd="2" destOrd="0" parTransId="{81AE420B-A977-4705-92A6-A23C9FCF60C0}" sibTransId="{EB35523C-FCB2-4F9E-AFAF-A1DE40718D91}"/>
    <dgm:cxn modelId="{4F2CD0BA-35A7-43EB-837B-33BC2A5A6C8D}" srcId="{67E601D2-D8C1-4181-A5F4-8B78EC2C79A2}" destId="{B5CF7234-7129-4E42-ACC3-81EFF56B4CBE}" srcOrd="0" destOrd="0" parTransId="{C3B0232B-DE35-4CC5-904B-ED2A9C70CA11}" sibTransId="{17CCA1C1-97AA-4117-9228-9E12B3EC363F}"/>
    <dgm:cxn modelId="{20FAEBF5-EE95-4F07-97C0-19CFDCF2CB03}" srcId="{7E28220B-468D-42FF-98CD-D8EA62A374FF}" destId="{67E601D2-D8C1-4181-A5F4-8B78EC2C79A2}" srcOrd="0" destOrd="0" parTransId="{E8FCC048-B749-4D5D-81E4-9B9C603D7AA1}" sibTransId="{9487A509-350C-4601-8534-32CECBC05D89}"/>
    <dgm:cxn modelId="{6351E21C-6CD7-4321-9D7F-BDEA46BEE20A}" type="presOf" srcId="{4DE15E99-023B-446E-9137-C130C96C09ED}" destId="{CC5894F0-CBAE-4EB8-9878-131340FF8A9B}" srcOrd="0" destOrd="1" presId="urn:microsoft.com/office/officeart/2005/8/layout/hList6"/>
    <dgm:cxn modelId="{2FF8651C-21F9-4E9A-8EEC-C6AE31AE9B83}" type="presOf" srcId="{EC939E40-0B51-4CA1-8865-66E60CB9D4F3}" destId="{D57A22D2-C521-458B-92E8-553B1FE856D4}" srcOrd="0" destOrd="1" presId="urn:microsoft.com/office/officeart/2005/8/layout/hList6"/>
    <dgm:cxn modelId="{4FCBA170-B357-4BCA-A6F0-E755727B9D86}" type="presOf" srcId="{0907D98D-0063-4992-AC2B-84E1F4735CB1}" destId="{B773087F-62F4-4D58-8307-124F60B4F9B0}" srcOrd="0" destOrd="2" presId="urn:microsoft.com/office/officeart/2005/8/layout/hList6"/>
    <dgm:cxn modelId="{F4AEC8A5-D0F3-49E3-BFBE-9A86BC6C7AE6}" type="presOf" srcId="{7E28220B-468D-42FF-98CD-D8EA62A374FF}" destId="{AA263A48-06B8-49A7-9B10-8DB62B336826}" srcOrd="0" destOrd="0" presId="urn:microsoft.com/office/officeart/2005/8/layout/hList6"/>
    <dgm:cxn modelId="{C9378E0D-853A-4904-93BE-59BB658DD81A}" type="presOf" srcId="{98968E15-C9A5-411D-A7AC-B80736534057}" destId="{D57A22D2-C521-458B-92E8-553B1FE856D4}" srcOrd="0" destOrd="2" presId="urn:microsoft.com/office/officeart/2005/8/layout/hList6"/>
    <dgm:cxn modelId="{A6EE3011-4742-4690-8C3A-1F2B18BB6CBB}" type="presOf" srcId="{5914F0E9-0C2C-499F-86D4-3DA875960B35}" destId="{B773087F-62F4-4D58-8307-124F60B4F9B0}" srcOrd="0" destOrd="1" presId="urn:microsoft.com/office/officeart/2005/8/layout/hList6"/>
    <dgm:cxn modelId="{9E23589D-C664-462E-86DF-FDA78DC247A2}" srcId="{102FFF4C-A15F-4904-9828-0CCFB5268088}" destId="{0907D98D-0063-4992-AC2B-84E1F4735CB1}" srcOrd="1" destOrd="0" parTransId="{04B70BD1-4920-4248-AB93-C2D0B51D76A2}" sibTransId="{618FD76C-4660-4E59-AE47-122EEEB70F23}"/>
    <dgm:cxn modelId="{B0A585D8-B0EF-49BD-B075-EC8F4CBC3998}" type="presOf" srcId="{1245724C-7460-40F5-9796-150843E289DA}" destId="{D57A22D2-C521-458B-92E8-553B1FE856D4}" srcOrd="0" destOrd="0" presId="urn:microsoft.com/office/officeart/2005/8/layout/hList6"/>
    <dgm:cxn modelId="{D458A261-F170-4A42-8C75-F6E553E05EF4}" srcId="{7E28220B-468D-42FF-98CD-D8EA62A374FF}" destId="{102FFF4C-A15F-4904-9828-0CCFB5268088}" srcOrd="3" destOrd="0" parTransId="{CBDCEA54-B82E-470C-9D86-24F959B524BE}" sibTransId="{1806C05D-884A-4AEE-9A43-FF8A782B1730}"/>
    <dgm:cxn modelId="{1932CDD8-98AA-484B-9F97-89A6ACA2BDFE}" srcId="{4B50103E-34F6-4752-8A43-F319E94955DF}" destId="{4DE15E99-023B-446E-9137-C130C96C09ED}" srcOrd="0" destOrd="0" parTransId="{DAA1800E-08F3-45D8-8237-65B74D22A4E5}" sibTransId="{06B27857-FDC3-4F8C-B41C-693798EC4986}"/>
    <dgm:cxn modelId="{C139BE81-FB17-49AC-BDD8-268BD7846E5F}" type="presOf" srcId="{0B058F09-D704-4BD8-9E00-D1AF4C987CE7}" destId="{FF787DDA-C1F0-4CBB-B7CD-6634882E35D0}" srcOrd="0" destOrd="2" presId="urn:microsoft.com/office/officeart/2005/8/layout/hList6"/>
    <dgm:cxn modelId="{A20F5610-2FFF-4A4C-8EE5-79BD874840BA}" srcId="{1245724C-7460-40F5-9796-150843E289DA}" destId="{98968E15-C9A5-411D-A7AC-B80736534057}" srcOrd="1" destOrd="0" parTransId="{89D17FA3-17E1-42FD-BFBF-1BC90709A2E8}" sibTransId="{0B1068F6-08A7-4081-A813-A658536D51D3}"/>
    <dgm:cxn modelId="{F5F044AF-B621-4D42-8785-1A8529F5B8C8}" srcId="{67E601D2-D8C1-4181-A5F4-8B78EC2C79A2}" destId="{0B058F09-D704-4BD8-9E00-D1AF4C987CE7}" srcOrd="1" destOrd="0" parTransId="{9DFAECEF-F212-460E-9E97-66B07BE7A56A}" sibTransId="{C606D635-C1C6-4D28-9A0A-F198411D7D85}"/>
    <dgm:cxn modelId="{D54D2880-2028-47F9-A30D-ECD55FA759A1}" type="presOf" srcId="{102FFF4C-A15F-4904-9828-0CCFB5268088}" destId="{B773087F-62F4-4D58-8307-124F60B4F9B0}" srcOrd="0" destOrd="0" presId="urn:microsoft.com/office/officeart/2005/8/layout/hList6"/>
    <dgm:cxn modelId="{F8A6AD92-1479-4771-A23C-DA05F8945501}" type="presOf" srcId="{67E601D2-D8C1-4181-A5F4-8B78EC2C79A2}" destId="{FF787DDA-C1F0-4CBB-B7CD-6634882E35D0}" srcOrd="0" destOrd="0" presId="urn:microsoft.com/office/officeart/2005/8/layout/hList6"/>
    <dgm:cxn modelId="{C10A7E97-BAC2-4A56-8376-E1151442C5C4}" srcId="{102FFF4C-A15F-4904-9828-0CCFB5268088}" destId="{5914F0E9-0C2C-499F-86D4-3DA875960B35}" srcOrd="0" destOrd="0" parTransId="{C9C8EF3E-A435-49DB-B40F-7032FB557208}" sibTransId="{0C1425C7-007E-41EF-B6BD-B66145C2D688}"/>
    <dgm:cxn modelId="{F4932866-1E27-4248-B434-692D09185273}" type="presOf" srcId="{B5CF7234-7129-4E42-ACC3-81EFF56B4CBE}" destId="{FF787DDA-C1F0-4CBB-B7CD-6634882E35D0}" srcOrd="0" destOrd="1" presId="urn:microsoft.com/office/officeart/2005/8/layout/hList6"/>
    <dgm:cxn modelId="{16F65C63-BDCC-4C29-88A8-03A643867522}" srcId="{7E28220B-468D-42FF-98CD-D8EA62A374FF}" destId="{4B50103E-34F6-4752-8A43-F319E94955DF}" srcOrd="1" destOrd="0" parTransId="{9F2FA4C9-D73C-4B0C-95D1-C14DA0D066AB}" sibTransId="{9FCE13CF-8029-4B78-BF7E-609C53271463}"/>
    <dgm:cxn modelId="{AFEFF7CA-916B-4FFE-A481-C09F1E4DD0DE}" type="presOf" srcId="{4B50103E-34F6-4752-8A43-F319E94955DF}" destId="{CC5894F0-CBAE-4EB8-9878-131340FF8A9B}" srcOrd="0" destOrd="0" presId="urn:microsoft.com/office/officeart/2005/8/layout/hList6"/>
    <dgm:cxn modelId="{53B5836F-3FEF-4E17-A8B8-E0F911445F53}" srcId="{1245724C-7460-40F5-9796-150843E289DA}" destId="{EC939E40-0B51-4CA1-8865-66E60CB9D4F3}" srcOrd="0" destOrd="0" parTransId="{CC998FF4-15BD-49D1-AA57-25146A37A33B}" sibTransId="{B234B9C8-EA5E-4E0B-B2AA-7A4FE26DACEA}"/>
    <dgm:cxn modelId="{91942C48-C3E3-4377-AAFC-C53D8ED12C45}" type="presParOf" srcId="{AA263A48-06B8-49A7-9B10-8DB62B336826}" destId="{FF787DDA-C1F0-4CBB-B7CD-6634882E35D0}" srcOrd="0" destOrd="0" presId="urn:microsoft.com/office/officeart/2005/8/layout/hList6"/>
    <dgm:cxn modelId="{2A633935-7093-4D52-BD1A-E76D39D49375}" type="presParOf" srcId="{AA263A48-06B8-49A7-9B10-8DB62B336826}" destId="{6F52E9F6-5DCA-4B56-9306-B870B069DBA8}" srcOrd="1" destOrd="0" presId="urn:microsoft.com/office/officeart/2005/8/layout/hList6"/>
    <dgm:cxn modelId="{4446155D-DCF6-4801-93E4-1B7729CCAAEA}" type="presParOf" srcId="{AA263A48-06B8-49A7-9B10-8DB62B336826}" destId="{CC5894F0-CBAE-4EB8-9878-131340FF8A9B}" srcOrd="2" destOrd="0" presId="urn:microsoft.com/office/officeart/2005/8/layout/hList6"/>
    <dgm:cxn modelId="{042F224F-F5D2-483B-BDC5-9BA455BAAF90}" type="presParOf" srcId="{AA263A48-06B8-49A7-9B10-8DB62B336826}" destId="{EE9D0364-C4AE-4A6C-B510-D6963F637962}" srcOrd="3" destOrd="0" presId="urn:microsoft.com/office/officeart/2005/8/layout/hList6"/>
    <dgm:cxn modelId="{40DC3272-DB1C-4E99-A134-FD702BED051E}" type="presParOf" srcId="{AA263A48-06B8-49A7-9B10-8DB62B336826}" destId="{D57A22D2-C521-458B-92E8-553B1FE856D4}" srcOrd="4" destOrd="0" presId="urn:microsoft.com/office/officeart/2005/8/layout/hList6"/>
    <dgm:cxn modelId="{EB8FE5DF-E1EC-44AE-9F51-1E3FBF43CAAB}" type="presParOf" srcId="{AA263A48-06B8-49A7-9B10-8DB62B336826}" destId="{0CD87C2C-6D5C-4157-8D73-AAD438DC677F}" srcOrd="5" destOrd="0" presId="urn:microsoft.com/office/officeart/2005/8/layout/hList6"/>
    <dgm:cxn modelId="{9C2BFE81-B48B-4632-A41E-8E998BB1D9CF}" type="presParOf" srcId="{AA263A48-06B8-49A7-9B10-8DB62B336826}" destId="{B773087F-62F4-4D58-8307-124F60B4F9B0}"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42561-008A-4B77-9CE1-4E1D388893BD}">
      <dsp:nvSpPr>
        <dsp:cNvPr id="0" name=""/>
        <dsp:cNvSpPr/>
      </dsp:nvSpPr>
      <dsp:spPr>
        <a:xfrm>
          <a:off x="695472" y="696120"/>
          <a:ext cx="1302484" cy="86875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Trần Ngô Tuấn An</a:t>
          </a:r>
          <a:endParaRPr lang="en-US" sz="1600" kern="1200" dirty="0"/>
        </a:p>
      </dsp:txBody>
      <dsp:txXfrm>
        <a:off x="903870" y="696120"/>
        <a:ext cx="1094087" cy="868757"/>
      </dsp:txXfrm>
    </dsp:sp>
    <dsp:sp modelId="{0399ED5B-4AFC-4E1B-9945-1B1A39123665}">
      <dsp:nvSpPr>
        <dsp:cNvPr id="0" name=""/>
        <dsp:cNvSpPr/>
      </dsp:nvSpPr>
      <dsp:spPr>
        <a:xfrm>
          <a:off x="695472" y="1564878"/>
          <a:ext cx="1302484" cy="86875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Phone</a:t>
          </a:r>
          <a:r>
            <a:rPr lang="vi-VN" sz="1600" kern="1200" dirty="0" smtClean="0"/>
            <a:t>: </a:t>
          </a:r>
          <a:endParaRPr lang="en-US" sz="1600" kern="1200" dirty="0"/>
        </a:p>
      </dsp:txBody>
      <dsp:txXfrm>
        <a:off x="903870" y="1564878"/>
        <a:ext cx="1094087" cy="868757"/>
      </dsp:txXfrm>
    </dsp:sp>
    <dsp:sp modelId="{3B99C014-A5B5-4AAB-B42E-BE75248985D7}">
      <dsp:nvSpPr>
        <dsp:cNvPr id="0" name=""/>
        <dsp:cNvSpPr/>
      </dsp:nvSpPr>
      <dsp:spPr>
        <a:xfrm>
          <a:off x="814" y="348791"/>
          <a:ext cx="868323" cy="86832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r>
            <a:rPr lang="vi-VN" sz="1500" kern="1200" dirty="0" smtClean="0"/>
            <a:t>Lớp trưởng</a:t>
          </a:r>
          <a:endParaRPr lang="en-US" sz="1500" kern="1200" dirty="0"/>
        </a:p>
      </dsp:txBody>
      <dsp:txXfrm>
        <a:off x="127977" y="475954"/>
        <a:ext cx="613997" cy="613997"/>
      </dsp:txXfrm>
    </dsp:sp>
    <dsp:sp modelId="{02E1F315-C59F-4A06-B54C-BF604737D86C}">
      <dsp:nvSpPr>
        <dsp:cNvPr id="0" name=""/>
        <dsp:cNvSpPr/>
      </dsp:nvSpPr>
      <dsp:spPr>
        <a:xfrm>
          <a:off x="2866280" y="696120"/>
          <a:ext cx="1302484" cy="86875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Nguyễn Thị Thanh Vy</a:t>
          </a:r>
          <a:endParaRPr lang="en-US" sz="1600" kern="1200" dirty="0"/>
        </a:p>
      </dsp:txBody>
      <dsp:txXfrm>
        <a:off x="3074678" y="696120"/>
        <a:ext cx="1094087" cy="868757"/>
      </dsp:txXfrm>
    </dsp:sp>
    <dsp:sp modelId="{CFB3DD75-13FD-4852-9A3A-018030E297AF}">
      <dsp:nvSpPr>
        <dsp:cNvPr id="0" name=""/>
        <dsp:cNvSpPr/>
      </dsp:nvSpPr>
      <dsp:spPr>
        <a:xfrm>
          <a:off x="2866280" y="1564878"/>
          <a:ext cx="1302484" cy="86875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Phone:</a:t>
          </a:r>
          <a:endParaRPr lang="en-US" sz="1600" kern="1200" dirty="0"/>
        </a:p>
      </dsp:txBody>
      <dsp:txXfrm>
        <a:off x="3074678" y="1564878"/>
        <a:ext cx="1094087" cy="868757"/>
      </dsp:txXfrm>
    </dsp:sp>
    <dsp:sp modelId="{F880E219-AE8D-42C5-A3AF-A9AB3B2B1FBD}">
      <dsp:nvSpPr>
        <dsp:cNvPr id="0" name=""/>
        <dsp:cNvSpPr/>
      </dsp:nvSpPr>
      <dsp:spPr>
        <a:xfrm>
          <a:off x="2171622" y="348791"/>
          <a:ext cx="868323" cy="86832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r>
            <a:rPr lang="vi-VN" sz="1500" kern="1200" dirty="0" smtClean="0"/>
            <a:t>Lớp PHT</a:t>
          </a:r>
          <a:endParaRPr lang="en-US" sz="1500" kern="1200" dirty="0"/>
        </a:p>
      </dsp:txBody>
      <dsp:txXfrm>
        <a:off x="2298785" y="475954"/>
        <a:ext cx="613997" cy="613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42561-008A-4B77-9CE1-4E1D388893BD}">
      <dsp:nvSpPr>
        <dsp:cNvPr id="0" name=""/>
        <dsp:cNvSpPr/>
      </dsp:nvSpPr>
      <dsp:spPr>
        <a:xfrm>
          <a:off x="724658" y="555776"/>
          <a:ext cx="1357143" cy="90521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Nguyễn Phương KHa</a:t>
          </a:r>
          <a:endParaRPr lang="en-US" sz="1600" kern="1200" dirty="0"/>
        </a:p>
      </dsp:txBody>
      <dsp:txXfrm>
        <a:off x="941801" y="555776"/>
        <a:ext cx="1140000" cy="905214"/>
      </dsp:txXfrm>
    </dsp:sp>
    <dsp:sp modelId="{0399ED5B-4AFC-4E1B-9945-1B1A39123665}">
      <dsp:nvSpPr>
        <dsp:cNvPr id="0" name=""/>
        <dsp:cNvSpPr/>
      </dsp:nvSpPr>
      <dsp:spPr>
        <a:xfrm>
          <a:off x="724658" y="1460991"/>
          <a:ext cx="1357143" cy="90521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Phone:</a:t>
          </a:r>
          <a:endParaRPr lang="en-US" sz="1600" kern="1200" dirty="0"/>
        </a:p>
      </dsp:txBody>
      <dsp:txXfrm>
        <a:off x="941801" y="1460991"/>
        <a:ext cx="1140000" cy="905214"/>
      </dsp:txXfrm>
    </dsp:sp>
    <dsp:sp modelId="{3B99C014-A5B5-4AAB-B42E-BE75248985D7}">
      <dsp:nvSpPr>
        <dsp:cNvPr id="0" name=""/>
        <dsp:cNvSpPr/>
      </dsp:nvSpPr>
      <dsp:spPr>
        <a:xfrm>
          <a:off x="848" y="193872"/>
          <a:ext cx="904762" cy="90476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vi-VN" sz="1600" kern="1200" dirty="0" smtClean="0"/>
            <a:t>Lớp PPT</a:t>
          </a:r>
          <a:endParaRPr lang="en-US" sz="1600" kern="1200" dirty="0"/>
        </a:p>
      </dsp:txBody>
      <dsp:txXfrm>
        <a:off x="133347" y="326371"/>
        <a:ext cx="639764" cy="639764"/>
      </dsp:txXfrm>
    </dsp:sp>
    <dsp:sp modelId="{02E1F315-C59F-4A06-B54C-BF604737D86C}">
      <dsp:nvSpPr>
        <dsp:cNvPr id="0" name=""/>
        <dsp:cNvSpPr/>
      </dsp:nvSpPr>
      <dsp:spPr>
        <a:xfrm>
          <a:off x="2986563" y="555776"/>
          <a:ext cx="1357143" cy="90521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Võ Minh Đức</a:t>
          </a:r>
          <a:endParaRPr lang="en-US" sz="1600" kern="1200" dirty="0"/>
        </a:p>
      </dsp:txBody>
      <dsp:txXfrm>
        <a:off x="3203706" y="555776"/>
        <a:ext cx="1140000" cy="905214"/>
      </dsp:txXfrm>
    </dsp:sp>
    <dsp:sp modelId="{CFB3DD75-13FD-4852-9A3A-018030E297AF}">
      <dsp:nvSpPr>
        <dsp:cNvPr id="0" name=""/>
        <dsp:cNvSpPr/>
      </dsp:nvSpPr>
      <dsp:spPr>
        <a:xfrm>
          <a:off x="2986563" y="1460991"/>
          <a:ext cx="1357143" cy="90521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a:lnSpc>
              <a:spcPct val="90000"/>
            </a:lnSpc>
            <a:spcBef>
              <a:spcPct val="0"/>
            </a:spcBef>
            <a:spcAft>
              <a:spcPct val="35000"/>
            </a:spcAft>
          </a:pPr>
          <a:r>
            <a:rPr lang="vi-VN" sz="1600" kern="1200" dirty="0" smtClean="0"/>
            <a:t>Phone:</a:t>
          </a:r>
          <a:endParaRPr lang="en-US" sz="1600" kern="1200" dirty="0"/>
        </a:p>
      </dsp:txBody>
      <dsp:txXfrm>
        <a:off x="3203706" y="1460991"/>
        <a:ext cx="1140000" cy="905214"/>
      </dsp:txXfrm>
    </dsp:sp>
    <dsp:sp modelId="{F880E219-AE8D-42C5-A3AF-A9AB3B2B1FBD}">
      <dsp:nvSpPr>
        <dsp:cNvPr id="0" name=""/>
        <dsp:cNvSpPr/>
      </dsp:nvSpPr>
      <dsp:spPr>
        <a:xfrm>
          <a:off x="2262753" y="193872"/>
          <a:ext cx="904762" cy="90476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vi-VN" sz="1600" kern="1200" dirty="0" smtClean="0"/>
            <a:t>Lớp PlĐ- KL</a:t>
          </a:r>
          <a:endParaRPr lang="en-US" sz="1600" kern="1200" dirty="0"/>
        </a:p>
      </dsp:txBody>
      <dsp:txXfrm>
        <a:off x="2395252" y="326371"/>
        <a:ext cx="639764" cy="6397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42561-008A-4B77-9CE1-4E1D388893BD}">
      <dsp:nvSpPr>
        <dsp:cNvPr id="0" name=""/>
        <dsp:cNvSpPr/>
      </dsp:nvSpPr>
      <dsp:spPr>
        <a:xfrm>
          <a:off x="690718" y="469014"/>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endParaRPr lang="en-US" sz="2200" kern="1200" dirty="0"/>
        </a:p>
      </dsp:txBody>
      <dsp:txXfrm>
        <a:off x="897691" y="469014"/>
        <a:ext cx="1086608" cy="862818"/>
      </dsp:txXfrm>
    </dsp:sp>
    <dsp:sp modelId="{0399ED5B-4AFC-4E1B-9945-1B1A39123665}">
      <dsp:nvSpPr>
        <dsp:cNvPr id="0" name=""/>
        <dsp:cNvSpPr/>
      </dsp:nvSpPr>
      <dsp:spPr>
        <a:xfrm>
          <a:off x="690718" y="1331833"/>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r>
            <a:rPr lang="vi-VN" sz="2200" kern="1200" dirty="0" smtClean="0"/>
            <a:t>Phone:</a:t>
          </a:r>
          <a:endParaRPr lang="en-US" sz="2200" kern="1200" dirty="0"/>
        </a:p>
      </dsp:txBody>
      <dsp:txXfrm>
        <a:off x="897691" y="1331833"/>
        <a:ext cx="1086608" cy="862818"/>
      </dsp:txXfrm>
    </dsp:sp>
    <dsp:sp modelId="{3B99C014-A5B5-4AAB-B42E-BE75248985D7}">
      <dsp:nvSpPr>
        <dsp:cNvPr id="0" name=""/>
        <dsp:cNvSpPr/>
      </dsp:nvSpPr>
      <dsp:spPr>
        <a:xfrm>
          <a:off x="808" y="124059"/>
          <a:ext cx="862387" cy="86238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r>
            <a:rPr lang="vi-VN" sz="2700" kern="1200" dirty="0" smtClean="0"/>
            <a:t>TT1</a:t>
          </a:r>
          <a:endParaRPr lang="en-US" sz="2700" kern="1200" dirty="0"/>
        </a:p>
      </dsp:txBody>
      <dsp:txXfrm>
        <a:off x="127102" y="250353"/>
        <a:ext cx="609799" cy="609799"/>
      </dsp:txXfrm>
    </dsp:sp>
    <dsp:sp modelId="{02E1F315-C59F-4A06-B54C-BF604737D86C}">
      <dsp:nvSpPr>
        <dsp:cNvPr id="0" name=""/>
        <dsp:cNvSpPr/>
      </dsp:nvSpPr>
      <dsp:spPr>
        <a:xfrm>
          <a:off x="2846687" y="469014"/>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endParaRPr lang="en-US" sz="2200" kern="1200" dirty="0"/>
        </a:p>
      </dsp:txBody>
      <dsp:txXfrm>
        <a:off x="3053660" y="469014"/>
        <a:ext cx="1086608" cy="862818"/>
      </dsp:txXfrm>
    </dsp:sp>
    <dsp:sp modelId="{CFB3DD75-13FD-4852-9A3A-018030E297AF}">
      <dsp:nvSpPr>
        <dsp:cNvPr id="0" name=""/>
        <dsp:cNvSpPr/>
      </dsp:nvSpPr>
      <dsp:spPr>
        <a:xfrm>
          <a:off x="2846687" y="1331833"/>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r>
            <a:rPr lang="vi-VN" sz="2200" kern="1200" dirty="0" smtClean="0"/>
            <a:t>Phone:</a:t>
          </a:r>
          <a:endParaRPr lang="en-US" sz="2200" kern="1200" dirty="0"/>
        </a:p>
      </dsp:txBody>
      <dsp:txXfrm>
        <a:off x="3053660" y="1331833"/>
        <a:ext cx="1086608" cy="862818"/>
      </dsp:txXfrm>
    </dsp:sp>
    <dsp:sp modelId="{F880E219-AE8D-42C5-A3AF-A9AB3B2B1FBD}">
      <dsp:nvSpPr>
        <dsp:cNvPr id="0" name=""/>
        <dsp:cNvSpPr/>
      </dsp:nvSpPr>
      <dsp:spPr>
        <a:xfrm>
          <a:off x="2156777" y="124059"/>
          <a:ext cx="862387" cy="86238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r>
            <a:rPr lang="vi-VN" sz="2700" kern="1200" dirty="0" smtClean="0"/>
            <a:t>TT2</a:t>
          </a:r>
          <a:endParaRPr lang="en-US" sz="2700" kern="1200" dirty="0"/>
        </a:p>
      </dsp:txBody>
      <dsp:txXfrm>
        <a:off x="2283071" y="250353"/>
        <a:ext cx="609799" cy="6097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42561-008A-4B77-9CE1-4E1D388893BD}">
      <dsp:nvSpPr>
        <dsp:cNvPr id="0" name=""/>
        <dsp:cNvSpPr/>
      </dsp:nvSpPr>
      <dsp:spPr>
        <a:xfrm>
          <a:off x="690718" y="469014"/>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endParaRPr lang="en-US" sz="2200" kern="1200"/>
        </a:p>
      </dsp:txBody>
      <dsp:txXfrm>
        <a:off x="897691" y="469014"/>
        <a:ext cx="1086608" cy="862818"/>
      </dsp:txXfrm>
    </dsp:sp>
    <dsp:sp modelId="{0399ED5B-4AFC-4E1B-9945-1B1A39123665}">
      <dsp:nvSpPr>
        <dsp:cNvPr id="0" name=""/>
        <dsp:cNvSpPr/>
      </dsp:nvSpPr>
      <dsp:spPr>
        <a:xfrm>
          <a:off x="690718" y="1331833"/>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r>
            <a:rPr lang="vi-VN" sz="2200" kern="1200" dirty="0" smtClean="0"/>
            <a:t>Phone:</a:t>
          </a:r>
          <a:endParaRPr lang="en-US" sz="2200" kern="1200" dirty="0"/>
        </a:p>
      </dsp:txBody>
      <dsp:txXfrm>
        <a:off x="897691" y="1331833"/>
        <a:ext cx="1086608" cy="862818"/>
      </dsp:txXfrm>
    </dsp:sp>
    <dsp:sp modelId="{3B99C014-A5B5-4AAB-B42E-BE75248985D7}">
      <dsp:nvSpPr>
        <dsp:cNvPr id="0" name=""/>
        <dsp:cNvSpPr/>
      </dsp:nvSpPr>
      <dsp:spPr>
        <a:xfrm>
          <a:off x="808" y="124059"/>
          <a:ext cx="862387" cy="86238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r>
            <a:rPr lang="vi-VN" sz="2700" kern="1200" dirty="0" smtClean="0"/>
            <a:t>TT3</a:t>
          </a:r>
          <a:endParaRPr lang="en-US" sz="2700" kern="1200" dirty="0"/>
        </a:p>
      </dsp:txBody>
      <dsp:txXfrm>
        <a:off x="127102" y="250353"/>
        <a:ext cx="609799" cy="609799"/>
      </dsp:txXfrm>
    </dsp:sp>
    <dsp:sp modelId="{02E1F315-C59F-4A06-B54C-BF604737D86C}">
      <dsp:nvSpPr>
        <dsp:cNvPr id="0" name=""/>
        <dsp:cNvSpPr/>
      </dsp:nvSpPr>
      <dsp:spPr>
        <a:xfrm>
          <a:off x="2846687" y="469014"/>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endParaRPr lang="en-US" sz="2200" kern="1200" dirty="0"/>
        </a:p>
      </dsp:txBody>
      <dsp:txXfrm>
        <a:off x="3053660" y="469014"/>
        <a:ext cx="1086608" cy="862818"/>
      </dsp:txXfrm>
    </dsp:sp>
    <dsp:sp modelId="{CFB3DD75-13FD-4852-9A3A-018030E297AF}">
      <dsp:nvSpPr>
        <dsp:cNvPr id="0" name=""/>
        <dsp:cNvSpPr/>
      </dsp:nvSpPr>
      <dsp:spPr>
        <a:xfrm>
          <a:off x="2846687" y="1331833"/>
          <a:ext cx="1293581" cy="86281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56464" rIns="156464" bIns="156464" numCol="1" spcCol="1270" anchor="ctr" anchorCtr="0">
          <a:noAutofit/>
        </a:bodyPr>
        <a:lstStyle/>
        <a:p>
          <a:pPr lvl="0" algn="l" defTabSz="977900">
            <a:lnSpc>
              <a:spcPct val="90000"/>
            </a:lnSpc>
            <a:spcBef>
              <a:spcPct val="0"/>
            </a:spcBef>
            <a:spcAft>
              <a:spcPct val="35000"/>
            </a:spcAft>
          </a:pPr>
          <a:r>
            <a:rPr lang="vi-VN" sz="2200" kern="1200" dirty="0" smtClean="0"/>
            <a:t>Phone:</a:t>
          </a:r>
          <a:endParaRPr lang="en-US" sz="2200" kern="1200" dirty="0"/>
        </a:p>
      </dsp:txBody>
      <dsp:txXfrm>
        <a:off x="3053660" y="1331833"/>
        <a:ext cx="1086608" cy="862818"/>
      </dsp:txXfrm>
    </dsp:sp>
    <dsp:sp modelId="{F880E219-AE8D-42C5-A3AF-A9AB3B2B1FBD}">
      <dsp:nvSpPr>
        <dsp:cNvPr id="0" name=""/>
        <dsp:cNvSpPr/>
      </dsp:nvSpPr>
      <dsp:spPr>
        <a:xfrm>
          <a:off x="2156777" y="124059"/>
          <a:ext cx="862387" cy="86238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r>
            <a:rPr lang="vi-VN" sz="2700" kern="1200" dirty="0" smtClean="0"/>
            <a:t>TT4</a:t>
          </a:r>
          <a:endParaRPr lang="en-US" sz="2700" kern="1200" dirty="0"/>
        </a:p>
      </dsp:txBody>
      <dsp:txXfrm>
        <a:off x="2283071" y="250353"/>
        <a:ext cx="609799" cy="6097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02EEEB-9323-48A7-A86F-495D2FCD5D45}">
      <dsp:nvSpPr>
        <dsp:cNvPr id="0" name=""/>
        <dsp:cNvSpPr/>
      </dsp:nvSpPr>
      <dsp:spPr>
        <a:xfrm>
          <a:off x="-3498318" y="-537784"/>
          <a:ext cx="4170826" cy="4170826"/>
        </a:xfrm>
        <a:prstGeom prst="blockArc">
          <a:avLst>
            <a:gd name="adj1" fmla="val 18900000"/>
            <a:gd name="adj2" fmla="val 2700000"/>
            <a:gd name="adj3" fmla="val 518"/>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4AC04F-B7BD-44B6-9F16-1F5BDE372A37}">
      <dsp:nvSpPr>
        <dsp:cNvPr id="0" name=""/>
        <dsp:cNvSpPr/>
      </dsp:nvSpPr>
      <dsp:spPr>
        <a:xfrm>
          <a:off x="352592" y="237963"/>
          <a:ext cx="7454686" cy="476174"/>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7964" tIns="55880" rIns="55880" bIns="55880" numCol="1" spcCol="1270" anchor="ctr" anchorCtr="0">
          <a:noAutofit/>
        </a:bodyPr>
        <a:lstStyle/>
        <a:p>
          <a:pPr lvl="0" algn="l" defTabSz="977900">
            <a:lnSpc>
              <a:spcPct val="90000"/>
            </a:lnSpc>
            <a:spcBef>
              <a:spcPct val="0"/>
            </a:spcBef>
            <a:spcAft>
              <a:spcPct val="35000"/>
            </a:spcAft>
          </a:pPr>
          <a:r>
            <a:rPr lang="vi-VN" sz="2200" kern="1200" dirty="0" smtClean="0">
              <a:latin typeface="Times New Roman" panose="02020603050405020304" pitchFamily="18" charset="0"/>
              <a:cs typeface="Times New Roman" panose="02020603050405020304" pitchFamily="18" charset="0"/>
            </a:rPr>
            <a:t>Vào phòng học trước 10 phút.</a:t>
          </a:r>
          <a:endParaRPr lang="en-US" sz="2200" kern="1200" dirty="0"/>
        </a:p>
      </dsp:txBody>
      <dsp:txXfrm>
        <a:off x="352592" y="237963"/>
        <a:ext cx="7454686" cy="476174"/>
      </dsp:txXfrm>
    </dsp:sp>
    <dsp:sp modelId="{D39D0E04-BBB7-4640-BD32-880B518A5755}">
      <dsp:nvSpPr>
        <dsp:cNvPr id="0" name=""/>
        <dsp:cNvSpPr/>
      </dsp:nvSpPr>
      <dsp:spPr>
        <a:xfrm>
          <a:off x="54983" y="178441"/>
          <a:ext cx="595218" cy="59521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9D99E8-D868-4D42-A087-2161FB7D5454}">
      <dsp:nvSpPr>
        <dsp:cNvPr id="0" name=""/>
        <dsp:cNvSpPr/>
      </dsp:nvSpPr>
      <dsp:spPr>
        <a:xfrm>
          <a:off x="625594" y="952348"/>
          <a:ext cx="7181684" cy="476174"/>
        </a:xfrm>
        <a:prstGeom prst="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7964" tIns="55880" rIns="55880" bIns="55880" numCol="1" spcCol="1270" anchor="ctr" anchorCtr="0">
          <a:noAutofit/>
        </a:bodyPr>
        <a:lstStyle/>
        <a:p>
          <a:pPr lvl="0" algn="l" defTabSz="977900">
            <a:lnSpc>
              <a:spcPct val="90000"/>
            </a:lnSpc>
            <a:spcBef>
              <a:spcPct val="0"/>
            </a:spcBef>
            <a:spcAft>
              <a:spcPct val="35000"/>
            </a:spcAft>
          </a:pPr>
          <a:r>
            <a:rPr lang="vi-VN" sz="2200" kern="1200" dirty="0" smtClean="0">
              <a:latin typeface="Times New Roman" panose="02020603050405020304" pitchFamily="18" charset="0"/>
              <a:cs typeface="Times New Roman" panose="02020603050405020304" pitchFamily="18" charset="0"/>
            </a:rPr>
            <a:t>Chuẩn bị đầy đủ: sách vở, dụng cụ học tập, thiết bị kết nối.</a:t>
          </a:r>
          <a:endParaRPr lang="en-US" sz="2200" kern="1200" dirty="0"/>
        </a:p>
      </dsp:txBody>
      <dsp:txXfrm>
        <a:off x="625594" y="952348"/>
        <a:ext cx="7181684" cy="476174"/>
      </dsp:txXfrm>
    </dsp:sp>
    <dsp:sp modelId="{F020773C-F76D-464C-AA6D-D51D60CCB8CE}">
      <dsp:nvSpPr>
        <dsp:cNvPr id="0" name=""/>
        <dsp:cNvSpPr/>
      </dsp:nvSpPr>
      <dsp:spPr>
        <a:xfrm>
          <a:off x="327985" y="892827"/>
          <a:ext cx="595218" cy="59521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063B00-DFC2-4127-8988-880CAC3FEED7}">
      <dsp:nvSpPr>
        <dsp:cNvPr id="0" name=""/>
        <dsp:cNvSpPr/>
      </dsp:nvSpPr>
      <dsp:spPr>
        <a:xfrm>
          <a:off x="625594" y="1666734"/>
          <a:ext cx="7181684" cy="476174"/>
        </a:xfrm>
        <a:prstGeom prst="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7964" tIns="55880" rIns="55880" bIns="55880" numCol="1" spcCol="1270" anchor="ctr" anchorCtr="0">
          <a:noAutofit/>
        </a:bodyPr>
        <a:lstStyle/>
        <a:p>
          <a:pPr lvl="0" algn="l" defTabSz="977900">
            <a:lnSpc>
              <a:spcPct val="90000"/>
            </a:lnSpc>
            <a:spcBef>
              <a:spcPct val="0"/>
            </a:spcBef>
            <a:spcAft>
              <a:spcPct val="35000"/>
            </a:spcAft>
          </a:pPr>
          <a:r>
            <a:rPr lang="vi-VN" sz="2200" kern="1200" dirty="0" smtClean="0">
              <a:latin typeface="Times New Roman" panose="02020603050405020304" pitchFamily="18" charset="0"/>
              <a:cs typeface="Times New Roman" panose="02020603050405020304" pitchFamily="18" charset="0"/>
            </a:rPr>
            <a:t>Lựa chọn vị trí học tập: yên tĩnh, thoáng mát, đủ ánh sáng.</a:t>
          </a:r>
          <a:endParaRPr lang="en-US" sz="2200" kern="1200" dirty="0"/>
        </a:p>
      </dsp:txBody>
      <dsp:txXfrm>
        <a:off x="625594" y="1666734"/>
        <a:ext cx="7181684" cy="476174"/>
      </dsp:txXfrm>
    </dsp:sp>
    <dsp:sp modelId="{3775D2F2-CACA-4FF8-8DDF-CAD075DA0E83}">
      <dsp:nvSpPr>
        <dsp:cNvPr id="0" name=""/>
        <dsp:cNvSpPr/>
      </dsp:nvSpPr>
      <dsp:spPr>
        <a:xfrm>
          <a:off x="327985" y="1607212"/>
          <a:ext cx="595218" cy="59521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A29CA2-9AAB-4D0C-AC66-5AD6FF87DC18}">
      <dsp:nvSpPr>
        <dsp:cNvPr id="0" name=""/>
        <dsp:cNvSpPr/>
      </dsp:nvSpPr>
      <dsp:spPr>
        <a:xfrm>
          <a:off x="352592" y="2381120"/>
          <a:ext cx="7454686" cy="476174"/>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7964" tIns="55880" rIns="55880" bIns="55880" numCol="1" spcCol="1270" anchor="ctr" anchorCtr="0">
          <a:noAutofit/>
        </a:bodyPr>
        <a:lstStyle/>
        <a:p>
          <a:pPr lvl="0" algn="l" defTabSz="977900">
            <a:lnSpc>
              <a:spcPct val="90000"/>
            </a:lnSpc>
            <a:spcBef>
              <a:spcPct val="0"/>
            </a:spcBef>
            <a:spcAft>
              <a:spcPct val="35000"/>
            </a:spcAft>
          </a:pPr>
          <a:r>
            <a:rPr lang="vi-VN" sz="2200" kern="1200" dirty="0" smtClean="0">
              <a:latin typeface="Times New Roman" panose="02020603050405020304" pitchFamily="18" charset="0"/>
              <a:cs typeface="Times New Roman" panose="02020603050405020304" pitchFamily="18" charset="0"/>
            </a:rPr>
            <a:t>Kết nối lớp học với tên đăng nhập: </a:t>
          </a:r>
          <a:r>
            <a:rPr lang="vi-VN" sz="2200" b="1" kern="1200" dirty="0" smtClean="0">
              <a:solidFill>
                <a:srgbClr val="C00000"/>
              </a:solidFill>
              <a:latin typeface="Times New Roman" panose="02020603050405020304" pitchFamily="18" charset="0"/>
              <a:cs typeface="Times New Roman" panose="02020603050405020304" pitchFamily="18" charset="0"/>
            </a:rPr>
            <a:t>Họ và tên – Lớp.</a:t>
          </a:r>
          <a:endParaRPr lang="en-US" sz="2200" b="1" kern="1200" dirty="0">
            <a:solidFill>
              <a:srgbClr val="C00000"/>
            </a:solidFill>
          </a:endParaRPr>
        </a:p>
      </dsp:txBody>
      <dsp:txXfrm>
        <a:off x="352592" y="2381120"/>
        <a:ext cx="7454686" cy="476174"/>
      </dsp:txXfrm>
    </dsp:sp>
    <dsp:sp modelId="{25702A46-DE84-4F86-975B-C3449B2BEF59}">
      <dsp:nvSpPr>
        <dsp:cNvPr id="0" name=""/>
        <dsp:cNvSpPr/>
      </dsp:nvSpPr>
      <dsp:spPr>
        <a:xfrm>
          <a:off x="54983" y="2321598"/>
          <a:ext cx="595218" cy="59521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787DDA-C1F0-4CBB-B7CD-6634882E35D0}">
      <dsp:nvSpPr>
        <dsp:cNvPr id="0" name=""/>
        <dsp:cNvSpPr/>
      </dsp:nvSpPr>
      <dsp:spPr>
        <a:xfrm rot="16200000">
          <a:off x="-699170" y="700798"/>
          <a:ext cx="2999097" cy="1597499"/>
        </a:xfrm>
        <a:prstGeom prst="flowChartManualOperation">
          <a:avLst/>
        </a:prstGeom>
        <a:solidFill>
          <a:srgbClr val="002060"/>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lvl="0" algn="l" defTabSz="889000">
            <a:lnSpc>
              <a:spcPct val="90000"/>
            </a:lnSpc>
            <a:spcBef>
              <a:spcPct val="0"/>
            </a:spcBef>
            <a:spcAft>
              <a:spcPct val="35000"/>
            </a:spcAft>
          </a:pPr>
          <a:r>
            <a:rPr lang="vi-VN" sz="2000" kern="1200" dirty="0" smtClean="0">
              <a:latin typeface="Times New Roman" panose="02020603050405020304" pitchFamily="18" charset="0"/>
              <a:cs typeface="Times New Roman" panose="02020603050405020304" pitchFamily="18" charset="0"/>
            </a:rPr>
            <a:t>Mở camera</a:t>
          </a:r>
          <a:endParaRPr lang="en-US" sz="2000" kern="1200" dirty="0"/>
        </a:p>
        <a:p>
          <a:pPr marL="228600" lvl="1" indent="-228600" algn="l" defTabSz="889000">
            <a:lnSpc>
              <a:spcPct val="90000"/>
            </a:lnSpc>
            <a:spcBef>
              <a:spcPct val="0"/>
            </a:spcBef>
            <a:spcAft>
              <a:spcPct val="15000"/>
            </a:spcAft>
            <a:buChar char="••"/>
          </a:pPr>
          <a:r>
            <a:rPr lang="vi-VN" sz="2000" kern="1200" dirty="0" smtClean="0">
              <a:latin typeface="Times New Roman" panose="02020603050405020304" pitchFamily="18" charset="0"/>
              <a:cs typeface="Times New Roman" panose="02020603050405020304" pitchFamily="18" charset="0"/>
            </a:rPr>
            <a:t>Tắt mic</a:t>
          </a:r>
          <a:endParaRPr lang="en-US" sz="2000" kern="1200" dirty="0"/>
        </a:p>
        <a:p>
          <a:pPr marL="228600" lvl="1" indent="-228600" algn="l" defTabSz="889000">
            <a:lnSpc>
              <a:spcPct val="90000"/>
            </a:lnSpc>
            <a:spcBef>
              <a:spcPct val="0"/>
            </a:spcBef>
            <a:spcAft>
              <a:spcPct val="15000"/>
            </a:spcAft>
            <a:buChar char="••"/>
          </a:pPr>
          <a:r>
            <a:rPr lang="vi-VN" sz="2000" kern="1200" dirty="0" smtClean="0">
              <a:latin typeface="Times New Roman" panose="02020603050405020304" pitchFamily="18" charset="0"/>
              <a:cs typeface="Times New Roman" panose="02020603050405020304" pitchFamily="18" charset="0"/>
            </a:rPr>
            <a:t>Chỉ mở mic khi được sự cho phép của GV.</a:t>
          </a:r>
          <a:endParaRPr lang="en-US" sz="2000" kern="1200" dirty="0"/>
        </a:p>
      </dsp:txBody>
      <dsp:txXfrm rot="5400000">
        <a:off x="1629" y="599818"/>
        <a:ext cx="1597499" cy="1799459"/>
      </dsp:txXfrm>
    </dsp:sp>
    <dsp:sp modelId="{CC5894F0-CBAE-4EB8-9878-131340FF8A9B}">
      <dsp:nvSpPr>
        <dsp:cNvPr id="0" name=""/>
        <dsp:cNvSpPr/>
      </dsp:nvSpPr>
      <dsp:spPr>
        <a:xfrm rot="16200000">
          <a:off x="1018141" y="700798"/>
          <a:ext cx="2999097" cy="1597499"/>
        </a:xfrm>
        <a:prstGeom prst="flowChartManualOperation">
          <a:avLst/>
        </a:prstGeom>
        <a:solidFill>
          <a:schemeClr val="accent5">
            <a:lumMod val="75000"/>
          </a:schemeClr>
        </a:solid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lvl="0" algn="l" defTabSz="889000">
            <a:lnSpc>
              <a:spcPct val="90000"/>
            </a:lnSpc>
            <a:spcBef>
              <a:spcPct val="0"/>
            </a:spcBef>
            <a:spcAft>
              <a:spcPct val="35000"/>
            </a:spcAft>
          </a:pPr>
          <a:r>
            <a:rPr lang="vi-VN" sz="2000" kern="1200" dirty="0" smtClean="0">
              <a:latin typeface="Times New Roman" panose="02020603050405020304" pitchFamily="18" charset="0"/>
              <a:cs typeface="Times New Roman" panose="02020603050405020304" pitchFamily="18" charset="0"/>
            </a:rPr>
            <a:t>Ghi chép bài đầy đủ. </a:t>
          </a:r>
        </a:p>
        <a:p>
          <a:pPr lvl="0" algn="l" defTabSz="889000">
            <a:lnSpc>
              <a:spcPct val="90000"/>
            </a:lnSpc>
            <a:spcBef>
              <a:spcPct val="0"/>
            </a:spcBef>
            <a:spcAft>
              <a:spcPct val="35000"/>
            </a:spcAft>
          </a:pPr>
          <a:r>
            <a:rPr lang="vi-VN" sz="2000" kern="1200" dirty="0" smtClean="0">
              <a:latin typeface="Times New Roman" panose="02020603050405020304" pitchFamily="18" charset="0"/>
              <a:cs typeface="Times New Roman" panose="02020603050405020304" pitchFamily="18" charset="0"/>
            </a:rPr>
            <a:t>(theo hướng dẫn của GVBM)</a:t>
          </a:r>
          <a:endParaRPr lang="en-US" sz="2000" kern="1200" dirty="0"/>
        </a:p>
        <a:p>
          <a:pPr marL="171450" lvl="1" indent="-171450" algn="l" defTabSz="711200">
            <a:lnSpc>
              <a:spcPct val="90000"/>
            </a:lnSpc>
            <a:spcBef>
              <a:spcPct val="0"/>
            </a:spcBef>
            <a:spcAft>
              <a:spcPct val="15000"/>
            </a:spcAft>
            <a:buChar char="••"/>
          </a:pPr>
          <a:endParaRPr lang="en-US" sz="1600" kern="1200" dirty="0"/>
        </a:p>
      </dsp:txBody>
      <dsp:txXfrm rot="5400000">
        <a:off x="1718940" y="599818"/>
        <a:ext cx="1597499" cy="1799459"/>
      </dsp:txXfrm>
    </dsp:sp>
    <dsp:sp modelId="{D57A22D2-C521-458B-92E8-553B1FE856D4}">
      <dsp:nvSpPr>
        <dsp:cNvPr id="0" name=""/>
        <dsp:cNvSpPr/>
      </dsp:nvSpPr>
      <dsp:spPr>
        <a:xfrm rot="16200000">
          <a:off x="2735453" y="700798"/>
          <a:ext cx="2999097" cy="1597499"/>
        </a:xfrm>
        <a:prstGeom prst="flowChartManualOperation">
          <a:avLst/>
        </a:prstGeom>
        <a:solidFill>
          <a:srgbClr val="00B050"/>
        </a:solidFill>
        <a:ln w="25400" cap="flat" cmpd="sng" algn="ctr">
          <a:noFill/>
          <a:prstDash val="solid"/>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angle"/>
        </a:sp3d>
      </dsp:spPr>
      <dsp:style>
        <a:lnRef idx="2">
          <a:scrgbClr r="0" g="0" b="0"/>
        </a:lnRef>
        <a:fillRef idx="1">
          <a:scrgbClr r="0" g="0" b="0"/>
        </a:fillRef>
        <a:effectRef idx="0">
          <a:scrgbClr r="0" g="0" b="0"/>
        </a:effectRef>
        <a:fontRef idx="minor">
          <a:schemeClr val="lt1"/>
        </a:fontRef>
      </dsp:style>
      <dsp:txBody>
        <a:bodyPr spcFirstLastPara="0" vert="horz" wrap="square" lIns="127000" tIns="0" rIns="126628" bIns="0" numCol="1" spcCol="1270" anchor="t" anchorCtr="0">
          <a:noAutofit/>
        </a:bodyPr>
        <a:lstStyle/>
        <a:p>
          <a:pPr lvl="0" algn="l" defTabSz="889000">
            <a:lnSpc>
              <a:spcPct val="90000"/>
            </a:lnSpc>
            <a:spcBef>
              <a:spcPct val="0"/>
            </a:spcBef>
            <a:spcAft>
              <a:spcPct val="35000"/>
            </a:spcAft>
          </a:pPr>
          <a:r>
            <a:rPr lang="vi-VN" sz="2000" kern="1200" dirty="0" smtClean="0">
              <a:latin typeface="Times New Roman" panose="02020603050405020304" pitchFamily="18" charset="0"/>
              <a:cs typeface="Times New Roman" panose="02020603050405020304" pitchFamily="18" charset="0"/>
            </a:rPr>
            <a:t>Hăng hái, tích cực phát biểu xây dựng bài.</a:t>
          </a:r>
          <a:endParaRPr lang="en-US" sz="20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a:p>
      </dsp:txBody>
      <dsp:txXfrm rot="5400000">
        <a:off x="3436252" y="599818"/>
        <a:ext cx="1597499" cy="1799459"/>
      </dsp:txXfrm>
    </dsp:sp>
    <dsp:sp modelId="{B773087F-62F4-4D58-8307-124F60B4F9B0}">
      <dsp:nvSpPr>
        <dsp:cNvPr id="0" name=""/>
        <dsp:cNvSpPr/>
      </dsp:nvSpPr>
      <dsp:spPr>
        <a:xfrm rot="16200000">
          <a:off x="4452765" y="700798"/>
          <a:ext cx="2999097" cy="1597499"/>
        </a:xfrm>
        <a:prstGeom prst="flowChartManualOperation">
          <a:avLst/>
        </a:prstGeom>
        <a:solidFill>
          <a:srgbClr val="00B0F0"/>
        </a:solidFill>
        <a:ln w="25400" cap="flat" cmpd="sng" algn="ctr">
          <a:noFill/>
          <a:prstDash val="solid"/>
        </a:ln>
        <a:effectLst>
          <a:outerShdw blurRad="57785" dist="33020" dir="3180000" algn="ctr" rotWithShape="0">
            <a:srgbClr val="000000">
              <a:alpha val="30000"/>
            </a:srgbClr>
          </a:outerShdw>
        </a:effectLst>
        <a:scene3d>
          <a:camera prst="orthographicFront">
            <a:rot lat="0" lon="0" rev="0"/>
          </a:camera>
          <a:lightRig rig="brightRoom" dir="t">
            <a:rot lat="0" lon="0" rev="600000"/>
          </a:lightRig>
        </a:scene3d>
        <a:sp3d prstMaterial="metal">
          <a:bevelT w="38100" h="57150" prst="slope"/>
        </a:sp3d>
      </dsp:spPr>
      <dsp:style>
        <a:lnRef idx="2">
          <a:scrgbClr r="0" g="0" b="0"/>
        </a:lnRef>
        <a:fillRef idx="1">
          <a:scrgbClr r="0" g="0" b="0"/>
        </a:fillRef>
        <a:effectRef idx="0">
          <a:scrgbClr r="0" g="0" b="0"/>
        </a:effectRef>
        <a:fontRef idx="minor">
          <a:schemeClr val="lt1"/>
        </a:fontRef>
      </dsp:style>
      <dsp:txBody>
        <a:bodyPr spcFirstLastPara="0" vert="horz" wrap="square" lIns="127000" tIns="0" rIns="126628" bIns="0" numCol="1" spcCol="1270" anchor="t" anchorCtr="0">
          <a:noAutofit/>
        </a:bodyPr>
        <a:lstStyle/>
        <a:p>
          <a:pPr lvl="0" algn="l" defTabSz="889000">
            <a:lnSpc>
              <a:spcPct val="90000"/>
            </a:lnSpc>
            <a:spcBef>
              <a:spcPct val="0"/>
            </a:spcBef>
            <a:spcAft>
              <a:spcPct val="35000"/>
            </a:spcAft>
          </a:pPr>
          <a:r>
            <a:rPr lang="vi-VN" sz="2000" kern="1200" dirty="0" smtClean="0">
              <a:latin typeface="Times New Roman" panose="02020603050405020304" pitchFamily="18" charset="0"/>
              <a:cs typeface="Times New Roman" panose="02020603050405020304" pitchFamily="18" charset="0"/>
            </a:rPr>
            <a:t>Không chat trong giờ học.</a:t>
          </a:r>
          <a:endParaRPr lang="en-US" sz="2000" kern="1200" dirty="0"/>
        </a:p>
        <a:p>
          <a:pPr marL="171450" lvl="1" indent="-171450" algn="l" defTabSz="711200">
            <a:lnSpc>
              <a:spcPct val="90000"/>
            </a:lnSpc>
            <a:spcBef>
              <a:spcPct val="0"/>
            </a:spcBef>
            <a:spcAft>
              <a:spcPct val="15000"/>
            </a:spcAft>
            <a:buChar char="••"/>
          </a:pPr>
          <a:endParaRPr lang="en-US" sz="1600" kern="1200"/>
        </a:p>
        <a:p>
          <a:pPr marL="171450" lvl="1" indent="-171450" algn="l" defTabSz="711200">
            <a:lnSpc>
              <a:spcPct val="90000"/>
            </a:lnSpc>
            <a:spcBef>
              <a:spcPct val="0"/>
            </a:spcBef>
            <a:spcAft>
              <a:spcPct val="15000"/>
            </a:spcAft>
            <a:buChar char="••"/>
          </a:pPr>
          <a:endParaRPr lang="en-US" sz="1600" kern="1200"/>
        </a:p>
      </dsp:txBody>
      <dsp:txXfrm rot="5400000">
        <a:off x="5153564" y="599818"/>
        <a:ext cx="1597499" cy="1799459"/>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3939767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e3b1be95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e3b1be95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15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e3c1f8bf3a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e3c1f8bf3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4428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e3c1f8bf3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e3c1f8bf3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0346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e3c1f8bf3a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e3c1f8bf3a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97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e3c1f8bf3a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4" name="Google Shape;1004;ge3c1f8bf3a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8235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ge4bf680e4c_0_1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ge4bf680e4c_0_1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673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ge4bf680e4c_0_1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ge4bf680e4c_0_1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1697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a:xfrm>
            <a:off x="4023812" y="9720804"/>
            <a:ext cx="3078290" cy="513491"/>
          </a:xfrm>
          <a:prstGeom prst="rect">
            <a:avLst/>
          </a:prstGeom>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4008598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10" name="Google Shape;10;p2"/>
          <p:cNvSpPr txBox="1">
            <a:spLocks noGrp="1"/>
          </p:cNvSpPr>
          <p:nvPr>
            <p:ph type="ctrTitle"/>
          </p:nvPr>
        </p:nvSpPr>
        <p:spPr>
          <a:xfrm>
            <a:off x="2013900" y="1193456"/>
            <a:ext cx="5116200" cy="23487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5200"/>
              <a:buNone/>
              <a:defRPr sz="8500"/>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a:endParaRPr/>
          </a:p>
        </p:txBody>
      </p:sp>
      <p:sp>
        <p:nvSpPr>
          <p:cNvPr id="11" name="Google Shape;11;p2"/>
          <p:cNvSpPr txBox="1">
            <a:spLocks noGrp="1"/>
          </p:cNvSpPr>
          <p:nvPr>
            <p:ph type="subTitle" idx="1"/>
          </p:nvPr>
        </p:nvSpPr>
        <p:spPr>
          <a:xfrm>
            <a:off x="2392450" y="3540544"/>
            <a:ext cx="43590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rot="-5400000">
            <a:off x="194150" y="3846508"/>
            <a:ext cx="989910" cy="761987"/>
          </a:xfrm>
          <a:custGeom>
            <a:avLst/>
            <a:gdLst/>
            <a:ahLst/>
            <a:cxnLst/>
            <a:rect l="l" t="t" r="r" b="b"/>
            <a:pathLst>
              <a:path w="11757" h="9050" extrusionOk="0">
                <a:moveTo>
                  <a:pt x="2980" y="1"/>
                </a:moveTo>
                <a:cubicBezTo>
                  <a:pt x="2871" y="1"/>
                  <a:pt x="2760" y="65"/>
                  <a:pt x="2752" y="193"/>
                </a:cubicBezTo>
                <a:cubicBezTo>
                  <a:pt x="2718" y="1082"/>
                  <a:pt x="2701" y="1970"/>
                  <a:pt x="2718" y="2876"/>
                </a:cubicBezTo>
                <a:cubicBezTo>
                  <a:pt x="1880" y="2893"/>
                  <a:pt x="1060" y="2910"/>
                  <a:pt x="240" y="2927"/>
                </a:cubicBezTo>
                <a:cubicBezTo>
                  <a:pt x="1" y="2927"/>
                  <a:pt x="52" y="3286"/>
                  <a:pt x="291" y="3286"/>
                </a:cubicBezTo>
                <a:lnTo>
                  <a:pt x="2718" y="3286"/>
                </a:lnTo>
                <a:cubicBezTo>
                  <a:pt x="2752" y="4311"/>
                  <a:pt x="2803" y="5319"/>
                  <a:pt x="2871" y="6327"/>
                </a:cubicBezTo>
                <a:lnTo>
                  <a:pt x="2888" y="6429"/>
                </a:lnTo>
                <a:cubicBezTo>
                  <a:pt x="2888" y="6429"/>
                  <a:pt x="2906" y="6515"/>
                  <a:pt x="2906" y="6532"/>
                </a:cubicBezTo>
                <a:lnTo>
                  <a:pt x="2923" y="6737"/>
                </a:lnTo>
                <a:lnTo>
                  <a:pt x="2923" y="6891"/>
                </a:lnTo>
                <a:cubicBezTo>
                  <a:pt x="2991" y="7660"/>
                  <a:pt x="3042" y="8172"/>
                  <a:pt x="3111" y="8924"/>
                </a:cubicBezTo>
                <a:cubicBezTo>
                  <a:pt x="3118" y="9010"/>
                  <a:pt x="3179" y="9049"/>
                  <a:pt x="3242" y="9049"/>
                </a:cubicBezTo>
                <a:cubicBezTo>
                  <a:pt x="3316" y="9049"/>
                  <a:pt x="3393" y="8992"/>
                  <a:pt x="3384" y="8890"/>
                </a:cubicBezTo>
                <a:cubicBezTo>
                  <a:pt x="3350" y="8138"/>
                  <a:pt x="3333" y="7369"/>
                  <a:pt x="3316" y="6617"/>
                </a:cubicBezTo>
                <a:lnTo>
                  <a:pt x="3316" y="6464"/>
                </a:lnTo>
                <a:lnTo>
                  <a:pt x="3316" y="6293"/>
                </a:lnTo>
                <a:cubicBezTo>
                  <a:pt x="3299" y="5302"/>
                  <a:pt x="3264" y="4311"/>
                  <a:pt x="3264" y="3303"/>
                </a:cubicBezTo>
                <a:cubicBezTo>
                  <a:pt x="4341" y="3303"/>
                  <a:pt x="5434" y="3320"/>
                  <a:pt x="6511" y="3337"/>
                </a:cubicBezTo>
                <a:lnTo>
                  <a:pt x="6989" y="3337"/>
                </a:lnTo>
                <a:cubicBezTo>
                  <a:pt x="8305" y="3354"/>
                  <a:pt x="9603" y="3388"/>
                  <a:pt x="10902" y="3439"/>
                </a:cubicBezTo>
                <a:cubicBezTo>
                  <a:pt x="10953" y="3474"/>
                  <a:pt x="11021" y="3491"/>
                  <a:pt x="11073" y="3491"/>
                </a:cubicBezTo>
                <a:lnTo>
                  <a:pt x="11466" y="3456"/>
                </a:lnTo>
                <a:cubicBezTo>
                  <a:pt x="11756" y="3422"/>
                  <a:pt x="11756" y="2944"/>
                  <a:pt x="11466" y="2927"/>
                </a:cubicBezTo>
                <a:cubicBezTo>
                  <a:pt x="9979" y="2893"/>
                  <a:pt x="8493" y="2876"/>
                  <a:pt x="7006" y="2858"/>
                </a:cubicBezTo>
                <a:lnTo>
                  <a:pt x="3247" y="2858"/>
                </a:lnTo>
                <a:cubicBezTo>
                  <a:pt x="3230" y="1970"/>
                  <a:pt x="3213" y="1082"/>
                  <a:pt x="3196" y="193"/>
                </a:cubicBezTo>
                <a:cubicBezTo>
                  <a:pt x="3196" y="65"/>
                  <a:pt x="3089" y="1"/>
                  <a:pt x="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712867">
            <a:off x="8130923" y="2511773"/>
            <a:ext cx="1467222" cy="1152052"/>
          </a:xfrm>
          <a:custGeom>
            <a:avLst/>
            <a:gdLst/>
            <a:ahLst/>
            <a:cxnLst/>
            <a:rect l="l" t="t" r="r" b="b"/>
            <a:pathLst>
              <a:path w="24087" h="18914" extrusionOk="0">
                <a:moveTo>
                  <a:pt x="4887" y="4610"/>
                </a:moveTo>
                <a:lnTo>
                  <a:pt x="7433" y="4866"/>
                </a:lnTo>
                <a:cubicBezTo>
                  <a:pt x="7313" y="5771"/>
                  <a:pt x="7177" y="6676"/>
                  <a:pt x="7040" y="7564"/>
                </a:cubicBezTo>
                <a:lnTo>
                  <a:pt x="7040" y="7564"/>
                </a:lnTo>
                <a:cubicBezTo>
                  <a:pt x="6174" y="7497"/>
                  <a:pt x="5308" y="7429"/>
                  <a:pt x="4443" y="7361"/>
                </a:cubicBezTo>
                <a:cubicBezTo>
                  <a:pt x="4579" y="6438"/>
                  <a:pt x="4733" y="5533"/>
                  <a:pt x="4887" y="4610"/>
                </a:cubicBezTo>
                <a:close/>
                <a:moveTo>
                  <a:pt x="7774" y="4917"/>
                </a:moveTo>
                <a:lnTo>
                  <a:pt x="9893" y="5140"/>
                </a:lnTo>
                <a:cubicBezTo>
                  <a:pt x="9791" y="6011"/>
                  <a:pt x="9671" y="6899"/>
                  <a:pt x="9534" y="7771"/>
                </a:cubicBezTo>
                <a:lnTo>
                  <a:pt x="9534" y="7788"/>
                </a:lnTo>
                <a:cubicBezTo>
                  <a:pt x="8868" y="7720"/>
                  <a:pt x="8202" y="7668"/>
                  <a:pt x="7518" y="7617"/>
                </a:cubicBezTo>
                <a:cubicBezTo>
                  <a:pt x="7621" y="6712"/>
                  <a:pt x="7706" y="5823"/>
                  <a:pt x="7774" y="4917"/>
                </a:cubicBezTo>
                <a:close/>
                <a:moveTo>
                  <a:pt x="10320" y="5191"/>
                </a:moveTo>
                <a:cubicBezTo>
                  <a:pt x="11175" y="5276"/>
                  <a:pt x="12029" y="5362"/>
                  <a:pt x="12883" y="5464"/>
                </a:cubicBezTo>
                <a:cubicBezTo>
                  <a:pt x="12747" y="6301"/>
                  <a:pt x="12627" y="7156"/>
                  <a:pt x="12507" y="7993"/>
                </a:cubicBezTo>
                <a:lnTo>
                  <a:pt x="12490" y="8010"/>
                </a:lnTo>
                <a:lnTo>
                  <a:pt x="12490" y="8044"/>
                </a:lnTo>
                <a:lnTo>
                  <a:pt x="11978" y="8010"/>
                </a:lnTo>
                <a:cubicBezTo>
                  <a:pt x="11311" y="7942"/>
                  <a:pt x="10662" y="7890"/>
                  <a:pt x="10013" y="7839"/>
                </a:cubicBezTo>
                <a:cubicBezTo>
                  <a:pt x="10132" y="6951"/>
                  <a:pt x="10235" y="6079"/>
                  <a:pt x="10320" y="5191"/>
                </a:cubicBezTo>
                <a:close/>
                <a:moveTo>
                  <a:pt x="13157" y="5498"/>
                </a:moveTo>
                <a:cubicBezTo>
                  <a:pt x="14011" y="5584"/>
                  <a:pt x="14865" y="5686"/>
                  <a:pt x="15720" y="5772"/>
                </a:cubicBezTo>
                <a:cubicBezTo>
                  <a:pt x="15617" y="6609"/>
                  <a:pt x="15515" y="7446"/>
                  <a:pt x="15395" y="8283"/>
                </a:cubicBezTo>
                <a:lnTo>
                  <a:pt x="15378" y="8283"/>
                </a:lnTo>
                <a:lnTo>
                  <a:pt x="12815" y="8078"/>
                </a:lnTo>
                <a:cubicBezTo>
                  <a:pt x="12935" y="7224"/>
                  <a:pt x="13054" y="6370"/>
                  <a:pt x="13157" y="5498"/>
                </a:cubicBezTo>
                <a:close/>
                <a:moveTo>
                  <a:pt x="16130" y="5806"/>
                </a:moveTo>
                <a:cubicBezTo>
                  <a:pt x="16779" y="5874"/>
                  <a:pt x="17411" y="5960"/>
                  <a:pt x="18060" y="6028"/>
                </a:cubicBezTo>
                <a:cubicBezTo>
                  <a:pt x="17838" y="6848"/>
                  <a:pt x="17633" y="7651"/>
                  <a:pt x="17411" y="8454"/>
                </a:cubicBezTo>
                <a:cubicBezTo>
                  <a:pt x="16864" y="8403"/>
                  <a:pt x="16301" y="8369"/>
                  <a:pt x="15737" y="8318"/>
                </a:cubicBezTo>
                <a:cubicBezTo>
                  <a:pt x="15873" y="7480"/>
                  <a:pt x="16010" y="6643"/>
                  <a:pt x="16130" y="5806"/>
                </a:cubicBezTo>
                <a:close/>
                <a:moveTo>
                  <a:pt x="18453" y="6079"/>
                </a:moveTo>
                <a:lnTo>
                  <a:pt x="19889" y="6250"/>
                </a:lnTo>
                <a:cubicBezTo>
                  <a:pt x="19752" y="7053"/>
                  <a:pt x="19581" y="7856"/>
                  <a:pt x="19427" y="8659"/>
                </a:cubicBezTo>
                <a:cubicBezTo>
                  <a:pt x="18898" y="8608"/>
                  <a:pt x="18385" y="8540"/>
                  <a:pt x="17855" y="8506"/>
                </a:cubicBezTo>
                <a:cubicBezTo>
                  <a:pt x="18060" y="7703"/>
                  <a:pt x="18248" y="6899"/>
                  <a:pt x="18453" y="6079"/>
                </a:cubicBezTo>
                <a:close/>
                <a:moveTo>
                  <a:pt x="20282" y="6301"/>
                </a:moveTo>
                <a:lnTo>
                  <a:pt x="21871" y="6489"/>
                </a:lnTo>
                <a:cubicBezTo>
                  <a:pt x="21785" y="7310"/>
                  <a:pt x="21683" y="8113"/>
                  <a:pt x="21580" y="8916"/>
                </a:cubicBezTo>
                <a:cubicBezTo>
                  <a:pt x="21016" y="8830"/>
                  <a:pt x="20435" y="8762"/>
                  <a:pt x="19872" y="8693"/>
                </a:cubicBezTo>
                <a:cubicBezTo>
                  <a:pt x="20025" y="7908"/>
                  <a:pt x="20162" y="7104"/>
                  <a:pt x="20282" y="6301"/>
                </a:cubicBezTo>
                <a:close/>
                <a:moveTo>
                  <a:pt x="4391" y="7634"/>
                </a:moveTo>
                <a:lnTo>
                  <a:pt x="7006" y="7873"/>
                </a:lnTo>
                <a:cubicBezTo>
                  <a:pt x="6818" y="9086"/>
                  <a:pt x="6613" y="10300"/>
                  <a:pt x="6408" y="11513"/>
                </a:cubicBezTo>
                <a:cubicBezTo>
                  <a:pt x="5587" y="11444"/>
                  <a:pt x="4784" y="11376"/>
                  <a:pt x="3964" y="11308"/>
                </a:cubicBezTo>
                <a:cubicBezTo>
                  <a:pt x="4050" y="10539"/>
                  <a:pt x="4118" y="9770"/>
                  <a:pt x="4221" y="9001"/>
                </a:cubicBezTo>
                <a:cubicBezTo>
                  <a:pt x="4272" y="8557"/>
                  <a:pt x="4323" y="8095"/>
                  <a:pt x="4391" y="7634"/>
                </a:cubicBezTo>
                <a:close/>
                <a:moveTo>
                  <a:pt x="7484" y="7942"/>
                </a:moveTo>
                <a:cubicBezTo>
                  <a:pt x="8150" y="7993"/>
                  <a:pt x="8817" y="8061"/>
                  <a:pt x="9483" y="8130"/>
                </a:cubicBezTo>
                <a:cubicBezTo>
                  <a:pt x="9278" y="9326"/>
                  <a:pt x="9056" y="10539"/>
                  <a:pt x="8817" y="11735"/>
                </a:cubicBezTo>
                <a:cubicBezTo>
                  <a:pt x="8202" y="11684"/>
                  <a:pt x="7569" y="11615"/>
                  <a:pt x="6937" y="11564"/>
                </a:cubicBezTo>
                <a:cubicBezTo>
                  <a:pt x="7159" y="10368"/>
                  <a:pt x="7347" y="9155"/>
                  <a:pt x="7484" y="7942"/>
                </a:cubicBezTo>
                <a:close/>
                <a:moveTo>
                  <a:pt x="9962" y="8164"/>
                </a:moveTo>
                <a:cubicBezTo>
                  <a:pt x="10628" y="8232"/>
                  <a:pt x="11294" y="8301"/>
                  <a:pt x="11944" y="8369"/>
                </a:cubicBezTo>
                <a:lnTo>
                  <a:pt x="12439" y="8420"/>
                </a:lnTo>
                <a:cubicBezTo>
                  <a:pt x="12251" y="9616"/>
                  <a:pt x="12046" y="10812"/>
                  <a:pt x="11858" y="12042"/>
                </a:cubicBezTo>
                <a:lnTo>
                  <a:pt x="9364" y="11803"/>
                </a:lnTo>
                <a:cubicBezTo>
                  <a:pt x="9586" y="10607"/>
                  <a:pt x="9791" y="9394"/>
                  <a:pt x="9962" y="8164"/>
                </a:cubicBezTo>
                <a:close/>
                <a:moveTo>
                  <a:pt x="12764" y="8454"/>
                </a:moveTo>
                <a:cubicBezTo>
                  <a:pt x="13618" y="8540"/>
                  <a:pt x="14472" y="8642"/>
                  <a:pt x="15310" y="8745"/>
                </a:cubicBezTo>
                <a:lnTo>
                  <a:pt x="15292" y="8933"/>
                </a:lnTo>
                <a:cubicBezTo>
                  <a:pt x="15122" y="10060"/>
                  <a:pt x="14917" y="11188"/>
                  <a:pt x="14729" y="12316"/>
                </a:cubicBezTo>
                <a:lnTo>
                  <a:pt x="12337" y="12077"/>
                </a:lnTo>
                <a:cubicBezTo>
                  <a:pt x="12490" y="10863"/>
                  <a:pt x="12610" y="9650"/>
                  <a:pt x="12764" y="8454"/>
                </a:cubicBezTo>
                <a:close/>
                <a:moveTo>
                  <a:pt x="15668" y="8813"/>
                </a:moveTo>
                <a:lnTo>
                  <a:pt x="17292" y="9001"/>
                </a:lnTo>
                <a:cubicBezTo>
                  <a:pt x="17001" y="10146"/>
                  <a:pt x="16745" y="11308"/>
                  <a:pt x="16540" y="12487"/>
                </a:cubicBezTo>
                <a:lnTo>
                  <a:pt x="15207" y="12367"/>
                </a:lnTo>
                <a:cubicBezTo>
                  <a:pt x="15327" y="11359"/>
                  <a:pt x="15446" y="10351"/>
                  <a:pt x="15600" y="9377"/>
                </a:cubicBezTo>
                <a:lnTo>
                  <a:pt x="15668" y="8813"/>
                </a:lnTo>
                <a:close/>
                <a:moveTo>
                  <a:pt x="17719" y="9052"/>
                </a:moveTo>
                <a:lnTo>
                  <a:pt x="19308" y="9240"/>
                </a:lnTo>
                <a:cubicBezTo>
                  <a:pt x="19086" y="10385"/>
                  <a:pt x="18881" y="11547"/>
                  <a:pt x="18710" y="12709"/>
                </a:cubicBezTo>
                <a:lnTo>
                  <a:pt x="16984" y="12538"/>
                </a:lnTo>
                <a:cubicBezTo>
                  <a:pt x="17189" y="11359"/>
                  <a:pt x="17445" y="10197"/>
                  <a:pt x="17719" y="9052"/>
                </a:cubicBezTo>
                <a:close/>
                <a:moveTo>
                  <a:pt x="19752" y="9292"/>
                </a:moveTo>
                <a:cubicBezTo>
                  <a:pt x="20333" y="9360"/>
                  <a:pt x="20914" y="9428"/>
                  <a:pt x="21495" y="9479"/>
                </a:cubicBezTo>
                <a:cubicBezTo>
                  <a:pt x="21341" y="10641"/>
                  <a:pt x="21170" y="11803"/>
                  <a:pt x="21033" y="12965"/>
                </a:cubicBezTo>
                <a:cubicBezTo>
                  <a:pt x="20418" y="12897"/>
                  <a:pt x="19803" y="12811"/>
                  <a:pt x="19188" y="12760"/>
                </a:cubicBezTo>
                <a:cubicBezTo>
                  <a:pt x="19342" y="11598"/>
                  <a:pt x="19547" y="10453"/>
                  <a:pt x="19752" y="9292"/>
                </a:cubicBezTo>
                <a:close/>
                <a:moveTo>
                  <a:pt x="10602" y="1"/>
                </a:moveTo>
                <a:cubicBezTo>
                  <a:pt x="10568" y="1"/>
                  <a:pt x="10534" y="22"/>
                  <a:pt x="10525" y="65"/>
                </a:cubicBezTo>
                <a:cubicBezTo>
                  <a:pt x="10337" y="1620"/>
                  <a:pt x="10167" y="3158"/>
                  <a:pt x="9962" y="4712"/>
                </a:cubicBezTo>
                <a:cubicBezTo>
                  <a:pt x="9244" y="4644"/>
                  <a:pt x="8526" y="4576"/>
                  <a:pt x="7826" y="4507"/>
                </a:cubicBezTo>
                <a:cubicBezTo>
                  <a:pt x="7911" y="3294"/>
                  <a:pt x="7980" y="2081"/>
                  <a:pt x="8048" y="885"/>
                </a:cubicBezTo>
                <a:cubicBezTo>
                  <a:pt x="8048" y="821"/>
                  <a:pt x="7994" y="786"/>
                  <a:pt x="7944" y="786"/>
                </a:cubicBezTo>
                <a:cubicBezTo>
                  <a:pt x="7900" y="786"/>
                  <a:pt x="7860" y="812"/>
                  <a:pt x="7860" y="868"/>
                </a:cubicBezTo>
                <a:cubicBezTo>
                  <a:pt x="7774" y="2081"/>
                  <a:pt x="7638" y="3294"/>
                  <a:pt x="7501" y="4490"/>
                </a:cubicBezTo>
                <a:cubicBezTo>
                  <a:pt x="6647" y="4422"/>
                  <a:pt x="5810" y="4354"/>
                  <a:pt x="4972" y="4285"/>
                </a:cubicBezTo>
                <a:cubicBezTo>
                  <a:pt x="5229" y="2901"/>
                  <a:pt x="5502" y="1534"/>
                  <a:pt x="5792" y="150"/>
                </a:cubicBezTo>
                <a:cubicBezTo>
                  <a:pt x="5803" y="96"/>
                  <a:pt x="5752" y="55"/>
                  <a:pt x="5708" y="55"/>
                </a:cubicBezTo>
                <a:cubicBezTo>
                  <a:pt x="5684" y="55"/>
                  <a:pt x="5662" y="68"/>
                  <a:pt x="5656" y="99"/>
                </a:cubicBezTo>
                <a:cubicBezTo>
                  <a:pt x="5229" y="1466"/>
                  <a:pt x="4887" y="2850"/>
                  <a:pt x="4614" y="4251"/>
                </a:cubicBezTo>
                <a:cubicBezTo>
                  <a:pt x="3435" y="4166"/>
                  <a:pt x="2239" y="4080"/>
                  <a:pt x="1043" y="4012"/>
                </a:cubicBezTo>
                <a:cubicBezTo>
                  <a:pt x="906" y="4029"/>
                  <a:pt x="906" y="4217"/>
                  <a:pt x="1025" y="4251"/>
                </a:cubicBezTo>
                <a:lnTo>
                  <a:pt x="4562" y="4610"/>
                </a:lnTo>
                <a:cubicBezTo>
                  <a:pt x="4391" y="5515"/>
                  <a:pt x="4238" y="6438"/>
                  <a:pt x="4101" y="7361"/>
                </a:cubicBezTo>
                <a:cubicBezTo>
                  <a:pt x="2768" y="7258"/>
                  <a:pt x="1435" y="7173"/>
                  <a:pt x="103" y="7104"/>
                </a:cubicBezTo>
                <a:cubicBezTo>
                  <a:pt x="0" y="7104"/>
                  <a:pt x="0" y="7258"/>
                  <a:pt x="103" y="7275"/>
                </a:cubicBezTo>
                <a:lnTo>
                  <a:pt x="4067" y="7634"/>
                </a:lnTo>
                <a:cubicBezTo>
                  <a:pt x="3896" y="8847"/>
                  <a:pt x="3725" y="10077"/>
                  <a:pt x="3554" y="11291"/>
                </a:cubicBezTo>
                <a:cubicBezTo>
                  <a:pt x="2649" y="11222"/>
                  <a:pt x="1726" y="11154"/>
                  <a:pt x="820" y="11103"/>
                </a:cubicBezTo>
                <a:cubicBezTo>
                  <a:pt x="632" y="11103"/>
                  <a:pt x="615" y="11376"/>
                  <a:pt x="803" y="11393"/>
                </a:cubicBezTo>
                <a:cubicBezTo>
                  <a:pt x="1709" y="11479"/>
                  <a:pt x="2597" y="11581"/>
                  <a:pt x="3503" y="11666"/>
                </a:cubicBezTo>
                <a:cubicBezTo>
                  <a:pt x="3247" y="13409"/>
                  <a:pt x="2922" y="15135"/>
                  <a:pt x="2495" y="16844"/>
                </a:cubicBezTo>
                <a:cubicBezTo>
                  <a:pt x="2484" y="16977"/>
                  <a:pt x="2595" y="17067"/>
                  <a:pt x="2712" y="17067"/>
                </a:cubicBezTo>
                <a:cubicBezTo>
                  <a:pt x="2775" y="17067"/>
                  <a:pt x="2840" y="17040"/>
                  <a:pt x="2888" y="16980"/>
                </a:cubicBezTo>
                <a:cubicBezTo>
                  <a:pt x="3469" y="15272"/>
                  <a:pt x="3742" y="13495"/>
                  <a:pt x="3930" y="11701"/>
                </a:cubicBezTo>
                <a:cubicBezTo>
                  <a:pt x="4733" y="11786"/>
                  <a:pt x="5553" y="11854"/>
                  <a:pt x="6356" y="11940"/>
                </a:cubicBezTo>
                <a:cubicBezTo>
                  <a:pt x="6237" y="12743"/>
                  <a:pt x="6100" y="13546"/>
                  <a:pt x="5963" y="14349"/>
                </a:cubicBezTo>
                <a:cubicBezTo>
                  <a:pt x="5963" y="14467"/>
                  <a:pt x="6054" y="14534"/>
                  <a:pt x="6143" y="14534"/>
                </a:cubicBezTo>
                <a:cubicBezTo>
                  <a:pt x="6210" y="14534"/>
                  <a:pt x="6276" y="14497"/>
                  <a:pt x="6305" y="14417"/>
                </a:cubicBezTo>
                <a:cubicBezTo>
                  <a:pt x="6527" y="13614"/>
                  <a:pt x="6715" y="12811"/>
                  <a:pt x="6869" y="11991"/>
                </a:cubicBezTo>
                <a:lnTo>
                  <a:pt x="8748" y="12162"/>
                </a:lnTo>
                <a:cubicBezTo>
                  <a:pt x="8543" y="13256"/>
                  <a:pt x="8321" y="14332"/>
                  <a:pt x="8133" y="15425"/>
                </a:cubicBezTo>
                <a:cubicBezTo>
                  <a:pt x="8113" y="15554"/>
                  <a:pt x="8238" y="15637"/>
                  <a:pt x="8359" y="15637"/>
                </a:cubicBezTo>
                <a:cubicBezTo>
                  <a:pt x="8446" y="15637"/>
                  <a:pt x="8532" y="15594"/>
                  <a:pt x="8560" y="15494"/>
                </a:cubicBezTo>
                <a:cubicBezTo>
                  <a:pt x="8834" y="14417"/>
                  <a:pt x="9073" y="13324"/>
                  <a:pt x="9295" y="12213"/>
                </a:cubicBezTo>
                <a:cubicBezTo>
                  <a:pt x="10132" y="12299"/>
                  <a:pt x="10970" y="12384"/>
                  <a:pt x="11807" y="12470"/>
                </a:cubicBezTo>
                <a:cubicBezTo>
                  <a:pt x="11653" y="13495"/>
                  <a:pt x="11516" y="14520"/>
                  <a:pt x="11465" y="15545"/>
                </a:cubicBezTo>
                <a:cubicBezTo>
                  <a:pt x="11455" y="15647"/>
                  <a:pt x="11554" y="15712"/>
                  <a:pt x="11643" y="15712"/>
                </a:cubicBezTo>
                <a:cubicBezTo>
                  <a:pt x="11703" y="15712"/>
                  <a:pt x="11759" y="15682"/>
                  <a:pt x="11773" y="15613"/>
                </a:cubicBezTo>
                <a:cubicBezTo>
                  <a:pt x="11995" y="14588"/>
                  <a:pt x="12166" y="13563"/>
                  <a:pt x="12302" y="12521"/>
                </a:cubicBezTo>
                <a:cubicBezTo>
                  <a:pt x="13088" y="12589"/>
                  <a:pt x="13874" y="12675"/>
                  <a:pt x="14677" y="12777"/>
                </a:cubicBezTo>
                <a:cubicBezTo>
                  <a:pt x="14421" y="14315"/>
                  <a:pt x="14182" y="15870"/>
                  <a:pt x="14062" y="17407"/>
                </a:cubicBezTo>
                <a:cubicBezTo>
                  <a:pt x="14052" y="17528"/>
                  <a:pt x="14166" y="17607"/>
                  <a:pt x="14272" y="17607"/>
                </a:cubicBezTo>
                <a:cubicBezTo>
                  <a:pt x="14346" y="17607"/>
                  <a:pt x="14417" y="17568"/>
                  <a:pt x="14438" y="17476"/>
                </a:cubicBezTo>
                <a:cubicBezTo>
                  <a:pt x="14763" y="15955"/>
                  <a:pt x="14985" y="14383"/>
                  <a:pt x="15173" y="12828"/>
                </a:cubicBezTo>
                <a:lnTo>
                  <a:pt x="16488" y="12982"/>
                </a:lnTo>
                <a:cubicBezTo>
                  <a:pt x="16266" y="14264"/>
                  <a:pt x="16164" y="15579"/>
                  <a:pt x="16181" y="16895"/>
                </a:cubicBezTo>
                <a:cubicBezTo>
                  <a:pt x="16181" y="17029"/>
                  <a:pt x="16298" y="17102"/>
                  <a:pt x="16410" y="17102"/>
                </a:cubicBezTo>
                <a:cubicBezTo>
                  <a:pt x="16511" y="17102"/>
                  <a:pt x="16608" y="17042"/>
                  <a:pt x="16608" y="16912"/>
                </a:cubicBezTo>
                <a:cubicBezTo>
                  <a:pt x="16591" y="15613"/>
                  <a:pt x="16693" y="14298"/>
                  <a:pt x="16916" y="13016"/>
                </a:cubicBezTo>
                <a:lnTo>
                  <a:pt x="18658" y="13221"/>
                </a:lnTo>
                <a:cubicBezTo>
                  <a:pt x="18453" y="14691"/>
                  <a:pt x="18385" y="16177"/>
                  <a:pt x="18436" y="17664"/>
                </a:cubicBezTo>
                <a:cubicBezTo>
                  <a:pt x="18445" y="17809"/>
                  <a:pt x="18565" y="17887"/>
                  <a:pt x="18676" y="17887"/>
                </a:cubicBezTo>
                <a:cubicBezTo>
                  <a:pt x="18773" y="17887"/>
                  <a:pt x="18863" y="17826"/>
                  <a:pt x="18863" y="17698"/>
                </a:cubicBezTo>
                <a:cubicBezTo>
                  <a:pt x="18829" y="16211"/>
                  <a:pt x="18915" y="14742"/>
                  <a:pt x="19120" y="13273"/>
                </a:cubicBezTo>
                <a:cubicBezTo>
                  <a:pt x="19752" y="13341"/>
                  <a:pt x="20367" y="13409"/>
                  <a:pt x="20982" y="13478"/>
                </a:cubicBezTo>
                <a:cubicBezTo>
                  <a:pt x="20777" y="15220"/>
                  <a:pt x="20760" y="16980"/>
                  <a:pt x="20914" y="18740"/>
                </a:cubicBezTo>
                <a:cubicBezTo>
                  <a:pt x="20921" y="18861"/>
                  <a:pt x="21001" y="18913"/>
                  <a:pt x="21092" y="18913"/>
                </a:cubicBezTo>
                <a:cubicBezTo>
                  <a:pt x="21220" y="18913"/>
                  <a:pt x="21368" y="18808"/>
                  <a:pt x="21358" y="18638"/>
                </a:cubicBezTo>
                <a:cubicBezTo>
                  <a:pt x="21221" y="16929"/>
                  <a:pt x="21256" y="15220"/>
                  <a:pt x="21478" y="13512"/>
                </a:cubicBezTo>
                <a:cubicBezTo>
                  <a:pt x="22195" y="13597"/>
                  <a:pt x="22930" y="13666"/>
                  <a:pt x="23648" y="13734"/>
                </a:cubicBezTo>
                <a:cubicBezTo>
                  <a:pt x="23653" y="13734"/>
                  <a:pt x="23659" y="13734"/>
                  <a:pt x="23664" y="13734"/>
                </a:cubicBezTo>
                <a:cubicBezTo>
                  <a:pt x="23922" y="13734"/>
                  <a:pt x="23932" y="13340"/>
                  <a:pt x="23665" y="13307"/>
                </a:cubicBezTo>
                <a:cubicBezTo>
                  <a:pt x="22964" y="13204"/>
                  <a:pt x="22247" y="13102"/>
                  <a:pt x="21529" y="13016"/>
                </a:cubicBezTo>
                <a:cubicBezTo>
                  <a:pt x="21649" y="11854"/>
                  <a:pt x="21819" y="10693"/>
                  <a:pt x="21973" y="9531"/>
                </a:cubicBezTo>
                <a:cubicBezTo>
                  <a:pt x="22588" y="9582"/>
                  <a:pt x="23186" y="9633"/>
                  <a:pt x="23801" y="9684"/>
                </a:cubicBezTo>
                <a:cubicBezTo>
                  <a:pt x="23807" y="9685"/>
                  <a:pt x="23812" y="9685"/>
                  <a:pt x="23818" y="9685"/>
                </a:cubicBezTo>
                <a:cubicBezTo>
                  <a:pt x="24075" y="9685"/>
                  <a:pt x="24086" y="9291"/>
                  <a:pt x="23818" y="9257"/>
                </a:cubicBezTo>
                <a:cubicBezTo>
                  <a:pt x="23238" y="9155"/>
                  <a:pt x="22640" y="9069"/>
                  <a:pt x="22041" y="8984"/>
                </a:cubicBezTo>
                <a:cubicBezTo>
                  <a:pt x="22144" y="8181"/>
                  <a:pt x="22229" y="7361"/>
                  <a:pt x="22281" y="6558"/>
                </a:cubicBezTo>
                <a:lnTo>
                  <a:pt x="23562" y="6712"/>
                </a:lnTo>
                <a:cubicBezTo>
                  <a:pt x="23577" y="6714"/>
                  <a:pt x="23591" y="6715"/>
                  <a:pt x="23604" y="6715"/>
                </a:cubicBezTo>
                <a:cubicBezTo>
                  <a:pt x="23855" y="6715"/>
                  <a:pt x="23872" y="6283"/>
                  <a:pt x="23596" y="6250"/>
                </a:cubicBezTo>
                <a:lnTo>
                  <a:pt x="22315" y="6096"/>
                </a:lnTo>
                <a:cubicBezTo>
                  <a:pt x="22366" y="4969"/>
                  <a:pt x="22349" y="3824"/>
                  <a:pt x="22247" y="2696"/>
                </a:cubicBezTo>
                <a:cubicBezTo>
                  <a:pt x="22239" y="2632"/>
                  <a:pt x="22182" y="2602"/>
                  <a:pt x="22124" y="2602"/>
                </a:cubicBezTo>
                <a:cubicBezTo>
                  <a:pt x="22058" y="2602"/>
                  <a:pt x="21990" y="2641"/>
                  <a:pt x="21990" y="2713"/>
                </a:cubicBezTo>
                <a:cubicBezTo>
                  <a:pt x="22041" y="3824"/>
                  <a:pt x="22007" y="4935"/>
                  <a:pt x="21905" y="6045"/>
                </a:cubicBezTo>
                <a:lnTo>
                  <a:pt x="20350" y="5857"/>
                </a:lnTo>
                <a:cubicBezTo>
                  <a:pt x="20538" y="4678"/>
                  <a:pt x="20675" y="3499"/>
                  <a:pt x="20743" y="2303"/>
                </a:cubicBezTo>
                <a:cubicBezTo>
                  <a:pt x="20743" y="2222"/>
                  <a:pt x="20676" y="2179"/>
                  <a:pt x="20613" y="2179"/>
                </a:cubicBezTo>
                <a:cubicBezTo>
                  <a:pt x="20557" y="2179"/>
                  <a:pt x="20504" y="2214"/>
                  <a:pt x="20504" y="2286"/>
                </a:cubicBezTo>
                <a:cubicBezTo>
                  <a:pt x="20384" y="3465"/>
                  <a:pt x="20196" y="4644"/>
                  <a:pt x="19974" y="5806"/>
                </a:cubicBezTo>
                <a:lnTo>
                  <a:pt x="18556" y="5635"/>
                </a:lnTo>
                <a:cubicBezTo>
                  <a:pt x="18812" y="4507"/>
                  <a:pt x="19051" y="3363"/>
                  <a:pt x="19222" y="2218"/>
                </a:cubicBezTo>
                <a:cubicBezTo>
                  <a:pt x="19233" y="2146"/>
                  <a:pt x="19162" y="2099"/>
                  <a:pt x="19101" y="2099"/>
                </a:cubicBezTo>
                <a:cubicBezTo>
                  <a:pt x="19060" y="2099"/>
                  <a:pt x="19024" y="2119"/>
                  <a:pt x="19017" y="2167"/>
                </a:cubicBezTo>
                <a:cubicBezTo>
                  <a:pt x="18778" y="3311"/>
                  <a:pt x="18488" y="4456"/>
                  <a:pt x="18180" y="5584"/>
                </a:cubicBezTo>
                <a:cubicBezTo>
                  <a:pt x="17531" y="5515"/>
                  <a:pt x="16864" y="5430"/>
                  <a:pt x="16215" y="5362"/>
                </a:cubicBezTo>
                <a:cubicBezTo>
                  <a:pt x="16420" y="3858"/>
                  <a:pt x="16625" y="2372"/>
                  <a:pt x="16711" y="868"/>
                </a:cubicBezTo>
                <a:cubicBezTo>
                  <a:pt x="16711" y="838"/>
                  <a:pt x="16682" y="820"/>
                  <a:pt x="16654" y="820"/>
                </a:cubicBezTo>
                <a:cubicBezTo>
                  <a:pt x="16634" y="820"/>
                  <a:pt x="16615" y="829"/>
                  <a:pt x="16608" y="851"/>
                </a:cubicBezTo>
                <a:cubicBezTo>
                  <a:pt x="16283" y="2320"/>
                  <a:pt x="16027" y="3807"/>
                  <a:pt x="15822" y="5310"/>
                </a:cubicBezTo>
                <a:cubicBezTo>
                  <a:pt x="14968" y="5208"/>
                  <a:pt x="14113" y="5122"/>
                  <a:pt x="13259" y="5037"/>
                </a:cubicBezTo>
                <a:cubicBezTo>
                  <a:pt x="13464" y="3516"/>
                  <a:pt x="13652" y="1996"/>
                  <a:pt x="13840" y="492"/>
                </a:cubicBezTo>
                <a:cubicBezTo>
                  <a:pt x="13849" y="420"/>
                  <a:pt x="13800" y="381"/>
                  <a:pt x="13748" y="381"/>
                </a:cubicBezTo>
                <a:cubicBezTo>
                  <a:pt x="13701" y="381"/>
                  <a:pt x="13651" y="411"/>
                  <a:pt x="13635" y="475"/>
                </a:cubicBezTo>
                <a:cubicBezTo>
                  <a:pt x="13396" y="1979"/>
                  <a:pt x="13174" y="3482"/>
                  <a:pt x="12952" y="5003"/>
                </a:cubicBezTo>
                <a:cubicBezTo>
                  <a:pt x="12097" y="4917"/>
                  <a:pt x="11226" y="4815"/>
                  <a:pt x="10372" y="4730"/>
                </a:cubicBezTo>
                <a:cubicBezTo>
                  <a:pt x="10525" y="3175"/>
                  <a:pt x="10628" y="1620"/>
                  <a:pt x="10679" y="65"/>
                </a:cubicBezTo>
                <a:cubicBezTo>
                  <a:pt x="10671" y="22"/>
                  <a:pt x="10636" y="1"/>
                  <a:pt x="10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rot="10800000">
            <a:off x="344944" y="209656"/>
            <a:ext cx="688306" cy="735693"/>
            <a:chOff x="429300" y="4124275"/>
            <a:chExt cx="381650" cy="407925"/>
          </a:xfrm>
        </p:grpSpPr>
        <p:sp>
          <p:nvSpPr>
            <p:cNvPr id="15" name="Google Shape;15;p2"/>
            <p:cNvSpPr/>
            <p:nvPr/>
          </p:nvSpPr>
          <p:spPr>
            <a:xfrm>
              <a:off x="532850" y="4381150"/>
              <a:ext cx="124750" cy="103225"/>
            </a:xfrm>
            <a:custGeom>
              <a:avLst/>
              <a:gdLst/>
              <a:ahLst/>
              <a:cxnLst/>
              <a:rect l="l" t="t" r="r" b="b"/>
              <a:pathLst>
                <a:path w="4990" h="4129" extrusionOk="0">
                  <a:moveTo>
                    <a:pt x="2508" y="1"/>
                  </a:moveTo>
                  <a:cubicBezTo>
                    <a:pt x="2308" y="1"/>
                    <a:pt x="2122" y="107"/>
                    <a:pt x="2085" y="351"/>
                  </a:cubicBezTo>
                  <a:cubicBezTo>
                    <a:pt x="2034" y="727"/>
                    <a:pt x="1965" y="1188"/>
                    <a:pt x="1931" y="1666"/>
                  </a:cubicBezTo>
                  <a:cubicBezTo>
                    <a:pt x="1419" y="1769"/>
                    <a:pt x="923" y="1888"/>
                    <a:pt x="462" y="1974"/>
                  </a:cubicBezTo>
                  <a:cubicBezTo>
                    <a:pt x="0" y="2059"/>
                    <a:pt x="171" y="2691"/>
                    <a:pt x="564" y="2726"/>
                  </a:cubicBezTo>
                  <a:cubicBezTo>
                    <a:pt x="991" y="2777"/>
                    <a:pt x="1470" y="2828"/>
                    <a:pt x="1948" y="2879"/>
                  </a:cubicBezTo>
                  <a:cubicBezTo>
                    <a:pt x="2000" y="3307"/>
                    <a:pt x="2170" y="3700"/>
                    <a:pt x="2444" y="4024"/>
                  </a:cubicBezTo>
                  <a:cubicBezTo>
                    <a:pt x="2515" y="4096"/>
                    <a:pt x="2608" y="4128"/>
                    <a:pt x="2700" y="4128"/>
                  </a:cubicBezTo>
                  <a:cubicBezTo>
                    <a:pt x="2828" y="4128"/>
                    <a:pt x="2955" y="4065"/>
                    <a:pt x="3025" y="3956"/>
                  </a:cubicBezTo>
                  <a:cubicBezTo>
                    <a:pt x="3179" y="3631"/>
                    <a:pt x="3230" y="3289"/>
                    <a:pt x="3213" y="2948"/>
                  </a:cubicBezTo>
                  <a:cubicBezTo>
                    <a:pt x="3572" y="2948"/>
                    <a:pt x="3947" y="2914"/>
                    <a:pt x="4306" y="2828"/>
                  </a:cubicBezTo>
                  <a:cubicBezTo>
                    <a:pt x="4921" y="2674"/>
                    <a:pt x="4990" y="1632"/>
                    <a:pt x="4306" y="1530"/>
                  </a:cubicBezTo>
                  <a:cubicBezTo>
                    <a:pt x="4052" y="1496"/>
                    <a:pt x="3792" y="1478"/>
                    <a:pt x="3533" y="1478"/>
                  </a:cubicBezTo>
                  <a:cubicBezTo>
                    <a:pt x="3391" y="1478"/>
                    <a:pt x="3249" y="1483"/>
                    <a:pt x="3110" y="1495"/>
                  </a:cubicBezTo>
                  <a:cubicBezTo>
                    <a:pt x="3093" y="1171"/>
                    <a:pt x="3076" y="829"/>
                    <a:pt x="3059" y="487"/>
                  </a:cubicBezTo>
                  <a:cubicBezTo>
                    <a:pt x="3059" y="186"/>
                    <a:pt x="2772" y="1"/>
                    <a:pt x="2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77650" y="4442725"/>
              <a:ext cx="128925" cy="89475"/>
            </a:xfrm>
            <a:custGeom>
              <a:avLst/>
              <a:gdLst/>
              <a:ahLst/>
              <a:cxnLst/>
              <a:rect l="l" t="t" r="r" b="b"/>
              <a:pathLst>
                <a:path w="5157" h="3579" extrusionOk="0">
                  <a:moveTo>
                    <a:pt x="2000" y="1"/>
                  </a:moveTo>
                  <a:cubicBezTo>
                    <a:pt x="1832" y="1"/>
                    <a:pt x="1675" y="95"/>
                    <a:pt x="1624" y="314"/>
                  </a:cubicBezTo>
                  <a:cubicBezTo>
                    <a:pt x="1538" y="656"/>
                    <a:pt x="1487" y="997"/>
                    <a:pt x="1453" y="1339"/>
                  </a:cubicBezTo>
                  <a:cubicBezTo>
                    <a:pt x="1180" y="1373"/>
                    <a:pt x="889" y="1390"/>
                    <a:pt x="616" y="1390"/>
                  </a:cubicBezTo>
                  <a:cubicBezTo>
                    <a:pt x="1" y="1407"/>
                    <a:pt x="18" y="2262"/>
                    <a:pt x="616" y="2330"/>
                  </a:cubicBezTo>
                  <a:cubicBezTo>
                    <a:pt x="889" y="2347"/>
                    <a:pt x="1180" y="2381"/>
                    <a:pt x="1470" y="2398"/>
                  </a:cubicBezTo>
                  <a:cubicBezTo>
                    <a:pt x="1487" y="2706"/>
                    <a:pt x="1573" y="2996"/>
                    <a:pt x="1675" y="3287"/>
                  </a:cubicBezTo>
                  <a:cubicBezTo>
                    <a:pt x="1763" y="3493"/>
                    <a:pt x="1921" y="3578"/>
                    <a:pt x="2089" y="3578"/>
                  </a:cubicBezTo>
                  <a:cubicBezTo>
                    <a:pt x="2381" y="3578"/>
                    <a:pt x="2702" y="3322"/>
                    <a:pt x="2735" y="2996"/>
                  </a:cubicBezTo>
                  <a:cubicBezTo>
                    <a:pt x="2735" y="2808"/>
                    <a:pt x="2735" y="2603"/>
                    <a:pt x="2700" y="2415"/>
                  </a:cubicBezTo>
                  <a:cubicBezTo>
                    <a:pt x="3247" y="2415"/>
                    <a:pt x="3811" y="2347"/>
                    <a:pt x="4358" y="2245"/>
                  </a:cubicBezTo>
                  <a:cubicBezTo>
                    <a:pt x="5156" y="2082"/>
                    <a:pt x="4851" y="955"/>
                    <a:pt x="4110" y="955"/>
                  </a:cubicBezTo>
                  <a:cubicBezTo>
                    <a:pt x="4074" y="955"/>
                    <a:pt x="4037" y="958"/>
                    <a:pt x="3999" y="963"/>
                  </a:cubicBezTo>
                  <a:cubicBezTo>
                    <a:pt x="3503" y="1032"/>
                    <a:pt x="3025" y="1117"/>
                    <a:pt x="2547" y="1202"/>
                  </a:cubicBezTo>
                  <a:cubicBezTo>
                    <a:pt x="2529" y="946"/>
                    <a:pt x="2512" y="690"/>
                    <a:pt x="2495" y="433"/>
                  </a:cubicBezTo>
                  <a:cubicBezTo>
                    <a:pt x="2466" y="169"/>
                    <a:pt x="2224" y="1"/>
                    <a:pt x="20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96025" y="4266725"/>
              <a:ext cx="114925" cy="93200"/>
            </a:xfrm>
            <a:custGeom>
              <a:avLst/>
              <a:gdLst/>
              <a:ahLst/>
              <a:cxnLst/>
              <a:rect l="l" t="t" r="r" b="b"/>
              <a:pathLst>
                <a:path w="4597" h="3728" extrusionOk="0">
                  <a:moveTo>
                    <a:pt x="1824" y="0"/>
                  </a:moveTo>
                  <a:cubicBezTo>
                    <a:pt x="1686" y="0"/>
                    <a:pt x="1558" y="80"/>
                    <a:pt x="1521" y="263"/>
                  </a:cubicBezTo>
                  <a:cubicBezTo>
                    <a:pt x="1419" y="742"/>
                    <a:pt x="1367" y="1220"/>
                    <a:pt x="1367" y="1715"/>
                  </a:cubicBezTo>
                  <a:cubicBezTo>
                    <a:pt x="940" y="1767"/>
                    <a:pt x="530" y="1920"/>
                    <a:pt x="188" y="2177"/>
                  </a:cubicBezTo>
                  <a:cubicBezTo>
                    <a:pt x="0" y="2365"/>
                    <a:pt x="86" y="2689"/>
                    <a:pt x="342" y="2775"/>
                  </a:cubicBezTo>
                  <a:cubicBezTo>
                    <a:pt x="570" y="2816"/>
                    <a:pt x="797" y="2839"/>
                    <a:pt x="1029" y="2839"/>
                  </a:cubicBezTo>
                  <a:cubicBezTo>
                    <a:pt x="1180" y="2839"/>
                    <a:pt x="1332" y="2829"/>
                    <a:pt x="1487" y="2809"/>
                  </a:cubicBezTo>
                  <a:cubicBezTo>
                    <a:pt x="1521" y="3048"/>
                    <a:pt x="1607" y="3270"/>
                    <a:pt x="1692" y="3475"/>
                  </a:cubicBezTo>
                  <a:cubicBezTo>
                    <a:pt x="1777" y="3651"/>
                    <a:pt x="1943" y="3728"/>
                    <a:pt x="2115" y="3728"/>
                  </a:cubicBezTo>
                  <a:cubicBezTo>
                    <a:pt x="2394" y="3728"/>
                    <a:pt x="2687" y="3526"/>
                    <a:pt x="2666" y="3219"/>
                  </a:cubicBezTo>
                  <a:cubicBezTo>
                    <a:pt x="2666" y="3082"/>
                    <a:pt x="2649" y="2946"/>
                    <a:pt x="2615" y="2826"/>
                  </a:cubicBezTo>
                  <a:lnTo>
                    <a:pt x="2615" y="2826"/>
                  </a:lnTo>
                  <a:cubicBezTo>
                    <a:pt x="2847" y="2847"/>
                    <a:pt x="3073" y="2862"/>
                    <a:pt x="3296" y="2862"/>
                  </a:cubicBezTo>
                  <a:cubicBezTo>
                    <a:pt x="3434" y="2862"/>
                    <a:pt x="3571" y="2856"/>
                    <a:pt x="3708" y="2843"/>
                  </a:cubicBezTo>
                  <a:cubicBezTo>
                    <a:pt x="4375" y="2775"/>
                    <a:pt x="4597" y="1835"/>
                    <a:pt x="3879" y="1630"/>
                  </a:cubicBezTo>
                  <a:cubicBezTo>
                    <a:pt x="3590" y="1560"/>
                    <a:pt x="3295" y="1525"/>
                    <a:pt x="2998" y="1525"/>
                  </a:cubicBezTo>
                  <a:cubicBezTo>
                    <a:pt x="2785" y="1525"/>
                    <a:pt x="2572" y="1543"/>
                    <a:pt x="2358" y="1579"/>
                  </a:cubicBezTo>
                  <a:cubicBezTo>
                    <a:pt x="2307" y="1169"/>
                    <a:pt x="2290" y="776"/>
                    <a:pt x="2239" y="366"/>
                  </a:cubicBezTo>
                  <a:cubicBezTo>
                    <a:pt x="2209" y="141"/>
                    <a:pt x="2007" y="0"/>
                    <a:pt x="18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61900" y="4230525"/>
              <a:ext cx="101675" cy="95125"/>
            </a:xfrm>
            <a:custGeom>
              <a:avLst/>
              <a:gdLst/>
              <a:ahLst/>
              <a:cxnLst/>
              <a:rect l="l" t="t" r="r" b="b"/>
              <a:pathLst>
                <a:path w="4067" h="3805" extrusionOk="0">
                  <a:moveTo>
                    <a:pt x="2093" y="0"/>
                  </a:moveTo>
                  <a:cubicBezTo>
                    <a:pt x="1834" y="0"/>
                    <a:pt x="1581" y="176"/>
                    <a:pt x="1572" y="532"/>
                  </a:cubicBezTo>
                  <a:cubicBezTo>
                    <a:pt x="1572" y="925"/>
                    <a:pt x="1589" y="1335"/>
                    <a:pt x="1624" y="1728"/>
                  </a:cubicBezTo>
                  <a:cubicBezTo>
                    <a:pt x="1231" y="1745"/>
                    <a:pt x="820" y="1797"/>
                    <a:pt x="428" y="1865"/>
                  </a:cubicBezTo>
                  <a:cubicBezTo>
                    <a:pt x="0" y="1933"/>
                    <a:pt x="52" y="2583"/>
                    <a:pt x="428" y="2685"/>
                  </a:cubicBezTo>
                  <a:cubicBezTo>
                    <a:pt x="872" y="2805"/>
                    <a:pt x="1333" y="2890"/>
                    <a:pt x="1794" y="2941"/>
                  </a:cubicBezTo>
                  <a:cubicBezTo>
                    <a:pt x="1846" y="3198"/>
                    <a:pt x="1965" y="3437"/>
                    <a:pt x="2136" y="3625"/>
                  </a:cubicBezTo>
                  <a:cubicBezTo>
                    <a:pt x="2246" y="3748"/>
                    <a:pt x="2390" y="3804"/>
                    <a:pt x="2533" y="3804"/>
                  </a:cubicBezTo>
                  <a:cubicBezTo>
                    <a:pt x="2769" y="3804"/>
                    <a:pt x="3002" y="3651"/>
                    <a:pt x="3076" y="3386"/>
                  </a:cubicBezTo>
                  <a:cubicBezTo>
                    <a:pt x="3093" y="3266"/>
                    <a:pt x="3093" y="3146"/>
                    <a:pt x="3093" y="3010"/>
                  </a:cubicBezTo>
                  <a:lnTo>
                    <a:pt x="3264" y="3010"/>
                  </a:lnTo>
                  <a:cubicBezTo>
                    <a:pt x="4067" y="3010"/>
                    <a:pt x="4033" y="1848"/>
                    <a:pt x="3247" y="1762"/>
                  </a:cubicBezTo>
                  <a:cubicBezTo>
                    <a:pt x="3110" y="1745"/>
                    <a:pt x="2956" y="1745"/>
                    <a:pt x="2802" y="1728"/>
                  </a:cubicBezTo>
                  <a:cubicBezTo>
                    <a:pt x="2734" y="1335"/>
                    <a:pt x="2683" y="925"/>
                    <a:pt x="2649" y="532"/>
                  </a:cubicBezTo>
                  <a:cubicBezTo>
                    <a:pt x="2623" y="180"/>
                    <a:pt x="2355" y="0"/>
                    <a:pt x="20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38775" y="4124275"/>
              <a:ext cx="96150" cy="95600"/>
            </a:xfrm>
            <a:custGeom>
              <a:avLst/>
              <a:gdLst/>
              <a:ahLst/>
              <a:cxnLst/>
              <a:rect l="l" t="t" r="r" b="b"/>
              <a:pathLst>
                <a:path w="3846" h="3824" extrusionOk="0">
                  <a:moveTo>
                    <a:pt x="2266" y="0"/>
                  </a:moveTo>
                  <a:cubicBezTo>
                    <a:pt x="2054" y="0"/>
                    <a:pt x="1856" y="115"/>
                    <a:pt x="1812" y="374"/>
                  </a:cubicBezTo>
                  <a:cubicBezTo>
                    <a:pt x="1778" y="647"/>
                    <a:pt x="1727" y="938"/>
                    <a:pt x="1692" y="1228"/>
                  </a:cubicBezTo>
                  <a:cubicBezTo>
                    <a:pt x="1282" y="1245"/>
                    <a:pt x="872" y="1314"/>
                    <a:pt x="479" y="1433"/>
                  </a:cubicBezTo>
                  <a:cubicBezTo>
                    <a:pt x="103" y="1587"/>
                    <a:pt x="1" y="2185"/>
                    <a:pt x="479" y="2288"/>
                  </a:cubicBezTo>
                  <a:cubicBezTo>
                    <a:pt x="766" y="2340"/>
                    <a:pt x="1064" y="2362"/>
                    <a:pt x="1363" y="2362"/>
                  </a:cubicBezTo>
                  <a:cubicBezTo>
                    <a:pt x="1456" y="2362"/>
                    <a:pt x="1548" y="2360"/>
                    <a:pt x="1641" y="2356"/>
                  </a:cubicBezTo>
                  <a:cubicBezTo>
                    <a:pt x="1641" y="2766"/>
                    <a:pt x="1727" y="3159"/>
                    <a:pt x="1897" y="3535"/>
                  </a:cubicBezTo>
                  <a:cubicBezTo>
                    <a:pt x="1995" y="3731"/>
                    <a:pt x="2207" y="3824"/>
                    <a:pt x="2418" y="3824"/>
                  </a:cubicBezTo>
                  <a:cubicBezTo>
                    <a:pt x="2685" y="3824"/>
                    <a:pt x="2953" y="3675"/>
                    <a:pt x="2991" y="3398"/>
                  </a:cubicBezTo>
                  <a:cubicBezTo>
                    <a:pt x="3025" y="3074"/>
                    <a:pt x="3025" y="2749"/>
                    <a:pt x="2974" y="2424"/>
                  </a:cubicBezTo>
                  <a:lnTo>
                    <a:pt x="3025" y="2424"/>
                  </a:lnTo>
                  <a:cubicBezTo>
                    <a:pt x="3845" y="2407"/>
                    <a:pt x="3794" y="1262"/>
                    <a:pt x="3025" y="1177"/>
                  </a:cubicBezTo>
                  <a:lnTo>
                    <a:pt x="2871" y="1177"/>
                  </a:lnTo>
                  <a:cubicBezTo>
                    <a:pt x="2871" y="972"/>
                    <a:pt x="2854" y="733"/>
                    <a:pt x="2854" y="528"/>
                  </a:cubicBezTo>
                  <a:cubicBezTo>
                    <a:pt x="2845" y="198"/>
                    <a:pt x="2543" y="0"/>
                    <a:pt x="2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29300" y="4297650"/>
              <a:ext cx="113925" cy="83825"/>
            </a:xfrm>
            <a:custGeom>
              <a:avLst/>
              <a:gdLst/>
              <a:ahLst/>
              <a:cxnLst/>
              <a:rect l="l" t="t" r="r" b="b"/>
              <a:pathLst>
                <a:path w="4557" h="3353" extrusionOk="0">
                  <a:moveTo>
                    <a:pt x="2160" y="0"/>
                  </a:moveTo>
                  <a:cubicBezTo>
                    <a:pt x="1938" y="0"/>
                    <a:pt x="1714" y="145"/>
                    <a:pt x="1733" y="410"/>
                  </a:cubicBezTo>
                  <a:cubicBezTo>
                    <a:pt x="1768" y="615"/>
                    <a:pt x="1768" y="820"/>
                    <a:pt x="1785" y="1008"/>
                  </a:cubicBezTo>
                  <a:cubicBezTo>
                    <a:pt x="1375" y="1008"/>
                    <a:pt x="982" y="1008"/>
                    <a:pt x="571" y="991"/>
                  </a:cubicBezTo>
                  <a:cubicBezTo>
                    <a:pt x="561" y="990"/>
                    <a:pt x="551" y="990"/>
                    <a:pt x="541" y="990"/>
                  </a:cubicBezTo>
                  <a:cubicBezTo>
                    <a:pt x="89" y="990"/>
                    <a:pt x="1" y="1728"/>
                    <a:pt x="469" y="1828"/>
                  </a:cubicBezTo>
                  <a:cubicBezTo>
                    <a:pt x="896" y="1914"/>
                    <a:pt x="1323" y="1999"/>
                    <a:pt x="1768" y="2050"/>
                  </a:cubicBezTo>
                  <a:cubicBezTo>
                    <a:pt x="1716" y="2341"/>
                    <a:pt x="1716" y="2665"/>
                    <a:pt x="1768" y="2973"/>
                  </a:cubicBezTo>
                  <a:cubicBezTo>
                    <a:pt x="1816" y="3238"/>
                    <a:pt x="2012" y="3352"/>
                    <a:pt x="2223" y="3352"/>
                  </a:cubicBezTo>
                  <a:cubicBezTo>
                    <a:pt x="2461" y="3352"/>
                    <a:pt x="2719" y="3208"/>
                    <a:pt x="2810" y="2973"/>
                  </a:cubicBezTo>
                  <a:cubicBezTo>
                    <a:pt x="2895" y="2700"/>
                    <a:pt x="2929" y="2426"/>
                    <a:pt x="2912" y="2170"/>
                  </a:cubicBezTo>
                  <a:lnTo>
                    <a:pt x="2912" y="2170"/>
                  </a:lnTo>
                  <a:cubicBezTo>
                    <a:pt x="3169" y="2187"/>
                    <a:pt x="3442" y="2187"/>
                    <a:pt x="3715" y="2204"/>
                  </a:cubicBezTo>
                  <a:cubicBezTo>
                    <a:pt x="3720" y="2204"/>
                    <a:pt x="3726" y="2204"/>
                    <a:pt x="3731" y="2204"/>
                  </a:cubicBezTo>
                  <a:cubicBezTo>
                    <a:pt x="4556" y="2204"/>
                    <a:pt x="4533" y="883"/>
                    <a:pt x="3797" y="883"/>
                  </a:cubicBezTo>
                  <a:cubicBezTo>
                    <a:pt x="3771" y="883"/>
                    <a:pt x="3744" y="885"/>
                    <a:pt x="3715" y="889"/>
                  </a:cubicBezTo>
                  <a:cubicBezTo>
                    <a:pt x="3391" y="923"/>
                    <a:pt x="3066" y="957"/>
                    <a:pt x="2741" y="974"/>
                  </a:cubicBezTo>
                  <a:cubicBezTo>
                    <a:pt x="2673" y="735"/>
                    <a:pt x="2622" y="496"/>
                    <a:pt x="2571" y="290"/>
                  </a:cubicBezTo>
                  <a:cubicBezTo>
                    <a:pt x="2517" y="93"/>
                    <a:pt x="2339" y="0"/>
                    <a:pt x="2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a:off x="8530802" y="896316"/>
            <a:ext cx="288075" cy="313736"/>
            <a:chOff x="1022652" y="639441"/>
            <a:chExt cx="288075" cy="313736"/>
          </a:xfrm>
        </p:grpSpPr>
        <p:sp>
          <p:nvSpPr>
            <p:cNvPr id="22" name="Google Shape;22;p2"/>
            <p:cNvSpPr/>
            <p:nvPr/>
          </p:nvSpPr>
          <p:spPr>
            <a:xfrm>
              <a:off x="1040821" y="639441"/>
              <a:ext cx="269907" cy="307305"/>
            </a:xfrm>
            <a:custGeom>
              <a:avLst/>
              <a:gdLst/>
              <a:ahLst/>
              <a:cxnLst/>
              <a:rect l="l" t="t" r="r" b="b"/>
              <a:pathLst>
                <a:path w="4323" h="4922" fill="none" extrusionOk="0">
                  <a:moveTo>
                    <a:pt x="649" y="2734"/>
                  </a:moveTo>
                  <a:cubicBezTo>
                    <a:pt x="666" y="2734"/>
                    <a:pt x="666" y="2717"/>
                    <a:pt x="666" y="2700"/>
                  </a:cubicBezTo>
                  <a:cubicBezTo>
                    <a:pt x="649" y="2700"/>
                    <a:pt x="598" y="2683"/>
                    <a:pt x="581" y="2683"/>
                  </a:cubicBezTo>
                  <a:cubicBezTo>
                    <a:pt x="581" y="2700"/>
                    <a:pt x="564" y="2752"/>
                    <a:pt x="564" y="2786"/>
                  </a:cubicBezTo>
                  <a:cubicBezTo>
                    <a:pt x="547" y="2752"/>
                    <a:pt x="513" y="2734"/>
                    <a:pt x="496" y="2700"/>
                  </a:cubicBezTo>
                  <a:cubicBezTo>
                    <a:pt x="444" y="2307"/>
                    <a:pt x="256" y="1931"/>
                    <a:pt x="0" y="1624"/>
                  </a:cubicBezTo>
                  <a:lnTo>
                    <a:pt x="205" y="1316"/>
                  </a:lnTo>
                  <a:lnTo>
                    <a:pt x="1572" y="1385"/>
                  </a:lnTo>
                  <a:cubicBezTo>
                    <a:pt x="1692" y="1214"/>
                    <a:pt x="1794" y="1026"/>
                    <a:pt x="1863" y="838"/>
                  </a:cubicBezTo>
                  <a:cubicBezTo>
                    <a:pt x="1914" y="650"/>
                    <a:pt x="1982" y="479"/>
                    <a:pt x="2085" y="308"/>
                  </a:cubicBezTo>
                  <a:cubicBezTo>
                    <a:pt x="2119" y="240"/>
                    <a:pt x="2187" y="172"/>
                    <a:pt x="2255" y="137"/>
                  </a:cubicBezTo>
                  <a:cubicBezTo>
                    <a:pt x="2375" y="86"/>
                    <a:pt x="2495" y="35"/>
                    <a:pt x="2614" y="1"/>
                  </a:cubicBezTo>
                  <a:cubicBezTo>
                    <a:pt x="2666" y="52"/>
                    <a:pt x="2700" y="120"/>
                    <a:pt x="2717" y="189"/>
                  </a:cubicBezTo>
                  <a:cubicBezTo>
                    <a:pt x="2768" y="394"/>
                    <a:pt x="2768" y="599"/>
                    <a:pt x="2717" y="804"/>
                  </a:cubicBezTo>
                  <a:cubicBezTo>
                    <a:pt x="2648" y="1060"/>
                    <a:pt x="2597" y="1299"/>
                    <a:pt x="2563" y="1556"/>
                  </a:cubicBezTo>
                  <a:cubicBezTo>
                    <a:pt x="2529" y="1778"/>
                    <a:pt x="2597" y="1846"/>
                    <a:pt x="2785" y="1914"/>
                  </a:cubicBezTo>
                  <a:cubicBezTo>
                    <a:pt x="3246" y="2068"/>
                    <a:pt x="3691" y="2222"/>
                    <a:pt x="4152" y="2393"/>
                  </a:cubicBezTo>
                  <a:cubicBezTo>
                    <a:pt x="4203" y="2410"/>
                    <a:pt x="4255" y="2478"/>
                    <a:pt x="4289" y="2512"/>
                  </a:cubicBezTo>
                  <a:cubicBezTo>
                    <a:pt x="4323" y="2683"/>
                    <a:pt x="4220" y="2871"/>
                    <a:pt x="4050" y="2940"/>
                  </a:cubicBezTo>
                  <a:cubicBezTo>
                    <a:pt x="3879" y="3025"/>
                    <a:pt x="3708" y="3093"/>
                    <a:pt x="3520" y="3110"/>
                  </a:cubicBezTo>
                  <a:cubicBezTo>
                    <a:pt x="3332" y="3110"/>
                    <a:pt x="3161" y="3145"/>
                    <a:pt x="3007" y="3179"/>
                  </a:cubicBezTo>
                  <a:cubicBezTo>
                    <a:pt x="2734" y="3230"/>
                    <a:pt x="2631" y="3350"/>
                    <a:pt x="2631" y="3606"/>
                  </a:cubicBezTo>
                  <a:cubicBezTo>
                    <a:pt x="2631" y="3965"/>
                    <a:pt x="2666" y="4324"/>
                    <a:pt x="2683" y="4699"/>
                  </a:cubicBezTo>
                  <a:cubicBezTo>
                    <a:pt x="2666" y="4716"/>
                    <a:pt x="2666" y="4751"/>
                    <a:pt x="2648" y="4768"/>
                  </a:cubicBezTo>
                  <a:lnTo>
                    <a:pt x="2392" y="4922"/>
                  </a:lnTo>
                  <a:cubicBezTo>
                    <a:pt x="1982" y="4904"/>
                    <a:pt x="1828" y="4648"/>
                    <a:pt x="1692" y="4358"/>
                  </a:cubicBezTo>
                  <a:cubicBezTo>
                    <a:pt x="1640" y="4238"/>
                    <a:pt x="1572" y="4136"/>
                    <a:pt x="1521" y="4033"/>
                  </a:cubicBezTo>
                  <a:cubicBezTo>
                    <a:pt x="1384" y="3760"/>
                    <a:pt x="1077" y="3606"/>
                    <a:pt x="786" y="3691"/>
                  </a:cubicBezTo>
                  <a:cubicBezTo>
                    <a:pt x="530" y="3760"/>
                    <a:pt x="256" y="3657"/>
                    <a:pt x="120" y="3418"/>
                  </a:cubicBezTo>
                  <a:lnTo>
                    <a:pt x="547" y="2769"/>
                  </a:lnTo>
                  <a:cubicBezTo>
                    <a:pt x="581" y="2752"/>
                    <a:pt x="615" y="2752"/>
                    <a:pt x="649" y="2734"/>
                  </a:cubicBezTo>
                  <a:close/>
                  <a:moveTo>
                    <a:pt x="2273" y="394"/>
                  </a:moveTo>
                  <a:lnTo>
                    <a:pt x="2273" y="360"/>
                  </a:lnTo>
                  <a:lnTo>
                    <a:pt x="2255" y="360"/>
                  </a:lnTo>
                  <a:close/>
                </a:path>
              </a:pathLst>
            </a:custGeom>
            <a:solidFill>
              <a:schemeClr val="accent2"/>
            </a:solid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022652" y="645871"/>
              <a:ext cx="268908" cy="307305"/>
            </a:xfrm>
            <a:custGeom>
              <a:avLst/>
              <a:gdLst/>
              <a:ahLst/>
              <a:cxnLst/>
              <a:rect l="l" t="t" r="r" b="b"/>
              <a:pathLst>
                <a:path w="4307" h="4922" extrusionOk="0">
                  <a:moveTo>
                    <a:pt x="650" y="2734"/>
                  </a:moveTo>
                  <a:cubicBezTo>
                    <a:pt x="667" y="2734"/>
                    <a:pt x="667" y="2717"/>
                    <a:pt x="684" y="2700"/>
                  </a:cubicBezTo>
                  <a:cubicBezTo>
                    <a:pt x="650" y="2700"/>
                    <a:pt x="599" y="2666"/>
                    <a:pt x="582" y="2683"/>
                  </a:cubicBezTo>
                  <a:cubicBezTo>
                    <a:pt x="582" y="2700"/>
                    <a:pt x="564" y="2751"/>
                    <a:pt x="564" y="2768"/>
                  </a:cubicBezTo>
                  <a:cubicBezTo>
                    <a:pt x="547" y="2751"/>
                    <a:pt x="513" y="2717"/>
                    <a:pt x="496" y="2700"/>
                  </a:cubicBezTo>
                  <a:cubicBezTo>
                    <a:pt x="445" y="2290"/>
                    <a:pt x="274" y="1931"/>
                    <a:pt x="1" y="1623"/>
                  </a:cubicBezTo>
                  <a:cubicBezTo>
                    <a:pt x="69" y="1521"/>
                    <a:pt x="137" y="1418"/>
                    <a:pt x="206" y="1316"/>
                  </a:cubicBezTo>
                  <a:lnTo>
                    <a:pt x="1573" y="1384"/>
                  </a:lnTo>
                  <a:cubicBezTo>
                    <a:pt x="1692" y="1213"/>
                    <a:pt x="1795" y="1025"/>
                    <a:pt x="1863" y="837"/>
                  </a:cubicBezTo>
                  <a:cubicBezTo>
                    <a:pt x="1914" y="649"/>
                    <a:pt x="1983" y="479"/>
                    <a:pt x="2068" y="308"/>
                  </a:cubicBezTo>
                  <a:cubicBezTo>
                    <a:pt x="2119" y="239"/>
                    <a:pt x="2171" y="171"/>
                    <a:pt x="2256" y="137"/>
                  </a:cubicBezTo>
                  <a:cubicBezTo>
                    <a:pt x="2376" y="86"/>
                    <a:pt x="2495" y="34"/>
                    <a:pt x="2615" y="0"/>
                  </a:cubicBezTo>
                  <a:cubicBezTo>
                    <a:pt x="2649" y="51"/>
                    <a:pt x="2683" y="120"/>
                    <a:pt x="2717" y="188"/>
                  </a:cubicBezTo>
                  <a:cubicBezTo>
                    <a:pt x="2769" y="393"/>
                    <a:pt x="2769" y="598"/>
                    <a:pt x="2717" y="803"/>
                  </a:cubicBezTo>
                  <a:cubicBezTo>
                    <a:pt x="2649" y="1042"/>
                    <a:pt x="2598" y="1299"/>
                    <a:pt x="2546" y="1555"/>
                  </a:cubicBezTo>
                  <a:cubicBezTo>
                    <a:pt x="2529" y="1777"/>
                    <a:pt x="2581" y="1846"/>
                    <a:pt x="2786" y="1914"/>
                  </a:cubicBezTo>
                  <a:cubicBezTo>
                    <a:pt x="3230" y="2068"/>
                    <a:pt x="3691" y="2221"/>
                    <a:pt x="4136" y="2392"/>
                  </a:cubicBezTo>
                  <a:cubicBezTo>
                    <a:pt x="4204" y="2409"/>
                    <a:pt x="4238" y="2478"/>
                    <a:pt x="4289" y="2512"/>
                  </a:cubicBezTo>
                  <a:cubicBezTo>
                    <a:pt x="4306" y="2683"/>
                    <a:pt x="4204" y="2854"/>
                    <a:pt x="4050" y="2939"/>
                  </a:cubicBezTo>
                  <a:cubicBezTo>
                    <a:pt x="3879" y="3024"/>
                    <a:pt x="3691" y="3093"/>
                    <a:pt x="3503" y="3110"/>
                  </a:cubicBezTo>
                  <a:cubicBezTo>
                    <a:pt x="3332" y="3110"/>
                    <a:pt x="3162" y="3144"/>
                    <a:pt x="2991" y="3178"/>
                  </a:cubicBezTo>
                  <a:cubicBezTo>
                    <a:pt x="2734" y="3230"/>
                    <a:pt x="2632" y="3349"/>
                    <a:pt x="2632" y="3605"/>
                  </a:cubicBezTo>
                  <a:cubicBezTo>
                    <a:pt x="2632" y="3964"/>
                    <a:pt x="2649" y="4323"/>
                    <a:pt x="2666" y="4682"/>
                  </a:cubicBezTo>
                  <a:cubicBezTo>
                    <a:pt x="2666" y="4716"/>
                    <a:pt x="2666" y="4750"/>
                    <a:pt x="2649" y="4767"/>
                  </a:cubicBezTo>
                  <a:lnTo>
                    <a:pt x="2393" y="4921"/>
                  </a:lnTo>
                  <a:cubicBezTo>
                    <a:pt x="1983" y="4904"/>
                    <a:pt x="1829" y="4648"/>
                    <a:pt x="1692" y="4340"/>
                  </a:cubicBezTo>
                  <a:cubicBezTo>
                    <a:pt x="1641" y="4238"/>
                    <a:pt x="1573" y="4135"/>
                    <a:pt x="1504" y="4033"/>
                  </a:cubicBezTo>
                  <a:cubicBezTo>
                    <a:pt x="1385" y="3759"/>
                    <a:pt x="1077" y="3605"/>
                    <a:pt x="787" y="3691"/>
                  </a:cubicBezTo>
                  <a:cubicBezTo>
                    <a:pt x="530" y="3759"/>
                    <a:pt x="257" y="3657"/>
                    <a:pt x="120" y="3417"/>
                  </a:cubicBezTo>
                  <a:lnTo>
                    <a:pt x="547" y="2768"/>
                  </a:lnTo>
                  <a:cubicBezTo>
                    <a:pt x="582" y="2751"/>
                    <a:pt x="616" y="2751"/>
                    <a:pt x="650" y="2734"/>
                  </a:cubicBezTo>
                  <a:close/>
                  <a:moveTo>
                    <a:pt x="2273" y="393"/>
                  </a:moveTo>
                  <a:lnTo>
                    <a:pt x="2273" y="359"/>
                  </a:lnTo>
                  <a:lnTo>
                    <a:pt x="2256" y="3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p:nvPr/>
        </p:nvSpPr>
        <p:spPr>
          <a:xfrm>
            <a:off x="4964912" y="4722438"/>
            <a:ext cx="706261" cy="560492"/>
          </a:xfrm>
          <a:custGeom>
            <a:avLst/>
            <a:gdLst/>
            <a:ahLst/>
            <a:cxnLst/>
            <a:rect l="l" t="t" r="r" b="b"/>
            <a:pathLst>
              <a:path w="11378" h="9030" extrusionOk="0">
                <a:moveTo>
                  <a:pt x="6564" y="370"/>
                </a:moveTo>
                <a:cubicBezTo>
                  <a:pt x="6723" y="370"/>
                  <a:pt x="6893" y="396"/>
                  <a:pt x="7074" y="453"/>
                </a:cubicBezTo>
                <a:cubicBezTo>
                  <a:pt x="8424" y="846"/>
                  <a:pt x="8475" y="2367"/>
                  <a:pt x="7945" y="3409"/>
                </a:cubicBezTo>
                <a:lnTo>
                  <a:pt x="7894" y="3426"/>
                </a:lnTo>
                <a:cubicBezTo>
                  <a:pt x="7791" y="3461"/>
                  <a:pt x="7757" y="3580"/>
                  <a:pt x="7808" y="3648"/>
                </a:cubicBezTo>
                <a:cubicBezTo>
                  <a:pt x="7796" y="3722"/>
                  <a:pt x="7855" y="3779"/>
                  <a:pt x="7914" y="3779"/>
                </a:cubicBezTo>
                <a:cubicBezTo>
                  <a:pt x="7937" y="3779"/>
                  <a:pt x="7960" y="3770"/>
                  <a:pt x="7979" y="3751"/>
                </a:cubicBezTo>
                <a:lnTo>
                  <a:pt x="7996" y="3734"/>
                </a:lnTo>
                <a:cubicBezTo>
                  <a:pt x="8338" y="3657"/>
                  <a:pt x="8760" y="3589"/>
                  <a:pt x="9174" y="3589"/>
                </a:cubicBezTo>
                <a:cubicBezTo>
                  <a:pt x="9960" y="3589"/>
                  <a:pt x="10721" y="3836"/>
                  <a:pt x="10867" y="4742"/>
                </a:cubicBezTo>
                <a:cubicBezTo>
                  <a:pt x="10986" y="5425"/>
                  <a:pt x="10491" y="6006"/>
                  <a:pt x="9859" y="6194"/>
                </a:cubicBezTo>
                <a:cubicBezTo>
                  <a:pt x="9687" y="6253"/>
                  <a:pt x="9516" y="6279"/>
                  <a:pt x="9348" y="6279"/>
                </a:cubicBezTo>
                <a:cubicBezTo>
                  <a:pt x="8980" y="6279"/>
                  <a:pt x="8621" y="6159"/>
                  <a:pt x="8270" y="6006"/>
                </a:cubicBezTo>
                <a:cubicBezTo>
                  <a:pt x="8236" y="5921"/>
                  <a:pt x="8184" y="5836"/>
                  <a:pt x="8116" y="5767"/>
                </a:cubicBezTo>
                <a:cubicBezTo>
                  <a:pt x="8085" y="5727"/>
                  <a:pt x="8045" y="5710"/>
                  <a:pt x="8005" y="5710"/>
                </a:cubicBezTo>
                <a:cubicBezTo>
                  <a:pt x="7894" y="5710"/>
                  <a:pt x="7784" y="5842"/>
                  <a:pt x="7860" y="5955"/>
                </a:cubicBezTo>
                <a:cubicBezTo>
                  <a:pt x="8321" y="6673"/>
                  <a:pt x="8782" y="8398"/>
                  <a:pt x="7535" y="8638"/>
                </a:cubicBezTo>
                <a:cubicBezTo>
                  <a:pt x="7444" y="8654"/>
                  <a:pt x="7356" y="8661"/>
                  <a:pt x="7270" y="8661"/>
                </a:cubicBezTo>
                <a:cubicBezTo>
                  <a:pt x="6266" y="8661"/>
                  <a:pt x="5669" y="7600"/>
                  <a:pt x="5826" y="6656"/>
                </a:cubicBezTo>
                <a:lnTo>
                  <a:pt x="5826" y="6639"/>
                </a:lnTo>
                <a:cubicBezTo>
                  <a:pt x="5826" y="6604"/>
                  <a:pt x="5844" y="6587"/>
                  <a:pt x="5844" y="6553"/>
                </a:cubicBezTo>
                <a:cubicBezTo>
                  <a:pt x="5857" y="6500"/>
                  <a:pt x="5818" y="6457"/>
                  <a:pt x="5776" y="6457"/>
                </a:cubicBezTo>
                <a:cubicBezTo>
                  <a:pt x="5764" y="6457"/>
                  <a:pt x="5752" y="6460"/>
                  <a:pt x="5741" y="6468"/>
                </a:cubicBezTo>
                <a:cubicBezTo>
                  <a:pt x="5723" y="6456"/>
                  <a:pt x="5703" y="6450"/>
                  <a:pt x="5682" y="6450"/>
                </a:cubicBezTo>
                <a:cubicBezTo>
                  <a:pt x="5646" y="6450"/>
                  <a:pt x="5609" y="6469"/>
                  <a:pt x="5587" y="6502"/>
                </a:cubicBezTo>
                <a:cubicBezTo>
                  <a:pt x="4955" y="7219"/>
                  <a:pt x="4306" y="8347"/>
                  <a:pt x="3332" y="8621"/>
                </a:cubicBezTo>
                <a:cubicBezTo>
                  <a:pt x="3182" y="8660"/>
                  <a:pt x="3049" y="8679"/>
                  <a:pt x="2932" y="8679"/>
                </a:cubicBezTo>
                <a:cubicBezTo>
                  <a:pt x="1999" y="8679"/>
                  <a:pt x="2086" y="7506"/>
                  <a:pt x="2512" y="6792"/>
                </a:cubicBezTo>
                <a:cubicBezTo>
                  <a:pt x="2751" y="6416"/>
                  <a:pt x="3058" y="6075"/>
                  <a:pt x="3400" y="5784"/>
                </a:cubicBezTo>
                <a:cubicBezTo>
                  <a:pt x="3486" y="5801"/>
                  <a:pt x="3588" y="5801"/>
                  <a:pt x="3674" y="5818"/>
                </a:cubicBezTo>
                <a:cubicBezTo>
                  <a:pt x="3862" y="5818"/>
                  <a:pt x="3862" y="5545"/>
                  <a:pt x="3674" y="5511"/>
                </a:cubicBezTo>
                <a:cubicBezTo>
                  <a:pt x="3041" y="5443"/>
                  <a:pt x="2307" y="5408"/>
                  <a:pt x="1726" y="5084"/>
                </a:cubicBezTo>
                <a:cubicBezTo>
                  <a:pt x="940" y="4657"/>
                  <a:pt x="410" y="3648"/>
                  <a:pt x="1111" y="2897"/>
                </a:cubicBezTo>
                <a:cubicBezTo>
                  <a:pt x="1489" y="2498"/>
                  <a:pt x="1933" y="2356"/>
                  <a:pt x="2398" y="2356"/>
                </a:cubicBezTo>
                <a:cubicBezTo>
                  <a:pt x="3090" y="2356"/>
                  <a:pt x="3826" y="2669"/>
                  <a:pt x="4460" y="2914"/>
                </a:cubicBezTo>
                <a:lnTo>
                  <a:pt x="4460" y="3016"/>
                </a:lnTo>
                <a:cubicBezTo>
                  <a:pt x="4468" y="3119"/>
                  <a:pt x="4554" y="3170"/>
                  <a:pt x="4637" y="3170"/>
                </a:cubicBezTo>
                <a:cubicBezTo>
                  <a:pt x="4720" y="3170"/>
                  <a:pt x="4801" y="3119"/>
                  <a:pt x="4801" y="3016"/>
                </a:cubicBezTo>
                <a:cubicBezTo>
                  <a:pt x="4756" y="1927"/>
                  <a:pt x="5340" y="370"/>
                  <a:pt x="6564" y="370"/>
                </a:cubicBezTo>
                <a:close/>
                <a:moveTo>
                  <a:pt x="6583" y="1"/>
                </a:moveTo>
                <a:cubicBezTo>
                  <a:pt x="5305" y="1"/>
                  <a:pt x="4521" y="1447"/>
                  <a:pt x="4477" y="2692"/>
                </a:cubicBezTo>
                <a:cubicBezTo>
                  <a:pt x="3869" y="2367"/>
                  <a:pt x="3050" y="2091"/>
                  <a:pt x="2305" y="2091"/>
                </a:cubicBezTo>
                <a:cubicBezTo>
                  <a:pt x="1521" y="2091"/>
                  <a:pt x="819" y="2397"/>
                  <a:pt x="530" y="3273"/>
                </a:cubicBezTo>
                <a:cubicBezTo>
                  <a:pt x="0" y="4879"/>
                  <a:pt x="1794" y="5579"/>
                  <a:pt x="3127" y="5767"/>
                </a:cubicBezTo>
                <a:cubicBezTo>
                  <a:pt x="2255" y="6468"/>
                  <a:pt x="1128" y="8040"/>
                  <a:pt x="2238" y="8791"/>
                </a:cubicBezTo>
                <a:cubicBezTo>
                  <a:pt x="2489" y="8958"/>
                  <a:pt x="2739" y="9030"/>
                  <a:pt x="2987" y="9030"/>
                </a:cubicBezTo>
                <a:cubicBezTo>
                  <a:pt x="4007" y="9030"/>
                  <a:pt x="4968" y="7812"/>
                  <a:pt x="5587" y="7014"/>
                </a:cubicBezTo>
                <a:lnTo>
                  <a:pt x="5587" y="7014"/>
                </a:lnTo>
                <a:cubicBezTo>
                  <a:pt x="5475" y="8086"/>
                  <a:pt x="6336" y="8992"/>
                  <a:pt x="7385" y="8992"/>
                </a:cubicBezTo>
                <a:cubicBezTo>
                  <a:pt x="7457" y="8992"/>
                  <a:pt x="7530" y="8988"/>
                  <a:pt x="7603" y="8979"/>
                </a:cubicBezTo>
                <a:cubicBezTo>
                  <a:pt x="8817" y="8791"/>
                  <a:pt x="8851" y="7322"/>
                  <a:pt x="8441" y="6331"/>
                </a:cubicBezTo>
                <a:lnTo>
                  <a:pt x="8441" y="6331"/>
                </a:lnTo>
                <a:cubicBezTo>
                  <a:pt x="8736" y="6476"/>
                  <a:pt x="9068" y="6548"/>
                  <a:pt x="9397" y="6548"/>
                </a:cubicBezTo>
                <a:cubicBezTo>
                  <a:pt x="10265" y="6548"/>
                  <a:pt x="11114" y="6046"/>
                  <a:pt x="11226" y="5067"/>
                </a:cubicBezTo>
                <a:cubicBezTo>
                  <a:pt x="11377" y="3743"/>
                  <a:pt x="10182" y="3243"/>
                  <a:pt x="9042" y="3243"/>
                </a:cubicBezTo>
                <a:cubicBezTo>
                  <a:pt x="8769" y="3243"/>
                  <a:pt x="8500" y="3271"/>
                  <a:pt x="8253" y="3324"/>
                </a:cubicBezTo>
                <a:cubicBezTo>
                  <a:pt x="8851" y="2179"/>
                  <a:pt x="8629" y="624"/>
                  <a:pt x="7262" y="129"/>
                </a:cubicBezTo>
                <a:cubicBezTo>
                  <a:pt x="7023" y="41"/>
                  <a:pt x="6796" y="1"/>
                  <a:pt x="65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pic>
        <p:nvPicPr>
          <p:cNvPr id="34" name="Google Shape;34;p4"/>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35" name="Google Shape;35;p4"/>
          <p:cNvSpPr/>
          <p:nvPr/>
        </p:nvSpPr>
        <p:spPr>
          <a:xfrm>
            <a:off x="548100" y="397750"/>
            <a:ext cx="8057499" cy="4393115"/>
          </a:xfrm>
          <a:custGeom>
            <a:avLst/>
            <a:gdLst/>
            <a:ahLst/>
            <a:cxnLst/>
            <a:rect l="l" t="t" r="r" b="b"/>
            <a:pathLst>
              <a:path w="41127" h="54561" extrusionOk="0">
                <a:moveTo>
                  <a:pt x="0" y="0"/>
                </a:moveTo>
                <a:lnTo>
                  <a:pt x="0" y="53822"/>
                </a:lnTo>
                <a:cubicBezTo>
                  <a:pt x="0" y="53822"/>
                  <a:pt x="2239" y="53172"/>
                  <a:pt x="3605" y="53036"/>
                </a:cubicBezTo>
                <a:cubicBezTo>
                  <a:pt x="4955" y="52916"/>
                  <a:pt x="6322" y="52540"/>
                  <a:pt x="6647" y="52540"/>
                </a:cubicBezTo>
                <a:cubicBezTo>
                  <a:pt x="7467" y="52608"/>
                  <a:pt x="8304" y="52745"/>
                  <a:pt x="9124" y="52916"/>
                </a:cubicBezTo>
                <a:cubicBezTo>
                  <a:pt x="10423" y="53172"/>
                  <a:pt x="10286" y="53292"/>
                  <a:pt x="11158" y="53292"/>
                </a:cubicBezTo>
                <a:cubicBezTo>
                  <a:pt x="12029" y="53292"/>
                  <a:pt x="12764" y="53036"/>
                  <a:pt x="13635" y="53036"/>
                </a:cubicBezTo>
                <a:cubicBezTo>
                  <a:pt x="14506" y="53036"/>
                  <a:pt x="14387" y="53292"/>
                  <a:pt x="15241" y="54214"/>
                </a:cubicBezTo>
                <a:cubicBezTo>
                  <a:pt x="15474" y="54465"/>
                  <a:pt x="15644" y="54560"/>
                  <a:pt x="15786" y="54560"/>
                </a:cubicBezTo>
                <a:cubicBezTo>
                  <a:pt x="16175" y="54560"/>
                  <a:pt x="16345" y="53843"/>
                  <a:pt x="16984" y="53668"/>
                </a:cubicBezTo>
                <a:cubicBezTo>
                  <a:pt x="17357" y="53558"/>
                  <a:pt x="17593" y="53517"/>
                  <a:pt x="17827" y="53517"/>
                </a:cubicBezTo>
                <a:cubicBezTo>
                  <a:pt x="18140" y="53517"/>
                  <a:pt x="18451" y="53590"/>
                  <a:pt x="19086" y="53668"/>
                </a:cubicBezTo>
                <a:cubicBezTo>
                  <a:pt x="19186" y="53679"/>
                  <a:pt x="19284" y="53683"/>
                  <a:pt x="19381" y="53683"/>
                </a:cubicBezTo>
                <a:cubicBezTo>
                  <a:pt x="20178" y="53683"/>
                  <a:pt x="20868" y="53356"/>
                  <a:pt x="21654" y="53356"/>
                </a:cubicBezTo>
                <a:cubicBezTo>
                  <a:pt x="21829" y="53356"/>
                  <a:pt x="22009" y="53372"/>
                  <a:pt x="22195" y="53411"/>
                </a:cubicBezTo>
                <a:cubicBezTo>
                  <a:pt x="22616" y="53509"/>
                  <a:pt x="22878" y="53549"/>
                  <a:pt x="23121" y="53549"/>
                </a:cubicBezTo>
                <a:cubicBezTo>
                  <a:pt x="23520" y="53549"/>
                  <a:pt x="23870" y="53440"/>
                  <a:pt x="24792" y="53292"/>
                </a:cubicBezTo>
                <a:cubicBezTo>
                  <a:pt x="25447" y="53179"/>
                  <a:pt x="25741" y="53093"/>
                  <a:pt x="25949" y="53093"/>
                </a:cubicBezTo>
                <a:cubicBezTo>
                  <a:pt x="26213" y="53093"/>
                  <a:pt x="26339" y="53232"/>
                  <a:pt x="26894" y="53634"/>
                </a:cubicBezTo>
                <a:cubicBezTo>
                  <a:pt x="27168" y="53832"/>
                  <a:pt x="27377" y="53913"/>
                  <a:pt x="27557" y="53913"/>
                </a:cubicBezTo>
                <a:cubicBezTo>
                  <a:pt x="28026" y="53913"/>
                  <a:pt x="28296" y="53361"/>
                  <a:pt x="29013" y="52916"/>
                </a:cubicBezTo>
                <a:cubicBezTo>
                  <a:pt x="29390" y="52681"/>
                  <a:pt x="29748" y="52626"/>
                  <a:pt x="30136" y="52626"/>
                </a:cubicBezTo>
                <a:cubicBezTo>
                  <a:pt x="30488" y="52626"/>
                  <a:pt x="30865" y="52672"/>
                  <a:pt x="31304" y="52672"/>
                </a:cubicBezTo>
                <a:cubicBezTo>
                  <a:pt x="31651" y="52672"/>
                  <a:pt x="32037" y="52643"/>
                  <a:pt x="32481" y="52540"/>
                </a:cubicBezTo>
                <a:cubicBezTo>
                  <a:pt x="33017" y="52415"/>
                  <a:pt x="33195" y="52373"/>
                  <a:pt x="33218" y="52373"/>
                </a:cubicBezTo>
                <a:cubicBezTo>
                  <a:pt x="33263" y="52373"/>
                  <a:pt x="32686" y="52540"/>
                  <a:pt x="33096" y="52540"/>
                </a:cubicBezTo>
                <a:cubicBezTo>
                  <a:pt x="33711" y="52540"/>
                  <a:pt x="35078" y="52301"/>
                  <a:pt x="35693" y="52164"/>
                </a:cubicBezTo>
                <a:cubicBezTo>
                  <a:pt x="35741" y="52155"/>
                  <a:pt x="35792" y="52151"/>
                  <a:pt x="35848" y="52151"/>
                </a:cubicBezTo>
                <a:cubicBezTo>
                  <a:pt x="36378" y="52151"/>
                  <a:pt x="37245" y="52527"/>
                  <a:pt x="38096" y="52527"/>
                </a:cubicBezTo>
                <a:cubicBezTo>
                  <a:pt x="38335" y="52527"/>
                  <a:pt x="38574" y="52497"/>
                  <a:pt x="38803" y="52420"/>
                </a:cubicBezTo>
                <a:cubicBezTo>
                  <a:pt x="39118" y="52314"/>
                  <a:pt x="39255" y="52268"/>
                  <a:pt x="39308" y="52268"/>
                </a:cubicBezTo>
                <a:cubicBezTo>
                  <a:pt x="39441" y="52268"/>
                  <a:pt x="39046" y="52561"/>
                  <a:pt x="39657" y="52916"/>
                </a:cubicBezTo>
                <a:cubicBezTo>
                  <a:pt x="39948" y="53081"/>
                  <a:pt x="40208" y="53136"/>
                  <a:pt x="40426" y="53136"/>
                </a:cubicBezTo>
                <a:cubicBezTo>
                  <a:pt x="40861" y="53136"/>
                  <a:pt x="41127" y="52916"/>
                  <a:pt x="41127" y="52916"/>
                </a:cubicBezTo>
                <a:lnTo>
                  <a:pt x="41127"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flipH="1">
            <a:off x="7647250" y="134625"/>
            <a:ext cx="1356082" cy="1286487"/>
          </a:xfrm>
          <a:custGeom>
            <a:avLst/>
            <a:gdLst/>
            <a:ahLst/>
            <a:cxnLst/>
            <a:rect l="l" t="t" r="r" b="b"/>
            <a:pathLst>
              <a:path w="16660" h="15805" extrusionOk="0">
                <a:moveTo>
                  <a:pt x="13106" y="0"/>
                </a:moveTo>
                <a:lnTo>
                  <a:pt x="12456" y="581"/>
                </a:lnTo>
                <a:lnTo>
                  <a:pt x="667" y="11294"/>
                </a:lnTo>
                <a:lnTo>
                  <a:pt x="0" y="11892"/>
                </a:lnTo>
                <a:lnTo>
                  <a:pt x="889" y="11995"/>
                </a:lnTo>
                <a:lnTo>
                  <a:pt x="889" y="12883"/>
                </a:lnTo>
                <a:lnTo>
                  <a:pt x="1777" y="12969"/>
                </a:lnTo>
                <a:lnTo>
                  <a:pt x="1777" y="13857"/>
                </a:lnTo>
                <a:lnTo>
                  <a:pt x="2666" y="13942"/>
                </a:lnTo>
                <a:lnTo>
                  <a:pt x="2666" y="14831"/>
                </a:lnTo>
                <a:lnTo>
                  <a:pt x="3554" y="14916"/>
                </a:lnTo>
                <a:lnTo>
                  <a:pt x="3554" y="15805"/>
                </a:lnTo>
                <a:lnTo>
                  <a:pt x="4204" y="15207"/>
                </a:lnTo>
                <a:lnTo>
                  <a:pt x="15993" y="4494"/>
                </a:lnTo>
                <a:lnTo>
                  <a:pt x="16660" y="3896"/>
                </a:lnTo>
                <a:lnTo>
                  <a:pt x="15771" y="3810"/>
                </a:lnTo>
                <a:lnTo>
                  <a:pt x="15771" y="2922"/>
                </a:lnTo>
                <a:lnTo>
                  <a:pt x="14883" y="2819"/>
                </a:lnTo>
                <a:lnTo>
                  <a:pt x="14883" y="1948"/>
                </a:lnTo>
                <a:lnTo>
                  <a:pt x="13994" y="1845"/>
                </a:lnTo>
                <a:lnTo>
                  <a:pt x="13994" y="974"/>
                </a:lnTo>
                <a:lnTo>
                  <a:pt x="13106" y="872"/>
                </a:lnTo>
                <a:lnTo>
                  <a:pt x="13106" y="0"/>
                </a:lnTo>
                <a:close/>
              </a:path>
            </a:pathLst>
          </a:custGeom>
          <a:solidFill>
            <a:schemeClr val="accent3"/>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flipH="1">
            <a:off x="-68975" y="4053925"/>
            <a:ext cx="1356082" cy="1286487"/>
          </a:xfrm>
          <a:custGeom>
            <a:avLst/>
            <a:gdLst/>
            <a:ahLst/>
            <a:cxnLst/>
            <a:rect l="l" t="t" r="r" b="b"/>
            <a:pathLst>
              <a:path w="16660" h="15805" extrusionOk="0">
                <a:moveTo>
                  <a:pt x="13106" y="0"/>
                </a:moveTo>
                <a:lnTo>
                  <a:pt x="12456" y="581"/>
                </a:lnTo>
                <a:lnTo>
                  <a:pt x="667" y="11294"/>
                </a:lnTo>
                <a:lnTo>
                  <a:pt x="0" y="11892"/>
                </a:lnTo>
                <a:lnTo>
                  <a:pt x="889" y="11995"/>
                </a:lnTo>
                <a:lnTo>
                  <a:pt x="889" y="12883"/>
                </a:lnTo>
                <a:lnTo>
                  <a:pt x="1777" y="12969"/>
                </a:lnTo>
                <a:lnTo>
                  <a:pt x="1777" y="13857"/>
                </a:lnTo>
                <a:lnTo>
                  <a:pt x="2666" y="13942"/>
                </a:lnTo>
                <a:lnTo>
                  <a:pt x="2666" y="14831"/>
                </a:lnTo>
                <a:lnTo>
                  <a:pt x="3554" y="14916"/>
                </a:lnTo>
                <a:lnTo>
                  <a:pt x="3554" y="15805"/>
                </a:lnTo>
                <a:lnTo>
                  <a:pt x="4204" y="15207"/>
                </a:lnTo>
                <a:lnTo>
                  <a:pt x="15993" y="4494"/>
                </a:lnTo>
                <a:lnTo>
                  <a:pt x="16660" y="3896"/>
                </a:lnTo>
                <a:lnTo>
                  <a:pt x="15771" y="3810"/>
                </a:lnTo>
                <a:lnTo>
                  <a:pt x="15771" y="2922"/>
                </a:lnTo>
                <a:lnTo>
                  <a:pt x="14883" y="2819"/>
                </a:lnTo>
                <a:lnTo>
                  <a:pt x="14883" y="1948"/>
                </a:lnTo>
                <a:lnTo>
                  <a:pt x="13994" y="1845"/>
                </a:lnTo>
                <a:lnTo>
                  <a:pt x="13994" y="974"/>
                </a:lnTo>
                <a:lnTo>
                  <a:pt x="13106" y="872"/>
                </a:lnTo>
                <a:lnTo>
                  <a:pt x="13106" y="0"/>
                </a:lnTo>
                <a:close/>
              </a:path>
            </a:pathLst>
          </a:custGeom>
          <a:solidFill>
            <a:schemeClr val="accent3"/>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txBox="1">
            <a:spLocks noGrp="1"/>
          </p:cNvSpPr>
          <p:nvPr>
            <p:ph type="title"/>
          </p:nvPr>
        </p:nvSpPr>
        <p:spPr>
          <a:xfrm>
            <a:off x="720000" y="537875"/>
            <a:ext cx="5121600" cy="48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39" name="Google Shape;39;p4"/>
          <p:cNvSpPr txBox="1">
            <a:spLocks noGrp="1"/>
          </p:cNvSpPr>
          <p:nvPr>
            <p:ph type="body" idx="1"/>
          </p:nvPr>
        </p:nvSpPr>
        <p:spPr>
          <a:xfrm>
            <a:off x="720100" y="1152475"/>
            <a:ext cx="7704000" cy="34560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SzPts val="1400"/>
              <a:buAutoNum type="arabicPeriod"/>
              <a:defRPr sz="1200"/>
            </a:lvl1pPr>
            <a:lvl2pPr marL="914400" lvl="1" indent="-317500" rtl="0">
              <a:lnSpc>
                <a:spcPct val="100000"/>
              </a:lnSpc>
              <a:spcBef>
                <a:spcPts val="0"/>
              </a:spcBef>
              <a:spcAft>
                <a:spcPts val="0"/>
              </a:spcAft>
              <a:buSzPts val="1400"/>
              <a:buFont typeface="Raleway"/>
              <a:buAutoNum type="alphaLcPeriod"/>
              <a:defRPr/>
            </a:lvl2pPr>
            <a:lvl3pPr marL="1371600" lvl="2" indent="-317500" rtl="0">
              <a:lnSpc>
                <a:spcPct val="100000"/>
              </a:lnSpc>
              <a:spcBef>
                <a:spcPts val="0"/>
              </a:spcBef>
              <a:spcAft>
                <a:spcPts val="0"/>
              </a:spcAft>
              <a:buSzPts val="1400"/>
              <a:buFont typeface="Raleway"/>
              <a:buAutoNum type="romanLcPeriod"/>
              <a:defRPr/>
            </a:lvl3pPr>
            <a:lvl4pPr marL="1828800" lvl="3" indent="-317500" rtl="0">
              <a:lnSpc>
                <a:spcPct val="100000"/>
              </a:lnSpc>
              <a:spcBef>
                <a:spcPts val="0"/>
              </a:spcBef>
              <a:spcAft>
                <a:spcPts val="0"/>
              </a:spcAft>
              <a:buSzPts val="1400"/>
              <a:buFont typeface="Raleway"/>
              <a:buAutoNum type="arabicPeriod"/>
              <a:defRPr/>
            </a:lvl4pPr>
            <a:lvl5pPr marL="2286000" lvl="4" indent="-317500" rtl="0">
              <a:lnSpc>
                <a:spcPct val="100000"/>
              </a:lnSpc>
              <a:spcBef>
                <a:spcPts val="0"/>
              </a:spcBef>
              <a:spcAft>
                <a:spcPts val="0"/>
              </a:spcAft>
              <a:buSzPts val="1400"/>
              <a:buFont typeface="Raleway"/>
              <a:buAutoNum type="alphaLcPeriod"/>
              <a:defRPr/>
            </a:lvl5pPr>
            <a:lvl6pPr marL="2743200" lvl="5" indent="-317500" rtl="0">
              <a:lnSpc>
                <a:spcPct val="100000"/>
              </a:lnSpc>
              <a:spcBef>
                <a:spcPts val="0"/>
              </a:spcBef>
              <a:spcAft>
                <a:spcPts val="0"/>
              </a:spcAft>
              <a:buSzPts val="1400"/>
              <a:buFont typeface="Raleway"/>
              <a:buAutoNum type="romanLcPeriod"/>
              <a:defRPr/>
            </a:lvl6pPr>
            <a:lvl7pPr marL="3200400" lvl="6" indent="-317500" rtl="0">
              <a:lnSpc>
                <a:spcPct val="100000"/>
              </a:lnSpc>
              <a:spcBef>
                <a:spcPts val="0"/>
              </a:spcBef>
              <a:spcAft>
                <a:spcPts val="0"/>
              </a:spcAft>
              <a:buSzPts val="1400"/>
              <a:buFont typeface="Raleway"/>
              <a:buAutoNum type="arabicPeriod"/>
              <a:defRPr/>
            </a:lvl7pPr>
            <a:lvl8pPr marL="3657600" lvl="7" indent="-317500" rtl="0">
              <a:lnSpc>
                <a:spcPct val="100000"/>
              </a:lnSpc>
              <a:spcBef>
                <a:spcPts val="0"/>
              </a:spcBef>
              <a:spcAft>
                <a:spcPts val="0"/>
              </a:spcAft>
              <a:buSzPts val="1400"/>
              <a:buFont typeface="Raleway"/>
              <a:buAutoNum type="alphaLcPeriod"/>
              <a:defRPr/>
            </a:lvl8pPr>
            <a:lvl9pPr marL="4114800" lvl="8" indent="-317500" rtl="0">
              <a:lnSpc>
                <a:spcPct val="100000"/>
              </a:lnSpc>
              <a:spcBef>
                <a:spcPts val="0"/>
              </a:spcBef>
              <a:spcAft>
                <a:spcPts val="0"/>
              </a:spcAft>
              <a:buSzPts val="1400"/>
              <a:buFont typeface="Raleway"/>
              <a:buAutoNum type="romanLcPeriod"/>
              <a:defRPr/>
            </a:lvl9pPr>
          </a:lstStyle>
          <a:p>
            <a:endParaRPr/>
          </a:p>
        </p:txBody>
      </p:sp>
      <p:grpSp>
        <p:nvGrpSpPr>
          <p:cNvPr id="40" name="Google Shape;40;p4"/>
          <p:cNvGrpSpPr/>
          <p:nvPr/>
        </p:nvGrpSpPr>
        <p:grpSpPr>
          <a:xfrm>
            <a:off x="7110451" y="4123771"/>
            <a:ext cx="2429676" cy="1216626"/>
            <a:chOff x="7110451" y="4123771"/>
            <a:chExt cx="2429676" cy="1216626"/>
          </a:xfrm>
        </p:grpSpPr>
        <p:sp>
          <p:nvSpPr>
            <p:cNvPr id="41" name="Google Shape;41;p4"/>
            <p:cNvSpPr/>
            <p:nvPr/>
          </p:nvSpPr>
          <p:spPr>
            <a:xfrm rot="-542283">
              <a:off x="7163768" y="4300881"/>
              <a:ext cx="2323042" cy="862406"/>
            </a:xfrm>
            <a:custGeom>
              <a:avLst/>
              <a:gdLst/>
              <a:ahLst/>
              <a:cxnLst/>
              <a:rect l="l" t="t" r="r" b="b"/>
              <a:pathLst>
                <a:path w="39861" h="14798" extrusionOk="0">
                  <a:moveTo>
                    <a:pt x="6936" y="69"/>
                  </a:moveTo>
                  <a:cubicBezTo>
                    <a:pt x="6915" y="69"/>
                    <a:pt x="6895" y="70"/>
                    <a:pt x="6877" y="71"/>
                  </a:cubicBezTo>
                  <a:lnTo>
                    <a:pt x="6877" y="71"/>
                  </a:lnTo>
                  <a:cubicBezTo>
                    <a:pt x="6893" y="71"/>
                    <a:pt x="6913" y="70"/>
                    <a:pt x="6936" y="69"/>
                  </a:cubicBezTo>
                  <a:close/>
                  <a:moveTo>
                    <a:pt x="20263" y="411"/>
                  </a:moveTo>
                  <a:cubicBezTo>
                    <a:pt x="20297" y="428"/>
                    <a:pt x="20263" y="445"/>
                    <a:pt x="20177" y="445"/>
                  </a:cubicBezTo>
                  <a:cubicBezTo>
                    <a:pt x="20229" y="428"/>
                    <a:pt x="20041" y="428"/>
                    <a:pt x="19921" y="411"/>
                  </a:cubicBezTo>
                  <a:close/>
                  <a:moveTo>
                    <a:pt x="36431" y="851"/>
                  </a:moveTo>
                  <a:cubicBezTo>
                    <a:pt x="36441" y="852"/>
                    <a:pt x="36451" y="854"/>
                    <a:pt x="36461" y="855"/>
                  </a:cubicBezTo>
                  <a:cubicBezTo>
                    <a:pt x="36450" y="853"/>
                    <a:pt x="36440" y="852"/>
                    <a:pt x="36431" y="851"/>
                  </a:cubicBezTo>
                  <a:close/>
                  <a:moveTo>
                    <a:pt x="27217" y="1026"/>
                  </a:moveTo>
                  <a:cubicBezTo>
                    <a:pt x="27217" y="1039"/>
                    <a:pt x="27226" y="1042"/>
                    <a:pt x="27238" y="1043"/>
                  </a:cubicBezTo>
                  <a:lnTo>
                    <a:pt x="27238" y="1043"/>
                  </a:lnTo>
                  <a:cubicBezTo>
                    <a:pt x="27232" y="1037"/>
                    <a:pt x="27225" y="1031"/>
                    <a:pt x="27217" y="1026"/>
                  </a:cubicBezTo>
                  <a:close/>
                  <a:moveTo>
                    <a:pt x="39725" y="2147"/>
                  </a:moveTo>
                  <a:cubicBezTo>
                    <a:pt x="39724" y="2149"/>
                    <a:pt x="39724" y="2151"/>
                    <a:pt x="39724" y="2154"/>
                  </a:cubicBezTo>
                  <a:lnTo>
                    <a:pt x="39725" y="2147"/>
                  </a:lnTo>
                  <a:close/>
                  <a:moveTo>
                    <a:pt x="39656" y="3504"/>
                  </a:moveTo>
                  <a:lnTo>
                    <a:pt x="39707" y="3811"/>
                  </a:lnTo>
                  <a:cubicBezTo>
                    <a:pt x="39693" y="3853"/>
                    <a:pt x="39679" y="3884"/>
                    <a:pt x="39655" y="3884"/>
                  </a:cubicBezTo>
                  <a:cubicBezTo>
                    <a:pt x="39650" y="3884"/>
                    <a:pt x="39645" y="3883"/>
                    <a:pt x="39639" y="3879"/>
                  </a:cubicBezTo>
                  <a:lnTo>
                    <a:pt x="39656" y="3504"/>
                  </a:lnTo>
                  <a:close/>
                  <a:moveTo>
                    <a:pt x="221" y="5212"/>
                  </a:moveTo>
                  <a:lnTo>
                    <a:pt x="221" y="5246"/>
                  </a:lnTo>
                  <a:cubicBezTo>
                    <a:pt x="221" y="5247"/>
                    <a:pt x="222" y="5247"/>
                    <a:pt x="223" y="5247"/>
                  </a:cubicBezTo>
                  <a:lnTo>
                    <a:pt x="223" y="5247"/>
                  </a:lnTo>
                  <a:cubicBezTo>
                    <a:pt x="222" y="5236"/>
                    <a:pt x="221" y="5224"/>
                    <a:pt x="221" y="5212"/>
                  </a:cubicBezTo>
                  <a:close/>
                  <a:moveTo>
                    <a:pt x="39604" y="5656"/>
                  </a:moveTo>
                  <a:cubicBezTo>
                    <a:pt x="39639" y="5725"/>
                    <a:pt x="39656" y="5793"/>
                    <a:pt x="39656" y="5861"/>
                  </a:cubicBezTo>
                  <a:lnTo>
                    <a:pt x="39604" y="5981"/>
                  </a:lnTo>
                  <a:lnTo>
                    <a:pt x="39604" y="5656"/>
                  </a:lnTo>
                  <a:close/>
                  <a:moveTo>
                    <a:pt x="11288" y="13594"/>
                  </a:moveTo>
                  <a:lnTo>
                    <a:pt x="11288" y="13594"/>
                  </a:lnTo>
                  <a:cubicBezTo>
                    <a:pt x="11266" y="13596"/>
                    <a:pt x="11245" y="13599"/>
                    <a:pt x="11224" y="13602"/>
                  </a:cubicBezTo>
                  <a:cubicBezTo>
                    <a:pt x="11240" y="13602"/>
                    <a:pt x="11266" y="13598"/>
                    <a:pt x="11288" y="13594"/>
                  </a:cubicBezTo>
                  <a:close/>
                  <a:moveTo>
                    <a:pt x="39126" y="13482"/>
                  </a:moveTo>
                  <a:cubicBezTo>
                    <a:pt x="39143" y="13499"/>
                    <a:pt x="39160" y="13567"/>
                    <a:pt x="39160" y="13738"/>
                  </a:cubicBezTo>
                  <a:cubicBezTo>
                    <a:pt x="39152" y="13747"/>
                    <a:pt x="39139" y="13751"/>
                    <a:pt x="39126" y="13751"/>
                  </a:cubicBezTo>
                  <a:cubicBezTo>
                    <a:pt x="39113" y="13751"/>
                    <a:pt x="39100" y="13747"/>
                    <a:pt x="39092" y="13738"/>
                  </a:cubicBezTo>
                  <a:lnTo>
                    <a:pt x="39126" y="13482"/>
                  </a:lnTo>
                  <a:close/>
                  <a:moveTo>
                    <a:pt x="5432" y="1"/>
                  </a:moveTo>
                  <a:lnTo>
                    <a:pt x="5432" y="1"/>
                  </a:lnTo>
                  <a:cubicBezTo>
                    <a:pt x="5073" y="18"/>
                    <a:pt x="4731" y="35"/>
                    <a:pt x="4373" y="69"/>
                  </a:cubicBezTo>
                  <a:cubicBezTo>
                    <a:pt x="3997" y="121"/>
                    <a:pt x="3638" y="172"/>
                    <a:pt x="3262" y="223"/>
                  </a:cubicBezTo>
                  <a:cubicBezTo>
                    <a:pt x="3283" y="222"/>
                    <a:pt x="3302" y="221"/>
                    <a:pt x="3319" y="221"/>
                  </a:cubicBezTo>
                  <a:cubicBezTo>
                    <a:pt x="3527" y="221"/>
                    <a:pt x="3467" y="311"/>
                    <a:pt x="3262" y="343"/>
                  </a:cubicBezTo>
                  <a:lnTo>
                    <a:pt x="3177" y="274"/>
                  </a:lnTo>
                  <a:lnTo>
                    <a:pt x="3177" y="274"/>
                  </a:lnTo>
                  <a:cubicBezTo>
                    <a:pt x="3040" y="343"/>
                    <a:pt x="3399" y="274"/>
                    <a:pt x="3125" y="377"/>
                  </a:cubicBezTo>
                  <a:cubicBezTo>
                    <a:pt x="3101" y="378"/>
                    <a:pt x="3079" y="379"/>
                    <a:pt x="3060" y="379"/>
                  </a:cubicBezTo>
                  <a:cubicBezTo>
                    <a:pt x="2865" y="379"/>
                    <a:pt x="2934" y="305"/>
                    <a:pt x="3074" y="274"/>
                  </a:cubicBezTo>
                  <a:lnTo>
                    <a:pt x="3074" y="274"/>
                  </a:lnTo>
                  <a:lnTo>
                    <a:pt x="2749" y="343"/>
                  </a:lnTo>
                  <a:cubicBezTo>
                    <a:pt x="2732" y="308"/>
                    <a:pt x="2801" y="291"/>
                    <a:pt x="2818" y="257"/>
                  </a:cubicBezTo>
                  <a:lnTo>
                    <a:pt x="2818" y="257"/>
                  </a:lnTo>
                  <a:cubicBezTo>
                    <a:pt x="2770" y="285"/>
                    <a:pt x="2670" y="287"/>
                    <a:pt x="2556" y="287"/>
                  </a:cubicBezTo>
                  <a:cubicBezTo>
                    <a:pt x="2527" y="287"/>
                    <a:pt x="2497" y="287"/>
                    <a:pt x="2468" y="287"/>
                  </a:cubicBezTo>
                  <a:cubicBezTo>
                    <a:pt x="2318" y="287"/>
                    <a:pt x="2160" y="291"/>
                    <a:pt x="2066" y="343"/>
                  </a:cubicBezTo>
                  <a:lnTo>
                    <a:pt x="2049" y="326"/>
                  </a:lnTo>
                  <a:lnTo>
                    <a:pt x="1195" y="326"/>
                  </a:lnTo>
                  <a:cubicBezTo>
                    <a:pt x="1109" y="326"/>
                    <a:pt x="973" y="291"/>
                    <a:pt x="870" y="274"/>
                  </a:cubicBezTo>
                  <a:lnTo>
                    <a:pt x="511" y="240"/>
                  </a:lnTo>
                  <a:cubicBezTo>
                    <a:pt x="506" y="238"/>
                    <a:pt x="503" y="237"/>
                    <a:pt x="500" y="237"/>
                  </a:cubicBezTo>
                  <a:cubicBezTo>
                    <a:pt x="481" y="237"/>
                    <a:pt x="492" y="277"/>
                    <a:pt x="477" y="291"/>
                  </a:cubicBezTo>
                  <a:lnTo>
                    <a:pt x="477" y="377"/>
                  </a:lnTo>
                  <a:cubicBezTo>
                    <a:pt x="477" y="445"/>
                    <a:pt x="477" y="514"/>
                    <a:pt x="460" y="565"/>
                  </a:cubicBezTo>
                  <a:cubicBezTo>
                    <a:pt x="460" y="701"/>
                    <a:pt x="443" y="821"/>
                    <a:pt x="426" y="958"/>
                  </a:cubicBezTo>
                  <a:cubicBezTo>
                    <a:pt x="494" y="992"/>
                    <a:pt x="460" y="1214"/>
                    <a:pt x="494" y="1385"/>
                  </a:cubicBezTo>
                  <a:cubicBezTo>
                    <a:pt x="426" y="1829"/>
                    <a:pt x="340" y="2325"/>
                    <a:pt x="289" y="2854"/>
                  </a:cubicBezTo>
                  <a:cubicBezTo>
                    <a:pt x="289" y="3059"/>
                    <a:pt x="303" y="3083"/>
                    <a:pt x="321" y="3083"/>
                  </a:cubicBezTo>
                  <a:cubicBezTo>
                    <a:pt x="327" y="3083"/>
                    <a:pt x="333" y="3081"/>
                    <a:pt x="338" y="3081"/>
                  </a:cubicBezTo>
                  <a:cubicBezTo>
                    <a:pt x="351" y="3081"/>
                    <a:pt x="364" y="3090"/>
                    <a:pt x="374" y="3145"/>
                  </a:cubicBezTo>
                  <a:cubicBezTo>
                    <a:pt x="320" y="3158"/>
                    <a:pt x="288" y="3503"/>
                    <a:pt x="268" y="3503"/>
                  </a:cubicBezTo>
                  <a:cubicBezTo>
                    <a:pt x="263" y="3503"/>
                    <a:pt x="258" y="3479"/>
                    <a:pt x="255" y="3418"/>
                  </a:cubicBezTo>
                  <a:cubicBezTo>
                    <a:pt x="221" y="4067"/>
                    <a:pt x="204" y="4255"/>
                    <a:pt x="221" y="5076"/>
                  </a:cubicBezTo>
                  <a:cubicBezTo>
                    <a:pt x="249" y="5006"/>
                    <a:pt x="265" y="4925"/>
                    <a:pt x="279" y="4925"/>
                  </a:cubicBezTo>
                  <a:cubicBezTo>
                    <a:pt x="283" y="4925"/>
                    <a:pt x="286" y="4929"/>
                    <a:pt x="289" y="4939"/>
                  </a:cubicBezTo>
                  <a:cubicBezTo>
                    <a:pt x="289" y="5070"/>
                    <a:pt x="242" y="5247"/>
                    <a:pt x="223" y="5247"/>
                  </a:cubicBezTo>
                  <a:cubicBezTo>
                    <a:pt x="223" y="5247"/>
                    <a:pt x="223" y="5247"/>
                    <a:pt x="223" y="5247"/>
                  </a:cubicBezTo>
                  <a:lnTo>
                    <a:pt x="223" y="5247"/>
                  </a:lnTo>
                  <a:cubicBezTo>
                    <a:pt x="265" y="6165"/>
                    <a:pt x="0" y="7340"/>
                    <a:pt x="135" y="8049"/>
                  </a:cubicBezTo>
                  <a:lnTo>
                    <a:pt x="135" y="8014"/>
                  </a:lnTo>
                  <a:lnTo>
                    <a:pt x="204" y="8766"/>
                  </a:lnTo>
                  <a:cubicBezTo>
                    <a:pt x="204" y="8858"/>
                    <a:pt x="200" y="8890"/>
                    <a:pt x="195" y="8890"/>
                  </a:cubicBezTo>
                  <a:cubicBezTo>
                    <a:pt x="183" y="8890"/>
                    <a:pt x="161" y="8748"/>
                    <a:pt x="140" y="8748"/>
                  </a:cubicBezTo>
                  <a:cubicBezTo>
                    <a:pt x="132" y="8748"/>
                    <a:pt x="125" y="8767"/>
                    <a:pt x="118" y="8817"/>
                  </a:cubicBezTo>
                  <a:cubicBezTo>
                    <a:pt x="238" y="9638"/>
                    <a:pt x="152" y="10099"/>
                    <a:pt x="255" y="10782"/>
                  </a:cubicBezTo>
                  <a:cubicBezTo>
                    <a:pt x="101" y="11312"/>
                    <a:pt x="409" y="12628"/>
                    <a:pt x="426" y="13345"/>
                  </a:cubicBezTo>
                  <a:lnTo>
                    <a:pt x="460" y="13294"/>
                  </a:lnTo>
                  <a:cubicBezTo>
                    <a:pt x="494" y="13362"/>
                    <a:pt x="511" y="13431"/>
                    <a:pt x="494" y="13516"/>
                  </a:cubicBezTo>
                  <a:cubicBezTo>
                    <a:pt x="494" y="13619"/>
                    <a:pt x="511" y="13704"/>
                    <a:pt x="528" y="13807"/>
                  </a:cubicBezTo>
                  <a:cubicBezTo>
                    <a:pt x="541" y="13767"/>
                    <a:pt x="514" y="13576"/>
                    <a:pt x="524" y="13576"/>
                  </a:cubicBezTo>
                  <a:cubicBezTo>
                    <a:pt x="527" y="13576"/>
                    <a:pt x="534" y="13593"/>
                    <a:pt x="545" y="13636"/>
                  </a:cubicBezTo>
                  <a:cubicBezTo>
                    <a:pt x="545" y="13670"/>
                    <a:pt x="562" y="13704"/>
                    <a:pt x="580" y="13755"/>
                  </a:cubicBezTo>
                  <a:lnTo>
                    <a:pt x="597" y="13807"/>
                  </a:lnTo>
                  <a:cubicBezTo>
                    <a:pt x="597" y="13824"/>
                    <a:pt x="631" y="13824"/>
                    <a:pt x="648" y="13841"/>
                  </a:cubicBezTo>
                  <a:cubicBezTo>
                    <a:pt x="716" y="13875"/>
                    <a:pt x="785" y="13926"/>
                    <a:pt x="853" y="13960"/>
                  </a:cubicBezTo>
                  <a:cubicBezTo>
                    <a:pt x="887" y="13977"/>
                    <a:pt x="938" y="13977"/>
                    <a:pt x="973" y="13995"/>
                  </a:cubicBezTo>
                  <a:lnTo>
                    <a:pt x="1075" y="14012"/>
                  </a:lnTo>
                  <a:lnTo>
                    <a:pt x="1246" y="14046"/>
                  </a:lnTo>
                  <a:cubicBezTo>
                    <a:pt x="1348" y="14054"/>
                    <a:pt x="1455" y="14059"/>
                    <a:pt x="1562" y="14059"/>
                  </a:cubicBezTo>
                  <a:cubicBezTo>
                    <a:pt x="1669" y="14059"/>
                    <a:pt x="1776" y="14054"/>
                    <a:pt x="1878" y="14046"/>
                  </a:cubicBezTo>
                  <a:cubicBezTo>
                    <a:pt x="2288" y="14029"/>
                    <a:pt x="2681" y="13977"/>
                    <a:pt x="3091" y="13943"/>
                  </a:cubicBezTo>
                  <a:cubicBezTo>
                    <a:pt x="3484" y="13892"/>
                    <a:pt x="3877" y="13858"/>
                    <a:pt x="4253" y="13841"/>
                  </a:cubicBezTo>
                  <a:lnTo>
                    <a:pt x="4526" y="13841"/>
                  </a:lnTo>
                  <a:lnTo>
                    <a:pt x="4800" y="13875"/>
                  </a:lnTo>
                  <a:cubicBezTo>
                    <a:pt x="5005" y="13892"/>
                    <a:pt x="5210" y="13909"/>
                    <a:pt x="5398" y="13926"/>
                  </a:cubicBezTo>
                  <a:cubicBezTo>
                    <a:pt x="5420" y="13927"/>
                    <a:pt x="5441" y="13927"/>
                    <a:pt x="5461" y="13927"/>
                  </a:cubicBezTo>
                  <a:cubicBezTo>
                    <a:pt x="5877" y="13927"/>
                    <a:pt x="5822" y="13797"/>
                    <a:pt x="6152" y="13797"/>
                  </a:cubicBezTo>
                  <a:cubicBezTo>
                    <a:pt x="6232" y="13797"/>
                    <a:pt x="6336" y="13804"/>
                    <a:pt x="6474" y="13824"/>
                  </a:cubicBezTo>
                  <a:lnTo>
                    <a:pt x="6252" y="13892"/>
                  </a:lnTo>
                  <a:cubicBezTo>
                    <a:pt x="7431" y="13807"/>
                    <a:pt x="8661" y="13789"/>
                    <a:pt x="9789" y="13584"/>
                  </a:cubicBezTo>
                  <a:lnTo>
                    <a:pt x="9789" y="13584"/>
                  </a:lnTo>
                  <a:cubicBezTo>
                    <a:pt x="9738" y="13619"/>
                    <a:pt x="9669" y="13636"/>
                    <a:pt x="9618" y="13636"/>
                  </a:cubicBezTo>
                  <a:cubicBezTo>
                    <a:pt x="9789" y="13636"/>
                    <a:pt x="9960" y="13636"/>
                    <a:pt x="10131" y="13602"/>
                  </a:cubicBezTo>
                  <a:cubicBezTo>
                    <a:pt x="10319" y="13567"/>
                    <a:pt x="10472" y="13550"/>
                    <a:pt x="10472" y="13516"/>
                  </a:cubicBezTo>
                  <a:cubicBezTo>
                    <a:pt x="10643" y="13516"/>
                    <a:pt x="10507" y="13567"/>
                    <a:pt x="10626" y="13584"/>
                  </a:cubicBezTo>
                  <a:cubicBezTo>
                    <a:pt x="10644" y="13586"/>
                    <a:pt x="10662" y="13586"/>
                    <a:pt x="10682" y="13586"/>
                  </a:cubicBezTo>
                  <a:cubicBezTo>
                    <a:pt x="10831" y="13586"/>
                    <a:pt x="11021" y="13550"/>
                    <a:pt x="11163" y="13550"/>
                  </a:cubicBezTo>
                  <a:cubicBezTo>
                    <a:pt x="11233" y="13550"/>
                    <a:pt x="11291" y="13559"/>
                    <a:pt x="11327" y="13584"/>
                  </a:cubicBezTo>
                  <a:cubicBezTo>
                    <a:pt x="11336" y="13584"/>
                    <a:pt x="11315" y="13590"/>
                    <a:pt x="11288" y="13594"/>
                  </a:cubicBezTo>
                  <a:lnTo>
                    <a:pt x="11288" y="13594"/>
                  </a:lnTo>
                  <a:cubicBezTo>
                    <a:pt x="11329" y="13591"/>
                    <a:pt x="11371" y="13589"/>
                    <a:pt x="11414" y="13589"/>
                  </a:cubicBezTo>
                  <a:cubicBezTo>
                    <a:pt x="11481" y="13589"/>
                    <a:pt x="11549" y="13593"/>
                    <a:pt x="11617" y="13602"/>
                  </a:cubicBezTo>
                  <a:cubicBezTo>
                    <a:pt x="11754" y="13602"/>
                    <a:pt x="11856" y="13602"/>
                    <a:pt x="11788" y="13567"/>
                  </a:cubicBezTo>
                  <a:lnTo>
                    <a:pt x="11788" y="13567"/>
                  </a:lnTo>
                  <a:cubicBezTo>
                    <a:pt x="12198" y="13636"/>
                    <a:pt x="12591" y="13619"/>
                    <a:pt x="12916" y="13721"/>
                  </a:cubicBezTo>
                  <a:cubicBezTo>
                    <a:pt x="12941" y="13715"/>
                    <a:pt x="12970" y="13713"/>
                    <a:pt x="13001" y="13713"/>
                  </a:cubicBezTo>
                  <a:cubicBezTo>
                    <a:pt x="13186" y="13713"/>
                    <a:pt x="13456" y="13802"/>
                    <a:pt x="13605" y="13802"/>
                  </a:cubicBezTo>
                  <a:cubicBezTo>
                    <a:pt x="13650" y="13802"/>
                    <a:pt x="13684" y="13793"/>
                    <a:pt x="13702" y="13772"/>
                  </a:cubicBezTo>
                  <a:lnTo>
                    <a:pt x="13702" y="13772"/>
                  </a:lnTo>
                  <a:cubicBezTo>
                    <a:pt x="13650" y="13875"/>
                    <a:pt x="14419" y="13995"/>
                    <a:pt x="14693" y="13995"/>
                  </a:cubicBezTo>
                  <a:cubicBezTo>
                    <a:pt x="14607" y="14012"/>
                    <a:pt x="14915" y="14063"/>
                    <a:pt x="14812" y="14097"/>
                  </a:cubicBezTo>
                  <a:cubicBezTo>
                    <a:pt x="14997" y="14128"/>
                    <a:pt x="15169" y="14152"/>
                    <a:pt x="15270" y="14152"/>
                  </a:cubicBezTo>
                  <a:cubicBezTo>
                    <a:pt x="15337" y="14152"/>
                    <a:pt x="15373" y="14141"/>
                    <a:pt x="15359" y="14114"/>
                  </a:cubicBezTo>
                  <a:lnTo>
                    <a:pt x="15359" y="14114"/>
                  </a:lnTo>
                  <a:cubicBezTo>
                    <a:pt x="15889" y="14336"/>
                    <a:pt x="16504" y="14182"/>
                    <a:pt x="16811" y="14387"/>
                  </a:cubicBezTo>
                  <a:cubicBezTo>
                    <a:pt x="17273" y="14405"/>
                    <a:pt x="17717" y="14405"/>
                    <a:pt x="18144" y="14422"/>
                  </a:cubicBezTo>
                  <a:lnTo>
                    <a:pt x="19391" y="14456"/>
                  </a:lnTo>
                  <a:cubicBezTo>
                    <a:pt x="19382" y="14485"/>
                    <a:pt x="19305" y="14493"/>
                    <a:pt x="19201" y="14493"/>
                  </a:cubicBezTo>
                  <a:cubicBezTo>
                    <a:pt x="19053" y="14493"/>
                    <a:pt x="18849" y="14476"/>
                    <a:pt x="18703" y="14476"/>
                  </a:cubicBezTo>
                  <a:cubicBezTo>
                    <a:pt x="18588" y="14476"/>
                    <a:pt x="18509" y="14487"/>
                    <a:pt x="18520" y="14524"/>
                  </a:cubicBezTo>
                  <a:cubicBezTo>
                    <a:pt x="18992" y="14524"/>
                    <a:pt x="19340" y="14506"/>
                    <a:pt x="19710" y="14506"/>
                  </a:cubicBezTo>
                  <a:cubicBezTo>
                    <a:pt x="19956" y="14506"/>
                    <a:pt x="20212" y="14514"/>
                    <a:pt x="20519" y="14541"/>
                  </a:cubicBezTo>
                  <a:cubicBezTo>
                    <a:pt x="20724" y="14575"/>
                    <a:pt x="20400" y="14575"/>
                    <a:pt x="20331" y="14593"/>
                  </a:cubicBezTo>
                  <a:cubicBezTo>
                    <a:pt x="21057" y="14593"/>
                    <a:pt x="21724" y="14680"/>
                    <a:pt x="22373" y="14680"/>
                  </a:cubicBezTo>
                  <a:cubicBezTo>
                    <a:pt x="22427" y="14680"/>
                    <a:pt x="22481" y="14679"/>
                    <a:pt x="22535" y="14678"/>
                  </a:cubicBezTo>
                  <a:lnTo>
                    <a:pt x="22535" y="14678"/>
                  </a:lnTo>
                  <a:cubicBezTo>
                    <a:pt x="22484" y="14695"/>
                    <a:pt x="22433" y="14695"/>
                    <a:pt x="22399" y="14695"/>
                  </a:cubicBezTo>
                  <a:cubicBezTo>
                    <a:pt x="22477" y="14695"/>
                    <a:pt x="22566" y="14706"/>
                    <a:pt x="22625" y="14706"/>
                  </a:cubicBezTo>
                  <a:cubicBezTo>
                    <a:pt x="22669" y="14706"/>
                    <a:pt x="22696" y="14700"/>
                    <a:pt x="22689" y="14678"/>
                  </a:cubicBezTo>
                  <a:lnTo>
                    <a:pt x="22552" y="14678"/>
                  </a:lnTo>
                  <a:cubicBezTo>
                    <a:pt x="22359" y="14614"/>
                    <a:pt x="23031" y="14564"/>
                    <a:pt x="23123" y="14530"/>
                  </a:cubicBezTo>
                  <a:lnTo>
                    <a:pt x="23123" y="14530"/>
                  </a:lnTo>
                  <a:cubicBezTo>
                    <a:pt x="22922" y="14659"/>
                    <a:pt x="23811" y="14595"/>
                    <a:pt x="23441" y="14746"/>
                  </a:cubicBezTo>
                  <a:cubicBezTo>
                    <a:pt x="23526" y="14746"/>
                    <a:pt x="23646" y="14712"/>
                    <a:pt x="23629" y="14678"/>
                  </a:cubicBezTo>
                  <a:lnTo>
                    <a:pt x="23629" y="14678"/>
                  </a:lnTo>
                  <a:cubicBezTo>
                    <a:pt x="23766" y="14695"/>
                    <a:pt x="23800" y="14712"/>
                    <a:pt x="23663" y="14746"/>
                  </a:cubicBezTo>
                  <a:cubicBezTo>
                    <a:pt x="24088" y="14746"/>
                    <a:pt x="24023" y="14709"/>
                    <a:pt x="24275" y="14709"/>
                  </a:cubicBezTo>
                  <a:cubicBezTo>
                    <a:pt x="24318" y="14709"/>
                    <a:pt x="24368" y="14710"/>
                    <a:pt x="24432" y="14712"/>
                  </a:cubicBezTo>
                  <a:cubicBezTo>
                    <a:pt x="24432" y="14729"/>
                    <a:pt x="24329" y="14729"/>
                    <a:pt x="24295" y="14763"/>
                  </a:cubicBezTo>
                  <a:cubicBezTo>
                    <a:pt x="24500" y="14725"/>
                    <a:pt x="24705" y="14706"/>
                    <a:pt x="24910" y="14706"/>
                  </a:cubicBezTo>
                  <a:cubicBezTo>
                    <a:pt x="24979" y="14706"/>
                    <a:pt x="25047" y="14708"/>
                    <a:pt x="25115" y="14712"/>
                  </a:cubicBezTo>
                  <a:cubicBezTo>
                    <a:pt x="25098" y="14729"/>
                    <a:pt x="25115" y="14746"/>
                    <a:pt x="25064" y="14746"/>
                  </a:cubicBezTo>
                  <a:cubicBezTo>
                    <a:pt x="25606" y="14746"/>
                    <a:pt x="26010" y="14671"/>
                    <a:pt x="26555" y="14671"/>
                  </a:cubicBezTo>
                  <a:cubicBezTo>
                    <a:pt x="26646" y="14671"/>
                    <a:pt x="26741" y="14673"/>
                    <a:pt x="26841" y="14678"/>
                  </a:cubicBezTo>
                  <a:cubicBezTo>
                    <a:pt x="26619" y="14780"/>
                    <a:pt x="27080" y="14695"/>
                    <a:pt x="27114" y="14798"/>
                  </a:cubicBezTo>
                  <a:lnTo>
                    <a:pt x="27490" y="14746"/>
                  </a:lnTo>
                  <a:lnTo>
                    <a:pt x="27337" y="14712"/>
                  </a:lnTo>
                  <a:cubicBezTo>
                    <a:pt x="27647" y="14712"/>
                    <a:pt x="27916" y="14642"/>
                    <a:pt x="28180" y="14642"/>
                  </a:cubicBezTo>
                  <a:cubicBezTo>
                    <a:pt x="28206" y="14642"/>
                    <a:pt x="28233" y="14642"/>
                    <a:pt x="28259" y="14644"/>
                  </a:cubicBezTo>
                  <a:lnTo>
                    <a:pt x="28037" y="14729"/>
                  </a:lnTo>
                  <a:lnTo>
                    <a:pt x="28652" y="14678"/>
                  </a:lnTo>
                  <a:lnTo>
                    <a:pt x="28293" y="14661"/>
                  </a:lnTo>
                  <a:cubicBezTo>
                    <a:pt x="28635" y="14610"/>
                    <a:pt x="28259" y="14558"/>
                    <a:pt x="28703" y="14558"/>
                  </a:cubicBezTo>
                  <a:cubicBezTo>
                    <a:pt x="28874" y="14558"/>
                    <a:pt x="29045" y="14575"/>
                    <a:pt x="29216" y="14593"/>
                  </a:cubicBezTo>
                  <a:cubicBezTo>
                    <a:pt x="29404" y="14541"/>
                    <a:pt x="29592" y="14524"/>
                    <a:pt x="29780" y="14524"/>
                  </a:cubicBezTo>
                  <a:cubicBezTo>
                    <a:pt x="29848" y="14558"/>
                    <a:pt x="29746" y="14627"/>
                    <a:pt x="29780" y="14644"/>
                  </a:cubicBezTo>
                  <a:cubicBezTo>
                    <a:pt x="29947" y="14560"/>
                    <a:pt x="30538" y="14591"/>
                    <a:pt x="30740" y="14513"/>
                  </a:cubicBezTo>
                  <a:lnTo>
                    <a:pt x="30740" y="14513"/>
                  </a:lnTo>
                  <a:cubicBezTo>
                    <a:pt x="30700" y="14533"/>
                    <a:pt x="30689" y="14575"/>
                    <a:pt x="30720" y="14575"/>
                  </a:cubicBezTo>
                  <a:lnTo>
                    <a:pt x="30856" y="14507"/>
                  </a:lnTo>
                  <a:cubicBezTo>
                    <a:pt x="31010" y="14524"/>
                    <a:pt x="31027" y="14541"/>
                    <a:pt x="31010" y="14575"/>
                  </a:cubicBezTo>
                  <a:cubicBezTo>
                    <a:pt x="31436" y="14575"/>
                    <a:pt x="30945" y="14488"/>
                    <a:pt x="31297" y="14488"/>
                  </a:cubicBezTo>
                  <a:cubicBezTo>
                    <a:pt x="31326" y="14488"/>
                    <a:pt x="31361" y="14489"/>
                    <a:pt x="31403" y="14490"/>
                  </a:cubicBezTo>
                  <a:cubicBezTo>
                    <a:pt x="31369" y="14507"/>
                    <a:pt x="31335" y="14507"/>
                    <a:pt x="31301" y="14524"/>
                  </a:cubicBezTo>
                  <a:cubicBezTo>
                    <a:pt x="31756" y="14524"/>
                    <a:pt x="32188" y="14465"/>
                    <a:pt x="32606" y="14465"/>
                  </a:cubicBezTo>
                  <a:cubicBezTo>
                    <a:pt x="32690" y="14465"/>
                    <a:pt x="32773" y="14467"/>
                    <a:pt x="32855" y="14473"/>
                  </a:cubicBezTo>
                  <a:cubicBezTo>
                    <a:pt x="33009" y="14558"/>
                    <a:pt x="32428" y="14490"/>
                    <a:pt x="32599" y="14575"/>
                  </a:cubicBezTo>
                  <a:cubicBezTo>
                    <a:pt x="33029" y="14535"/>
                    <a:pt x="33460" y="14519"/>
                    <a:pt x="33890" y="14519"/>
                  </a:cubicBezTo>
                  <a:cubicBezTo>
                    <a:pt x="34195" y="14519"/>
                    <a:pt x="34499" y="14527"/>
                    <a:pt x="34803" y="14541"/>
                  </a:cubicBezTo>
                  <a:lnTo>
                    <a:pt x="34649" y="14524"/>
                  </a:lnTo>
                  <a:cubicBezTo>
                    <a:pt x="34673" y="14497"/>
                    <a:pt x="34712" y="14487"/>
                    <a:pt x="34763" y="14487"/>
                  </a:cubicBezTo>
                  <a:cubicBezTo>
                    <a:pt x="34927" y="14487"/>
                    <a:pt x="35212" y="14594"/>
                    <a:pt x="35477" y="14594"/>
                  </a:cubicBezTo>
                  <a:cubicBezTo>
                    <a:pt x="35486" y="14594"/>
                    <a:pt x="35496" y="14593"/>
                    <a:pt x="35505" y="14593"/>
                  </a:cubicBezTo>
                  <a:lnTo>
                    <a:pt x="35505" y="14593"/>
                  </a:lnTo>
                  <a:cubicBezTo>
                    <a:pt x="35431" y="14599"/>
                    <a:pt x="35403" y="14644"/>
                    <a:pt x="35435" y="14644"/>
                  </a:cubicBezTo>
                  <a:cubicBezTo>
                    <a:pt x="35999" y="14695"/>
                    <a:pt x="36580" y="14712"/>
                    <a:pt x="37161" y="14712"/>
                  </a:cubicBezTo>
                  <a:lnTo>
                    <a:pt x="37076" y="14729"/>
                  </a:lnTo>
                  <a:cubicBezTo>
                    <a:pt x="37349" y="14780"/>
                    <a:pt x="37827" y="14780"/>
                    <a:pt x="38135" y="14798"/>
                  </a:cubicBezTo>
                  <a:cubicBezTo>
                    <a:pt x="38238" y="14763"/>
                    <a:pt x="38408" y="14780"/>
                    <a:pt x="38306" y="14729"/>
                  </a:cubicBezTo>
                  <a:lnTo>
                    <a:pt x="38306" y="14729"/>
                  </a:lnTo>
                  <a:cubicBezTo>
                    <a:pt x="38408" y="14746"/>
                    <a:pt x="38528" y="14763"/>
                    <a:pt x="38648" y="14780"/>
                  </a:cubicBezTo>
                  <a:cubicBezTo>
                    <a:pt x="38750" y="14780"/>
                    <a:pt x="38860" y="14788"/>
                    <a:pt x="38973" y="14788"/>
                  </a:cubicBezTo>
                  <a:cubicBezTo>
                    <a:pt x="39029" y="14788"/>
                    <a:pt x="39086" y="14786"/>
                    <a:pt x="39143" y="14780"/>
                  </a:cubicBezTo>
                  <a:cubicBezTo>
                    <a:pt x="39160" y="14627"/>
                    <a:pt x="39177" y="14456"/>
                    <a:pt x="39177" y="14302"/>
                  </a:cubicBezTo>
                  <a:cubicBezTo>
                    <a:pt x="39177" y="14200"/>
                    <a:pt x="39194" y="14080"/>
                    <a:pt x="39194" y="13977"/>
                  </a:cubicBezTo>
                  <a:cubicBezTo>
                    <a:pt x="39194" y="13550"/>
                    <a:pt x="39246" y="13106"/>
                    <a:pt x="39331" y="12696"/>
                  </a:cubicBezTo>
                  <a:cubicBezTo>
                    <a:pt x="39331" y="12776"/>
                    <a:pt x="39331" y="12877"/>
                    <a:pt x="39339" y="12877"/>
                  </a:cubicBezTo>
                  <a:cubicBezTo>
                    <a:pt x="39341" y="12877"/>
                    <a:pt x="39344" y="12869"/>
                    <a:pt x="39348" y="12850"/>
                  </a:cubicBezTo>
                  <a:lnTo>
                    <a:pt x="39382" y="12132"/>
                  </a:lnTo>
                  <a:lnTo>
                    <a:pt x="39382" y="12132"/>
                  </a:lnTo>
                  <a:cubicBezTo>
                    <a:pt x="39331" y="12183"/>
                    <a:pt x="39348" y="12218"/>
                    <a:pt x="39297" y="12371"/>
                  </a:cubicBezTo>
                  <a:cubicBezTo>
                    <a:pt x="39263" y="12218"/>
                    <a:pt x="39263" y="12064"/>
                    <a:pt x="39280" y="11893"/>
                  </a:cubicBezTo>
                  <a:lnTo>
                    <a:pt x="39280" y="11893"/>
                  </a:lnTo>
                  <a:cubicBezTo>
                    <a:pt x="39280" y="11995"/>
                    <a:pt x="39288" y="12033"/>
                    <a:pt x="39301" y="12033"/>
                  </a:cubicBezTo>
                  <a:cubicBezTo>
                    <a:pt x="39329" y="12033"/>
                    <a:pt x="39376" y="11855"/>
                    <a:pt x="39399" y="11773"/>
                  </a:cubicBezTo>
                  <a:lnTo>
                    <a:pt x="39399" y="11773"/>
                  </a:lnTo>
                  <a:cubicBezTo>
                    <a:pt x="39397" y="11776"/>
                    <a:pt x="39394" y="11777"/>
                    <a:pt x="39392" y="11777"/>
                  </a:cubicBezTo>
                  <a:cubicBezTo>
                    <a:pt x="39380" y="11777"/>
                    <a:pt x="39368" y="11753"/>
                    <a:pt x="39356" y="11753"/>
                  </a:cubicBezTo>
                  <a:cubicBezTo>
                    <a:pt x="39353" y="11753"/>
                    <a:pt x="39351" y="11754"/>
                    <a:pt x="39348" y="11756"/>
                  </a:cubicBezTo>
                  <a:cubicBezTo>
                    <a:pt x="39485" y="11380"/>
                    <a:pt x="39246" y="11671"/>
                    <a:pt x="39348" y="11175"/>
                  </a:cubicBezTo>
                  <a:lnTo>
                    <a:pt x="39348" y="11175"/>
                  </a:lnTo>
                  <a:lnTo>
                    <a:pt x="39382" y="11192"/>
                  </a:lnTo>
                  <a:cubicBezTo>
                    <a:pt x="39365" y="11004"/>
                    <a:pt x="39365" y="10816"/>
                    <a:pt x="39382" y="10629"/>
                  </a:cubicBezTo>
                  <a:cubicBezTo>
                    <a:pt x="39391" y="10618"/>
                    <a:pt x="39398" y="10613"/>
                    <a:pt x="39402" y="10613"/>
                  </a:cubicBezTo>
                  <a:cubicBezTo>
                    <a:pt x="39435" y="10613"/>
                    <a:pt x="39389" y="10834"/>
                    <a:pt x="39434" y="10834"/>
                  </a:cubicBezTo>
                  <a:cubicBezTo>
                    <a:pt x="39468" y="10543"/>
                    <a:pt x="39365" y="10253"/>
                    <a:pt x="39434" y="9996"/>
                  </a:cubicBezTo>
                  <a:lnTo>
                    <a:pt x="39434" y="9996"/>
                  </a:lnTo>
                  <a:lnTo>
                    <a:pt x="39434" y="10423"/>
                  </a:lnTo>
                  <a:cubicBezTo>
                    <a:pt x="39502" y="10253"/>
                    <a:pt x="39536" y="10082"/>
                    <a:pt x="39536" y="9894"/>
                  </a:cubicBezTo>
                  <a:lnTo>
                    <a:pt x="39536" y="9911"/>
                  </a:lnTo>
                  <a:lnTo>
                    <a:pt x="39587" y="9552"/>
                  </a:lnTo>
                  <a:cubicBezTo>
                    <a:pt x="39434" y="9176"/>
                    <a:pt x="39587" y="8817"/>
                    <a:pt x="39519" y="8322"/>
                  </a:cubicBezTo>
                  <a:lnTo>
                    <a:pt x="39519" y="8322"/>
                  </a:lnTo>
                  <a:cubicBezTo>
                    <a:pt x="39545" y="8502"/>
                    <a:pt x="39558" y="8556"/>
                    <a:pt x="39569" y="8556"/>
                  </a:cubicBezTo>
                  <a:cubicBezTo>
                    <a:pt x="39585" y="8556"/>
                    <a:pt x="39594" y="8437"/>
                    <a:pt x="39627" y="8437"/>
                  </a:cubicBezTo>
                  <a:cubicBezTo>
                    <a:pt x="39631" y="8437"/>
                    <a:pt x="39634" y="8438"/>
                    <a:pt x="39639" y="8442"/>
                  </a:cubicBezTo>
                  <a:cubicBezTo>
                    <a:pt x="39653" y="8325"/>
                    <a:pt x="39680" y="8171"/>
                    <a:pt x="39698" y="8171"/>
                  </a:cubicBezTo>
                  <a:cubicBezTo>
                    <a:pt x="39702" y="8171"/>
                    <a:pt x="39704" y="8175"/>
                    <a:pt x="39707" y="8185"/>
                  </a:cubicBezTo>
                  <a:cubicBezTo>
                    <a:pt x="39673" y="7946"/>
                    <a:pt x="39775" y="7792"/>
                    <a:pt x="39707" y="7468"/>
                  </a:cubicBezTo>
                  <a:cubicBezTo>
                    <a:pt x="39738" y="7452"/>
                    <a:pt x="39727" y="7255"/>
                    <a:pt x="39762" y="7255"/>
                  </a:cubicBezTo>
                  <a:cubicBezTo>
                    <a:pt x="39766" y="7255"/>
                    <a:pt x="39770" y="7258"/>
                    <a:pt x="39775" y="7263"/>
                  </a:cubicBezTo>
                  <a:cubicBezTo>
                    <a:pt x="39775" y="7187"/>
                    <a:pt x="39773" y="7159"/>
                    <a:pt x="39769" y="7159"/>
                  </a:cubicBezTo>
                  <a:cubicBezTo>
                    <a:pt x="39758" y="7159"/>
                    <a:pt x="39738" y="7331"/>
                    <a:pt x="39725" y="7331"/>
                  </a:cubicBezTo>
                  <a:cubicBezTo>
                    <a:pt x="39725" y="7331"/>
                    <a:pt x="39724" y="7331"/>
                    <a:pt x="39724" y="7331"/>
                  </a:cubicBezTo>
                  <a:cubicBezTo>
                    <a:pt x="39656" y="6870"/>
                    <a:pt x="39861" y="6237"/>
                    <a:pt x="39758" y="5571"/>
                  </a:cubicBezTo>
                  <a:cubicBezTo>
                    <a:pt x="39741" y="5024"/>
                    <a:pt x="39673" y="4905"/>
                    <a:pt x="39639" y="4460"/>
                  </a:cubicBezTo>
                  <a:lnTo>
                    <a:pt x="39639" y="4324"/>
                  </a:lnTo>
                  <a:cubicBezTo>
                    <a:pt x="39644" y="4308"/>
                    <a:pt x="39649" y="4301"/>
                    <a:pt x="39655" y="4301"/>
                  </a:cubicBezTo>
                  <a:cubicBezTo>
                    <a:pt x="39683" y="4301"/>
                    <a:pt x="39707" y="4495"/>
                    <a:pt x="39707" y="4495"/>
                  </a:cubicBezTo>
                  <a:cubicBezTo>
                    <a:pt x="39741" y="4238"/>
                    <a:pt x="39741" y="3982"/>
                    <a:pt x="39724" y="3709"/>
                  </a:cubicBezTo>
                  <a:lnTo>
                    <a:pt x="39724" y="3709"/>
                  </a:lnTo>
                  <a:cubicBezTo>
                    <a:pt x="39729" y="3728"/>
                    <a:pt x="39734" y="3737"/>
                    <a:pt x="39739" y="3737"/>
                  </a:cubicBezTo>
                  <a:cubicBezTo>
                    <a:pt x="39752" y="3737"/>
                    <a:pt x="39768" y="3684"/>
                    <a:pt x="39792" y="3623"/>
                  </a:cubicBezTo>
                  <a:cubicBezTo>
                    <a:pt x="39792" y="3418"/>
                    <a:pt x="39707" y="3487"/>
                    <a:pt x="39741" y="3196"/>
                  </a:cubicBezTo>
                  <a:lnTo>
                    <a:pt x="39741" y="3196"/>
                  </a:lnTo>
                  <a:cubicBezTo>
                    <a:pt x="39775" y="3264"/>
                    <a:pt x="39809" y="3333"/>
                    <a:pt x="39827" y="3418"/>
                  </a:cubicBezTo>
                  <a:cubicBezTo>
                    <a:pt x="39809" y="3162"/>
                    <a:pt x="39775" y="2906"/>
                    <a:pt x="39741" y="2632"/>
                  </a:cubicBezTo>
                  <a:cubicBezTo>
                    <a:pt x="39748" y="2623"/>
                    <a:pt x="39754" y="2619"/>
                    <a:pt x="39759" y="2619"/>
                  </a:cubicBezTo>
                  <a:cubicBezTo>
                    <a:pt x="39797" y="2619"/>
                    <a:pt x="39812" y="2799"/>
                    <a:pt x="39827" y="2888"/>
                  </a:cubicBezTo>
                  <a:cubicBezTo>
                    <a:pt x="39809" y="2581"/>
                    <a:pt x="39792" y="2103"/>
                    <a:pt x="39741" y="2017"/>
                  </a:cubicBezTo>
                  <a:lnTo>
                    <a:pt x="39725" y="2147"/>
                  </a:lnTo>
                  <a:lnTo>
                    <a:pt x="39725" y="2147"/>
                  </a:lnTo>
                  <a:cubicBezTo>
                    <a:pt x="39726" y="2143"/>
                    <a:pt x="39729" y="2140"/>
                    <a:pt x="39733" y="2140"/>
                  </a:cubicBezTo>
                  <a:cubicBezTo>
                    <a:pt x="39748" y="2140"/>
                    <a:pt x="39775" y="2172"/>
                    <a:pt x="39775" y="2222"/>
                  </a:cubicBezTo>
                  <a:cubicBezTo>
                    <a:pt x="39827" y="2496"/>
                    <a:pt x="39758" y="2598"/>
                    <a:pt x="39741" y="2615"/>
                  </a:cubicBezTo>
                  <a:lnTo>
                    <a:pt x="39724" y="2427"/>
                  </a:lnTo>
                  <a:lnTo>
                    <a:pt x="39724" y="2427"/>
                  </a:lnTo>
                  <a:cubicBezTo>
                    <a:pt x="39587" y="2615"/>
                    <a:pt x="39741" y="3196"/>
                    <a:pt x="39724" y="3572"/>
                  </a:cubicBezTo>
                  <a:lnTo>
                    <a:pt x="39639" y="3452"/>
                  </a:lnTo>
                  <a:lnTo>
                    <a:pt x="39639" y="1590"/>
                  </a:lnTo>
                  <a:cubicBezTo>
                    <a:pt x="39280" y="1556"/>
                    <a:pt x="38921" y="1522"/>
                    <a:pt x="38579" y="1470"/>
                  </a:cubicBezTo>
                  <a:lnTo>
                    <a:pt x="38528" y="1470"/>
                  </a:lnTo>
                  <a:cubicBezTo>
                    <a:pt x="38562" y="1453"/>
                    <a:pt x="38579" y="1419"/>
                    <a:pt x="38596" y="1368"/>
                  </a:cubicBezTo>
                  <a:cubicBezTo>
                    <a:pt x="38631" y="1385"/>
                    <a:pt x="38665" y="1402"/>
                    <a:pt x="38716" y="1402"/>
                  </a:cubicBezTo>
                  <a:lnTo>
                    <a:pt x="38818" y="1334"/>
                  </a:lnTo>
                  <a:lnTo>
                    <a:pt x="38596" y="1334"/>
                  </a:lnTo>
                  <a:cubicBezTo>
                    <a:pt x="38562" y="1282"/>
                    <a:pt x="38460" y="1231"/>
                    <a:pt x="38186" y="1146"/>
                  </a:cubicBezTo>
                  <a:lnTo>
                    <a:pt x="37759" y="1146"/>
                  </a:lnTo>
                  <a:lnTo>
                    <a:pt x="37640" y="1077"/>
                  </a:lnTo>
                  <a:lnTo>
                    <a:pt x="37998" y="1129"/>
                  </a:lnTo>
                  <a:cubicBezTo>
                    <a:pt x="37883" y="1090"/>
                    <a:pt x="37758" y="1071"/>
                    <a:pt x="37638" y="1071"/>
                  </a:cubicBezTo>
                  <a:cubicBezTo>
                    <a:pt x="37598" y="1071"/>
                    <a:pt x="37558" y="1073"/>
                    <a:pt x="37520" y="1077"/>
                  </a:cubicBezTo>
                  <a:cubicBezTo>
                    <a:pt x="37469" y="1043"/>
                    <a:pt x="37417" y="1009"/>
                    <a:pt x="37349" y="992"/>
                  </a:cubicBezTo>
                  <a:lnTo>
                    <a:pt x="36922" y="1026"/>
                  </a:lnTo>
                  <a:cubicBezTo>
                    <a:pt x="36888" y="975"/>
                    <a:pt x="37127" y="975"/>
                    <a:pt x="36854" y="907"/>
                  </a:cubicBezTo>
                  <a:cubicBezTo>
                    <a:pt x="36662" y="907"/>
                    <a:pt x="36977" y="1011"/>
                    <a:pt x="36756" y="1011"/>
                  </a:cubicBezTo>
                  <a:cubicBezTo>
                    <a:pt x="36740" y="1011"/>
                    <a:pt x="36721" y="1010"/>
                    <a:pt x="36700" y="1009"/>
                  </a:cubicBezTo>
                  <a:cubicBezTo>
                    <a:pt x="36512" y="924"/>
                    <a:pt x="36580" y="889"/>
                    <a:pt x="36324" y="889"/>
                  </a:cubicBezTo>
                  <a:cubicBezTo>
                    <a:pt x="36311" y="864"/>
                    <a:pt x="36336" y="849"/>
                    <a:pt x="36390" y="849"/>
                  </a:cubicBezTo>
                  <a:cubicBezTo>
                    <a:pt x="36402" y="849"/>
                    <a:pt x="36415" y="849"/>
                    <a:pt x="36431" y="851"/>
                  </a:cubicBezTo>
                  <a:lnTo>
                    <a:pt x="36431" y="851"/>
                  </a:lnTo>
                  <a:cubicBezTo>
                    <a:pt x="36203" y="820"/>
                    <a:pt x="35990" y="804"/>
                    <a:pt x="35777" y="804"/>
                  </a:cubicBezTo>
                  <a:cubicBezTo>
                    <a:pt x="35572" y="701"/>
                    <a:pt x="35060" y="701"/>
                    <a:pt x="35094" y="582"/>
                  </a:cubicBezTo>
                  <a:lnTo>
                    <a:pt x="35094" y="582"/>
                  </a:lnTo>
                  <a:cubicBezTo>
                    <a:pt x="35000" y="590"/>
                    <a:pt x="34906" y="595"/>
                    <a:pt x="34810" y="595"/>
                  </a:cubicBezTo>
                  <a:cubicBezTo>
                    <a:pt x="34714" y="595"/>
                    <a:pt x="34615" y="590"/>
                    <a:pt x="34513" y="582"/>
                  </a:cubicBezTo>
                  <a:cubicBezTo>
                    <a:pt x="34889" y="514"/>
                    <a:pt x="33795" y="479"/>
                    <a:pt x="33898" y="377"/>
                  </a:cubicBezTo>
                  <a:lnTo>
                    <a:pt x="33898" y="377"/>
                  </a:lnTo>
                  <a:cubicBezTo>
                    <a:pt x="33822" y="396"/>
                    <a:pt x="33714" y="402"/>
                    <a:pt x="33587" y="402"/>
                  </a:cubicBezTo>
                  <a:cubicBezTo>
                    <a:pt x="33381" y="402"/>
                    <a:pt x="33126" y="386"/>
                    <a:pt x="32879" y="386"/>
                  </a:cubicBezTo>
                  <a:cubicBezTo>
                    <a:pt x="32727" y="386"/>
                    <a:pt x="32578" y="392"/>
                    <a:pt x="32445" y="411"/>
                  </a:cubicBezTo>
                  <a:cubicBezTo>
                    <a:pt x="32459" y="404"/>
                    <a:pt x="32473" y="397"/>
                    <a:pt x="32488" y="392"/>
                  </a:cubicBezTo>
                  <a:lnTo>
                    <a:pt x="32488" y="392"/>
                  </a:lnTo>
                  <a:cubicBezTo>
                    <a:pt x="32512" y="393"/>
                    <a:pt x="32537" y="394"/>
                    <a:pt x="32565" y="394"/>
                  </a:cubicBezTo>
                  <a:cubicBezTo>
                    <a:pt x="32550" y="389"/>
                    <a:pt x="32536" y="387"/>
                    <a:pt x="32524" y="387"/>
                  </a:cubicBezTo>
                  <a:cubicBezTo>
                    <a:pt x="32511" y="387"/>
                    <a:pt x="32499" y="389"/>
                    <a:pt x="32488" y="392"/>
                  </a:cubicBezTo>
                  <a:lnTo>
                    <a:pt x="32488" y="392"/>
                  </a:lnTo>
                  <a:cubicBezTo>
                    <a:pt x="32277" y="384"/>
                    <a:pt x="32204" y="341"/>
                    <a:pt x="32035" y="326"/>
                  </a:cubicBezTo>
                  <a:cubicBezTo>
                    <a:pt x="32018" y="411"/>
                    <a:pt x="31591" y="462"/>
                    <a:pt x="31369" y="548"/>
                  </a:cubicBezTo>
                  <a:cubicBezTo>
                    <a:pt x="31044" y="479"/>
                    <a:pt x="31557" y="411"/>
                    <a:pt x="31454" y="326"/>
                  </a:cubicBezTo>
                  <a:lnTo>
                    <a:pt x="31454" y="326"/>
                  </a:lnTo>
                  <a:cubicBezTo>
                    <a:pt x="31471" y="394"/>
                    <a:pt x="30890" y="462"/>
                    <a:pt x="31010" y="514"/>
                  </a:cubicBezTo>
                  <a:cubicBezTo>
                    <a:pt x="30754" y="496"/>
                    <a:pt x="30788" y="514"/>
                    <a:pt x="30651" y="462"/>
                  </a:cubicBezTo>
                  <a:cubicBezTo>
                    <a:pt x="30634" y="582"/>
                    <a:pt x="30429" y="514"/>
                    <a:pt x="30224" y="633"/>
                  </a:cubicBezTo>
                  <a:cubicBezTo>
                    <a:pt x="29985" y="633"/>
                    <a:pt x="30019" y="588"/>
                    <a:pt x="29952" y="588"/>
                  </a:cubicBezTo>
                  <a:cubicBezTo>
                    <a:pt x="29918" y="588"/>
                    <a:pt x="29860" y="599"/>
                    <a:pt x="29729" y="633"/>
                  </a:cubicBezTo>
                  <a:cubicBezTo>
                    <a:pt x="29541" y="633"/>
                    <a:pt x="29882" y="531"/>
                    <a:pt x="29882" y="531"/>
                  </a:cubicBezTo>
                  <a:lnTo>
                    <a:pt x="29882" y="531"/>
                  </a:lnTo>
                  <a:cubicBezTo>
                    <a:pt x="29489" y="599"/>
                    <a:pt x="29712" y="650"/>
                    <a:pt x="29643" y="719"/>
                  </a:cubicBezTo>
                  <a:cubicBezTo>
                    <a:pt x="29517" y="747"/>
                    <a:pt x="29442" y="757"/>
                    <a:pt x="29397" y="757"/>
                  </a:cubicBezTo>
                  <a:cubicBezTo>
                    <a:pt x="29275" y="757"/>
                    <a:pt x="29362" y="684"/>
                    <a:pt x="29250" y="684"/>
                  </a:cubicBezTo>
                  <a:cubicBezTo>
                    <a:pt x="29011" y="753"/>
                    <a:pt x="28772" y="838"/>
                    <a:pt x="28533" y="889"/>
                  </a:cubicBezTo>
                  <a:cubicBezTo>
                    <a:pt x="28516" y="889"/>
                    <a:pt x="28464" y="889"/>
                    <a:pt x="28516" y="855"/>
                  </a:cubicBezTo>
                  <a:lnTo>
                    <a:pt x="28516" y="855"/>
                  </a:lnTo>
                  <a:cubicBezTo>
                    <a:pt x="28225" y="975"/>
                    <a:pt x="27610" y="958"/>
                    <a:pt x="27251" y="1043"/>
                  </a:cubicBezTo>
                  <a:cubicBezTo>
                    <a:pt x="27247" y="1043"/>
                    <a:pt x="27242" y="1043"/>
                    <a:pt x="27238" y="1043"/>
                  </a:cubicBezTo>
                  <a:lnTo>
                    <a:pt x="27238" y="1043"/>
                  </a:lnTo>
                  <a:cubicBezTo>
                    <a:pt x="27273" y="1076"/>
                    <a:pt x="27283" y="1117"/>
                    <a:pt x="27268" y="1146"/>
                  </a:cubicBezTo>
                  <a:cubicBezTo>
                    <a:pt x="27154" y="1146"/>
                    <a:pt x="27048" y="1168"/>
                    <a:pt x="26970" y="1168"/>
                  </a:cubicBezTo>
                  <a:cubicBezTo>
                    <a:pt x="26930" y="1168"/>
                    <a:pt x="26898" y="1163"/>
                    <a:pt x="26875" y="1146"/>
                  </a:cubicBezTo>
                  <a:cubicBezTo>
                    <a:pt x="26926" y="1146"/>
                    <a:pt x="26978" y="1129"/>
                    <a:pt x="27046" y="1112"/>
                  </a:cubicBezTo>
                  <a:lnTo>
                    <a:pt x="27046" y="1112"/>
                  </a:lnTo>
                  <a:lnTo>
                    <a:pt x="26858" y="1129"/>
                  </a:lnTo>
                  <a:cubicBezTo>
                    <a:pt x="26687" y="1043"/>
                    <a:pt x="27114" y="1112"/>
                    <a:pt x="27114" y="1043"/>
                  </a:cubicBezTo>
                  <a:lnTo>
                    <a:pt x="27114" y="1043"/>
                  </a:lnTo>
                  <a:cubicBezTo>
                    <a:pt x="26887" y="1076"/>
                    <a:pt x="26659" y="1088"/>
                    <a:pt x="26432" y="1088"/>
                  </a:cubicBezTo>
                  <a:cubicBezTo>
                    <a:pt x="26301" y="1088"/>
                    <a:pt x="26169" y="1084"/>
                    <a:pt x="26038" y="1077"/>
                  </a:cubicBezTo>
                  <a:cubicBezTo>
                    <a:pt x="26012" y="1035"/>
                    <a:pt x="26175" y="1035"/>
                    <a:pt x="26299" y="1035"/>
                  </a:cubicBezTo>
                  <a:cubicBezTo>
                    <a:pt x="26422" y="1035"/>
                    <a:pt x="26508" y="1035"/>
                    <a:pt x="26328" y="992"/>
                  </a:cubicBezTo>
                  <a:lnTo>
                    <a:pt x="26328" y="992"/>
                  </a:lnTo>
                  <a:cubicBezTo>
                    <a:pt x="26465" y="1009"/>
                    <a:pt x="26602" y="1026"/>
                    <a:pt x="26756" y="1043"/>
                  </a:cubicBezTo>
                  <a:cubicBezTo>
                    <a:pt x="26626" y="989"/>
                    <a:pt x="26641" y="980"/>
                    <a:pt x="26687" y="980"/>
                  </a:cubicBezTo>
                  <a:cubicBezTo>
                    <a:pt x="26707" y="980"/>
                    <a:pt x="26732" y="982"/>
                    <a:pt x="26755" y="982"/>
                  </a:cubicBezTo>
                  <a:cubicBezTo>
                    <a:pt x="26810" y="982"/>
                    <a:pt x="26846" y="972"/>
                    <a:pt x="26721" y="907"/>
                  </a:cubicBezTo>
                  <a:cubicBezTo>
                    <a:pt x="26158" y="872"/>
                    <a:pt x="26089" y="924"/>
                    <a:pt x="25525" y="838"/>
                  </a:cubicBezTo>
                  <a:lnTo>
                    <a:pt x="25525" y="838"/>
                  </a:lnTo>
                  <a:cubicBezTo>
                    <a:pt x="25406" y="872"/>
                    <a:pt x="25560" y="907"/>
                    <a:pt x="25440" y="941"/>
                  </a:cubicBezTo>
                  <a:cubicBezTo>
                    <a:pt x="24646" y="924"/>
                    <a:pt x="24829" y="684"/>
                    <a:pt x="24284" y="684"/>
                  </a:cubicBezTo>
                  <a:cubicBezTo>
                    <a:pt x="24266" y="684"/>
                    <a:pt x="24247" y="684"/>
                    <a:pt x="24227" y="684"/>
                  </a:cubicBezTo>
                  <a:cubicBezTo>
                    <a:pt x="24124" y="727"/>
                    <a:pt x="24018" y="748"/>
                    <a:pt x="23911" y="748"/>
                  </a:cubicBezTo>
                  <a:cubicBezTo>
                    <a:pt x="23804" y="748"/>
                    <a:pt x="23697" y="727"/>
                    <a:pt x="23595" y="684"/>
                  </a:cubicBezTo>
                  <a:lnTo>
                    <a:pt x="23748" y="616"/>
                  </a:lnTo>
                  <a:cubicBezTo>
                    <a:pt x="23626" y="597"/>
                    <a:pt x="23543" y="591"/>
                    <a:pt x="23480" y="591"/>
                  </a:cubicBezTo>
                  <a:cubicBezTo>
                    <a:pt x="23357" y="591"/>
                    <a:pt x="23315" y="615"/>
                    <a:pt x="23224" y="615"/>
                  </a:cubicBezTo>
                  <a:cubicBezTo>
                    <a:pt x="23153" y="615"/>
                    <a:pt x="23052" y="600"/>
                    <a:pt x="22860" y="548"/>
                  </a:cubicBezTo>
                  <a:cubicBezTo>
                    <a:pt x="22875" y="545"/>
                    <a:pt x="22895" y="544"/>
                    <a:pt x="22917" y="544"/>
                  </a:cubicBezTo>
                  <a:cubicBezTo>
                    <a:pt x="23026" y="544"/>
                    <a:pt x="23200" y="568"/>
                    <a:pt x="23215" y="568"/>
                  </a:cubicBezTo>
                  <a:cubicBezTo>
                    <a:pt x="23218" y="568"/>
                    <a:pt x="23214" y="567"/>
                    <a:pt x="23202" y="565"/>
                  </a:cubicBezTo>
                  <a:cubicBezTo>
                    <a:pt x="23085" y="526"/>
                    <a:pt x="23017" y="514"/>
                    <a:pt x="22969" y="514"/>
                  </a:cubicBezTo>
                  <a:cubicBezTo>
                    <a:pt x="22894" y="514"/>
                    <a:pt x="22865" y="543"/>
                    <a:pt x="22774" y="543"/>
                  </a:cubicBezTo>
                  <a:cubicBezTo>
                    <a:pt x="22743" y="543"/>
                    <a:pt x="22705" y="539"/>
                    <a:pt x="22655" y="531"/>
                  </a:cubicBezTo>
                  <a:lnTo>
                    <a:pt x="22604" y="445"/>
                  </a:lnTo>
                  <a:cubicBezTo>
                    <a:pt x="22141" y="395"/>
                    <a:pt x="21669" y="363"/>
                    <a:pt x="21201" y="363"/>
                  </a:cubicBezTo>
                  <a:cubicBezTo>
                    <a:pt x="21030" y="363"/>
                    <a:pt x="20859" y="368"/>
                    <a:pt x="20690" y="377"/>
                  </a:cubicBezTo>
                  <a:cubicBezTo>
                    <a:pt x="20724" y="360"/>
                    <a:pt x="20827" y="326"/>
                    <a:pt x="20690" y="308"/>
                  </a:cubicBezTo>
                  <a:lnTo>
                    <a:pt x="18110" y="377"/>
                  </a:lnTo>
                  <a:lnTo>
                    <a:pt x="17820" y="479"/>
                  </a:lnTo>
                  <a:cubicBezTo>
                    <a:pt x="17734" y="479"/>
                    <a:pt x="17683" y="462"/>
                    <a:pt x="17751" y="445"/>
                  </a:cubicBezTo>
                  <a:cubicBezTo>
                    <a:pt x="17444" y="445"/>
                    <a:pt x="17734" y="479"/>
                    <a:pt x="17597" y="531"/>
                  </a:cubicBezTo>
                  <a:cubicBezTo>
                    <a:pt x="17562" y="539"/>
                    <a:pt x="17530" y="542"/>
                    <a:pt x="17503" y="542"/>
                  </a:cubicBezTo>
                  <a:cubicBezTo>
                    <a:pt x="17414" y="542"/>
                    <a:pt x="17382" y="506"/>
                    <a:pt x="17461" y="479"/>
                  </a:cubicBezTo>
                  <a:lnTo>
                    <a:pt x="17461" y="479"/>
                  </a:lnTo>
                  <a:cubicBezTo>
                    <a:pt x="16777" y="633"/>
                    <a:pt x="16077" y="719"/>
                    <a:pt x="15359" y="736"/>
                  </a:cubicBezTo>
                  <a:lnTo>
                    <a:pt x="15479" y="701"/>
                  </a:lnTo>
                  <a:cubicBezTo>
                    <a:pt x="15088" y="701"/>
                    <a:pt x="15001" y="847"/>
                    <a:pt x="14707" y="847"/>
                  </a:cubicBezTo>
                  <a:cubicBezTo>
                    <a:pt x="14666" y="847"/>
                    <a:pt x="14622" y="844"/>
                    <a:pt x="14573" y="838"/>
                  </a:cubicBezTo>
                  <a:lnTo>
                    <a:pt x="14641" y="821"/>
                  </a:lnTo>
                  <a:lnTo>
                    <a:pt x="14641" y="821"/>
                  </a:lnTo>
                  <a:cubicBezTo>
                    <a:pt x="14346" y="826"/>
                    <a:pt x="14042" y="833"/>
                    <a:pt x="13740" y="833"/>
                  </a:cubicBezTo>
                  <a:cubicBezTo>
                    <a:pt x="13064" y="833"/>
                    <a:pt x="12404" y="799"/>
                    <a:pt x="11908" y="633"/>
                  </a:cubicBezTo>
                  <a:cubicBezTo>
                    <a:pt x="11885" y="646"/>
                    <a:pt x="11848" y="651"/>
                    <a:pt x="11801" y="651"/>
                  </a:cubicBezTo>
                  <a:cubicBezTo>
                    <a:pt x="11604" y="651"/>
                    <a:pt x="11233" y="558"/>
                    <a:pt x="11025" y="558"/>
                  </a:cubicBezTo>
                  <a:cubicBezTo>
                    <a:pt x="10953" y="558"/>
                    <a:pt x="10901" y="569"/>
                    <a:pt x="10883" y="599"/>
                  </a:cubicBezTo>
                  <a:cubicBezTo>
                    <a:pt x="10507" y="462"/>
                    <a:pt x="10131" y="377"/>
                    <a:pt x="9738" y="291"/>
                  </a:cubicBezTo>
                  <a:cubicBezTo>
                    <a:pt x="9703" y="286"/>
                    <a:pt x="9671" y="283"/>
                    <a:pt x="9640" y="283"/>
                  </a:cubicBezTo>
                  <a:cubicBezTo>
                    <a:pt x="9505" y="283"/>
                    <a:pt x="9397" y="328"/>
                    <a:pt x="9225" y="328"/>
                  </a:cubicBezTo>
                  <a:cubicBezTo>
                    <a:pt x="9203" y="328"/>
                    <a:pt x="9181" y="327"/>
                    <a:pt x="9157" y="326"/>
                  </a:cubicBezTo>
                  <a:lnTo>
                    <a:pt x="9157" y="257"/>
                  </a:lnTo>
                  <a:lnTo>
                    <a:pt x="8798" y="291"/>
                  </a:lnTo>
                  <a:lnTo>
                    <a:pt x="8627" y="189"/>
                  </a:lnTo>
                  <a:lnTo>
                    <a:pt x="8388" y="189"/>
                  </a:lnTo>
                  <a:cubicBezTo>
                    <a:pt x="8473" y="206"/>
                    <a:pt x="8593" y="240"/>
                    <a:pt x="8576" y="257"/>
                  </a:cubicBezTo>
                  <a:cubicBezTo>
                    <a:pt x="8251" y="257"/>
                    <a:pt x="7944" y="189"/>
                    <a:pt x="7636" y="86"/>
                  </a:cubicBezTo>
                  <a:cubicBezTo>
                    <a:pt x="7346" y="86"/>
                    <a:pt x="7038" y="86"/>
                    <a:pt x="6731" y="103"/>
                  </a:cubicBezTo>
                  <a:cubicBezTo>
                    <a:pt x="6744" y="90"/>
                    <a:pt x="6802" y="76"/>
                    <a:pt x="6877" y="71"/>
                  </a:cubicBezTo>
                  <a:lnTo>
                    <a:pt x="6877" y="71"/>
                  </a:lnTo>
                  <a:cubicBezTo>
                    <a:pt x="6874" y="71"/>
                    <a:pt x="6873" y="71"/>
                    <a:pt x="6871" y="71"/>
                  </a:cubicBezTo>
                  <a:cubicBezTo>
                    <a:pt x="6688" y="71"/>
                    <a:pt x="6825" y="11"/>
                    <a:pt x="6645" y="11"/>
                  </a:cubicBezTo>
                  <a:cubicBezTo>
                    <a:pt x="6612" y="11"/>
                    <a:pt x="6568" y="13"/>
                    <a:pt x="6508" y="18"/>
                  </a:cubicBezTo>
                  <a:cubicBezTo>
                    <a:pt x="6560" y="52"/>
                    <a:pt x="6474" y="69"/>
                    <a:pt x="6457" y="86"/>
                  </a:cubicBezTo>
                  <a:cubicBezTo>
                    <a:pt x="6225" y="53"/>
                    <a:pt x="5994" y="34"/>
                    <a:pt x="5757" y="34"/>
                  </a:cubicBezTo>
                  <a:cubicBezTo>
                    <a:pt x="5628" y="34"/>
                    <a:pt x="5497" y="40"/>
                    <a:pt x="5364" y="52"/>
                  </a:cubicBezTo>
                  <a:lnTo>
                    <a:pt x="5432" y="1"/>
                  </a:lnTo>
                  <a:close/>
                </a:path>
              </a:pathLst>
            </a:custGeom>
            <a:solidFill>
              <a:schemeClr val="accent5"/>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542283">
              <a:off x="7295490" y="4456349"/>
              <a:ext cx="2071279" cy="555861"/>
            </a:xfrm>
            <a:custGeom>
              <a:avLst/>
              <a:gdLst/>
              <a:ahLst/>
              <a:cxnLst/>
              <a:rect l="l" t="t" r="r" b="b"/>
              <a:pathLst>
                <a:path w="35541" h="9538" extrusionOk="0">
                  <a:moveTo>
                    <a:pt x="462" y="0"/>
                  </a:moveTo>
                  <a:cubicBezTo>
                    <a:pt x="155" y="0"/>
                    <a:pt x="1" y="376"/>
                    <a:pt x="223" y="581"/>
                  </a:cubicBezTo>
                  <a:cubicBezTo>
                    <a:pt x="290" y="654"/>
                    <a:pt x="375" y="686"/>
                    <a:pt x="460" y="686"/>
                  </a:cubicBezTo>
                  <a:cubicBezTo>
                    <a:pt x="634" y="686"/>
                    <a:pt x="804" y="549"/>
                    <a:pt x="804" y="342"/>
                  </a:cubicBezTo>
                  <a:cubicBezTo>
                    <a:pt x="804" y="154"/>
                    <a:pt x="650" y="0"/>
                    <a:pt x="462" y="0"/>
                  </a:cubicBezTo>
                  <a:close/>
                  <a:moveTo>
                    <a:pt x="4324" y="0"/>
                  </a:moveTo>
                  <a:cubicBezTo>
                    <a:pt x="4016" y="0"/>
                    <a:pt x="3862" y="376"/>
                    <a:pt x="4085" y="581"/>
                  </a:cubicBezTo>
                  <a:cubicBezTo>
                    <a:pt x="4152" y="654"/>
                    <a:pt x="4237" y="686"/>
                    <a:pt x="4321" y="686"/>
                  </a:cubicBezTo>
                  <a:cubicBezTo>
                    <a:pt x="4495" y="686"/>
                    <a:pt x="4666" y="549"/>
                    <a:pt x="4666" y="342"/>
                  </a:cubicBezTo>
                  <a:cubicBezTo>
                    <a:pt x="4666" y="154"/>
                    <a:pt x="4512" y="0"/>
                    <a:pt x="4324" y="0"/>
                  </a:cubicBezTo>
                  <a:close/>
                  <a:moveTo>
                    <a:pt x="8185" y="0"/>
                  </a:moveTo>
                  <a:cubicBezTo>
                    <a:pt x="7878" y="0"/>
                    <a:pt x="7724" y="376"/>
                    <a:pt x="7946" y="581"/>
                  </a:cubicBezTo>
                  <a:cubicBezTo>
                    <a:pt x="8013" y="654"/>
                    <a:pt x="8098" y="686"/>
                    <a:pt x="8183" y="686"/>
                  </a:cubicBezTo>
                  <a:cubicBezTo>
                    <a:pt x="8357" y="686"/>
                    <a:pt x="8527" y="549"/>
                    <a:pt x="8527" y="342"/>
                  </a:cubicBezTo>
                  <a:cubicBezTo>
                    <a:pt x="8527" y="154"/>
                    <a:pt x="8373" y="0"/>
                    <a:pt x="8185" y="0"/>
                  </a:cubicBezTo>
                  <a:close/>
                  <a:moveTo>
                    <a:pt x="12047" y="0"/>
                  </a:moveTo>
                  <a:cubicBezTo>
                    <a:pt x="11739" y="0"/>
                    <a:pt x="11585" y="376"/>
                    <a:pt x="11790" y="581"/>
                  </a:cubicBezTo>
                  <a:cubicBezTo>
                    <a:pt x="11863" y="654"/>
                    <a:pt x="11952" y="686"/>
                    <a:pt x="12039" y="686"/>
                  </a:cubicBezTo>
                  <a:cubicBezTo>
                    <a:pt x="12218" y="686"/>
                    <a:pt x="12388" y="549"/>
                    <a:pt x="12388" y="342"/>
                  </a:cubicBezTo>
                  <a:cubicBezTo>
                    <a:pt x="12388" y="154"/>
                    <a:pt x="12235" y="0"/>
                    <a:pt x="12047" y="0"/>
                  </a:cubicBezTo>
                  <a:close/>
                  <a:moveTo>
                    <a:pt x="15891" y="0"/>
                  </a:moveTo>
                  <a:cubicBezTo>
                    <a:pt x="15601" y="0"/>
                    <a:pt x="15447" y="376"/>
                    <a:pt x="15652" y="581"/>
                  </a:cubicBezTo>
                  <a:cubicBezTo>
                    <a:pt x="15725" y="654"/>
                    <a:pt x="15814" y="686"/>
                    <a:pt x="15901" y="686"/>
                  </a:cubicBezTo>
                  <a:cubicBezTo>
                    <a:pt x="16080" y="686"/>
                    <a:pt x="16250" y="549"/>
                    <a:pt x="16250" y="342"/>
                  </a:cubicBezTo>
                  <a:cubicBezTo>
                    <a:pt x="16250" y="154"/>
                    <a:pt x="16096" y="0"/>
                    <a:pt x="15891" y="0"/>
                  </a:cubicBezTo>
                  <a:close/>
                  <a:moveTo>
                    <a:pt x="19753" y="0"/>
                  </a:moveTo>
                  <a:cubicBezTo>
                    <a:pt x="19445" y="0"/>
                    <a:pt x="19291" y="376"/>
                    <a:pt x="19513" y="581"/>
                  </a:cubicBezTo>
                  <a:cubicBezTo>
                    <a:pt x="19586" y="654"/>
                    <a:pt x="19673" y="686"/>
                    <a:pt x="19758" y="686"/>
                  </a:cubicBezTo>
                  <a:cubicBezTo>
                    <a:pt x="19932" y="686"/>
                    <a:pt x="20094" y="549"/>
                    <a:pt x="20094" y="342"/>
                  </a:cubicBezTo>
                  <a:cubicBezTo>
                    <a:pt x="20111" y="154"/>
                    <a:pt x="19941" y="0"/>
                    <a:pt x="19753" y="0"/>
                  </a:cubicBezTo>
                  <a:close/>
                  <a:moveTo>
                    <a:pt x="23614" y="0"/>
                  </a:moveTo>
                  <a:cubicBezTo>
                    <a:pt x="23307" y="0"/>
                    <a:pt x="23153" y="376"/>
                    <a:pt x="23375" y="581"/>
                  </a:cubicBezTo>
                  <a:cubicBezTo>
                    <a:pt x="23448" y="654"/>
                    <a:pt x="23535" y="686"/>
                    <a:pt x="23619" y="686"/>
                  </a:cubicBezTo>
                  <a:cubicBezTo>
                    <a:pt x="23793" y="686"/>
                    <a:pt x="23956" y="549"/>
                    <a:pt x="23956" y="342"/>
                  </a:cubicBezTo>
                  <a:cubicBezTo>
                    <a:pt x="23956" y="154"/>
                    <a:pt x="23802" y="0"/>
                    <a:pt x="23614" y="0"/>
                  </a:cubicBezTo>
                  <a:close/>
                  <a:moveTo>
                    <a:pt x="27476" y="0"/>
                  </a:moveTo>
                  <a:cubicBezTo>
                    <a:pt x="27168" y="0"/>
                    <a:pt x="27014" y="376"/>
                    <a:pt x="27236" y="581"/>
                  </a:cubicBezTo>
                  <a:cubicBezTo>
                    <a:pt x="27309" y="654"/>
                    <a:pt x="27396" y="686"/>
                    <a:pt x="27481" y="686"/>
                  </a:cubicBezTo>
                  <a:cubicBezTo>
                    <a:pt x="27655" y="686"/>
                    <a:pt x="27817" y="549"/>
                    <a:pt x="27817" y="342"/>
                  </a:cubicBezTo>
                  <a:cubicBezTo>
                    <a:pt x="27817" y="154"/>
                    <a:pt x="27664" y="0"/>
                    <a:pt x="27493" y="0"/>
                  </a:cubicBezTo>
                  <a:close/>
                  <a:moveTo>
                    <a:pt x="31337" y="0"/>
                  </a:moveTo>
                  <a:cubicBezTo>
                    <a:pt x="31030" y="0"/>
                    <a:pt x="30876" y="376"/>
                    <a:pt x="31098" y="581"/>
                  </a:cubicBezTo>
                  <a:cubicBezTo>
                    <a:pt x="31165" y="654"/>
                    <a:pt x="31250" y="686"/>
                    <a:pt x="31335" y="686"/>
                  </a:cubicBezTo>
                  <a:cubicBezTo>
                    <a:pt x="31509" y="686"/>
                    <a:pt x="31679" y="549"/>
                    <a:pt x="31679" y="342"/>
                  </a:cubicBezTo>
                  <a:cubicBezTo>
                    <a:pt x="31679" y="154"/>
                    <a:pt x="31525" y="0"/>
                    <a:pt x="31337" y="0"/>
                  </a:cubicBezTo>
                  <a:close/>
                  <a:moveTo>
                    <a:pt x="35199" y="0"/>
                  </a:moveTo>
                  <a:cubicBezTo>
                    <a:pt x="34891" y="0"/>
                    <a:pt x="34737" y="376"/>
                    <a:pt x="34959" y="581"/>
                  </a:cubicBezTo>
                  <a:cubicBezTo>
                    <a:pt x="35026" y="654"/>
                    <a:pt x="35112" y="686"/>
                    <a:pt x="35196" y="686"/>
                  </a:cubicBezTo>
                  <a:cubicBezTo>
                    <a:pt x="35370" y="686"/>
                    <a:pt x="35540" y="549"/>
                    <a:pt x="35540" y="342"/>
                  </a:cubicBezTo>
                  <a:cubicBezTo>
                    <a:pt x="35540" y="154"/>
                    <a:pt x="35387" y="0"/>
                    <a:pt x="35199" y="0"/>
                  </a:cubicBezTo>
                  <a:close/>
                  <a:moveTo>
                    <a:pt x="462" y="2956"/>
                  </a:moveTo>
                  <a:cubicBezTo>
                    <a:pt x="155" y="2956"/>
                    <a:pt x="1" y="3315"/>
                    <a:pt x="223" y="3537"/>
                  </a:cubicBezTo>
                  <a:cubicBezTo>
                    <a:pt x="290" y="3610"/>
                    <a:pt x="375" y="3642"/>
                    <a:pt x="460" y="3642"/>
                  </a:cubicBezTo>
                  <a:cubicBezTo>
                    <a:pt x="634" y="3642"/>
                    <a:pt x="804" y="3505"/>
                    <a:pt x="804" y="3298"/>
                  </a:cubicBezTo>
                  <a:cubicBezTo>
                    <a:pt x="804" y="3110"/>
                    <a:pt x="650" y="2956"/>
                    <a:pt x="462" y="2956"/>
                  </a:cubicBezTo>
                  <a:close/>
                  <a:moveTo>
                    <a:pt x="4324" y="2956"/>
                  </a:moveTo>
                  <a:cubicBezTo>
                    <a:pt x="4016" y="2956"/>
                    <a:pt x="3862" y="3315"/>
                    <a:pt x="4085" y="3537"/>
                  </a:cubicBezTo>
                  <a:cubicBezTo>
                    <a:pt x="4152" y="3610"/>
                    <a:pt x="4237" y="3642"/>
                    <a:pt x="4321" y="3642"/>
                  </a:cubicBezTo>
                  <a:cubicBezTo>
                    <a:pt x="4495" y="3642"/>
                    <a:pt x="4666" y="3505"/>
                    <a:pt x="4666" y="3298"/>
                  </a:cubicBezTo>
                  <a:cubicBezTo>
                    <a:pt x="4666" y="3110"/>
                    <a:pt x="4512" y="2956"/>
                    <a:pt x="4324" y="2956"/>
                  </a:cubicBezTo>
                  <a:close/>
                  <a:moveTo>
                    <a:pt x="8185" y="2956"/>
                  </a:moveTo>
                  <a:cubicBezTo>
                    <a:pt x="7878" y="2956"/>
                    <a:pt x="7724" y="3315"/>
                    <a:pt x="7946" y="3537"/>
                  </a:cubicBezTo>
                  <a:cubicBezTo>
                    <a:pt x="8013" y="3610"/>
                    <a:pt x="8098" y="3642"/>
                    <a:pt x="8183" y="3642"/>
                  </a:cubicBezTo>
                  <a:cubicBezTo>
                    <a:pt x="8357" y="3642"/>
                    <a:pt x="8527" y="3505"/>
                    <a:pt x="8527" y="3298"/>
                  </a:cubicBezTo>
                  <a:cubicBezTo>
                    <a:pt x="8527" y="3110"/>
                    <a:pt x="8373" y="2956"/>
                    <a:pt x="8185" y="2956"/>
                  </a:cubicBezTo>
                  <a:close/>
                  <a:moveTo>
                    <a:pt x="12047" y="2956"/>
                  </a:moveTo>
                  <a:cubicBezTo>
                    <a:pt x="11739" y="2956"/>
                    <a:pt x="11585" y="3332"/>
                    <a:pt x="11808" y="3537"/>
                  </a:cubicBezTo>
                  <a:cubicBezTo>
                    <a:pt x="11875" y="3610"/>
                    <a:pt x="11960" y="3642"/>
                    <a:pt x="12044" y="3642"/>
                  </a:cubicBezTo>
                  <a:cubicBezTo>
                    <a:pt x="12218" y="3642"/>
                    <a:pt x="12388" y="3505"/>
                    <a:pt x="12388" y="3298"/>
                  </a:cubicBezTo>
                  <a:cubicBezTo>
                    <a:pt x="12388" y="3110"/>
                    <a:pt x="12235" y="2956"/>
                    <a:pt x="12047" y="2956"/>
                  </a:cubicBezTo>
                  <a:close/>
                  <a:moveTo>
                    <a:pt x="15908" y="2956"/>
                  </a:moveTo>
                  <a:cubicBezTo>
                    <a:pt x="15601" y="2956"/>
                    <a:pt x="15447" y="3315"/>
                    <a:pt x="15652" y="3537"/>
                  </a:cubicBezTo>
                  <a:cubicBezTo>
                    <a:pt x="15725" y="3610"/>
                    <a:pt x="15814" y="3642"/>
                    <a:pt x="15901" y="3642"/>
                  </a:cubicBezTo>
                  <a:cubicBezTo>
                    <a:pt x="16080" y="3642"/>
                    <a:pt x="16250" y="3505"/>
                    <a:pt x="16250" y="3298"/>
                  </a:cubicBezTo>
                  <a:cubicBezTo>
                    <a:pt x="16250" y="3110"/>
                    <a:pt x="16096" y="2956"/>
                    <a:pt x="15908" y="2956"/>
                  </a:cubicBezTo>
                  <a:close/>
                  <a:moveTo>
                    <a:pt x="19753" y="2956"/>
                  </a:moveTo>
                  <a:cubicBezTo>
                    <a:pt x="19445" y="2956"/>
                    <a:pt x="19291" y="3315"/>
                    <a:pt x="19513" y="3537"/>
                  </a:cubicBezTo>
                  <a:cubicBezTo>
                    <a:pt x="19586" y="3610"/>
                    <a:pt x="19675" y="3642"/>
                    <a:pt x="19762" y="3642"/>
                  </a:cubicBezTo>
                  <a:cubicBezTo>
                    <a:pt x="19941" y="3642"/>
                    <a:pt x="20111" y="3505"/>
                    <a:pt x="20111" y="3298"/>
                  </a:cubicBezTo>
                  <a:cubicBezTo>
                    <a:pt x="20111" y="3110"/>
                    <a:pt x="19941" y="2956"/>
                    <a:pt x="19753" y="2956"/>
                  </a:cubicBezTo>
                  <a:close/>
                  <a:moveTo>
                    <a:pt x="23614" y="2956"/>
                  </a:moveTo>
                  <a:cubicBezTo>
                    <a:pt x="23307" y="2956"/>
                    <a:pt x="23153" y="3315"/>
                    <a:pt x="23375" y="3537"/>
                  </a:cubicBezTo>
                  <a:cubicBezTo>
                    <a:pt x="23448" y="3610"/>
                    <a:pt x="23535" y="3642"/>
                    <a:pt x="23619" y="3642"/>
                  </a:cubicBezTo>
                  <a:cubicBezTo>
                    <a:pt x="23793" y="3642"/>
                    <a:pt x="23956" y="3505"/>
                    <a:pt x="23956" y="3298"/>
                  </a:cubicBezTo>
                  <a:cubicBezTo>
                    <a:pt x="23956" y="3110"/>
                    <a:pt x="23802" y="2956"/>
                    <a:pt x="23614" y="2956"/>
                  </a:cubicBezTo>
                  <a:close/>
                  <a:moveTo>
                    <a:pt x="27476" y="2956"/>
                  </a:moveTo>
                  <a:cubicBezTo>
                    <a:pt x="27168" y="2956"/>
                    <a:pt x="27014" y="3315"/>
                    <a:pt x="27236" y="3537"/>
                  </a:cubicBezTo>
                  <a:cubicBezTo>
                    <a:pt x="27309" y="3610"/>
                    <a:pt x="27396" y="3642"/>
                    <a:pt x="27481" y="3642"/>
                  </a:cubicBezTo>
                  <a:cubicBezTo>
                    <a:pt x="27655" y="3642"/>
                    <a:pt x="27817" y="3505"/>
                    <a:pt x="27817" y="3298"/>
                  </a:cubicBezTo>
                  <a:cubicBezTo>
                    <a:pt x="27817" y="3110"/>
                    <a:pt x="27664" y="2956"/>
                    <a:pt x="27493" y="2956"/>
                  </a:cubicBezTo>
                  <a:close/>
                  <a:moveTo>
                    <a:pt x="31363" y="2955"/>
                  </a:moveTo>
                  <a:cubicBezTo>
                    <a:pt x="31354" y="2955"/>
                    <a:pt x="31346" y="2956"/>
                    <a:pt x="31337" y="2956"/>
                  </a:cubicBezTo>
                  <a:cubicBezTo>
                    <a:pt x="31030" y="2956"/>
                    <a:pt x="30876" y="3315"/>
                    <a:pt x="31098" y="3537"/>
                  </a:cubicBezTo>
                  <a:cubicBezTo>
                    <a:pt x="31165" y="3610"/>
                    <a:pt x="31250" y="3642"/>
                    <a:pt x="31335" y="3642"/>
                  </a:cubicBezTo>
                  <a:cubicBezTo>
                    <a:pt x="31509" y="3642"/>
                    <a:pt x="31679" y="3505"/>
                    <a:pt x="31679" y="3298"/>
                  </a:cubicBezTo>
                  <a:cubicBezTo>
                    <a:pt x="31679" y="3119"/>
                    <a:pt x="31539" y="2955"/>
                    <a:pt x="31363" y="2955"/>
                  </a:cubicBezTo>
                  <a:close/>
                  <a:moveTo>
                    <a:pt x="35199" y="2956"/>
                  </a:moveTo>
                  <a:cubicBezTo>
                    <a:pt x="34891" y="2956"/>
                    <a:pt x="34737" y="3315"/>
                    <a:pt x="34959" y="3537"/>
                  </a:cubicBezTo>
                  <a:cubicBezTo>
                    <a:pt x="35026" y="3610"/>
                    <a:pt x="35112" y="3642"/>
                    <a:pt x="35196" y="3642"/>
                  </a:cubicBezTo>
                  <a:cubicBezTo>
                    <a:pt x="35370" y="3642"/>
                    <a:pt x="35540" y="3505"/>
                    <a:pt x="35540" y="3298"/>
                  </a:cubicBezTo>
                  <a:cubicBezTo>
                    <a:pt x="35540" y="3110"/>
                    <a:pt x="35387" y="2956"/>
                    <a:pt x="35199" y="2956"/>
                  </a:cubicBezTo>
                  <a:close/>
                  <a:moveTo>
                    <a:pt x="462" y="5895"/>
                  </a:moveTo>
                  <a:cubicBezTo>
                    <a:pt x="155" y="5895"/>
                    <a:pt x="1" y="6271"/>
                    <a:pt x="223" y="6493"/>
                  </a:cubicBezTo>
                  <a:cubicBezTo>
                    <a:pt x="288" y="6558"/>
                    <a:pt x="370" y="6587"/>
                    <a:pt x="452" y="6587"/>
                  </a:cubicBezTo>
                  <a:cubicBezTo>
                    <a:pt x="629" y="6587"/>
                    <a:pt x="804" y="6452"/>
                    <a:pt x="804" y="6254"/>
                  </a:cubicBezTo>
                  <a:cubicBezTo>
                    <a:pt x="804" y="6049"/>
                    <a:pt x="650" y="5895"/>
                    <a:pt x="462" y="5895"/>
                  </a:cubicBezTo>
                  <a:close/>
                  <a:moveTo>
                    <a:pt x="4324" y="5895"/>
                  </a:moveTo>
                  <a:cubicBezTo>
                    <a:pt x="4016" y="5895"/>
                    <a:pt x="3862" y="6271"/>
                    <a:pt x="4085" y="6493"/>
                  </a:cubicBezTo>
                  <a:cubicBezTo>
                    <a:pt x="4150" y="6558"/>
                    <a:pt x="4232" y="6587"/>
                    <a:pt x="4313" y="6587"/>
                  </a:cubicBezTo>
                  <a:cubicBezTo>
                    <a:pt x="4490" y="6587"/>
                    <a:pt x="4666" y="6452"/>
                    <a:pt x="4666" y="6254"/>
                  </a:cubicBezTo>
                  <a:cubicBezTo>
                    <a:pt x="4666" y="6049"/>
                    <a:pt x="4512" y="5895"/>
                    <a:pt x="4324" y="5895"/>
                  </a:cubicBezTo>
                  <a:close/>
                  <a:moveTo>
                    <a:pt x="8185" y="5895"/>
                  </a:moveTo>
                  <a:cubicBezTo>
                    <a:pt x="7878" y="5895"/>
                    <a:pt x="7724" y="6271"/>
                    <a:pt x="7946" y="6493"/>
                  </a:cubicBezTo>
                  <a:cubicBezTo>
                    <a:pt x="8011" y="6558"/>
                    <a:pt x="8093" y="6587"/>
                    <a:pt x="8175" y="6587"/>
                  </a:cubicBezTo>
                  <a:cubicBezTo>
                    <a:pt x="8352" y="6587"/>
                    <a:pt x="8527" y="6452"/>
                    <a:pt x="8527" y="6254"/>
                  </a:cubicBezTo>
                  <a:cubicBezTo>
                    <a:pt x="8527" y="6049"/>
                    <a:pt x="8373" y="5895"/>
                    <a:pt x="8185" y="5895"/>
                  </a:cubicBezTo>
                  <a:close/>
                  <a:moveTo>
                    <a:pt x="12047" y="5895"/>
                  </a:moveTo>
                  <a:cubicBezTo>
                    <a:pt x="11739" y="5895"/>
                    <a:pt x="11585" y="6271"/>
                    <a:pt x="11790" y="6493"/>
                  </a:cubicBezTo>
                  <a:cubicBezTo>
                    <a:pt x="11861" y="6558"/>
                    <a:pt x="11947" y="6587"/>
                    <a:pt x="12031" y="6587"/>
                  </a:cubicBezTo>
                  <a:cubicBezTo>
                    <a:pt x="12213" y="6587"/>
                    <a:pt x="12388" y="6452"/>
                    <a:pt x="12388" y="6254"/>
                  </a:cubicBezTo>
                  <a:cubicBezTo>
                    <a:pt x="12388" y="6049"/>
                    <a:pt x="12235" y="5895"/>
                    <a:pt x="12047" y="5895"/>
                  </a:cubicBezTo>
                  <a:close/>
                  <a:moveTo>
                    <a:pt x="15908" y="5895"/>
                  </a:moveTo>
                  <a:cubicBezTo>
                    <a:pt x="15601" y="5895"/>
                    <a:pt x="15447" y="6271"/>
                    <a:pt x="15652" y="6493"/>
                  </a:cubicBezTo>
                  <a:cubicBezTo>
                    <a:pt x="15722" y="6558"/>
                    <a:pt x="15808" y="6587"/>
                    <a:pt x="15892" y="6587"/>
                  </a:cubicBezTo>
                  <a:cubicBezTo>
                    <a:pt x="16075" y="6587"/>
                    <a:pt x="16250" y="6452"/>
                    <a:pt x="16250" y="6254"/>
                  </a:cubicBezTo>
                  <a:cubicBezTo>
                    <a:pt x="16250" y="6049"/>
                    <a:pt x="16096" y="5895"/>
                    <a:pt x="15908" y="5895"/>
                  </a:cubicBezTo>
                  <a:close/>
                  <a:moveTo>
                    <a:pt x="19753" y="5895"/>
                  </a:moveTo>
                  <a:cubicBezTo>
                    <a:pt x="19445" y="5895"/>
                    <a:pt x="19291" y="6271"/>
                    <a:pt x="19513" y="6493"/>
                  </a:cubicBezTo>
                  <a:cubicBezTo>
                    <a:pt x="19584" y="6558"/>
                    <a:pt x="19670" y="6587"/>
                    <a:pt x="19754" y="6587"/>
                  </a:cubicBezTo>
                  <a:cubicBezTo>
                    <a:pt x="19936" y="6587"/>
                    <a:pt x="20111" y="6452"/>
                    <a:pt x="20111" y="6254"/>
                  </a:cubicBezTo>
                  <a:cubicBezTo>
                    <a:pt x="20094" y="6049"/>
                    <a:pt x="19941" y="5895"/>
                    <a:pt x="19753" y="5895"/>
                  </a:cubicBezTo>
                  <a:close/>
                  <a:moveTo>
                    <a:pt x="23614" y="5895"/>
                  </a:moveTo>
                  <a:cubicBezTo>
                    <a:pt x="23307" y="5895"/>
                    <a:pt x="23153" y="6271"/>
                    <a:pt x="23375" y="6493"/>
                  </a:cubicBezTo>
                  <a:cubicBezTo>
                    <a:pt x="23445" y="6558"/>
                    <a:pt x="23529" y="6587"/>
                    <a:pt x="23611" y="6587"/>
                  </a:cubicBezTo>
                  <a:cubicBezTo>
                    <a:pt x="23788" y="6587"/>
                    <a:pt x="23956" y="6452"/>
                    <a:pt x="23956" y="6254"/>
                  </a:cubicBezTo>
                  <a:cubicBezTo>
                    <a:pt x="23956" y="6049"/>
                    <a:pt x="23802" y="5895"/>
                    <a:pt x="23614" y="5895"/>
                  </a:cubicBezTo>
                  <a:close/>
                  <a:moveTo>
                    <a:pt x="27476" y="5895"/>
                  </a:moveTo>
                  <a:cubicBezTo>
                    <a:pt x="27168" y="5895"/>
                    <a:pt x="27014" y="6271"/>
                    <a:pt x="27236" y="6493"/>
                  </a:cubicBezTo>
                  <a:cubicBezTo>
                    <a:pt x="27307" y="6558"/>
                    <a:pt x="27391" y="6587"/>
                    <a:pt x="27473" y="6587"/>
                  </a:cubicBezTo>
                  <a:cubicBezTo>
                    <a:pt x="27650" y="6587"/>
                    <a:pt x="27817" y="6452"/>
                    <a:pt x="27817" y="6254"/>
                  </a:cubicBezTo>
                  <a:cubicBezTo>
                    <a:pt x="27817" y="6066"/>
                    <a:pt x="27664" y="5912"/>
                    <a:pt x="27493" y="5895"/>
                  </a:cubicBezTo>
                  <a:close/>
                  <a:moveTo>
                    <a:pt x="31337" y="5895"/>
                  </a:moveTo>
                  <a:cubicBezTo>
                    <a:pt x="31030" y="5895"/>
                    <a:pt x="30876" y="6271"/>
                    <a:pt x="31098" y="6493"/>
                  </a:cubicBezTo>
                  <a:cubicBezTo>
                    <a:pt x="31163" y="6558"/>
                    <a:pt x="31245" y="6587"/>
                    <a:pt x="31327" y="6587"/>
                  </a:cubicBezTo>
                  <a:cubicBezTo>
                    <a:pt x="31503" y="6587"/>
                    <a:pt x="31679" y="6452"/>
                    <a:pt x="31679" y="6254"/>
                  </a:cubicBezTo>
                  <a:cubicBezTo>
                    <a:pt x="31679" y="6049"/>
                    <a:pt x="31525" y="5895"/>
                    <a:pt x="31337" y="5895"/>
                  </a:cubicBezTo>
                  <a:close/>
                  <a:moveTo>
                    <a:pt x="35199" y="5895"/>
                  </a:moveTo>
                  <a:cubicBezTo>
                    <a:pt x="34891" y="5895"/>
                    <a:pt x="34737" y="6271"/>
                    <a:pt x="34959" y="6493"/>
                  </a:cubicBezTo>
                  <a:cubicBezTo>
                    <a:pt x="35024" y="6558"/>
                    <a:pt x="35106" y="6587"/>
                    <a:pt x="35188" y="6587"/>
                  </a:cubicBezTo>
                  <a:cubicBezTo>
                    <a:pt x="35365" y="6587"/>
                    <a:pt x="35540" y="6452"/>
                    <a:pt x="35540" y="6254"/>
                  </a:cubicBezTo>
                  <a:cubicBezTo>
                    <a:pt x="35540" y="6049"/>
                    <a:pt x="35387" y="5895"/>
                    <a:pt x="35199" y="5895"/>
                  </a:cubicBezTo>
                  <a:close/>
                  <a:moveTo>
                    <a:pt x="462" y="8851"/>
                  </a:moveTo>
                  <a:cubicBezTo>
                    <a:pt x="155" y="8851"/>
                    <a:pt x="1" y="9210"/>
                    <a:pt x="223" y="9432"/>
                  </a:cubicBezTo>
                  <a:cubicBezTo>
                    <a:pt x="290" y="9505"/>
                    <a:pt x="375" y="9537"/>
                    <a:pt x="460" y="9537"/>
                  </a:cubicBezTo>
                  <a:cubicBezTo>
                    <a:pt x="634" y="9537"/>
                    <a:pt x="804" y="9400"/>
                    <a:pt x="804" y="9193"/>
                  </a:cubicBezTo>
                  <a:cubicBezTo>
                    <a:pt x="804" y="9005"/>
                    <a:pt x="650" y="8851"/>
                    <a:pt x="462" y="8851"/>
                  </a:cubicBezTo>
                  <a:close/>
                  <a:moveTo>
                    <a:pt x="4324" y="8851"/>
                  </a:moveTo>
                  <a:cubicBezTo>
                    <a:pt x="4016" y="8851"/>
                    <a:pt x="3862" y="9210"/>
                    <a:pt x="4085" y="9432"/>
                  </a:cubicBezTo>
                  <a:cubicBezTo>
                    <a:pt x="4152" y="9505"/>
                    <a:pt x="4237" y="9537"/>
                    <a:pt x="4321" y="9537"/>
                  </a:cubicBezTo>
                  <a:cubicBezTo>
                    <a:pt x="4495" y="9537"/>
                    <a:pt x="4666" y="9400"/>
                    <a:pt x="4666" y="9193"/>
                  </a:cubicBezTo>
                  <a:cubicBezTo>
                    <a:pt x="4666" y="9005"/>
                    <a:pt x="4512" y="8851"/>
                    <a:pt x="4324" y="8851"/>
                  </a:cubicBezTo>
                  <a:close/>
                  <a:moveTo>
                    <a:pt x="8185" y="8851"/>
                  </a:moveTo>
                  <a:cubicBezTo>
                    <a:pt x="7878" y="8851"/>
                    <a:pt x="7724" y="9210"/>
                    <a:pt x="7946" y="9432"/>
                  </a:cubicBezTo>
                  <a:cubicBezTo>
                    <a:pt x="8013" y="9505"/>
                    <a:pt x="8098" y="9537"/>
                    <a:pt x="8183" y="9537"/>
                  </a:cubicBezTo>
                  <a:cubicBezTo>
                    <a:pt x="8357" y="9537"/>
                    <a:pt x="8527" y="9400"/>
                    <a:pt x="8527" y="9193"/>
                  </a:cubicBezTo>
                  <a:cubicBezTo>
                    <a:pt x="8527" y="9005"/>
                    <a:pt x="8373" y="8851"/>
                    <a:pt x="8185" y="8851"/>
                  </a:cubicBezTo>
                  <a:close/>
                  <a:moveTo>
                    <a:pt x="12047" y="8851"/>
                  </a:moveTo>
                  <a:cubicBezTo>
                    <a:pt x="11739" y="8851"/>
                    <a:pt x="11585" y="9210"/>
                    <a:pt x="11790" y="9432"/>
                  </a:cubicBezTo>
                  <a:cubicBezTo>
                    <a:pt x="11863" y="9505"/>
                    <a:pt x="11952" y="9537"/>
                    <a:pt x="12039" y="9537"/>
                  </a:cubicBezTo>
                  <a:cubicBezTo>
                    <a:pt x="12218" y="9537"/>
                    <a:pt x="12388" y="9400"/>
                    <a:pt x="12388" y="9193"/>
                  </a:cubicBezTo>
                  <a:cubicBezTo>
                    <a:pt x="12388" y="9005"/>
                    <a:pt x="12235" y="8851"/>
                    <a:pt x="12047" y="8851"/>
                  </a:cubicBezTo>
                  <a:close/>
                  <a:moveTo>
                    <a:pt x="15908" y="8851"/>
                  </a:moveTo>
                  <a:cubicBezTo>
                    <a:pt x="15601" y="8851"/>
                    <a:pt x="15447" y="9210"/>
                    <a:pt x="15652" y="9432"/>
                  </a:cubicBezTo>
                  <a:cubicBezTo>
                    <a:pt x="15725" y="9505"/>
                    <a:pt x="15814" y="9537"/>
                    <a:pt x="15901" y="9537"/>
                  </a:cubicBezTo>
                  <a:cubicBezTo>
                    <a:pt x="16080" y="9537"/>
                    <a:pt x="16250" y="9400"/>
                    <a:pt x="16250" y="9193"/>
                  </a:cubicBezTo>
                  <a:cubicBezTo>
                    <a:pt x="16250" y="9005"/>
                    <a:pt x="16096" y="8851"/>
                    <a:pt x="15908" y="8851"/>
                  </a:cubicBezTo>
                  <a:close/>
                  <a:moveTo>
                    <a:pt x="19753" y="8851"/>
                  </a:moveTo>
                  <a:cubicBezTo>
                    <a:pt x="19445" y="8851"/>
                    <a:pt x="19291" y="9210"/>
                    <a:pt x="19513" y="9432"/>
                  </a:cubicBezTo>
                  <a:cubicBezTo>
                    <a:pt x="19586" y="9505"/>
                    <a:pt x="19675" y="9537"/>
                    <a:pt x="19762" y="9537"/>
                  </a:cubicBezTo>
                  <a:cubicBezTo>
                    <a:pt x="19941" y="9537"/>
                    <a:pt x="20111" y="9400"/>
                    <a:pt x="20111" y="9193"/>
                  </a:cubicBezTo>
                  <a:cubicBezTo>
                    <a:pt x="20094" y="9005"/>
                    <a:pt x="19941" y="8851"/>
                    <a:pt x="19753" y="8851"/>
                  </a:cubicBezTo>
                  <a:close/>
                  <a:moveTo>
                    <a:pt x="23614" y="8851"/>
                  </a:moveTo>
                  <a:cubicBezTo>
                    <a:pt x="23307" y="8851"/>
                    <a:pt x="23153" y="9210"/>
                    <a:pt x="23375" y="9432"/>
                  </a:cubicBezTo>
                  <a:cubicBezTo>
                    <a:pt x="23448" y="9505"/>
                    <a:pt x="23535" y="9537"/>
                    <a:pt x="23619" y="9537"/>
                  </a:cubicBezTo>
                  <a:cubicBezTo>
                    <a:pt x="23793" y="9537"/>
                    <a:pt x="23956" y="9400"/>
                    <a:pt x="23956" y="9193"/>
                  </a:cubicBezTo>
                  <a:cubicBezTo>
                    <a:pt x="23956" y="9005"/>
                    <a:pt x="23802" y="8851"/>
                    <a:pt x="23614" y="8851"/>
                  </a:cubicBezTo>
                  <a:close/>
                  <a:moveTo>
                    <a:pt x="27493" y="8851"/>
                  </a:moveTo>
                  <a:cubicBezTo>
                    <a:pt x="27185" y="8851"/>
                    <a:pt x="27031" y="9210"/>
                    <a:pt x="27236" y="9432"/>
                  </a:cubicBezTo>
                  <a:cubicBezTo>
                    <a:pt x="27309" y="9505"/>
                    <a:pt x="27398" y="9537"/>
                    <a:pt x="27485" y="9537"/>
                  </a:cubicBezTo>
                  <a:cubicBezTo>
                    <a:pt x="27664" y="9537"/>
                    <a:pt x="27834" y="9400"/>
                    <a:pt x="27834" y="9193"/>
                  </a:cubicBezTo>
                  <a:cubicBezTo>
                    <a:pt x="27834" y="9005"/>
                    <a:pt x="27681" y="8851"/>
                    <a:pt x="27493" y="8851"/>
                  </a:cubicBezTo>
                  <a:close/>
                  <a:moveTo>
                    <a:pt x="31337" y="8851"/>
                  </a:moveTo>
                  <a:cubicBezTo>
                    <a:pt x="31030" y="8851"/>
                    <a:pt x="30876" y="9210"/>
                    <a:pt x="31081" y="9432"/>
                  </a:cubicBezTo>
                  <a:cubicBezTo>
                    <a:pt x="31153" y="9505"/>
                    <a:pt x="31243" y="9537"/>
                    <a:pt x="31330" y="9537"/>
                  </a:cubicBezTo>
                  <a:cubicBezTo>
                    <a:pt x="31509" y="9537"/>
                    <a:pt x="31679" y="9400"/>
                    <a:pt x="31679" y="9193"/>
                  </a:cubicBezTo>
                  <a:cubicBezTo>
                    <a:pt x="31679" y="9005"/>
                    <a:pt x="31525" y="8851"/>
                    <a:pt x="31337" y="8851"/>
                  </a:cubicBezTo>
                  <a:close/>
                  <a:moveTo>
                    <a:pt x="35182" y="8851"/>
                  </a:moveTo>
                  <a:cubicBezTo>
                    <a:pt x="34874" y="8851"/>
                    <a:pt x="34720" y="9210"/>
                    <a:pt x="34942" y="9432"/>
                  </a:cubicBezTo>
                  <a:cubicBezTo>
                    <a:pt x="35015" y="9505"/>
                    <a:pt x="35104" y="9537"/>
                    <a:pt x="35191" y="9537"/>
                  </a:cubicBezTo>
                  <a:cubicBezTo>
                    <a:pt x="35370" y="9537"/>
                    <a:pt x="35540" y="9400"/>
                    <a:pt x="35540" y="9193"/>
                  </a:cubicBezTo>
                  <a:cubicBezTo>
                    <a:pt x="35540" y="9005"/>
                    <a:pt x="35387" y="8851"/>
                    <a:pt x="35199" y="885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9"/>
        <p:cNvGrpSpPr/>
        <p:nvPr/>
      </p:nvGrpSpPr>
      <p:grpSpPr>
        <a:xfrm>
          <a:off x="0" y="0"/>
          <a:ext cx="0" cy="0"/>
          <a:chOff x="0" y="0"/>
          <a:chExt cx="0" cy="0"/>
        </a:xfrm>
      </p:grpSpPr>
      <p:pic>
        <p:nvPicPr>
          <p:cNvPr id="180" name="Google Shape;180;p9"/>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181" name="Google Shape;181;p9"/>
          <p:cNvSpPr txBox="1">
            <a:spLocks noGrp="1"/>
          </p:cNvSpPr>
          <p:nvPr>
            <p:ph type="title"/>
          </p:nvPr>
        </p:nvSpPr>
        <p:spPr>
          <a:xfrm>
            <a:off x="724075" y="1333388"/>
            <a:ext cx="2937000" cy="7590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82" name="Google Shape;182;p9"/>
          <p:cNvSpPr txBox="1">
            <a:spLocks noGrp="1"/>
          </p:cNvSpPr>
          <p:nvPr>
            <p:ph type="subTitle" idx="1"/>
          </p:nvPr>
        </p:nvSpPr>
        <p:spPr>
          <a:xfrm>
            <a:off x="724075" y="2092263"/>
            <a:ext cx="3750600" cy="1717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3" name="Google Shape;183;p9"/>
          <p:cNvGrpSpPr/>
          <p:nvPr/>
        </p:nvGrpSpPr>
        <p:grpSpPr>
          <a:xfrm>
            <a:off x="6998750" y="3962726"/>
            <a:ext cx="2194138" cy="1180771"/>
            <a:chOff x="7365450" y="3962726"/>
            <a:chExt cx="2194138" cy="1180771"/>
          </a:xfrm>
        </p:grpSpPr>
        <p:sp>
          <p:nvSpPr>
            <p:cNvPr id="184" name="Google Shape;184;p9"/>
            <p:cNvSpPr/>
            <p:nvPr/>
          </p:nvSpPr>
          <p:spPr>
            <a:xfrm>
              <a:off x="7365450" y="3962726"/>
              <a:ext cx="2194138" cy="1180771"/>
            </a:xfrm>
            <a:custGeom>
              <a:avLst/>
              <a:gdLst/>
              <a:ahLst/>
              <a:cxnLst/>
              <a:rect l="l" t="t" r="r" b="b"/>
              <a:pathLst>
                <a:path w="36070" h="19411" extrusionOk="0">
                  <a:moveTo>
                    <a:pt x="14985" y="19376"/>
                  </a:moveTo>
                  <a:lnTo>
                    <a:pt x="15036" y="19342"/>
                  </a:lnTo>
                  <a:cubicBezTo>
                    <a:pt x="15036" y="19325"/>
                    <a:pt x="15019" y="19308"/>
                    <a:pt x="15019" y="19291"/>
                  </a:cubicBezTo>
                  <a:cubicBezTo>
                    <a:pt x="15019" y="19222"/>
                    <a:pt x="15036" y="19154"/>
                    <a:pt x="15070" y="19103"/>
                  </a:cubicBezTo>
                  <a:cubicBezTo>
                    <a:pt x="15105" y="19068"/>
                    <a:pt x="15139" y="19086"/>
                    <a:pt x="15190" y="19086"/>
                  </a:cubicBezTo>
                  <a:cubicBezTo>
                    <a:pt x="15224" y="19103"/>
                    <a:pt x="15275" y="19103"/>
                    <a:pt x="15310" y="19103"/>
                  </a:cubicBezTo>
                  <a:cubicBezTo>
                    <a:pt x="15344" y="19103"/>
                    <a:pt x="15361" y="19034"/>
                    <a:pt x="15344" y="19000"/>
                  </a:cubicBezTo>
                  <a:cubicBezTo>
                    <a:pt x="15327" y="18949"/>
                    <a:pt x="15292" y="18863"/>
                    <a:pt x="15275" y="18795"/>
                  </a:cubicBezTo>
                  <a:lnTo>
                    <a:pt x="15720" y="18693"/>
                  </a:lnTo>
                  <a:cubicBezTo>
                    <a:pt x="15754" y="18744"/>
                    <a:pt x="15788" y="18778"/>
                    <a:pt x="15805" y="18829"/>
                  </a:cubicBezTo>
                  <a:cubicBezTo>
                    <a:pt x="15822" y="18898"/>
                    <a:pt x="15822" y="18949"/>
                    <a:pt x="15822" y="19017"/>
                  </a:cubicBezTo>
                  <a:cubicBezTo>
                    <a:pt x="15822" y="19051"/>
                    <a:pt x="15908" y="19120"/>
                    <a:pt x="15925" y="19120"/>
                  </a:cubicBezTo>
                  <a:cubicBezTo>
                    <a:pt x="16010" y="19051"/>
                    <a:pt x="16130" y="19034"/>
                    <a:pt x="16232" y="19068"/>
                  </a:cubicBezTo>
                  <a:cubicBezTo>
                    <a:pt x="16318" y="19017"/>
                    <a:pt x="16403" y="18983"/>
                    <a:pt x="16506" y="18983"/>
                  </a:cubicBezTo>
                  <a:cubicBezTo>
                    <a:pt x="16574" y="18949"/>
                    <a:pt x="16642" y="18932"/>
                    <a:pt x="16711" y="18932"/>
                  </a:cubicBezTo>
                  <a:cubicBezTo>
                    <a:pt x="16796" y="18932"/>
                    <a:pt x="16864" y="18898"/>
                    <a:pt x="16899" y="18829"/>
                  </a:cubicBezTo>
                  <a:cubicBezTo>
                    <a:pt x="16967" y="18727"/>
                    <a:pt x="17069" y="18744"/>
                    <a:pt x="17189" y="18863"/>
                  </a:cubicBezTo>
                  <a:cubicBezTo>
                    <a:pt x="17172" y="18761"/>
                    <a:pt x="17138" y="18675"/>
                    <a:pt x="17087" y="18590"/>
                  </a:cubicBezTo>
                  <a:cubicBezTo>
                    <a:pt x="17018" y="18539"/>
                    <a:pt x="17018" y="18436"/>
                    <a:pt x="17087" y="18385"/>
                  </a:cubicBezTo>
                  <a:lnTo>
                    <a:pt x="17685" y="18248"/>
                  </a:lnTo>
                  <a:cubicBezTo>
                    <a:pt x="17821" y="18385"/>
                    <a:pt x="17821" y="18385"/>
                    <a:pt x="17924" y="18368"/>
                  </a:cubicBezTo>
                  <a:cubicBezTo>
                    <a:pt x="17958" y="18368"/>
                    <a:pt x="17975" y="18351"/>
                    <a:pt x="17992" y="18351"/>
                  </a:cubicBezTo>
                  <a:cubicBezTo>
                    <a:pt x="18043" y="18351"/>
                    <a:pt x="18095" y="18385"/>
                    <a:pt x="18112" y="18419"/>
                  </a:cubicBezTo>
                  <a:cubicBezTo>
                    <a:pt x="18146" y="18470"/>
                    <a:pt x="18163" y="18522"/>
                    <a:pt x="18146" y="18556"/>
                  </a:cubicBezTo>
                  <a:cubicBezTo>
                    <a:pt x="18146" y="18573"/>
                    <a:pt x="18146" y="18590"/>
                    <a:pt x="18129" y="18590"/>
                  </a:cubicBezTo>
                  <a:cubicBezTo>
                    <a:pt x="18095" y="18607"/>
                    <a:pt x="18060" y="18624"/>
                    <a:pt x="18026" y="18641"/>
                  </a:cubicBezTo>
                  <a:lnTo>
                    <a:pt x="18026" y="18641"/>
                  </a:lnTo>
                  <a:cubicBezTo>
                    <a:pt x="18112" y="18727"/>
                    <a:pt x="18214" y="18829"/>
                    <a:pt x="18300" y="18915"/>
                  </a:cubicBezTo>
                  <a:cubicBezTo>
                    <a:pt x="18334" y="18915"/>
                    <a:pt x="18351" y="18898"/>
                    <a:pt x="18385" y="18880"/>
                  </a:cubicBezTo>
                  <a:cubicBezTo>
                    <a:pt x="18488" y="18812"/>
                    <a:pt x="18573" y="18744"/>
                    <a:pt x="18658" y="18658"/>
                  </a:cubicBezTo>
                  <a:cubicBezTo>
                    <a:pt x="18676" y="18624"/>
                    <a:pt x="18693" y="18573"/>
                    <a:pt x="18693" y="18522"/>
                  </a:cubicBezTo>
                  <a:cubicBezTo>
                    <a:pt x="18949" y="18556"/>
                    <a:pt x="19205" y="18453"/>
                    <a:pt x="19376" y="18248"/>
                  </a:cubicBezTo>
                  <a:cubicBezTo>
                    <a:pt x="19393" y="18248"/>
                    <a:pt x="19427" y="18248"/>
                    <a:pt x="19462" y="18231"/>
                  </a:cubicBezTo>
                  <a:cubicBezTo>
                    <a:pt x="19496" y="18197"/>
                    <a:pt x="19547" y="18231"/>
                    <a:pt x="19581" y="18282"/>
                  </a:cubicBezTo>
                  <a:cubicBezTo>
                    <a:pt x="19632" y="18334"/>
                    <a:pt x="19701" y="18368"/>
                    <a:pt x="19786" y="18351"/>
                  </a:cubicBezTo>
                  <a:cubicBezTo>
                    <a:pt x="19820" y="18351"/>
                    <a:pt x="19855" y="18334"/>
                    <a:pt x="19889" y="18317"/>
                  </a:cubicBezTo>
                  <a:cubicBezTo>
                    <a:pt x="19923" y="18300"/>
                    <a:pt x="19940" y="18265"/>
                    <a:pt x="19957" y="18231"/>
                  </a:cubicBezTo>
                  <a:cubicBezTo>
                    <a:pt x="20025" y="18095"/>
                    <a:pt x="20179" y="18043"/>
                    <a:pt x="20316" y="18077"/>
                  </a:cubicBezTo>
                  <a:cubicBezTo>
                    <a:pt x="20350" y="18095"/>
                    <a:pt x="20367" y="18095"/>
                    <a:pt x="20401" y="18095"/>
                  </a:cubicBezTo>
                  <a:cubicBezTo>
                    <a:pt x="20521" y="18095"/>
                    <a:pt x="20623" y="18077"/>
                    <a:pt x="20623" y="17924"/>
                  </a:cubicBezTo>
                  <a:cubicBezTo>
                    <a:pt x="20623" y="17907"/>
                    <a:pt x="20623" y="17907"/>
                    <a:pt x="20640" y="17889"/>
                  </a:cubicBezTo>
                  <a:cubicBezTo>
                    <a:pt x="20606" y="17872"/>
                    <a:pt x="20606" y="17838"/>
                    <a:pt x="20589" y="17821"/>
                  </a:cubicBezTo>
                  <a:cubicBezTo>
                    <a:pt x="20589" y="17753"/>
                    <a:pt x="20572" y="17684"/>
                    <a:pt x="20572" y="17616"/>
                  </a:cubicBezTo>
                  <a:cubicBezTo>
                    <a:pt x="20709" y="17582"/>
                    <a:pt x="20760" y="17462"/>
                    <a:pt x="20846" y="17377"/>
                  </a:cubicBezTo>
                  <a:cubicBezTo>
                    <a:pt x="20948" y="17394"/>
                    <a:pt x="21016" y="17411"/>
                    <a:pt x="20914" y="17291"/>
                  </a:cubicBezTo>
                  <a:cubicBezTo>
                    <a:pt x="20897" y="17274"/>
                    <a:pt x="20897" y="17240"/>
                    <a:pt x="20914" y="17223"/>
                  </a:cubicBezTo>
                  <a:cubicBezTo>
                    <a:pt x="20948" y="17189"/>
                    <a:pt x="20982" y="17172"/>
                    <a:pt x="21016" y="17138"/>
                  </a:cubicBezTo>
                  <a:cubicBezTo>
                    <a:pt x="21016" y="17138"/>
                    <a:pt x="21051" y="17138"/>
                    <a:pt x="21068" y="17155"/>
                  </a:cubicBezTo>
                  <a:cubicBezTo>
                    <a:pt x="21221" y="17223"/>
                    <a:pt x="21375" y="17291"/>
                    <a:pt x="21495" y="17394"/>
                  </a:cubicBezTo>
                  <a:cubicBezTo>
                    <a:pt x="21512" y="17411"/>
                    <a:pt x="21546" y="17428"/>
                    <a:pt x="21546" y="17428"/>
                  </a:cubicBezTo>
                  <a:cubicBezTo>
                    <a:pt x="21546" y="17445"/>
                    <a:pt x="21546" y="17497"/>
                    <a:pt x="21529" y="17514"/>
                  </a:cubicBezTo>
                  <a:cubicBezTo>
                    <a:pt x="21546" y="17582"/>
                    <a:pt x="21580" y="17650"/>
                    <a:pt x="21580" y="17736"/>
                  </a:cubicBezTo>
                  <a:cubicBezTo>
                    <a:pt x="21700" y="17702"/>
                    <a:pt x="21802" y="17684"/>
                    <a:pt x="21837" y="17582"/>
                  </a:cubicBezTo>
                  <a:cubicBezTo>
                    <a:pt x="21837" y="17565"/>
                    <a:pt x="21888" y="17582"/>
                    <a:pt x="21922" y="17582"/>
                  </a:cubicBezTo>
                  <a:cubicBezTo>
                    <a:pt x="21939" y="17582"/>
                    <a:pt x="21956" y="17582"/>
                    <a:pt x="21973" y="17599"/>
                  </a:cubicBezTo>
                  <a:cubicBezTo>
                    <a:pt x="22366" y="17821"/>
                    <a:pt x="22366" y="17821"/>
                    <a:pt x="22469" y="17616"/>
                  </a:cubicBezTo>
                  <a:cubicBezTo>
                    <a:pt x="22503" y="17565"/>
                    <a:pt x="22588" y="17582"/>
                    <a:pt x="22674" y="17616"/>
                  </a:cubicBezTo>
                  <a:cubicBezTo>
                    <a:pt x="22742" y="17633"/>
                    <a:pt x="22810" y="17667"/>
                    <a:pt x="22862" y="17702"/>
                  </a:cubicBezTo>
                  <a:cubicBezTo>
                    <a:pt x="22879" y="17667"/>
                    <a:pt x="22879" y="17633"/>
                    <a:pt x="22862" y="17599"/>
                  </a:cubicBezTo>
                  <a:cubicBezTo>
                    <a:pt x="22879" y="17599"/>
                    <a:pt x="22896" y="17616"/>
                    <a:pt x="22913" y="17599"/>
                  </a:cubicBezTo>
                  <a:cubicBezTo>
                    <a:pt x="23169" y="17531"/>
                    <a:pt x="23426" y="17479"/>
                    <a:pt x="23699" y="17445"/>
                  </a:cubicBezTo>
                  <a:cubicBezTo>
                    <a:pt x="23750" y="17445"/>
                    <a:pt x="23784" y="17428"/>
                    <a:pt x="23836" y="17394"/>
                  </a:cubicBezTo>
                  <a:cubicBezTo>
                    <a:pt x="23938" y="17326"/>
                    <a:pt x="24092" y="17309"/>
                    <a:pt x="24211" y="17377"/>
                  </a:cubicBezTo>
                  <a:cubicBezTo>
                    <a:pt x="24229" y="17377"/>
                    <a:pt x="24246" y="17377"/>
                    <a:pt x="24263" y="17377"/>
                  </a:cubicBezTo>
                  <a:cubicBezTo>
                    <a:pt x="24331" y="17377"/>
                    <a:pt x="24365" y="17360"/>
                    <a:pt x="24348" y="17240"/>
                  </a:cubicBezTo>
                  <a:cubicBezTo>
                    <a:pt x="24331" y="17189"/>
                    <a:pt x="24348" y="17121"/>
                    <a:pt x="24382" y="17052"/>
                  </a:cubicBezTo>
                  <a:cubicBezTo>
                    <a:pt x="24399" y="17001"/>
                    <a:pt x="24434" y="16984"/>
                    <a:pt x="24502" y="16984"/>
                  </a:cubicBezTo>
                  <a:lnTo>
                    <a:pt x="24536" y="17035"/>
                  </a:lnTo>
                  <a:cubicBezTo>
                    <a:pt x="24570" y="17138"/>
                    <a:pt x="24656" y="17206"/>
                    <a:pt x="24758" y="17240"/>
                  </a:cubicBezTo>
                  <a:cubicBezTo>
                    <a:pt x="24861" y="17257"/>
                    <a:pt x="24912" y="17189"/>
                    <a:pt x="24929" y="17121"/>
                  </a:cubicBezTo>
                  <a:cubicBezTo>
                    <a:pt x="24946" y="17018"/>
                    <a:pt x="24963" y="16933"/>
                    <a:pt x="24963" y="16830"/>
                  </a:cubicBezTo>
                  <a:lnTo>
                    <a:pt x="24963" y="16813"/>
                  </a:lnTo>
                  <a:cubicBezTo>
                    <a:pt x="25151" y="16813"/>
                    <a:pt x="25322" y="16711"/>
                    <a:pt x="25425" y="16557"/>
                  </a:cubicBezTo>
                  <a:cubicBezTo>
                    <a:pt x="25476" y="16557"/>
                    <a:pt x="25544" y="16557"/>
                    <a:pt x="25595" y="16557"/>
                  </a:cubicBezTo>
                  <a:cubicBezTo>
                    <a:pt x="25749" y="16574"/>
                    <a:pt x="25903" y="16557"/>
                    <a:pt x="26057" y="16506"/>
                  </a:cubicBezTo>
                  <a:cubicBezTo>
                    <a:pt x="26057" y="16523"/>
                    <a:pt x="26057" y="16557"/>
                    <a:pt x="26057" y="16574"/>
                  </a:cubicBezTo>
                  <a:cubicBezTo>
                    <a:pt x="26228" y="16471"/>
                    <a:pt x="26433" y="16403"/>
                    <a:pt x="26638" y="16386"/>
                  </a:cubicBezTo>
                  <a:cubicBezTo>
                    <a:pt x="26706" y="16283"/>
                    <a:pt x="26792" y="16198"/>
                    <a:pt x="26894" y="16147"/>
                  </a:cubicBezTo>
                  <a:cubicBezTo>
                    <a:pt x="26979" y="16113"/>
                    <a:pt x="27065" y="16078"/>
                    <a:pt x="27133" y="16027"/>
                  </a:cubicBezTo>
                  <a:cubicBezTo>
                    <a:pt x="27202" y="16010"/>
                    <a:pt x="27270" y="15993"/>
                    <a:pt x="27321" y="15976"/>
                  </a:cubicBezTo>
                  <a:cubicBezTo>
                    <a:pt x="27492" y="15925"/>
                    <a:pt x="27663" y="15925"/>
                    <a:pt x="27834" y="15942"/>
                  </a:cubicBezTo>
                  <a:lnTo>
                    <a:pt x="28534" y="15771"/>
                  </a:lnTo>
                  <a:cubicBezTo>
                    <a:pt x="28551" y="15788"/>
                    <a:pt x="28568" y="15805"/>
                    <a:pt x="28586" y="15805"/>
                  </a:cubicBezTo>
                  <a:cubicBezTo>
                    <a:pt x="28671" y="15890"/>
                    <a:pt x="28739" y="15942"/>
                    <a:pt x="28825" y="15890"/>
                  </a:cubicBezTo>
                  <a:cubicBezTo>
                    <a:pt x="28893" y="15839"/>
                    <a:pt x="28944" y="15856"/>
                    <a:pt x="29047" y="15907"/>
                  </a:cubicBezTo>
                  <a:cubicBezTo>
                    <a:pt x="29115" y="15959"/>
                    <a:pt x="29184" y="15959"/>
                    <a:pt x="29252" y="15925"/>
                  </a:cubicBezTo>
                  <a:cubicBezTo>
                    <a:pt x="29320" y="15890"/>
                    <a:pt x="29440" y="15907"/>
                    <a:pt x="29457" y="15805"/>
                  </a:cubicBezTo>
                  <a:cubicBezTo>
                    <a:pt x="29713" y="15890"/>
                    <a:pt x="30004" y="15822"/>
                    <a:pt x="30209" y="15634"/>
                  </a:cubicBezTo>
                  <a:cubicBezTo>
                    <a:pt x="30431" y="15651"/>
                    <a:pt x="30619" y="15549"/>
                    <a:pt x="30738" y="15361"/>
                  </a:cubicBezTo>
                  <a:cubicBezTo>
                    <a:pt x="30756" y="15344"/>
                    <a:pt x="30756" y="15309"/>
                    <a:pt x="30756" y="15275"/>
                  </a:cubicBezTo>
                  <a:lnTo>
                    <a:pt x="30841" y="15258"/>
                  </a:lnTo>
                  <a:lnTo>
                    <a:pt x="30995" y="15258"/>
                  </a:lnTo>
                  <a:cubicBezTo>
                    <a:pt x="31131" y="15241"/>
                    <a:pt x="31251" y="15224"/>
                    <a:pt x="31388" y="15190"/>
                  </a:cubicBezTo>
                  <a:cubicBezTo>
                    <a:pt x="31524" y="15258"/>
                    <a:pt x="31695" y="15275"/>
                    <a:pt x="31849" y="15275"/>
                  </a:cubicBezTo>
                  <a:cubicBezTo>
                    <a:pt x="32071" y="15258"/>
                    <a:pt x="32293" y="15173"/>
                    <a:pt x="32481" y="15036"/>
                  </a:cubicBezTo>
                  <a:lnTo>
                    <a:pt x="32532" y="15036"/>
                  </a:lnTo>
                  <a:cubicBezTo>
                    <a:pt x="32618" y="15070"/>
                    <a:pt x="32703" y="15087"/>
                    <a:pt x="32789" y="15087"/>
                  </a:cubicBezTo>
                  <a:cubicBezTo>
                    <a:pt x="32874" y="15087"/>
                    <a:pt x="32960" y="15087"/>
                    <a:pt x="33045" y="15070"/>
                  </a:cubicBezTo>
                  <a:lnTo>
                    <a:pt x="33079" y="15104"/>
                  </a:lnTo>
                  <a:cubicBezTo>
                    <a:pt x="33148" y="15156"/>
                    <a:pt x="33216" y="15207"/>
                    <a:pt x="33301" y="15241"/>
                  </a:cubicBezTo>
                  <a:cubicBezTo>
                    <a:pt x="33250" y="15275"/>
                    <a:pt x="33233" y="15344"/>
                    <a:pt x="33284" y="15446"/>
                  </a:cubicBezTo>
                  <a:cubicBezTo>
                    <a:pt x="33318" y="15566"/>
                    <a:pt x="33301" y="15566"/>
                    <a:pt x="33233" y="15566"/>
                  </a:cubicBezTo>
                  <a:cubicBezTo>
                    <a:pt x="33148" y="15549"/>
                    <a:pt x="33113" y="15566"/>
                    <a:pt x="33148" y="15651"/>
                  </a:cubicBezTo>
                  <a:cubicBezTo>
                    <a:pt x="33148" y="15685"/>
                    <a:pt x="33199" y="15737"/>
                    <a:pt x="33199" y="15737"/>
                  </a:cubicBezTo>
                  <a:cubicBezTo>
                    <a:pt x="33233" y="15737"/>
                    <a:pt x="33284" y="15720"/>
                    <a:pt x="33301" y="15702"/>
                  </a:cubicBezTo>
                  <a:cubicBezTo>
                    <a:pt x="33336" y="15685"/>
                    <a:pt x="33336" y="15634"/>
                    <a:pt x="33370" y="15634"/>
                  </a:cubicBezTo>
                  <a:cubicBezTo>
                    <a:pt x="33489" y="15617"/>
                    <a:pt x="33592" y="15617"/>
                    <a:pt x="33694" y="15634"/>
                  </a:cubicBezTo>
                  <a:cubicBezTo>
                    <a:pt x="33763" y="15634"/>
                    <a:pt x="33814" y="15685"/>
                    <a:pt x="33865" y="15737"/>
                  </a:cubicBezTo>
                  <a:cubicBezTo>
                    <a:pt x="33865" y="15754"/>
                    <a:pt x="33882" y="15771"/>
                    <a:pt x="33882" y="15788"/>
                  </a:cubicBezTo>
                  <a:lnTo>
                    <a:pt x="33899" y="15856"/>
                  </a:lnTo>
                  <a:lnTo>
                    <a:pt x="33951" y="15856"/>
                  </a:lnTo>
                  <a:cubicBezTo>
                    <a:pt x="33968" y="15856"/>
                    <a:pt x="33985" y="15839"/>
                    <a:pt x="34002" y="15839"/>
                  </a:cubicBezTo>
                  <a:cubicBezTo>
                    <a:pt x="34070" y="15805"/>
                    <a:pt x="34156" y="15788"/>
                    <a:pt x="34224" y="15771"/>
                  </a:cubicBezTo>
                  <a:cubicBezTo>
                    <a:pt x="34275" y="15771"/>
                    <a:pt x="34344" y="15771"/>
                    <a:pt x="34395" y="15771"/>
                  </a:cubicBezTo>
                  <a:cubicBezTo>
                    <a:pt x="34463" y="15788"/>
                    <a:pt x="34532" y="15754"/>
                    <a:pt x="34532" y="15685"/>
                  </a:cubicBezTo>
                  <a:cubicBezTo>
                    <a:pt x="34549" y="15634"/>
                    <a:pt x="34634" y="15617"/>
                    <a:pt x="34685" y="15600"/>
                  </a:cubicBezTo>
                  <a:cubicBezTo>
                    <a:pt x="34737" y="15566"/>
                    <a:pt x="34720" y="15515"/>
                    <a:pt x="34685" y="15446"/>
                  </a:cubicBezTo>
                  <a:lnTo>
                    <a:pt x="34651" y="15412"/>
                  </a:lnTo>
                  <a:cubicBezTo>
                    <a:pt x="34566" y="15292"/>
                    <a:pt x="34600" y="15241"/>
                    <a:pt x="34685" y="15224"/>
                  </a:cubicBezTo>
                  <a:cubicBezTo>
                    <a:pt x="34720" y="15207"/>
                    <a:pt x="34754" y="15207"/>
                    <a:pt x="34788" y="15224"/>
                  </a:cubicBezTo>
                  <a:cubicBezTo>
                    <a:pt x="34925" y="15327"/>
                    <a:pt x="35027" y="15463"/>
                    <a:pt x="35130" y="15600"/>
                  </a:cubicBezTo>
                  <a:cubicBezTo>
                    <a:pt x="35147" y="15634"/>
                    <a:pt x="35181" y="15651"/>
                    <a:pt x="35215" y="15668"/>
                  </a:cubicBezTo>
                  <a:cubicBezTo>
                    <a:pt x="35249" y="15685"/>
                    <a:pt x="35283" y="15702"/>
                    <a:pt x="35318" y="15702"/>
                  </a:cubicBezTo>
                  <a:cubicBezTo>
                    <a:pt x="35335" y="15702"/>
                    <a:pt x="35318" y="15651"/>
                    <a:pt x="35300" y="15634"/>
                  </a:cubicBezTo>
                  <a:cubicBezTo>
                    <a:pt x="35249" y="15566"/>
                    <a:pt x="35232" y="15515"/>
                    <a:pt x="35318" y="15515"/>
                  </a:cubicBezTo>
                  <a:cubicBezTo>
                    <a:pt x="35335" y="15515"/>
                    <a:pt x="35335" y="15515"/>
                    <a:pt x="35352" y="15497"/>
                  </a:cubicBezTo>
                  <a:cubicBezTo>
                    <a:pt x="35403" y="15463"/>
                    <a:pt x="35232" y="15275"/>
                    <a:pt x="35420" y="15309"/>
                  </a:cubicBezTo>
                  <a:cubicBezTo>
                    <a:pt x="35471" y="15275"/>
                    <a:pt x="35523" y="15224"/>
                    <a:pt x="35574" y="15190"/>
                  </a:cubicBezTo>
                  <a:cubicBezTo>
                    <a:pt x="35591" y="15190"/>
                    <a:pt x="35608" y="15190"/>
                    <a:pt x="35625" y="15190"/>
                  </a:cubicBezTo>
                  <a:lnTo>
                    <a:pt x="35728" y="15241"/>
                  </a:lnTo>
                  <a:cubicBezTo>
                    <a:pt x="35796" y="15292"/>
                    <a:pt x="35830" y="15344"/>
                    <a:pt x="35830" y="15395"/>
                  </a:cubicBezTo>
                  <a:cubicBezTo>
                    <a:pt x="35830" y="15497"/>
                    <a:pt x="35830" y="15497"/>
                    <a:pt x="35950" y="15583"/>
                  </a:cubicBezTo>
                  <a:cubicBezTo>
                    <a:pt x="36001" y="15600"/>
                    <a:pt x="36035" y="15634"/>
                    <a:pt x="36069" y="15668"/>
                  </a:cubicBezTo>
                  <a:lnTo>
                    <a:pt x="36069" y="0"/>
                  </a:lnTo>
                  <a:lnTo>
                    <a:pt x="10013" y="0"/>
                  </a:lnTo>
                  <a:cubicBezTo>
                    <a:pt x="10013" y="0"/>
                    <a:pt x="9996" y="17"/>
                    <a:pt x="9996" y="17"/>
                  </a:cubicBezTo>
                  <a:cubicBezTo>
                    <a:pt x="9962" y="69"/>
                    <a:pt x="9927" y="120"/>
                    <a:pt x="9893" y="154"/>
                  </a:cubicBezTo>
                  <a:lnTo>
                    <a:pt x="9893" y="154"/>
                  </a:lnTo>
                  <a:cubicBezTo>
                    <a:pt x="9893" y="171"/>
                    <a:pt x="9859" y="171"/>
                    <a:pt x="9859" y="188"/>
                  </a:cubicBezTo>
                  <a:lnTo>
                    <a:pt x="9876" y="222"/>
                  </a:lnTo>
                  <a:cubicBezTo>
                    <a:pt x="9893" y="291"/>
                    <a:pt x="9876" y="359"/>
                    <a:pt x="9842" y="427"/>
                  </a:cubicBezTo>
                  <a:cubicBezTo>
                    <a:pt x="9825" y="462"/>
                    <a:pt x="9774" y="444"/>
                    <a:pt x="9722" y="444"/>
                  </a:cubicBezTo>
                  <a:cubicBezTo>
                    <a:pt x="9688" y="444"/>
                    <a:pt x="9637" y="444"/>
                    <a:pt x="9603" y="444"/>
                  </a:cubicBezTo>
                  <a:cubicBezTo>
                    <a:pt x="9569" y="444"/>
                    <a:pt x="9552" y="513"/>
                    <a:pt x="9586" y="564"/>
                  </a:cubicBezTo>
                  <a:lnTo>
                    <a:pt x="9688" y="735"/>
                  </a:lnTo>
                  <a:lnTo>
                    <a:pt x="9261" y="906"/>
                  </a:lnTo>
                  <a:cubicBezTo>
                    <a:pt x="9227" y="872"/>
                    <a:pt x="9193" y="820"/>
                    <a:pt x="9159" y="786"/>
                  </a:cubicBezTo>
                  <a:cubicBezTo>
                    <a:pt x="9141" y="718"/>
                    <a:pt x="9124" y="667"/>
                    <a:pt x="9124" y="598"/>
                  </a:cubicBezTo>
                  <a:cubicBezTo>
                    <a:pt x="9124" y="564"/>
                    <a:pt x="9022" y="496"/>
                    <a:pt x="9005" y="513"/>
                  </a:cubicBezTo>
                  <a:cubicBezTo>
                    <a:pt x="8919" y="581"/>
                    <a:pt x="8817" y="615"/>
                    <a:pt x="8714" y="598"/>
                  </a:cubicBezTo>
                  <a:cubicBezTo>
                    <a:pt x="8629" y="649"/>
                    <a:pt x="8543" y="701"/>
                    <a:pt x="8441" y="718"/>
                  </a:cubicBezTo>
                  <a:cubicBezTo>
                    <a:pt x="8390" y="769"/>
                    <a:pt x="8304" y="786"/>
                    <a:pt x="8236" y="803"/>
                  </a:cubicBezTo>
                  <a:cubicBezTo>
                    <a:pt x="8150" y="803"/>
                    <a:pt x="8082" y="855"/>
                    <a:pt x="8065" y="923"/>
                  </a:cubicBezTo>
                  <a:cubicBezTo>
                    <a:pt x="8014" y="1025"/>
                    <a:pt x="7911" y="1025"/>
                    <a:pt x="7775" y="923"/>
                  </a:cubicBezTo>
                  <a:cubicBezTo>
                    <a:pt x="7809" y="991"/>
                    <a:pt x="7826" y="1094"/>
                    <a:pt x="7911" y="1162"/>
                  </a:cubicBezTo>
                  <a:cubicBezTo>
                    <a:pt x="7980" y="1213"/>
                    <a:pt x="7997" y="1299"/>
                    <a:pt x="7945" y="1367"/>
                  </a:cubicBezTo>
                  <a:lnTo>
                    <a:pt x="7364" y="1572"/>
                  </a:lnTo>
                  <a:cubicBezTo>
                    <a:pt x="7211" y="1453"/>
                    <a:pt x="7211" y="1453"/>
                    <a:pt x="7108" y="1487"/>
                  </a:cubicBezTo>
                  <a:cubicBezTo>
                    <a:pt x="7091" y="1487"/>
                    <a:pt x="7074" y="1521"/>
                    <a:pt x="7040" y="1521"/>
                  </a:cubicBezTo>
                  <a:cubicBezTo>
                    <a:pt x="6989" y="1521"/>
                    <a:pt x="6954" y="1487"/>
                    <a:pt x="6920" y="1453"/>
                  </a:cubicBezTo>
                  <a:cubicBezTo>
                    <a:pt x="6886" y="1418"/>
                    <a:pt x="6869" y="1367"/>
                    <a:pt x="6869" y="1316"/>
                  </a:cubicBezTo>
                  <a:cubicBezTo>
                    <a:pt x="6869" y="1316"/>
                    <a:pt x="6869" y="1299"/>
                    <a:pt x="6886" y="1282"/>
                  </a:cubicBezTo>
                  <a:cubicBezTo>
                    <a:pt x="6920" y="1265"/>
                    <a:pt x="6954" y="1248"/>
                    <a:pt x="6971" y="1230"/>
                  </a:cubicBezTo>
                  <a:lnTo>
                    <a:pt x="6971" y="1230"/>
                  </a:lnTo>
                  <a:lnTo>
                    <a:pt x="6664" y="991"/>
                  </a:lnTo>
                  <a:cubicBezTo>
                    <a:pt x="6630" y="991"/>
                    <a:pt x="6613" y="1008"/>
                    <a:pt x="6596" y="1025"/>
                  </a:cubicBezTo>
                  <a:cubicBezTo>
                    <a:pt x="6493" y="1111"/>
                    <a:pt x="6425" y="1196"/>
                    <a:pt x="6356" y="1299"/>
                  </a:cubicBezTo>
                  <a:cubicBezTo>
                    <a:pt x="6339" y="1333"/>
                    <a:pt x="6322" y="1384"/>
                    <a:pt x="6339" y="1418"/>
                  </a:cubicBezTo>
                  <a:cubicBezTo>
                    <a:pt x="6066" y="1418"/>
                    <a:pt x="5827" y="1555"/>
                    <a:pt x="5690" y="1777"/>
                  </a:cubicBezTo>
                  <a:cubicBezTo>
                    <a:pt x="5656" y="1777"/>
                    <a:pt x="5622" y="1794"/>
                    <a:pt x="5605" y="1811"/>
                  </a:cubicBezTo>
                  <a:cubicBezTo>
                    <a:pt x="5570" y="1846"/>
                    <a:pt x="5519" y="1811"/>
                    <a:pt x="5485" y="1777"/>
                  </a:cubicBezTo>
                  <a:cubicBezTo>
                    <a:pt x="5434" y="1726"/>
                    <a:pt x="5348" y="1709"/>
                    <a:pt x="5263" y="1726"/>
                  </a:cubicBezTo>
                  <a:cubicBezTo>
                    <a:pt x="5229" y="1743"/>
                    <a:pt x="5195" y="1760"/>
                    <a:pt x="5177" y="1777"/>
                  </a:cubicBezTo>
                  <a:cubicBezTo>
                    <a:pt x="5143" y="1811"/>
                    <a:pt x="5126" y="1828"/>
                    <a:pt x="5109" y="1880"/>
                  </a:cubicBezTo>
                  <a:cubicBezTo>
                    <a:pt x="5075" y="2016"/>
                    <a:pt x="4921" y="2085"/>
                    <a:pt x="4784" y="2068"/>
                  </a:cubicBezTo>
                  <a:cubicBezTo>
                    <a:pt x="4750" y="2068"/>
                    <a:pt x="4716" y="2068"/>
                    <a:pt x="4699" y="2068"/>
                  </a:cubicBezTo>
                  <a:cubicBezTo>
                    <a:pt x="4579" y="2085"/>
                    <a:pt x="4477" y="2119"/>
                    <a:pt x="4494" y="2256"/>
                  </a:cubicBezTo>
                  <a:cubicBezTo>
                    <a:pt x="4494" y="2273"/>
                    <a:pt x="4494" y="2290"/>
                    <a:pt x="4494" y="2307"/>
                  </a:cubicBezTo>
                  <a:cubicBezTo>
                    <a:pt x="4511" y="2324"/>
                    <a:pt x="4528" y="2341"/>
                    <a:pt x="4545" y="2375"/>
                  </a:cubicBezTo>
                  <a:cubicBezTo>
                    <a:pt x="4562" y="2426"/>
                    <a:pt x="4562" y="2495"/>
                    <a:pt x="4579" y="2563"/>
                  </a:cubicBezTo>
                  <a:cubicBezTo>
                    <a:pt x="4443" y="2614"/>
                    <a:pt x="4409" y="2734"/>
                    <a:pt x="4340" y="2819"/>
                  </a:cubicBezTo>
                  <a:cubicBezTo>
                    <a:pt x="4238" y="2819"/>
                    <a:pt x="4169" y="2819"/>
                    <a:pt x="4289" y="2922"/>
                  </a:cubicBezTo>
                  <a:cubicBezTo>
                    <a:pt x="4306" y="2939"/>
                    <a:pt x="4306" y="2973"/>
                    <a:pt x="4289" y="2990"/>
                  </a:cubicBezTo>
                  <a:cubicBezTo>
                    <a:pt x="4272" y="3024"/>
                    <a:pt x="4238" y="3059"/>
                    <a:pt x="4204" y="3076"/>
                  </a:cubicBezTo>
                  <a:lnTo>
                    <a:pt x="4152" y="3076"/>
                  </a:lnTo>
                  <a:cubicBezTo>
                    <a:pt x="3998" y="3042"/>
                    <a:pt x="3845" y="2973"/>
                    <a:pt x="3691" y="2905"/>
                  </a:cubicBezTo>
                  <a:cubicBezTo>
                    <a:pt x="3674" y="2888"/>
                    <a:pt x="3657" y="2871"/>
                    <a:pt x="3657" y="2871"/>
                  </a:cubicBezTo>
                  <a:lnTo>
                    <a:pt x="3657" y="2785"/>
                  </a:lnTo>
                  <a:cubicBezTo>
                    <a:pt x="3623" y="2717"/>
                    <a:pt x="3588" y="2649"/>
                    <a:pt x="3571" y="2580"/>
                  </a:cubicBezTo>
                  <a:cubicBezTo>
                    <a:pt x="3469" y="2614"/>
                    <a:pt x="3349" y="2666"/>
                    <a:pt x="3332" y="2768"/>
                  </a:cubicBezTo>
                  <a:cubicBezTo>
                    <a:pt x="3332" y="2785"/>
                    <a:pt x="3281" y="2785"/>
                    <a:pt x="3247" y="2785"/>
                  </a:cubicBezTo>
                  <a:cubicBezTo>
                    <a:pt x="3230" y="2768"/>
                    <a:pt x="3213" y="2768"/>
                    <a:pt x="3195" y="2768"/>
                  </a:cubicBezTo>
                  <a:cubicBezTo>
                    <a:pt x="2785" y="2597"/>
                    <a:pt x="2768" y="2597"/>
                    <a:pt x="2700" y="2802"/>
                  </a:cubicBezTo>
                  <a:cubicBezTo>
                    <a:pt x="2666" y="2871"/>
                    <a:pt x="2597" y="2854"/>
                    <a:pt x="2495" y="2837"/>
                  </a:cubicBezTo>
                  <a:cubicBezTo>
                    <a:pt x="2427" y="2819"/>
                    <a:pt x="2358" y="2802"/>
                    <a:pt x="2290" y="2768"/>
                  </a:cubicBezTo>
                  <a:cubicBezTo>
                    <a:pt x="2290" y="2802"/>
                    <a:pt x="2290" y="2837"/>
                    <a:pt x="2290" y="2871"/>
                  </a:cubicBezTo>
                  <a:cubicBezTo>
                    <a:pt x="2273" y="2871"/>
                    <a:pt x="2256" y="2871"/>
                    <a:pt x="2239" y="2871"/>
                  </a:cubicBezTo>
                  <a:cubicBezTo>
                    <a:pt x="1999" y="2973"/>
                    <a:pt x="1743" y="3059"/>
                    <a:pt x="1487" y="3110"/>
                  </a:cubicBezTo>
                  <a:cubicBezTo>
                    <a:pt x="1436" y="3127"/>
                    <a:pt x="1384" y="3144"/>
                    <a:pt x="1350" y="3195"/>
                  </a:cubicBezTo>
                  <a:cubicBezTo>
                    <a:pt x="1248" y="3281"/>
                    <a:pt x="1111" y="3298"/>
                    <a:pt x="974" y="3264"/>
                  </a:cubicBezTo>
                  <a:cubicBezTo>
                    <a:pt x="957" y="3264"/>
                    <a:pt x="940" y="3264"/>
                    <a:pt x="940" y="3264"/>
                  </a:cubicBezTo>
                  <a:cubicBezTo>
                    <a:pt x="855" y="3264"/>
                    <a:pt x="820" y="3281"/>
                    <a:pt x="872" y="3400"/>
                  </a:cubicBezTo>
                  <a:cubicBezTo>
                    <a:pt x="889" y="3452"/>
                    <a:pt x="872" y="3520"/>
                    <a:pt x="855" y="3588"/>
                  </a:cubicBezTo>
                  <a:cubicBezTo>
                    <a:pt x="838" y="3640"/>
                    <a:pt x="786" y="3674"/>
                    <a:pt x="735" y="3674"/>
                  </a:cubicBezTo>
                  <a:cubicBezTo>
                    <a:pt x="735" y="3657"/>
                    <a:pt x="718" y="3640"/>
                    <a:pt x="701" y="3622"/>
                  </a:cubicBezTo>
                  <a:cubicBezTo>
                    <a:pt x="650" y="3537"/>
                    <a:pt x="564" y="3469"/>
                    <a:pt x="445" y="3452"/>
                  </a:cubicBezTo>
                  <a:cubicBezTo>
                    <a:pt x="342" y="3452"/>
                    <a:pt x="308" y="3520"/>
                    <a:pt x="308" y="3588"/>
                  </a:cubicBezTo>
                  <a:cubicBezTo>
                    <a:pt x="291" y="3691"/>
                    <a:pt x="291" y="3793"/>
                    <a:pt x="308" y="3879"/>
                  </a:cubicBezTo>
                  <a:lnTo>
                    <a:pt x="308" y="3896"/>
                  </a:lnTo>
                  <a:cubicBezTo>
                    <a:pt x="188" y="3930"/>
                    <a:pt x="86" y="3981"/>
                    <a:pt x="0" y="4050"/>
                  </a:cubicBezTo>
                  <a:lnTo>
                    <a:pt x="0" y="19376"/>
                  </a:lnTo>
                  <a:cubicBezTo>
                    <a:pt x="52" y="19359"/>
                    <a:pt x="120" y="19342"/>
                    <a:pt x="171" y="19342"/>
                  </a:cubicBezTo>
                  <a:cubicBezTo>
                    <a:pt x="325" y="19325"/>
                    <a:pt x="462" y="19273"/>
                    <a:pt x="581" y="19171"/>
                  </a:cubicBezTo>
                  <a:cubicBezTo>
                    <a:pt x="598" y="19171"/>
                    <a:pt x="598" y="19154"/>
                    <a:pt x="598" y="19154"/>
                  </a:cubicBezTo>
                  <a:lnTo>
                    <a:pt x="1367" y="19325"/>
                  </a:lnTo>
                  <a:lnTo>
                    <a:pt x="1367" y="19342"/>
                  </a:lnTo>
                  <a:lnTo>
                    <a:pt x="1384" y="19410"/>
                  </a:lnTo>
                  <a:lnTo>
                    <a:pt x="2222" y="19410"/>
                  </a:lnTo>
                  <a:cubicBezTo>
                    <a:pt x="2256" y="19410"/>
                    <a:pt x="2273" y="19410"/>
                    <a:pt x="2290" y="19393"/>
                  </a:cubicBezTo>
                  <a:cubicBezTo>
                    <a:pt x="2341" y="19342"/>
                    <a:pt x="2392" y="19325"/>
                    <a:pt x="2461" y="19325"/>
                  </a:cubicBezTo>
                  <a:cubicBezTo>
                    <a:pt x="2597" y="19342"/>
                    <a:pt x="2649" y="19256"/>
                    <a:pt x="2734" y="19222"/>
                  </a:cubicBezTo>
                  <a:lnTo>
                    <a:pt x="2905" y="19154"/>
                  </a:lnTo>
                  <a:lnTo>
                    <a:pt x="2956" y="19188"/>
                  </a:lnTo>
                  <a:cubicBezTo>
                    <a:pt x="3025" y="19205"/>
                    <a:pt x="3110" y="19239"/>
                    <a:pt x="3127" y="19308"/>
                  </a:cubicBezTo>
                  <a:cubicBezTo>
                    <a:pt x="3144" y="19342"/>
                    <a:pt x="3127" y="19393"/>
                    <a:pt x="3076" y="19410"/>
                  </a:cubicBezTo>
                  <a:lnTo>
                    <a:pt x="3042" y="19410"/>
                  </a:lnTo>
                  <a:lnTo>
                    <a:pt x="5314" y="19410"/>
                  </a:lnTo>
                  <a:cubicBezTo>
                    <a:pt x="5297" y="19410"/>
                    <a:pt x="5297" y="19393"/>
                    <a:pt x="5280" y="19376"/>
                  </a:cubicBezTo>
                  <a:cubicBezTo>
                    <a:pt x="5348" y="19359"/>
                    <a:pt x="5382" y="19342"/>
                    <a:pt x="5417" y="19291"/>
                  </a:cubicBezTo>
                  <a:cubicBezTo>
                    <a:pt x="5468" y="19239"/>
                    <a:pt x="5536" y="19256"/>
                    <a:pt x="5639" y="19359"/>
                  </a:cubicBezTo>
                  <a:cubicBezTo>
                    <a:pt x="5656" y="19376"/>
                    <a:pt x="5673" y="19393"/>
                    <a:pt x="5690" y="19410"/>
                  </a:cubicBezTo>
                  <a:lnTo>
                    <a:pt x="5980" y="19410"/>
                  </a:lnTo>
                  <a:lnTo>
                    <a:pt x="5980" y="19393"/>
                  </a:lnTo>
                  <a:cubicBezTo>
                    <a:pt x="6015" y="19393"/>
                    <a:pt x="6066" y="19393"/>
                    <a:pt x="6100" y="19410"/>
                  </a:cubicBezTo>
                  <a:lnTo>
                    <a:pt x="14934" y="19410"/>
                  </a:lnTo>
                  <a:cubicBezTo>
                    <a:pt x="14951" y="19393"/>
                    <a:pt x="14968" y="19376"/>
                    <a:pt x="15002" y="19359"/>
                  </a:cubicBezTo>
                  <a:close/>
                </a:path>
              </a:pathLst>
            </a:custGeom>
            <a:solidFill>
              <a:schemeClr val="accent3"/>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9"/>
            <p:cNvGrpSpPr/>
            <p:nvPr/>
          </p:nvGrpSpPr>
          <p:grpSpPr>
            <a:xfrm>
              <a:off x="7540030" y="3962726"/>
              <a:ext cx="1845932" cy="1180771"/>
              <a:chOff x="7540030" y="3962726"/>
              <a:chExt cx="1845932" cy="1180771"/>
            </a:xfrm>
          </p:grpSpPr>
          <p:sp>
            <p:nvSpPr>
              <p:cNvPr id="186" name="Google Shape;186;p9"/>
              <p:cNvSpPr/>
              <p:nvPr/>
            </p:nvSpPr>
            <p:spPr>
              <a:xfrm>
                <a:off x="7540030" y="3962726"/>
                <a:ext cx="61" cy="1180771"/>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7744782" y="3962726"/>
                <a:ext cx="61" cy="1180771"/>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7949534" y="3962726"/>
                <a:ext cx="61" cy="1180771"/>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8154287" y="3962726"/>
                <a:ext cx="61" cy="1180771"/>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9"/>
              <p:cNvSpPr/>
              <p:nvPr/>
            </p:nvSpPr>
            <p:spPr>
              <a:xfrm flipH="1">
                <a:off x="8360134" y="3962726"/>
                <a:ext cx="10463" cy="1152625"/>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flipH="1">
                <a:off x="8564886" y="3962726"/>
                <a:ext cx="10463" cy="1104243"/>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8760209" y="3962726"/>
                <a:ext cx="10463" cy="1059210"/>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a:off x="8975363" y="3962726"/>
                <a:ext cx="61" cy="998939"/>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a:off x="9180115" y="3962726"/>
                <a:ext cx="61" cy="964047"/>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9385901" y="3962726"/>
                <a:ext cx="61" cy="951770"/>
              </a:xfrm>
              <a:custGeom>
                <a:avLst/>
                <a:gdLst/>
                <a:ahLst/>
                <a:cxnLst/>
                <a:rect l="l" t="t" r="r" b="b"/>
                <a:pathLst>
                  <a:path w="1" h="19411" fill="none" extrusionOk="0">
                    <a:moveTo>
                      <a:pt x="1" y="0"/>
                    </a:moveTo>
                    <a:lnTo>
                      <a:pt x="1" y="19410"/>
                    </a:lnTo>
                  </a:path>
                </a:pathLst>
              </a:custGeom>
              <a:solidFill>
                <a:schemeClr val="dk2"/>
              </a:solidFill>
              <a:ln w="38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6" name="Google Shape;196;p9"/>
          <p:cNvSpPr/>
          <p:nvPr/>
        </p:nvSpPr>
        <p:spPr>
          <a:xfrm rot="-9315471">
            <a:off x="-5861" y="369026"/>
            <a:ext cx="943013" cy="980571"/>
          </a:xfrm>
          <a:custGeom>
            <a:avLst/>
            <a:gdLst/>
            <a:ahLst/>
            <a:cxnLst/>
            <a:rect l="l" t="t" r="r" b="b"/>
            <a:pathLst>
              <a:path w="19685" h="20469" extrusionOk="0">
                <a:moveTo>
                  <a:pt x="15701" y="1"/>
                </a:moveTo>
                <a:cubicBezTo>
                  <a:pt x="14035" y="1"/>
                  <a:pt x="12379" y="292"/>
                  <a:pt x="10714" y="329"/>
                </a:cubicBezTo>
                <a:cubicBezTo>
                  <a:pt x="9398" y="363"/>
                  <a:pt x="8100" y="687"/>
                  <a:pt x="6835" y="875"/>
                </a:cubicBezTo>
                <a:cubicBezTo>
                  <a:pt x="6579" y="1405"/>
                  <a:pt x="6818" y="1764"/>
                  <a:pt x="7143" y="2003"/>
                </a:cubicBezTo>
                <a:cubicBezTo>
                  <a:pt x="7527" y="2307"/>
                  <a:pt x="7866" y="2761"/>
                  <a:pt x="8413" y="2761"/>
                </a:cubicBezTo>
                <a:cubicBezTo>
                  <a:pt x="8450" y="2761"/>
                  <a:pt x="8488" y="2759"/>
                  <a:pt x="8527" y="2755"/>
                </a:cubicBezTo>
                <a:cubicBezTo>
                  <a:pt x="9159" y="2686"/>
                  <a:pt x="9757" y="2652"/>
                  <a:pt x="10355" y="2550"/>
                </a:cubicBezTo>
                <a:cubicBezTo>
                  <a:pt x="12166" y="2225"/>
                  <a:pt x="13960" y="1935"/>
                  <a:pt x="15805" y="1901"/>
                </a:cubicBezTo>
                <a:cubicBezTo>
                  <a:pt x="17019" y="1883"/>
                  <a:pt x="18232" y="1730"/>
                  <a:pt x="19394" y="1644"/>
                </a:cubicBezTo>
                <a:cubicBezTo>
                  <a:pt x="19684" y="1149"/>
                  <a:pt x="19479" y="773"/>
                  <a:pt x="19120" y="568"/>
                </a:cubicBezTo>
                <a:cubicBezTo>
                  <a:pt x="18693" y="380"/>
                  <a:pt x="18249" y="260"/>
                  <a:pt x="17787" y="192"/>
                </a:cubicBezTo>
                <a:cubicBezTo>
                  <a:pt x="17089" y="51"/>
                  <a:pt x="16394" y="1"/>
                  <a:pt x="15701" y="1"/>
                </a:cubicBezTo>
                <a:close/>
                <a:moveTo>
                  <a:pt x="6234" y="7542"/>
                </a:moveTo>
                <a:cubicBezTo>
                  <a:pt x="5754" y="7542"/>
                  <a:pt x="5323" y="7794"/>
                  <a:pt x="4870" y="8069"/>
                </a:cubicBezTo>
                <a:cubicBezTo>
                  <a:pt x="4990" y="8496"/>
                  <a:pt x="4973" y="9111"/>
                  <a:pt x="5263" y="9350"/>
                </a:cubicBezTo>
                <a:cubicBezTo>
                  <a:pt x="6032" y="9982"/>
                  <a:pt x="6869" y="10512"/>
                  <a:pt x="7775" y="10922"/>
                </a:cubicBezTo>
                <a:cubicBezTo>
                  <a:pt x="8834" y="11383"/>
                  <a:pt x="9996" y="11605"/>
                  <a:pt x="11056" y="12067"/>
                </a:cubicBezTo>
                <a:cubicBezTo>
                  <a:pt x="12055" y="12499"/>
                  <a:pt x="13043" y="12846"/>
                  <a:pt x="14097" y="12846"/>
                </a:cubicBezTo>
                <a:cubicBezTo>
                  <a:pt x="14376" y="12846"/>
                  <a:pt x="14661" y="12821"/>
                  <a:pt x="14951" y="12767"/>
                </a:cubicBezTo>
                <a:cubicBezTo>
                  <a:pt x="14678" y="11435"/>
                  <a:pt x="14609" y="11332"/>
                  <a:pt x="13806" y="10973"/>
                </a:cubicBezTo>
                <a:cubicBezTo>
                  <a:pt x="13243" y="10734"/>
                  <a:pt x="12679" y="10495"/>
                  <a:pt x="12115" y="10290"/>
                </a:cubicBezTo>
                <a:cubicBezTo>
                  <a:pt x="11431" y="10034"/>
                  <a:pt x="10697" y="9931"/>
                  <a:pt x="10184" y="9316"/>
                </a:cubicBezTo>
                <a:cubicBezTo>
                  <a:pt x="10028" y="9375"/>
                  <a:pt x="9880" y="9403"/>
                  <a:pt x="9739" y="9403"/>
                </a:cubicBezTo>
                <a:cubicBezTo>
                  <a:pt x="9354" y="9403"/>
                  <a:pt x="9024" y="9197"/>
                  <a:pt x="8749" y="8872"/>
                </a:cubicBezTo>
                <a:cubicBezTo>
                  <a:pt x="8373" y="8445"/>
                  <a:pt x="7502" y="8632"/>
                  <a:pt x="7314" y="7864"/>
                </a:cubicBezTo>
                <a:cubicBezTo>
                  <a:pt x="7279" y="7710"/>
                  <a:pt x="6852" y="7659"/>
                  <a:pt x="6596" y="7590"/>
                </a:cubicBezTo>
                <a:cubicBezTo>
                  <a:pt x="6472" y="7557"/>
                  <a:pt x="6352" y="7542"/>
                  <a:pt x="6234" y="7542"/>
                </a:cubicBezTo>
                <a:close/>
                <a:moveTo>
                  <a:pt x="692" y="12391"/>
                </a:moveTo>
                <a:cubicBezTo>
                  <a:pt x="567" y="12391"/>
                  <a:pt x="443" y="12432"/>
                  <a:pt x="342" y="12511"/>
                </a:cubicBezTo>
                <a:cubicBezTo>
                  <a:pt x="172" y="12699"/>
                  <a:pt x="1" y="13024"/>
                  <a:pt x="69" y="13212"/>
                </a:cubicBezTo>
                <a:cubicBezTo>
                  <a:pt x="206" y="13605"/>
                  <a:pt x="411" y="13946"/>
                  <a:pt x="684" y="14254"/>
                </a:cubicBezTo>
                <a:cubicBezTo>
                  <a:pt x="2564" y="16526"/>
                  <a:pt x="4870" y="18320"/>
                  <a:pt x="7126" y="20166"/>
                </a:cubicBezTo>
                <a:cubicBezTo>
                  <a:pt x="7366" y="20360"/>
                  <a:pt x="7641" y="20469"/>
                  <a:pt x="7972" y="20469"/>
                </a:cubicBezTo>
                <a:cubicBezTo>
                  <a:pt x="8254" y="20469"/>
                  <a:pt x="8577" y="20390"/>
                  <a:pt x="8954" y="20217"/>
                </a:cubicBezTo>
                <a:cubicBezTo>
                  <a:pt x="8800" y="19585"/>
                  <a:pt x="8663" y="19021"/>
                  <a:pt x="8527" y="18440"/>
                </a:cubicBezTo>
                <a:cubicBezTo>
                  <a:pt x="7587" y="18047"/>
                  <a:pt x="7211" y="17073"/>
                  <a:pt x="6459" y="16492"/>
                </a:cubicBezTo>
                <a:cubicBezTo>
                  <a:pt x="4956" y="15330"/>
                  <a:pt x="3469" y="14151"/>
                  <a:pt x="1966" y="13007"/>
                </a:cubicBezTo>
                <a:cubicBezTo>
                  <a:pt x="1641" y="12767"/>
                  <a:pt x="1282" y="12579"/>
                  <a:pt x="889" y="12426"/>
                </a:cubicBezTo>
                <a:cubicBezTo>
                  <a:pt x="825" y="12402"/>
                  <a:pt x="758" y="12391"/>
                  <a:pt x="692" y="1239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 name="Google Shape;197;p9"/>
          <p:cNvGrpSpPr/>
          <p:nvPr/>
        </p:nvGrpSpPr>
        <p:grpSpPr>
          <a:xfrm rot="233258">
            <a:off x="3078456" y="86154"/>
            <a:ext cx="827320" cy="808866"/>
            <a:chOff x="3141076" y="86042"/>
            <a:chExt cx="827319" cy="808865"/>
          </a:xfrm>
        </p:grpSpPr>
        <p:sp>
          <p:nvSpPr>
            <p:cNvPr id="198" name="Google Shape;198;p9"/>
            <p:cNvSpPr/>
            <p:nvPr/>
          </p:nvSpPr>
          <p:spPr>
            <a:xfrm rot="-2384385">
              <a:off x="3251915" y="273325"/>
              <a:ext cx="613005" cy="451335"/>
            </a:xfrm>
            <a:custGeom>
              <a:avLst/>
              <a:gdLst/>
              <a:ahLst/>
              <a:cxnLst/>
              <a:rect l="l" t="t" r="r" b="b"/>
              <a:pathLst>
                <a:path w="13252" h="9757" extrusionOk="0">
                  <a:moveTo>
                    <a:pt x="4543" y="0"/>
                  </a:moveTo>
                  <a:cubicBezTo>
                    <a:pt x="4123" y="0"/>
                    <a:pt x="3759" y="580"/>
                    <a:pt x="4111" y="1010"/>
                  </a:cubicBezTo>
                  <a:cubicBezTo>
                    <a:pt x="4316" y="1283"/>
                    <a:pt x="4555" y="1557"/>
                    <a:pt x="4777" y="1830"/>
                  </a:cubicBezTo>
                  <a:cubicBezTo>
                    <a:pt x="4094" y="1215"/>
                    <a:pt x="3359" y="634"/>
                    <a:pt x="2590" y="121"/>
                  </a:cubicBezTo>
                  <a:cubicBezTo>
                    <a:pt x="2499" y="61"/>
                    <a:pt x="2404" y="34"/>
                    <a:pt x="2311" y="34"/>
                  </a:cubicBezTo>
                  <a:cubicBezTo>
                    <a:pt x="2038" y="34"/>
                    <a:pt x="1787" y="264"/>
                    <a:pt x="1736" y="531"/>
                  </a:cubicBezTo>
                  <a:cubicBezTo>
                    <a:pt x="1497" y="395"/>
                    <a:pt x="1240" y="258"/>
                    <a:pt x="984" y="156"/>
                  </a:cubicBezTo>
                  <a:cubicBezTo>
                    <a:pt x="906" y="119"/>
                    <a:pt x="823" y="103"/>
                    <a:pt x="742" y="103"/>
                  </a:cubicBezTo>
                  <a:cubicBezTo>
                    <a:pt x="363" y="103"/>
                    <a:pt x="13" y="465"/>
                    <a:pt x="266" y="873"/>
                  </a:cubicBezTo>
                  <a:cubicBezTo>
                    <a:pt x="454" y="1164"/>
                    <a:pt x="642" y="1437"/>
                    <a:pt x="847" y="1710"/>
                  </a:cubicBezTo>
                  <a:cubicBezTo>
                    <a:pt x="813" y="1705"/>
                    <a:pt x="779" y="1702"/>
                    <a:pt x="745" y="1702"/>
                  </a:cubicBezTo>
                  <a:cubicBezTo>
                    <a:pt x="366" y="1702"/>
                    <a:pt x="0" y="2038"/>
                    <a:pt x="266" y="2445"/>
                  </a:cubicBezTo>
                  <a:cubicBezTo>
                    <a:pt x="1292" y="3983"/>
                    <a:pt x="2505" y="5367"/>
                    <a:pt x="3547" y="6870"/>
                  </a:cubicBezTo>
                  <a:cubicBezTo>
                    <a:pt x="3291" y="6682"/>
                    <a:pt x="3000" y="6512"/>
                    <a:pt x="2693" y="6375"/>
                  </a:cubicBezTo>
                  <a:cubicBezTo>
                    <a:pt x="2613" y="6325"/>
                    <a:pt x="2531" y="6303"/>
                    <a:pt x="2452" y="6303"/>
                  </a:cubicBezTo>
                  <a:cubicBezTo>
                    <a:pt x="2129" y="6303"/>
                    <a:pt x="1868" y="6677"/>
                    <a:pt x="2061" y="7007"/>
                  </a:cubicBezTo>
                  <a:cubicBezTo>
                    <a:pt x="2590" y="8152"/>
                    <a:pt x="3462" y="9092"/>
                    <a:pt x="4538" y="9724"/>
                  </a:cubicBezTo>
                  <a:cubicBezTo>
                    <a:pt x="4584" y="9747"/>
                    <a:pt x="4630" y="9757"/>
                    <a:pt x="4676" y="9757"/>
                  </a:cubicBezTo>
                  <a:cubicBezTo>
                    <a:pt x="4868" y="9757"/>
                    <a:pt x="5034" y="9569"/>
                    <a:pt x="4965" y="9348"/>
                  </a:cubicBezTo>
                  <a:lnTo>
                    <a:pt x="4965" y="9348"/>
                  </a:lnTo>
                  <a:lnTo>
                    <a:pt x="5119" y="9502"/>
                  </a:lnTo>
                  <a:cubicBezTo>
                    <a:pt x="5223" y="9601"/>
                    <a:pt x="5342" y="9644"/>
                    <a:pt x="5458" y="9644"/>
                  </a:cubicBezTo>
                  <a:cubicBezTo>
                    <a:pt x="5799" y="9644"/>
                    <a:pt x="6109" y="9274"/>
                    <a:pt x="5905" y="8904"/>
                  </a:cubicBezTo>
                  <a:cubicBezTo>
                    <a:pt x="5597" y="8220"/>
                    <a:pt x="5239" y="7571"/>
                    <a:pt x="4828" y="6939"/>
                  </a:cubicBezTo>
                  <a:lnTo>
                    <a:pt x="4828" y="6939"/>
                  </a:lnTo>
                  <a:cubicBezTo>
                    <a:pt x="5632" y="7810"/>
                    <a:pt x="6503" y="8596"/>
                    <a:pt x="7426" y="9297"/>
                  </a:cubicBezTo>
                  <a:cubicBezTo>
                    <a:pt x="7509" y="9356"/>
                    <a:pt x="7598" y="9382"/>
                    <a:pt x="7683" y="9382"/>
                  </a:cubicBezTo>
                  <a:cubicBezTo>
                    <a:pt x="8017" y="9382"/>
                    <a:pt x="8317" y="8991"/>
                    <a:pt x="8194" y="8664"/>
                  </a:cubicBezTo>
                  <a:lnTo>
                    <a:pt x="8194" y="8664"/>
                  </a:lnTo>
                  <a:lnTo>
                    <a:pt x="8417" y="8921"/>
                  </a:lnTo>
                  <a:cubicBezTo>
                    <a:pt x="8521" y="9025"/>
                    <a:pt x="8645" y="9069"/>
                    <a:pt x="8768" y="9069"/>
                  </a:cubicBezTo>
                  <a:cubicBezTo>
                    <a:pt x="9152" y="9069"/>
                    <a:pt x="9529" y="8642"/>
                    <a:pt x="9271" y="8254"/>
                  </a:cubicBezTo>
                  <a:cubicBezTo>
                    <a:pt x="8963" y="7793"/>
                    <a:pt x="8622" y="7332"/>
                    <a:pt x="8297" y="6905"/>
                  </a:cubicBezTo>
                  <a:lnTo>
                    <a:pt x="8297" y="6905"/>
                  </a:lnTo>
                  <a:cubicBezTo>
                    <a:pt x="8895" y="7503"/>
                    <a:pt x="9493" y="8066"/>
                    <a:pt x="10142" y="8613"/>
                  </a:cubicBezTo>
                  <a:cubicBezTo>
                    <a:pt x="10255" y="8709"/>
                    <a:pt x="10389" y="8751"/>
                    <a:pt x="10522" y="8751"/>
                  </a:cubicBezTo>
                  <a:cubicBezTo>
                    <a:pt x="10932" y="8751"/>
                    <a:pt x="11328" y="8351"/>
                    <a:pt x="11031" y="7913"/>
                  </a:cubicBezTo>
                  <a:lnTo>
                    <a:pt x="10826" y="7622"/>
                  </a:lnTo>
                  <a:lnTo>
                    <a:pt x="10826" y="7622"/>
                  </a:lnTo>
                  <a:cubicBezTo>
                    <a:pt x="10894" y="7656"/>
                    <a:pt x="10962" y="7708"/>
                    <a:pt x="11048" y="7759"/>
                  </a:cubicBezTo>
                  <a:cubicBezTo>
                    <a:pt x="11135" y="7817"/>
                    <a:pt x="11232" y="7842"/>
                    <a:pt x="11328" y="7842"/>
                  </a:cubicBezTo>
                  <a:cubicBezTo>
                    <a:pt x="11689" y="7842"/>
                    <a:pt x="12050" y="7487"/>
                    <a:pt x="11902" y="7110"/>
                  </a:cubicBezTo>
                  <a:cubicBezTo>
                    <a:pt x="11783" y="6819"/>
                    <a:pt x="11663" y="6529"/>
                    <a:pt x="11526" y="6255"/>
                  </a:cubicBezTo>
                  <a:cubicBezTo>
                    <a:pt x="11714" y="6153"/>
                    <a:pt x="11851" y="5965"/>
                    <a:pt x="11902" y="5743"/>
                  </a:cubicBezTo>
                  <a:cubicBezTo>
                    <a:pt x="11973" y="5769"/>
                    <a:pt x="12044" y="5781"/>
                    <a:pt x="12114" y="5781"/>
                  </a:cubicBezTo>
                  <a:cubicBezTo>
                    <a:pt x="12451" y="5781"/>
                    <a:pt x="12751" y="5496"/>
                    <a:pt x="12722" y="5128"/>
                  </a:cubicBezTo>
                  <a:cubicBezTo>
                    <a:pt x="12859" y="5042"/>
                    <a:pt x="12927" y="4905"/>
                    <a:pt x="12944" y="4752"/>
                  </a:cubicBezTo>
                  <a:cubicBezTo>
                    <a:pt x="13201" y="4530"/>
                    <a:pt x="13252" y="4154"/>
                    <a:pt x="13064" y="3880"/>
                  </a:cubicBezTo>
                  <a:cubicBezTo>
                    <a:pt x="13115" y="3778"/>
                    <a:pt x="13149" y="3675"/>
                    <a:pt x="13167" y="3573"/>
                  </a:cubicBezTo>
                  <a:cubicBezTo>
                    <a:pt x="13235" y="3060"/>
                    <a:pt x="12620" y="2684"/>
                    <a:pt x="12261" y="2445"/>
                  </a:cubicBezTo>
                  <a:cubicBezTo>
                    <a:pt x="12169" y="2372"/>
                    <a:pt x="12058" y="2338"/>
                    <a:pt x="11949" y="2338"/>
                  </a:cubicBezTo>
                  <a:cubicBezTo>
                    <a:pt x="11775" y="2338"/>
                    <a:pt x="11604" y="2425"/>
                    <a:pt x="11509" y="2582"/>
                  </a:cubicBezTo>
                  <a:cubicBezTo>
                    <a:pt x="11424" y="2530"/>
                    <a:pt x="11355" y="2462"/>
                    <a:pt x="11270" y="2394"/>
                  </a:cubicBezTo>
                  <a:cubicBezTo>
                    <a:pt x="11150" y="2288"/>
                    <a:pt x="11001" y="2238"/>
                    <a:pt x="10852" y="2238"/>
                  </a:cubicBezTo>
                  <a:cubicBezTo>
                    <a:pt x="10640" y="2238"/>
                    <a:pt x="10427" y="2340"/>
                    <a:pt x="10296" y="2530"/>
                  </a:cubicBezTo>
                  <a:cubicBezTo>
                    <a:pt x="10273" y="2526"/>
                    <a:pt x="10249" y="2524"/>
                    <a:pt x="10224" y="2524"/>
                  </a:cubicBezTo>
                  <a:cubicBezTo>
                    <a:pt x="10157" y="2524"/>
                    <a:pt x="10085" y="2540"/>
                    <a:pt x="10023" y="2565"/>
                  </a:cubicBezTo>
                  <a:lnTo>
                    <a:pt x="9886" y="2462"/>
                  </a:lnTo>
                  <a:cubicBezTo>
                    <a:pt x="9793" y="2392"/>
                    <a:pt x="9684" y="2360"/>
                    <a:pt x="9577" y="2360"/>
                  </a:cubicBezTo>
                  <a:cubicBezTo>
                    <a:pt x="9369" y="2360"/>
                    <a:pt x="9168" y="2481"/>
                    <a:pt x="9100" y="2684"/>
                  </a:cubicBezTo>
                  <a:cubicBezTo>
                    <a:pt x="8912" y="2496"/>
                    <a:pt x="8741" y="2291"/>
                    <a:pt x="8570" y="2086"/>
                  </a:cubicBezTo>
                  <a:cubicBezTo>
                    <a:pt x="8452" y="1947"/>
                    <a:pt x="8317" y="1890"/>
                    <a:pt x="8187" y="1890"/>
                  </a:cubicBezTo>
                  <a:cubicBezTo>
                    <a:pt x="7771" y="1890"/>
                    <a:pt x="7399" y="2477"/>
                    <a:pt x="7750" y="2906"/>
                  </a:cubicBezTo>
                  <a:cubicBezTo>
                    <a:pt x="8263" y="3573"/>
                    <a:pt x="8810" y="4239"/>
                    <a:pt x="9322" y="4923"/>
                  </a:cubicBezTo>
                  <a:cubicBezTo>
                    <a:pt x="7750" y="3453"/>
                    <a:pt x="6383" y="1779"/>
                    <a:pt x="4931" y="190"/>
                  </a:cubicBezTo>
                  <a:cubicBezTo>
                    <a:pt x="4810" y="56"/>
                    <a:pt x="4674" y="0"/>
                    <a:pt x="45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rot="-2384385">
              <a:off x="3228689" y="235595"/>
              <a:ext cx="652092" cy="509758"/>
            </a:xfrm>
            <a:custGeom>
              <a:avLst/>
              <a:gdLst/>
              <a:ahLst/>
              <a:cxnLst/>
              <a:rect l="l" t="t" r="r" b="b"/>
              <a:pathLst>
                <a:path w="14097" h="11020" extrusionOk="0">
                  <a:moveTo>
                    <a:pt x="2488" y="425"/>
                  </a:moveTo>
                  <a:cubicBezTo>
                    <a:pt x="3103" y="425"/>
                    <a:pt x="3764" y="811"/>
                    <a:pt x="4255" y="1099"/>
                  </a:cubicBezTo>
                  <a:cubicBezTo>
                    <a:pt x="5502" y="1902"/>
                    <a:pt x="6613" y="2910"/>
                    <a:pt x="7501" y="4089"/>
                  </a:cubicBezTo>
                  <a:cubicBezTo>
                    <a:pt x="7541" y="4159"/>
                    <a:pt x="7610" y="4194"/>
                    <a:pt x="7681" y="4194"/>
                  </a:cubicBezTo>
                  <a:cubicBezTo>
                    <a:pt x="7731" y="4194"/>
                    <a:pt x="7783" y="4176"/>
                    <a:pt x="7826" y="4140"/>
                  </a:cubicBezTo>
                  <a:cubicBezTo>
                    <a:pt x="8618" y="3415"/>
                    <a:pt x="9600" y="2967"/>
                    <a:pt x="10605" y="2967"/>
                  </a:cubicBezTo>
                  <a:cubicBezTo>
                    <a:pt x="11138" y="2967"/>
                    <a:pt x="11678" y="3093"/>
                    <a:pt x="12200" y="3372"/>
                  </a:cubicBezTo>
                  <a:cubicBezTo>
                    <a:pt x="13789" y="4209"/>
                    <a:pt x="13635" y="5986"/>
                    <a:pt x="12781" y="7284"/>
                  </a:cubicBezTo>
                  <a:cubicBezTo>
                    <a:pt x="11294" y="9540"/>
                    <a:pt x="7621" y="10206"/>
                    <a:pt x="5126" y="10599"/>
                  </a:cubicBezTo>
                  <a:cubicBezTo>
                    <a:pt x="3845" y="9933"/>
                    <a:pt x="2939" y="8429"/>
                    <a:pt x="2273" y="7250"/>
                  </a:cubicBezTo>
                  <a:cubicBezTo>
                    <a:pt x="1487" y="5866"/>
                    <a:pt x="752" y="4158"/>
                    <a:pt x="820" y="2534"/>
                  </a:cubicBezTo>
                  <a:cubicBezTo>
                    <a:pt x="855" y="1680"/>
                    <a:pt x="1265" y="689"/>
                    <a:pt x="2153" y="467"/>
                  </a:cubicBezTo>
                  <a:cubicBezTo>
                    <a:pt x="2262" y="438"/>
                    <a:pt x="2374" y="425"/>
                    <a:pt x="2488" y="425"/>
                  </a:cubicBezTo>
                  <a:close/>
                  <a:moveTo>
                    <a:pt x="2342" y="1"/>
                  </a:moveTo>
                  <a:cubicBezTo>
                    <a:pt x="1645" y="1"/>
                    <a:pt x="1054" y="369"/>
                    <a:pt x="701" y="1321"/>
                  </a:cubicBezTo>
                  <a:cubicBezTo>
                    <a:pt x="0" y="3235"/>
                    <a:pt x="803" y="5234"/>
                    <a:pt x="1658" y="6943"/>
                  </a:cubicBezTo>
                  <a:cubicBezTo>
                    <a:pt x="2358" y="8327"/>
                    <a:pt x="3452" y="10086"/>
                    <a:pt x="4938" y="10787"/>
                  </a:cubicBezTo>
                  <a:cubicBezTo>
                    <a:pt x="4938" y="10914"/>
                    <a:pt x="5041" y="11011"/>
                    <a:pt x="5165" y="11011"/>
                  </a:cubicBezTo>
                  <a:cubicBezTo>
                    <a:pt x="5175" y="11011"/>
                    <a:pt x="5184" y="11010"/>
                    <a:pt x="5194" y="11009"/>
                  </a:cubicBezTo>
                  <a:lnTo>
                    <a:pt x="5382" y="10975"/>
                  </a:lnTo>
                  <a:lnTo>
                    <a:pt x="5519" y="11009"/>
                  </a:lnTo>
                  <a:cubicBezTo>
                    <a:pt x="5530" y="11017"/>
                    <a:pt x="5542" y="11020"/>
                    <a:pt x="5554" y="11020"/>
                  </a:cubicBezTo>
                  <a:cubicBezTo>
                    <a:pt x="5597" y="11020"/>
                    <a:pt x="5639" y="10977"/>
                    <a:pt x="5639" y="10924"/>
                  </a:cubicBezTo>
                  <a:cubicBezTo>
                    <a:pt x="8714" y="10428"/>
                    <a:pt x="13140" y="9352"/>
                    <a:pt x="13823" y="5883"/>
                  </a:cubicBezTo>
                  <a:cubicBezTo>
                    <a:pt x="14096" y="4516"/>
                    <a:pt x="13191" y="3337"/>
                    <a:pt x="11995" y="2825"/>
                  </a:cubicBezTo>
                  <a:cubicBezTo>
                    <a:pt x="11549" y="2630"/>
                    <a:pt x="11092" y="2543"/>
                    <a:pt x="10637" y="2543"/>
                  </a:cubicBezTo>
                  <a:cubicBezTo>
                    <a:pt x="9575" y="2543"/>
                    <a:pt x="8532" y="3019"/>
                    <a:pt x="7706" y="3713"/>
                  </a:cubicBezTo>
                  <a:cubicBezTo>
                    <a:pt x="6741" y="2538"/>
                    <a:pt x="4172" y="1"/>
                    <a:pt x="2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2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29"/>
        <p:cNvGrpSpPr/>
        <p:nvPr/>
      </p:nvGrpSpPr>
      <p:grpSpPr>
        <a:xfrm>
          <a:off x="0" y="0"/>
          <a:ext cx="0" cy="0"/>
          <a:chOff x="0" y="0"/>
          <a:chExt cx="0" cy="0"/>
        </a:xfrm>
      </p:grpSpPr>
      <p:pic>
        <p:nvPicPr>
          <p:cNvPr id="230" name="Google Shape;230;p13"/>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231" name="Google Shape;231;p13"/>
          <p:cNvSpPr txBox="1">
            <a:spLocks noGrp="1"/>
          </p:cNvSpPr>
          <p:nvPr>
            <p:ph type="title"/>
          </p:nvPr>
        </p:nvSpPr>
        <p:spPr>
          <a:xfrm>
            <a:off x="1651725" y="1543838"/>
            <a:ext cx="2336400" cy="48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32" name="Google Shape;232;p13"/>
          <p:cNvSpPr txBox="1">
            <a:spLocks noGrp="1"/>
          </p:cNvSpPr>
          <p:nvPr>
            <p:ph type="title" idx="2" hasCustomPrompt="1"/>
          </p:nvPr>
        </p:nvSpPr>
        <p:spPr>
          <a:xfrm>
            <a:off x="962775" y="1496138"/>
            <a:ext cx="699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b="1">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3" name="Google Shape;233;p13"/>
          <p:cNvSpPr txBox="1">
            <a:spLocks noGrp="1"/>
          </p:cNvSpPr>
          <p:nvPr>
            <p:ph type="subTitle" idx="1"/>
          </p:nvPr>
        </p:nvSpPr>
        <p:spPr>
          <a:xfrm>
            <a:off x="1651725" y="2006463"/>
            <a:ext cx="23364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4" name="Google Shape;234;p13"/>
          <p:cNvSpPr txBox="1">
            <a:spLocks noGrp="1"/>
          </p:cNvSpPr>
          <p:nvPr>
            <p:ph type="title" idx="3"/>
          </p:nvPr>
        </p:nvSpPr>
        <p:spPr>
          <a:xfrm>
            <a:off x="2713350" y="537875"/>
            <a:ext cx="3717300" cy="48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rtl="0">
              <a:lnSpc>
                <a:spcPct val="100000"/>
              </a:lnSpc>
              <a:spcBef>
                <a:spcPts val="0"/>
              </a:spcBef>
              <a:spcAft>
                <a:spcPts val="0"/>
              </a:spcAft>
              <a:buSzPts val="2500"/>
              <a:buNone/>
              <a:defRPr/>
            </a:lvl2pPr>
            <a:lvl3pPr lvl="2" rtl="0">
              <a:lnSpc>
                <a:spcPct val="100000"/>
              </a:lnSpc>
              <a:spcBef>
                <a:spcPts val="0"/>
              </a:spcBef>
              <a:spcAft>
                <a:spcPts val="0"/>
              </a:spcAft>
              <a:buSzPts val="2500"/>
              <a:buNone/>
              <a:defRPr/>
            </a:lvl3pPr>
            <a:lvl4pPr lvl="3" rtl="0">
              <a:lnSpc>
                <a:spcPct val="100000"/>
              </a:lnSpc>
              <a:spcBef>
                <a:spcPts val="0"/>
              </a:spcBef>
              <a:spcAft>
                <a:spcPts val="0"/>
              </a:spcAft>
              <a:buSzPts val="2500"/>
              <a:buNone/>
              <a:defRPr/>
            </a:lvl4pPr>
            <a:lvl5pPr lvl="4" rtl="0">
              <a:lnSpc>
                <a:spcPct val="100000"/>
              </a:lnSpc>
              <a:spcBef>
                <a:spcPts val="0"/>
              </a:spcBef>
              <a:spcAft>
                <a:spcPts val="0"/>
              </a:spcAft>
              <a:buSzPts val="2500"/>
              <a:buNone/>
              <a:defRPr/>
            </a:lvl5pPr>
            <a:lvl6pPr lvl="5" rtl="0">
              <a:lnSpc>
                <a:spcPct val="100000"/>
              </a:lnSpc>
              <a:spcBef>
                <a:spcPts val="0"/>
              </a:spcBef>
              <a:spcAft>
                <a:spcPts val="0"/>
              </a:spcAft>
              <a:buSzPts val="2500"/>
              <a:buNone/>
              <a:defRPr/>
            </a:lvl6pPr>
            <a:lvl7pPr lvl="6" rtl="0">
              <a:lnSpc>
                <a:spcPct val="100000"/>
              </a:lnSpc>
              <a:spcBef>
                <a:spcPts val="0"/>
              </a:spcBef>
              <a:spcAft>
                <a:spcPts val="0"/>
              </a:spcAft>
              <a:buSzPts val="2500"/>
              <a:buNone/>
              <a:defRPr/>
            </a:lvl7pPr>
            <a:lvl8pPr lvl="7" rtl="0">
              <a:lnSpc>
                <a:spcPct val="100000"/>
              </a:lnSpc>
              <a:spcBef>
                <a:spcPts val="0"/>
              </a:spcBef>
              <a:spcAft>
                <a:spcPts val="0"/>
              </a:spcAft>
              <a:buSzPts val="2500"/>
              <a:buNone/>
              <a:defRPr/>
            </a:lvl8pPr>
            <a:lvl9pPr lvl="8" rtl="0">
              <a:lnSpc>
                <a:spcPct val="100000"/>
              </a:lnSpc>
              <a:spcBef>
                <a:spcPts val="0"/>
              </a:spcBef>
              <a:spcAft>
                <a:spcPts val="0"/>
              </a:spcAft>
              <a:buSzPts val="2500"/>
              <a:buNone/>
              <a:defRPr/>
            </a:lvl9pPr>
          </a:lstStyle>
          <a:p>
            <a:endParaRPr/>
          </a:p>
        </p:txBody>
      </p:sp>
      <p:sp>
        <p:nvSpPr>
          <p:cNvPr id="235" name="Google Shape;235;p13"/>
          <p:cNvSpPr txBox="1">
            <a:spLocks noGrp="1"/>
          </p:cNvSpPr>
          <p:nvPr>
            <p:ph type="title" idx="4"/>
          </p:nvPr>
        </p:nvSpPr>
        <p:spPr>
          <a:xfrm>
            <a:off x="5844813" y="1543850"/>
            <a:ext cx="2336400" cy="48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36" name="Google Shape;236;p13"/>
          <p:cNvSpPr txBox="1">
            <a:spLocks noGrp="1"/>
          </p:cNvSpPr>
          <p:nvPr>
            <p:ph type="title" idx="5" hasCustomPrompt="1"/>
          </p:nvPr>
        </p:nvSpPr>
        <p:spPr>
          <a:xfrm>
            <a:off x="5155863" y="1496150"/>
            <a:ext cx="699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b="1">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7" name="Google Shape;237;p13"/>
          <p:cNvSpPr txBox="1">
            <a:spLocks noGrp="1"/>
          </p:cNvSpPr>
          <p:nvPr>
            <p:ph type="subTitle" idx="6"/>
          </p:nvPr>
        </p:nvSpPr>
        <p:spPr>
          <a:xfrm>
            <a:off x="5844813" y="2006475"/>
            <a:ext cx="23364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8" name="Google Shape;238;p13"/>
          <p:cNvSpPr txBox="1">
            <a:spLocks noGrp="1"/>
          </p:cNvSpPr>
          <p:nvPr>
            <p:ph type="title" idx="7"/>
          </p:nvPr>
        </p:nvSpPr>
        <p:spPr>
          <a:xfrm>
            <a:off x="1651725" y="3377588"/>
            <a:ext cx="2336400" cy="48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39" name="Google Shape;239;p13"/>
          <p:cNvSpPr txBox="1">
            <a:spLocks noGrp="1"/>
          </p:cNvSpPr>
          <p:nvPr>
            <p:ph type="title" idx="8" hasCustomPrompt="1"/>
          </p:nvPr>
        </p:nvSpPr>
        <p:spPr>
          <a:xfrm>
            <a:off x="962775" y="3329888"/>
            <a:ext cx="699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b="1">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0" name="Google Shape;240;p13"/>
          <p:cNvSpPr txBox="1">
            <a:spLocks noGrp="1"/>
          </p:cNvSpPr>
          <p:nvPr>
            <p:ph type="subTitle" idx="9"/>
          </p:nvPr>
        </p:nvSpPr>
        <p:spPr>
          <a:xfrm>
            <a:off x="1651725" y="3840213"/>
            <a:ext cx="23364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1" name="Google Shape;241;p13"/>
          <p:cNvSpPr txBox="1">
            <a:spLocks noGrp="1"/>
          </p:cNvSpPr>
          <p:nvPr>
            <p:ph type="title" idx="13"/>
          </p:nvPr>
        </p:nvSpPr>
        <p:spPr>
          <a:xfrm>
            <a:off x="5844813" y="3377600"/>
            <a:ext cx="2336400" cy="48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42" name="Google Shape;242;p13"/>
          <p:cNvSpPr txBox="1">
            <a:spLocks noGrp="1"/>
          </p:cNvSpPr>
          <p:nvPr>
            <p:ph type="title" idx="14" hasCustomPrompt="1"/>
          </p:nvPr>
        </p:nvSpPr>
        <p:spPr>
          <a:xfrm>
            <a:off x="5155863" y="3329900"/>
            <a:ext cx="699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b="1">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3" name="Google Shape;243;p13"/>
          <p:cNvSpPr txBox="1">
            <a:spLocks noGrp="1"/>
          </p:cNvSpPr>
          <p:nvPr>
            <p:ph type="subTitle" idx="15"/>
          </p:nvPr>
        </p:nvSpPr>
        <p:spPr>
          <a:xfrm>
            <a:off x="5844813" y="3840225"/>
            <a:ext cx="23364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244" name="Google Shape;244;p13"/>
          <p:cNvGrpSpPr/>
          <p:nvPr/>
        </p:nvGrpSpPr>
        <p:grpSpPr>
          <a:xfrm>
            <a:off x="397551" y="281000"/>
            <a:ext cx="457711" cy="445973"/>
            <a:chOff x="397551" y="281000"/>
            <a:chExt cx="457711" cy="445973"/>
          </a:xfrm>
        </p:grpSpPr>
        <p:sp>
          <p:nvSpPr>
            <p:cNvPr id="245" name="Google Shape;245;p13"/>
            <p:cNvSpPr/>
            <p:nvPr/>
          </p:nvSpPr>
          <p:spPr>
            <a:xfrm>
              <a:off x="424211" y="285308"/>
              <a:ext cx="431051" cy="441665"/>
            </a:xfrm>
            <a:custGeom>
              <a:avLst/>
              <a:gdLst/>
              <a:ahLst/>
              <a:cxnLst/>
              <a:rect l="l" t="t" r="r" b="b"/>
              <a:pathLst>
                <a:path w="6904" h="7074" fill="none" extrusionOk="0">
                  <a:moveTo>
                    <a:pt x="2119" y="4972"/>
                  </a:moveTo>
                  <a:lnTo>
                    <a:pt x="86" y="4972"/>
                  </a:lnTo>
                  <a:lnTo>
                    <a:pt x="0" y="4545"/>
                  </a:lnTo>
                  <a:cubicBezTo>
                    <a:pt x="496" y="4306"/>
                    <a:pt x="974" y="4101"/>
                    <a:pt x="1436" y="3862"/>
                  </a:cubicBezTo>
                  <a:cubicBezTo>
                    <a:pt x="1641" y="3759"/>
                    <a:pt x="1828" y="3639"/>
                    <a:pt x="1999" y="3520"/>
                  </a:cubicBezTo>
                  <a:cubicBezTo>
                    <a:pt x="2153" y="3434"/>
                    <a:pt x="2221" y="3264"/>
                    <a:pt x="2153" y="3093"/>
                  </a:cubicBezTo>
                  <a:cubicBezTo>
                    <a:pt x="2153" y="2956"/>
                    <a:pt x="2102" y="2819"/>
                    <a:pt x="2051" y="2683"/>
                  </a:cubicBezTo>
                  <a:cubicBezTo>
                    <a:pt x="1897" y="2426"/>
                    <a:pt x="1811" y="2119"/>
                    <a:pt x="1811" y="1828"/>
                  </a:cubicBezTo>
                  <a:cubicBezTo>
                    <a:pt x="1726" y="1470"/>
                    <a:pt x="1623" y="1128"/>
                    <a:pt x="1470" y="786"/>
                  </a:cubicBezTo>
                  <a:cubicBezTo>
                    <a:pt x="1384" y="547"/>
                    <a:pt x="1265" y="291"/>
                    <a:pt x="1504" y="17"/>
                  </a:cubicBezTo>
                  <a:cubicBezTo>
                    <a:pt x="1589" y="17"/>
                    <a:pt x="1726" y="0"/>
                    <a:pt x="1863" y="0"/>
                  </a:cubicBezTo>
                  <a:cubicBezTo>
                    <a:pt x="1999" y="0"/>
                    <a:pt x="2136" y="0"/>
                    <a:pt x="2290" y="0"/>
                  </a:cubicBezTo>
                  <a:cubicBezTo>
                    <a:pt x="2341" y="120"/>
                    <a:pt x="2375" y="239"/>
                    <a:pt x="2392" y="376"/>
                  </a:cubicBezTo>
                  <a:cubicBezTo>
                    <a:pt x="2392" y="496"/>
                    <a:pt x="2392" y="581"/>
                    <a:pt x="2512" y="684"/>
                  </a:cubicBezTo>
                  <a:cubicBezTo>
                    <a:pt x="2649" y="786"/>
                    <a:pt x="2666" y="974"/>
                    <a:pt x="2563" y="1128"/>
                  </a:cubicBezTo>
                  <a:cubicBezTo>
                    <a:pt x="2854" y="1589"/>
                    <a:pt x="3127" y="2016"/>
                    <a:pt x="3400" y="2478"/>
                  </a:cubicBezTo>
                  <a:cubicBezTo>
                    <a:pt x="4084" y="2050"/>
                    <a:pt x="4665" y="1470"/>
                    <a:pt x="5109" y="803"/>
                  </a:cubicBezTo>
                  <a:cubicBezTo>
                    <a:pt x="5194" y="615"/>
                    <a:pt x="5382" y="479"/>
                    <a:pt x="5587" y="479"/>
                  </a:cubicBezTo>
                  <a:cubicBezTo>
                    <a:pt x="5827" y="479"/>
                    <a:pt x="5963" y="684"/>
                    <a:pt x="5844" y="889"/>
                  </a:cubicBezTo>
                  <a:cubicBezTo>
                    <a:pt x="5673" y="1196"/>
                    <a:pt x="5485" y="1521"/>
                    <a:pt x="5280" y="1811"/>
                  </a:cubicBezTo>
                  <a:cubicBezTo>
                    <a:pt x="5007" y="2170"/>
                    <a:pt x="4836" y="2614"/>
                    <a:pt x="4784" y="3076"/>
                  </a:cubicBezTo>
                  <a:cubicBezTo>
                    <a:pt x="4767" y="3264"/>
                    <a:pt x="4733" y="3434"/>
                    <a:pt x="4699" y="3657"/>
                  </a:cubicBezTo>
                  <a:cubicBezTo>
                    <a:pt x="4750" y="3708"/>
                    <a:pt x="4784" y="3742"/>
                    <a:pt x="4819" y="3810"/>
                  </a:cubicBezTo>
                  <a:cubicBezTo>
                    <a:pt x="5041" y="4237"/>
                    <a:pt x="5434" y="4443"/>
                    <a:pt x="5861" y="4579"/>
                  </a:cubicBezTo>
                  <a:cubicBezTo>
                    <a:pt x="6100" y="4665"/>
                    <a:pt x="6356" y="4750"/>
                    <a:pt x="6596" y="4853"/>
                  </a:cubicBezTo>
                  <a:cubicBezTo>
                    <a:pt x="6647" y="4870"/>
                    <a:pt x="6698" y="4904"/>
                    <a:pt x="6749" y="4938"/>
                  </a:cubicBezTo>
                  <a:cubicBezTo>
                    <a:pt x="6801" y="4989"/>
                    <a:pt x="6852" y="5058"/>
                    <a:pt x="6903" y="5126"/>
                  </a:cubicBezTo>
                  <a:cubicBezTo>
                    <a:pt x="6818" y="5382"/>
                    <a:pt x="6544" y="5536"/>
                    <a:pt x="6288" y="5468"/>
                  </a:cubicBezTo>
                  <a:cubicBezTo>
                    <a:pt x="6134" y="5468"/>
                    <a:pt x="5998" y="5451"/>
                    <a:pt x="5861" y="5416"/>
                  </a:cubicBezTo>
                  <a:cubicBezTo>
                    <a:pt x="5297" y="5263"/>
                    <a:pt x="4733" y="5211"/>
                    <a:pt x="4152" y="5263"/>
                  </a:cubicBezTo>
                  <a:cubicBezTo>
                    <a:pt x="3998" y="5690"/>
                    <a:pt x="3845" y="6100"/>
                    <a:pt x="3708" y="6510"/>
                  </a:cubicBezTo>
                  <a:cubicBezTo>
                    <a:pt x="3623" y="6766"/>
                    <a:pt x="3452" y="6971"/>
                    <a:pt x="3212" y="7074"/>
                  </a:cubicBezTo>
                  <a:lnTo>
                    <a:pt x="2734" y="6852"/>
                  </a:lnTo>
                  <a:cubicBezTo>
                    <a:pt x="2632" y="6424"/>
                    <a:pt x="2529" y="5997"/>
                    <a:pt x="2461" y="5570"/>
                  </a:cubicBezTo>
                  <a:cubicBezTo>
                    <a:pt x="2444" y="5314"/>
                    <a:pt x="2324" y="5109"/>
                    <a:pt x="2119" y="4972"/>
                  </a:cubicBezTo>
                  <a:close/>
                </a:path>
              </a:pathLst>
            </a:custGeom>
            <a:no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3"/>
            <p:cNvSpPr/>
            <p:nvPr/>
          </p:nvSpPr>
          <p:spPr>
            <a:xfrm>
              <a:off x="397551" y="281000"/>
              <a:ext cx="430989" cy="443850"/>
            </a:xfrm>
            <a:custGeom>
              <a:avLst/>
              <a:gdLst/>
              <a:ahLst/>
              <a:cxnLst/>
              <a:rect l="l" t="t" r="r" b="b"/>
              <a:pathLst>
                <a:path w="6903" h="7109" extrusionOk="0">
                  <a:moveTo>
                    <a:pt x="2119" y="4990"/>
                  </a:moveTo>
                  <a:lnTo>
                    <a:pt x="86" y="4990"/>
                  </a:lnTo>
                  <a:cubicBezTo>
                    <a:pt x="51" y="4836"/>
                    <a:pt x="17" y="4699"/>
                    <a:pt x="0" y="4563"/>
                  </a:cubicBezTo>
                  <a:cubicBezTo>
                    <a:pt x="496" y="4324"/>
                    <a:pt x="974" y="4101"/>
                    <a:pt x="1435" y="3879"/>
                  </a:cubicBezTo>
                  <a:cubicBezTo>
                    <a:pt x="1640" y="3777"/>
                    <a:pt x="1828" y="3657"/>
                    <a:pt x="2016" y="3538"/>
                  </a:cubicBezTo>
                  <a:cubicBezTo>
                    <a:pt x="2153" y="3435"/>
                    <a:pt x="2221" y="3264"/>
                    <a:pt x="2170" y="3110"/>
                  </a:cubicBezTo>
                  <a:cubicBezTo>
                    <a:pt x="2153" y="2957"/>
                    <a:pt x="2119" y="2820"/>
                    <a:pt x="2068" y="2700"/>
                  </a:cubicBezTo>
                  <a:cubicBezTo>
                    <a:pt x="1914" y="2427"/>
                    <a:pt x="1828" y="2137"/>
                    <a:pt x="1828" y="1829"/>
                  </a:cubicBezTo>
                  <a:cubicBezTo>
                    <a:pt x="1743" y="1470"/>
                    <a:pt x="1640" y="1128"/>
                    <a:pt x="1487" y="804"/>
                  </a:cubicBezTo>
                  <a:cubicBezTo>
                    <a:pt x="1401" y="548"/>
                    <a:pt x="1264" y="308"/>
                    <a:pt x="1521" y="18"/>
                  </a:cubicBezTo>
                  <a:cubicBezTo>
                    <a:pt x="1606" y="18"/>
                    <a:pt x="1743" y="18"/>
                    <a:pt x="1880" y="18"/>
                  </a:cubicBezTo>
                  <a:cubicBezTo>
                    <a:pt x="2016" y="1"/>
                    <a:pt x="2153" y="18"/>
                    <a:pt x="2307" y="18"/>
                  </a:cubicBezTo>
                  <a:cubicBezTo>
                    <a:pt x="2358" y="137"/>
                    <a:pt x="2392" y="257"/>
                    <a:pt x="2409" y="394"/>
                  </a:cubicBezTo>
                  <a:cubicBezTo>
                    <a:pt x="2409" y="513"/>
                    <a:pt x="2409" y="599"/>
                    <a:pt x="2529" y="701"/>
                  </a:cubicBezTo>
                  <a:cubicBezTo>
                    <a:pt x="2648" y="804"/>
                    <a:pt x="2683" y="992"/>
                    <a:pt x="2580" y="1128"/>
                  </a:cubicBezTo>
                  <a:lnTo>
                    <a:pt x="3417" y="2478"/>
                  </a:lnTo>
                  <a:cubicBezTo>
                    <a:pt x="4101" y="2068"/>
                    <a:pt x="4682" y="1487"/>
                    <a:pt x="5126" y="804"/>
                  </a:cubicBezTo>
                  <a:cubicBezTo>
                    <a:pt x="5211" y="616"/>
                    <a:pt x="5399" y="496"/>
                    <a:pt x="5604" y="496"/>
                  </a:cubicBezTo>
                  <a:cubicBezTo>
                    <a:pt x="5844" y="496"/>
                    <a:pt x="5980" y="684"/>
                    <a:pt x="5861" y="906"/>
                  </a:cubicBezTo>
                  <a:cubicBezTo>
                    <a:pt x="5673" y="1214"/>
                    <a:pt x="5502" y="1521"/>
                    <a:pt x="5297" y="1812"/>
                  </a:cubicBezTo>
                  <a:cubicBezTo>
                    <a:pt x="5006" y="2188"/>
                    <a:pt x="4836" y="2632"/>
                    <a:pt x="4784" y="3110"/>
                  </a:cubicBezTo>
                  <a:cubicBezTo>
                    <a:pt x="4767" y="3281"/>
                    <a:pt x="4733" y="3469"/>
                    <a:pt x="4699" y="3691"/>
                  </a:cubicBezTo>
                  <a:cubicBezTo>
                    <a:pt x="4750" y="3726"/>
                    <a:pt x="4784" y="3777"/>
                    <a:pt x="4818" y="3828"/>
                  </a:cubicBezTo>
                  <a:cubicBezTo>
                    <a:pt x="5041" y="4255"/>
                    <a:pt x="5434" y="4460"/>
                    <a:pt x="5861" y="4597"/>
                  </a:cubicBezTo>
                  <a:cubicBezTo>
                    <a:pt x="6100" y="4682"/>
                    <a:pt x="6356" y="4785"/>
                    <a:pt x="6595" y="4870"/>
                  </a:cubicBezTo>
                  <a:cubicBezTo>
                    <a:pt x="6647" y="4887"/>
                    <a:pt x="6698" y="4922"/>
                    <a:pt x="6749" y="4956"/>
                  </a:cubicBezTo>
                  <a:cubicBezTo>
                    <a:pt x="6800" y="5024"/>
                    <a:pt x="6852" y="5092"/>
                    <a:pt x="6903" y="5161"/>
                  </a:cubicBezTo>
                  <a:cubicBezTo>
                    <a:pt x="6818" y="5417"/>
                    <a:pt x="6544" y="5571"/>
                    <a:pt x="6288" y="5502"/>
                  </a:cubicBezTo>
                  <a:cubicBezTo>
                    <a:pt x="6134" y="5485"/>
                    <a:pt x="5997" y="5468"/>
                    <a:pt x="5861" y="5434"/>
                  </a:cubicBezTo>
                  <a:cubicBezTo>
                    <a:pt x="5297" y="5297"/>
                    <a:pt x="4733" y="5229"/>
                    <a:pt x="4152" y="5297"/>
                  </a:cubicBezTo>
                  <a:cubicBezTo>
                    <a:pt x="3998" y="5708"/>
                    <a:pt x="3845" y="6118"/>
                    <a:pt x="3708" y="6545"/>
                  </a:cubicBezTo>
                  <a:cubicBezTo>
                    <a:pt x="3622" y="6784"/>
                    <a:pt x="3452" y="6989"/>
                    <a:pt x="3212" y="7109"/>
                  </a:cubicBezTo>
                  <a:lnTo>
                    <a:pt x="2734" y="6869"/>
                  </a:lnTo>
                  <a:cubicBezTo>
                    <a:pt x="2631" y="6442"/>
                    <a:pt x="2529" y="6015"/>
                    <a:pt x="2461" y="5588"/>
                  </a:cubicBezTo>
                  <a:cubicBezTo>
                    <a:pt x="2443" y="5349"/>
                    <a:pt x="2324" y="5127"/>
                    <a:pt x="2119" y="4990"/>
                  </a:cubicBezTo>
                  <a:close/>
                  <a:moveTo>
                    <a:pt x="1760" y="4563"/>
                  </a:moveTo>
                  <a:cubicBezTo>
                    <a:pt x="1931" y="4460"/>
                    <a:pt x="2153" y="4477"/>
                    <a:pt x="2102" y="4204"/>
                  </a:cubicBezTo>
                  <a:cubicBezTo>
                    <a:pt x="2102" y="4170"/>
                    <a:pt x="2068" y="4153"/>
                    <a:pt x="2033" y="4153"/>
                  </a:cubicBezTo>
                  <a:cubicBezTo>
                    <a:pt x="1863" y="4170"/>
                    <a:pt x="1743" y="4289"/>
                    <a:pt x="1726" y="4443"/>
                  </a:cubicBezTo>
                  <a:cubicBezTo>
                    <a:pt x="1709" y="4460"/>
                    <a:pt x="1726" y="4477"/>
                    <a:pt x="1760" y="45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accent3"/>
        </a:solidFill>
        <a:effectLst/>
      </p:bgPr>
    </p:bg>
    <p:spTree>
      <p:nvGrpSpPr>
        <p:cNvPr id="1" name="Shape 247"/>
        <p:cNvGrpSpPr/>
        <p:nvPr/>
      </p:nvGrpSpPr>
      <p:grpSpPr>
        <a:xfrm>
          <a:off x="0" y="0"/>
          <a:ext cx="0" cy="0"/>
          <a:chOff x="0" y="0"/>
          <a:chExt cx="0" cy="0"/>
        </a:xfrm>
      </p:grpSpPr>
      <p:pic>
        <p:nvPicPr>
          <p:cNvPr id="248" name="Google Shape;248;p14"/>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249" name="Google Shape;249;p14"/>
          <p:cNvSpPr txBox="1">
            <a:spLocks noGrp="1"/>
          </p:cNvSpPr>
          <p:nvPr>
            <p:ph type="title"/>
          </p:nvPr>
        </p:nvSpPr>
        <p:spPr>
          <a:xfrm>
            <a:off x="2290050" y="3139613"/>
            <a:ext cx="4563900" cy="46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50" name="Google Shape;250;p14"/>
          <p:cNvSpPr txBox="1">
            <a:spLocks noGrp="1"/>
          </p:cNvSpPr>
          <p:nvPr>
            <p:ph type="subTitle" idx="1"/>
          </p:nvPr>
        </p:nvSpPr>
        <p:spPr>
          <a:xfrm>
            <a:off x="1458175" y="1480313"/>
            <a:ext cx="6227700" cy="165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251" name="Google Shape;251;p14"/>
          <p:cNvGrpSpPr/>
          <p:nvPr/>
        </p:nvGrpSpPr>
        <p:grpSpPr>
          <a:xfrm>
            <a:off x="181724" y="3902898"/>
            <a:ext cx="850038" cy="1116492"/>
            <a:chOff x="181724" y="3902898"/>
            <a:chExt cx="850038" cy="1116492"/>
          </a:xfrm>
        </p:grpSpPr>
        <p:grpSp>
          <p:nvGrpSpPr>
            <p:cNvPr id="252" name="Google Shape;252;p14"/>
            <p:cNvGrpSpPr/>
            <p:nvPr/>
          </p:nvGrpSpPr>
          <p:grpSpPr>
            <a:xfrm>
              <a:off x="181724" y="3902898"/>
              <a:ext cx="850038" cy="1116492"/>
              <a:chOff x="181724" y="3902898"/>
              <a:chExt cx="850038" cy="1116492"/>
            </a:xfrm>
          </p:grpSpPr>
          <p:sp>
            <p:nvSpPr>
              <p:cNvPr id="253" name="Google Shape;253;p14"/>
              <p:cNvSpPr/>
              <p:nvPr/>
            </p:nvSpPr>
            <p:spPr>
              <a:xfrm rot="-572741">
                <a:off x="257958" y="3970491"/>
                <a:ext cx="530901" cy="540560"/>
              </a:xfrm>
              <a:custGeom>
                <a:avLst/>
                <a:gdLst/>
                <a:ahLst/>
                <a:cxnLst/>
                <a:rect l="l" t="t" r="r" b="b"/>
                <a:pathLst>
                  <a:path w="8993" h="9157" extrusionOk="0">
                    <a:moveTo>
                      <a:pt x="7831" y="0"/>
                    </a:moveTo>
                    <a:cubicBezTo>
                      <a:pt x="7594" y="0"/>
                      <a:pt x="7348" y="161"/>
                      <a:pt x="7251" y="377"/>
                    </a:cubicBezTo>
                    <a:cubicBezTo>
                      <a:pt x="7205" y="367"/>
                      <a:pt x="7160" y="362"/>
                      <a:pt x="7115" y="362"/>
                    </a:cubicBezTo>
                    <a:cubicBezTo>
                      <a:pt x="6929" y="362"/>
                      <a:pt x="6760" y="447"/>
                      <a:pt x="6636" y="599"/>
                    </a:cubicBezTo>
                    <a:cubicBezTo>
                      <a:pt x="6584" y="582"/>
                      <a:pt x="6516" y="547"/>
                      <a:pt x="6448" y="530"/>
                    </a:cubicBezTo>
                    <a:cubicBezTo>
                      <a:pt x="6404" y="522"/>
                      <a:pt x="6361" y="518"/>
                      <a:pt x="6318" y="518"/>
                    </a:cubicBezTo>
                    <a:cubicBezTo>
                      <a:pt x="6010" y="518"/>
                      <a:pt x="5743" y="728"/>
                      <a:pt x="5713" y="1043"/>
                    </a:cubicBezTo>
                    <a:cubicBezTo>
                      <a:pt x="5694" y="1041"/>
                      <a:pt x="5674" y="1040"/>
                      <a:pt x="5655" y="1040"/>
                    </a:cubicBezTo>
                    <a:cubicBezTo>
                      <a:pt x="5339" y="1040"/>
                      <a:pt x="5080" y="1301"/>
                      <a:pt x="5064" y="1607"/>
                    </a:cubicBezTo>
                    <a:cubicBezTo>
                      <a:pt x="4984" y="1573"/>
                      <a:pt x="4899" y="1555"/>
                      <a:pt x="4813" y="1555"/>
                    </a:cubicBezTo>
                    <a:cubicBezTo>
                      <a:pt x="4642" y="1555"/>
                      <a:pt x="4471" y="1624"/>
                      <a:pt x="4346" y="1761"/>
                    </a:cubicBezTo>
                    <a:cubicBezTo>
                      <a:pt x="4124" y="1504"/>
                      <a:pt x="3919" y="1265"/>
                      <a:pt x="3697" y="1026"/>
                    </a:cubicBezTo>
                    <a:cubicBezTo>
                      <a:pt x="3592" y="912"/>
                      <a:pt x="3455" y="863"/>
                      <a:pt x="3316" y="863"/>
                    </a:cubicBezTo>
                    <a:cubicBezTo>
                      <a:pt x="2954" y="863"/>
                      <a:pt x="2580" y="1195"/>
                      <a:pt x="2740" y="1590"/>
                    </a:cubicBezTo>
                    <a:cubicBezTo>
                      <a:pt x="2877" y="1897"/>
                      <a:pt x="3013" y="2205"/>
                      <a:pt x="3150" y="2529"/>
                    </a:cubicBezTo>
                    <a:cubicBezTo>
                      <a:pt x="2894" y="2239"/>
                      <a:pt x="2638" y="1966"/>
                      <a:pt x="2347" y="1709"/>
                    </a:cubicBezTo>
                    <a:cubicBezTo>
                      <a:pt x="2241" y="1613"/>
                      <a:pt x="2105" y="1570"/>
                      <a:pt x="1969" y="1570"/>
                    </a:cubicBezTo>
                    <a:cubicBezTo>
                      <a:pt x="1623" y="1570"/>
                      <a:pt x="1277" y="1851"/>
                      <a:pt x="1424" y="2256"/>
                    </a:cubicBezTo>
                    <a:cubicBezTo>
                      <a:pt x="1869" y="3350"/>
                      <a:pt x="2381" y="4409"/>
                      <a:pt x="2945" y="5451"/>
                    </a:cubicBezTo>
                    <a:cubicBezTo>
                      <a:pt x="2723" y="5280"/>
                      <a:pt x="2484" y="5109"/>
                      <a:pt x="2245" y="4956"/>
                    </a:cubicBezTo>
                    <a:cubicBezTo>
                      <a:pt x="2157" y="4906"/>
                      <a:pt x="2069" y="4874"/>
                      <a:pt x="1975" y="4874"/>
                    </a:cubicBezTo>
                    <a:cubicBezTo>
                      <a:pt x="1941" y="4874"/>
                      <a:pt x="1905" y="4878"/>
                      <a:pt x="1869" y="4887"/>
                    </a:cubicBezTo>
                    <a:lnTo>
                      <a:pt x="1749" y="4665"/>
                    </a:lnTo>
                    <a:cubicBezTo>
                      <a:pt x="1650" y="4490"/>
                      <a:pt x="1482" y="4414"/>
                      <a:pt x="1313" y="4414"/>
                    </a:cubicBezTo>
                    <a:cubicBezTo>
                      <a:pt x="986" y="4414"/>
                      <a:pt x="652" y="4693"/>
                      <a:pt x="775" y="5075"/>
                    </a:cubicBezTo>
                    <a:cubicBezTo>
                      <a:pt x="826" y="5195"/>
                      <a:pt x="861" y="5314"/>
                      <a:pt x="895" y="5434"/>
                    </a:cubicBezTo>
                    <a:lnTo>
                      <a:pt x="758" y="5297"/>
                    </a:lnTo>
                    <a:cubicBezTo>
                      <a:pt x="680" y="5220"/>
                      <a:pt x="572" y="5183"/>
                      <a:pt x="462" y="5183"/>
                    </a:cubicBezTo>
                    <a:cubicBezTo>
                      <a:pt x="234" y="5183"/>
                      <a:pt x="0" y="5340"/>
                      <a:pt x="23" y="5605"/>
                    </a:cubicBezTo>
                    <a:cubicBezTo>
                      <a:pt x="75" y="6032"/>
                      <a:pt x="245" y="6442"/>
                      <a:pt x="502" y="6767"/>
                    </a:cubicBezTo>
                    <a:cubicBezTo>
                      <a:pt x="586" y="6863"/>
                      <a:pt x="695" y="6917"/>
                      <a:pt x="806" y="6917"/>
                    </a:cubicBezTo>
                    <a:cubicBezTo>
                      <a:pt x="853" y="6917"/>
                      <a:pt x="900" y="6907"/>
                      <a:pt x="946" y="6886"/>
                    </a:cubicBezTo>
                    <a:cubicBezTo>
                      <a:pt x="1254" y="7279"/>
                      <a:pt x="1493" y="7724"/>
                      <a:pt x="1698" y="8185"/>
                    </a:cubicBezTo>
                    <a:cubicBezTo>
                      <a:pt x="1776" y="8369"/>
                      <a:pt x="1912" y="8444"/>
                      <a:pt x="2056" y="8444"/>
                    </a:cubicBezTo>
                    <a:cubicBezTo>
                      <a:pt x="2260" y="8444"/>
                      <a:pt x="2479" y="8293"/>
                      <a:pt x="2569" y="8082"/>
                    </a:cubicBezTo>
                    <a:cubicBezTo>
                      <a:pt x="2774" y="8390"/>
                      <a:pt x="2996" y="8697"/>
                      <a:pt x="3236" y="8988"/>
                    </a:cubicBezTo>
                    <a:cubicBezTo>
                      <a:pt x="3335" y="9106"/>
                      <a:pt x="3462" y="9157"/>
                      <a:pt x="3590" y="9157"/>
                    </a:cubicBezTo>
                    <a:cubicBezTo>
                      <a:pt x="3924" y="9157"/>
                      <a:pt x="4265" y="8816"/>
                      <a:pt x="4141" y="8458"/>
                    </a:cubicBezTo>
                    <a:cubicBezTo>
                      <a:pt x="4056" y="8185"/>
                      <a:pt x="3953" y="7912"/>
                      <a:pt x="3851" y="7638"/>
                    </a:cubicBezTo>
                    <a:lnTo>
                      <a:pt x="3851" y="7638"/>
                    </a:lnTo>
                    <a:lnTo>
                      <a:pt x="4056" y="7826"/>
                    </a:lnTo>
                    <a:cubicBezTo>
                      <a:pt x="4163" y="7914"/>
                      <a:pt x="4302" y="7954"/>
                      <a:pt x="4441" y="7954"/>
                    </a:cubicBezTo>
                    <a:cubicBezTo>
                      <a:pt x="4789" y="7954"/>
                      <a:pt x="5137" y="7700"/>
                      <a:pt x="4978" y="7296"/>
                    </a:cubicBezTo>
                    <a:cubicBezTo>
                      <a:pt x="4790" y="6801"/>
                      <a:pt x="4585" y="6323"/>
                      <a:pt x="4346" y="5844"/>
                    </a:cubicBezTo>
                    <a:lnTo>
                      <a:pt x="4346" y="5844"/>
                    </a:lnTo>
                    <a:cubicBezTo>
                      <a:pt x="4705" y="6323"/>
                      <a:pt x="5115" y="6750"/>
                      <a:pt x="5542" y="7160"/>
                    </a:cubicBezTo>
                    <a:cubicBezTo>
                      <a:pt x="5653" y="7271"/>
                      <a:pt x="5786" y="7319"/>
                      <a:pt x="5917" y="7319"/>
                    </a:cubicBezTo>
                    <a:cubicBezTo>
                      <a:pt x="6229" y="7319"/>
                      <a:pt x="6525" y="7043"/>
                      <a:pt x="6465" y="6681"/>
                    </a:cubicBezTo>
                    <a:lnTo>
                      <a:pt x="6465" y="6681"/>
                    </a:lnTo>
                    <a:cubicBezTo>
                      <a:pt x="6704" y="7023"/>
                      <a:pt x="6943" y="7348"/>
                      <a:pt x="7200" y="7672"/>
                    </a:cubicBezTo>
                    <a:cubicBezTo>
                      <a:pt x="7299" y="7800"/>
                      <a:pt x="7428" y="7853"/>
                      <a:pt x="7558" y="7853"/>
                    </a:cubicBezTo>
                    <a:cubicBezTo>
                      <a:pt x="7830" y="7853"/>
                      <a:pt x="8110" y="7619"/>
                      <a:pt x="8156" y="7331"/>
                    </a:cubicBezTo>
                    <a:cubicBezTo>
                      <a:pt x="8191" y="7338"/>
                      <a:pt x="8226" y="7341"/>
                      <a:pt x="8259" y="7341"/>
                    </a:cubicBezTo>
                    <a:cubicBezTo>
                      <a:pt x="8641" y="7341"/>
                      <a:pt x="8943" y="6916"/>
                      <a:pt x="8754" y="6476"/>
                    </a:cubicBezTo>
                    <a:cubicBezTo>
                      <a:pt x="8379" y="5588"/>
                      <a:pt x="7934" y="4716"/>
                      <a:pt x="7422" y="3879"/>
                    </a:cubicBezTo>
                    <a:cubicBezTo>
                      <a:pt x="7644" y="3708"/>
                      <a:pt x="7712" y="3401"/>
                      <a:pt x="7610" y="3144"/>
                    </a:cubicBezTo>
                    <a:cubicBezTo>
                      <a:pt x="7473" y="2871"/>
                      <a:pt x="7370" y="2598"/>
                      <a:pt x="7268" y="2324"/>
                    </a:cubicBezTo>
                    <a:cubicBezTo>
                      <a:pt x="7405" y="2273"/>
                      <a:pt x="7507" y="2205"/>
                      <a:pt x="7593" y="2085"/>
                    </a:cubicBezTo>
                    <a:cubicBezTo>
                      <a:pt x="7695" y="2171"/>
                      <a:pt x="7780" y="2256"/>
                      <a:pt x="7883" y="2341"/>
                    </a:cubicBezTo>
                    <a:cubicBezTo>
                      <a:pt x="7993" y="2446"/>
                      <a:pt x="8132" y="2493"/>
                      <a:pt x="8271" y="2493"/>
                    </a:cubicBezTo>
                    <a:cubicBezTo>
                      <a:pt x="8631" y="2493"/>
                      <a:pt x="8992" y="2184"/>
                      <a:pt x="8857" y="1778"/>
                    </a:cubicBezTo>
                    <a:cubicBezTo>
                      <a:pt x="8772" y="1555"/>
                      <a:pt x="8686" y="1333"/>
                      <a:pt x="8601" y="1111"/>
                    </a:cubicBezTo>
                    <a:cubicBezTo>
                      <a:pt x="8566" y="770"/>
                      <a:pt x="8413" y="445"/>
                      <a:pt x="8208" y="189"/>
                    </a:cubicBezTo>
                    <a:cubicBezTo>
                      <a:pt x="8106" y="56"/>
                      <a:pt x="7970" y="0"/>
                      <a:pt x="78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4"/>
              <p:cNvSpPr/>
              <p:nvPr/>
            </p:nvSpPr>
            <p:spPr>
              <a:xfrm rot="-572741">
                <a:off x="535668" y="4556036"/>
                <a:ext cx="266129" cy="184772"/>
              </a:xfrm>
              <a:custGeom>
                <a:avLst/>
                <a:gdLst/>
                <a:ahLst/>
                <a:cxnLst/>
                <a:rect l="l" t="t" r="r" b="b"/>
                <a:pathLst>
                  <a:path w="4508" h="3130" extrusionOk="0">
                    <a:moveTo>
                      <a:pt x="1426" y="0"/>
                    </a:moveTo>
                    <a:cubicBezTo>
                      <a:pt x="967" y="0"/>
                      <a:pt x="686" y="660"/>
                      <a:pt x="1163" y="978"/>
                    </a:cubicBezTo>
                    <a:cubicBezTo>
                      <a:pt x="1385" y="1115"/>
                      <a:pt x="1607" y="1269"/>
                      <a:pt x="1829" y="1422"/>
                    </a:cubicBezTo>
                    <a:cubicBezTo>
                      <a:pt x="1402" y="1252"/>
                      <a:pt x="958" y="1132"/>
                      <a:pt x="514" y="1064"/>
                    </a:cubicBezTo>
                    <a:cubicBezTo>
                      <a:pt x="496" y="1061"/>
                      <a:pt x="478" y="1060"/>
                      <a:pt x="461" y="1060"/>
                    </a:cubicBezTo>
                    <a:cubicBezTo>
                      <a:pt x="139" y="1060"/>
                      <a:pt x="0" y="1498"/>
                      <a:pt x="309" y="1627"/>
                    </a:cubicBezTo>
                    <a:cubicBezTo>
                      <a:pt x="1453" y="2191"/>
                      <a:pt x="2615" y="2687"/>
                      <a:pt x="3811" y="3114"/>
                    </a:cubicBezTo>
                    <a:cubicBezTo>
                      <a:pt x="3853" y="3125"/>
                      <a:pt x="3894" y="3130"/>
                      <a:pt x="3934" y="3130"/>
                    </a:cubicBezTo>
                    <a:cubicBezTo>
                      <a:pt x="4267" y="3130"/>
                      <a:pt x="4507" y="2768"/>
                      <a:pt x="4324" y="2448"/>
                    </a:cubicBezTo>
                    <a:lnTo>
                      <a:pt x="4307" y="2430"/>
                    </a:lnTo>
                    <a:cubicBezTo>
                      <a:pt x="4495" y="2208"/>
                      <a:pt x="4495" y="1867"/>
                      <a:pt x="4307" y="1645"/>
                    </a:cubicBezTo>
                    <a:cubicBezTo>
                      <a:pt x="3948" y="1217"/>
                      <a:pt x="3777" y="636"/>
                      <a:pt x="3213" y="431"/>
                    </a:cubicBezTo>
                    <a:cubicBezTo>
                      <a:pt x="3168" y="414"/>
                      <a:pt x="3121" y="406"/>
                      <a:pt x="3076" y="406"/>
                    </a:cubicBezTo>
                    <a:cubicBezTo>
                      <a:pt x="2900" y="406"/>
                      <a:pt x="2738" y="528"/>
                      <a:pt x="2684" y="705"/>
                    </a:cubicBezTo>
                    <a:cubicBezTo>
                      <a:pt x="2376" y="466"/>
                      <a:pt x="2051" y="243"/>
                      <a:pt x="1693" y="73"/>
                    </a:cubicBezTo>
                    <a:cubicBezTo>
                      <a:pt x="1600" y="22"/>
                      <a:pt x="1510" y="0"/>
                      <a:pt x="14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4"/>
              <p:cNvSpPr/>
              <p:nvPr/>
            </p:nvSpPr>
            <p:spPr>
              <a:xfrm rot="-572741">
                <a:off x="753579" y="4382593"/>
                <a:ext cx="229351" cy="229341"/>
              </a:xfrm>
              <a:custGeom>
                <a:avLst/>
                <a:gdLst/>
                <a:ahLst/>
                <a:cxnLst/>
                <a:rect l="l" t="t" r="r" b="b"/>
                <a:pathLst>
                  <a:path w="3885" h="3885" extrusionOk="0">
                    <a:moveTo>
                      <a:pt x="3162" y="1"/>
                    </a:moveTo>
                    <a:cubicBezTo>
                      <a:pt x="3029" y="1"/>
                      <a:pt x="2899" y="44"/>
                      <a:pt x="2801" y="142"/>
                    </a:cubicBezTo>
                    <a:cubicBezTo>
                      <a:pt x="1878" y="1082"/>
                      <a:pt x="955" y="2005"/>
                      <a:pt x="238" y="3098"/>
                    </a:cubicBezTo>
                    <a:cubicBezTo>
                      <a:pt x="1" y="3474"/>
                      <a:pt x="332" y="3884"/>
                      <a:pt x="703" y="3884"/>
                    </a:cubicBezTo>
                    <a:cubicBezTo>
                      <a:pt x="787" y="3884"/>
                      <a:pt x="873" y="3863"/>
                      <a:pt x="955" y="3816"/>
                    </a:cubicBezTo>
                    <a:cubicBezTo>
                      <a:pt x="1280" y="3645"/>
                      <a:pt x="1588" y="3440"/>
                      <a:pt x="1861" y="3218"/>
                    </a:cubicBezTo>
                    <a:cubicBezTo>
                      <a:pt x="1895" y="3183"/>
                      <a:pt x="1929" y="3132"/>
                      <a:pt x="1963" y="3081"/>
                    </a:cubicBezTo>
                    <a:cubicBezTo>
                      <a:pt x="2459" y="2739"/>
                      <a:pt x="2869" y="2295"/>
                      <a:pt x="3177" y="1782"/>
                    </a:cubicBezTo>
                    <a:cubicBezTo>
                      <a:pt x="3296" y="1731"/>
                      <a:pt x="3399" y="1629"/>
                      <a:pt x="3450" y="1492"/>
                    </a:cubicBezTo>
                    <a:cubicBezTo>
                      <a:pt x="3467" y="1407"/>
                      <a:pt x="3484" y="1321"/>
                      <a:pt x="3467" y="1236"/>
                    </a:cubicBezTo>
                    <a:cubicBezTo>
                      <a:pt x="3552" y="1048"/>
                      <a:pt x="3638" y="877"/>
                      <a:pt x="3723" y="689"/>
                    </a:cubicBezTo>
                    <a:cubicBezTo>
                      <a:pt x="3885" y="304"/>
                      <a:pt x="3514" y="1"/>
                      <a:pt x="31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4"/>
              <p:cNvSpPr/>
              <p:nvPr/>
            </p:nvSpPr>
            <p:spPr>
              <a:xfrm rot="-572741">
                <a:off x="261183" y="3953169"/>
                <a:ext cx="691122" cy="1015948"/>
              </a:xfrm>
              <a:custGeom>
                <a:avLst/>
                <a:gdLst/>
                <a:ahLst/>
                <a:cxnLst/>
                <a:rect l="l" t="t" r="r" b="b"/>
                <a:pathLst>
                  <a:path w="11707" h="17210" extrusionOk="0">
                    <a:moveTo>
                      <a:pt x="7971" y="601"/>
                    </a:moveTo>
                    <a:cubicBezTo>
                      <a:pt x="8633" y="601"/>
                      <a:pt x="9201" y="1037"/>
                      <a:pt x="9014" y="1974"/>
                    </a:cubicBezTo>
                    <a:cubicBezTo>
                      <a:pt x="8843" y="2828"/>
                      <a:pt x="7852" y="3529"/>
                      <a:pt x="7186" y="3990"/>
                    </a:cubicBezTo>
                    <a:cubicBezTo>
                      <a:pt x="7045" y="4130"/>
                      <a:pt x="7161" y="4356"/>
                      <a:pt x="7337" y="4356"/>
                    </a:cubicBezTo>
                    <a:cubicBezTo>
                      <a:pt x="7355" y="4356"/>
                      <a:pt x="7372" y="4354"/>
                      <a:pt x="7391" y="4349"/>
                    </a:cubicBezTo>
                    <a:cubicBezTo>
                      <a:pt x="7510" y="4281"/>
                      <a:pt x="7630" y="4195"/>
                      <a:pt x="7749" y="4127"/>
                    </a:cubicBezTo>
                    <a:cubicBezTo>
                      <a:pt x="8313" y="4503"/>
                      <a:pt x="8911" y="4657"/>
                      <a:pt x="9253" y="5306"/>
                    </a:cubicBezTo>
                    <a:cubicBezTo>
                      <a:pt x="9458" y="5750"/>
                      <a:pt x="9407" y="6280"/>
                      <a:pt x="9116" y="6673"/>
                    </a:cubicBezTo>
                    <a:cubicBezTo>
                      <a:pt x="8730" y="7222"/>
                      <a:pt x="8162" y="7418"/>
                      <a:pt x="7556" y="7418"/>
                    </a:cubicBezTo>
                    <a:cubicBezTo>
                      <a:pt x="6956" y="7418"/>
                      <a:pt x="6320" y="7227"/>
                      <a:pt x="5784" y="6997"/>
                    </a:cubicBezTo>
                    <a:lnTo>
                      <a:pt x="5802" y="6997"/>
                    </a:lnTo>
                    <a:cubicBezTo>
                      <a:pt x="5682" y="6656"/>
                      <a:pt x="5426" y="6399"/>
                      <a:pt x="5101" y="6297"/>
                    </a:cubicBezTo>
                    <a:cubicBezTo>
                      <a:pt x="5082" y="6287"/>
                      <a:pt x="5063" y="6283"/>
                      <a:pt x="5045" y="6283"/>
                    </a:cubicBezTo>
                    <a:cubicBezTo>
                      <a:pt x="4936" y="6283"/>
                      <a:pt x="4864" y="6443"/>
                      <a:pt x="4981" y="6502"/>
                    </a:cubicBezTo>
                    <a:cubicBezTo>
                      <a:pt x="5135" y="6570"/>
                      <a:pt x="5255" y="6690"/>
                      <a:pt x="5357" y="6809"/>
                    </a:cubicBezTo>
                    <a:cubicBezTo>
                      <a:pt x="5238" y="6844"/>
                      <a:pt x="5204" y="6980"/>
                      <a:pt x="5306" y="7049"/>
                    </a:cubicBezTo>
                    <a:cubicBezTo>
                      <a:pt x="5357" y="7083"/>
                      <a:pt x="5409" y="7117"/>
                      <a:pt x="5477" y="7168"/>
                    </a:cubicBezTo>
                    <a:cubicBezTo>
                      <a:pt x="5530" y="7960"/>
                      <a:pt x="4374" y="8968"/>
                      <a:pt x="3606" y="8968"/>
                    </a:cubicBezTo>
                    <a:cubicBezTo>
                      <a:pt x="3131" y="8968"/>
                      <a:pt x="2804" y="8584"/>
                      <a:pt x="2999" y="7527"/>
                    </a:cubicBezTo>
                    <a:cubicBezTo>
                      <a:pt x="3041" y="7390"/>
                      <a:pt x="2927" y="7263"/>
                      <a:pt x="2793" y="7263"/>
                    </a:cubicBezTo>
                    <a:cubicBezTo>
                      <a:pt x="2760" y="7263"/>
                      <a:pt x="2725" y="7271"/>
                      <a:pt x="2692" y="7288"/>
                    </a:cubicBezTo>
                    <a:cubicBezTo>
                      <a:pt x="2411" y="7426"/>
                      <a:pt x="2146" y="7490"/>
                      <a:pt x="1903" y="7490"/>
                    </a:cubicBezTo>
                    <a:cubicBezTo>
                      <a:pt x="1067" y="7490"/>
                      <a:pt x="497" y="6743"/>
                      <a:pt x="471" y="5750"/>
                    </a:cubicBezTo>
                    <a:cubicBezTo>
                      <a:pt x="440" y="4718"/>
                      <a:pt x="1021" y="4351"/>
                      <a:pt x="1730" y="4351"/>
                    </a:cubicBezTo>
                    <a:cubicBezTo>
                      <a:pt x="2219" y="4351"/>
                      <a:pt x="2769" y="4525"/>
                      <a:pt x="3222" y="4776"/>
                    </a:cubicBezTo>
                    <a:lnTo>
                      <a:pt x="3273" y="4793"/>
                    </a:lnTo>
                    <a:cubicBezTo>
                      <a:pt x="3299" y="4805"/>
                      <a:pt x="3324" y="4811"/>
                      <a:pt x="3348" y="4811"/>
                    </a:cubicBezTo>
                    <a:cubicBezTo>
                      <a:pt x="3526" y="4811"/>
                      <a:pt x="3625" y="4506"/>
                      <a:pt x="3444" y="4400"/>
                    </a:cubicBezTo>
                    <a:cubicBezTo>
                      <a:pt x="3375" y="4366"/>
                      <a:pt x="3307" y="4332"/>
                      <a:pt x="3222" y="4298"/>
                    </a:cubicBezTo>
                    <a:cubicBezTo>
                      <a:pt x="2213" y="3655"/>
                      <a:pt x="3176" y="1441"/>
                      <a:pt x="4306" y="1441"/>
                    </a:cubicBezTo>
                    <a:cubicBezTo>
                      <a:pt x="4708" y="1441"/>
                      <a:pt x="5131" y="1722"/>
                      <a:pt x="5494" y="2452"/>
                    </a:cubicBezTo>
                    <a:cubicBezTo>
                      <a:pt x="5529" y="2529"/>
                      <a:pt x="5589" y="2560"/>
                      <a:pt x="5652" y="2560"/>
                    </a:cubicBezTo>
                    <a:cubicBezTo>
                      <a:pt x="5745" y="2560"/>
                      <a:pt x="5846" y="2493"/>
                      <a:pt x="5887" y="2401"/>
                    </a:cubicBezTo>
                    <a:cubicBezTo>
                      <a:pt x="6092" y="1923"/>
                      <a:pt x="6382" y="1496"/>
                      <a:pt x="6758" y="1120"/>
                    </a:cubicBezTo>
                    <a:cubicBezTo>
                      <a:pt x="7085" y="780"/>
                      <a:pt x="7548" y="601"/>
                      <a:pt x="7971" y="601"/>
                    </a:cubicBezTo>
                    <a:close/>
                    <a:moveTo>
                      <a:pt x="10788" y="9374"/>
                    </a:moveTo>
                    <a:cubicBezTo>
                      <a:pt x="10993" y="9374"/>
                      <a:pt x="10599" y="10507"/>
                      <a:pt x="10534" y="10620"/>
                    </a:cubicBezTo>
                    <a:cubicBezTo>
                      <a:pt x="10244" y="10944"/>
                      <a:pt x="9902" y="11235"/>
                      <a:pt x="9543" y="11474"/>
                    </a:cubicBezTo>
                    <a:cubicBezTo>
                      <a:pt x="9270" y="11645"/>
                      <a:pt x="8980" y="11850"/>
                      <a:pt x="8672" y="12021"/>
                    </a:cubicBezTo>
                    <a:cubicBezTo>
                      <a:pt x="9065" y="10944"/>
                      <a:pt x="9697" y="9970"/>
                      <a:pt x="10739" y="9389"/>
                    </a:cubicBezTo>
                    <a:cubicBezTo>
                      <a:pt x="10759" y="9379"/>
                      <a:pt x="10775" y="9374"/>
                      <a:pt x="10788" y="9374"/>
                    </a:cubicBezTo>
                    <a:close/>
                    <a:moveTo>
                      <a:pt x="5163" y="10615"/>
                    </a:moveTo>
                    <a:cubicBezTo>
                      <a:pt x="5544" y="10615"/>
                      <a:pt x="6039" y="10764"/>
                      <a:pt x="6126" y="10808"/>
                    </a:cubicBezTo>
                    <a:cubicBezTo>
                      <a:pt x="6536" y="11064"/>
                      <a:pt x="6912" y="11354"/>
                      <a:pt x="7237" y="11696"/>
                    </a:cubicBezTo>
                    <a:cubicBezTo>
                      <a:pt x="7425" y="11867"/>
                      <a:pt x="7596" y="12055"/>
                      <a:pt x="7766" y="12243"/>
                    </a:cubicBezTo>
                    <a:cubicBezTo>
                      <a:pt x="7801" y="12328"/>
                      <a:pt x="7835" y="12397"/>
                      <a:pt x="7869" y="12482"/>
                    </a:cubicBezTo>
                    <a:cubicBezTo>
                      <a:pt x="7869" y="12550"/>
                      <a:pt x="7886" y="12602"/>
                      <a:pt x="7954" y="12653"/>
                    </a:cubicBezTo>
                    <a:cubicBezTo>
                      <a:pt x="7972" y="12687"/>
                      <a:pt x="7972" y="12704"/>
                      <a:pt x="7989" y="12738"/>
                    </a:cubicBezTo>
                    <a:cubicBezTo>
                      <a:pt x="7954" y="12875"/>
                      <a:pt x="7920" y="13029"/>
                      <a:pt x="7886" y="13165"/>
                    </a:cubicBezTo>
                    <a:cubicBezTo>
                      <a:pt x="6827" y="12738"/>
                      <a:pt x="5477" y="12226"/>
                      <a:pt x="4862" y="11269"/>
                    </a:cubicBezTo>
                    <a:cubicBezTo>
                      <a:pt x="4534" y="10756"/>
                      <a:pt x="4794" y="10615"/>
                      <a:pt x="5163" y="10615"/>
                    </a:cubicBezTo>
                    <a:close/>
                    <a:moveTo>
                      <a:pt x="8067" y="0"/>
                    </a:moveTo>
                    <a:cubicBezTo>
                      <a:pt x="7155" y="0"/>
                      <a:pt x="6168" y="1030"/>
                      <a:pt x="5682" y="1872"/>
                    </a:cubicBezTo>
                    <a:cubicBezTo>
                      <a:pt x="5288" y="1258"/>
                      <a:pt x="4829" y="1013"/>
                      <a:pt x="4381" y="1013"/>
                    </a:cubicBezTo>
                    <a:cubicBezTo>
                      <a:pt x="3156" y="1013"/>
                      <a:pt x="2007" y="2844"/>
                      <a:pt x="2470" y="4007"/>
                    </a:cubicBezTo>
                    <a:cubicBezTo>
                      <a:pt x="2227" y="3946"/>
                      <a:pt x="1986" y="3913"/>
                      <a:pt x="1755" y="3913"/>
                    </a:cubicBezTo>
                    <a:cubicBezTo>
                      <a:pt x="836" y="3913"/>
                      <a:pt x="84" y="4435"/>
                      <a:pt x="44" y="5733"/>
                    </a:cubicBezTo>
                    <a:cubicBezTo>
                      <a:pt x="0" y="7012"/>
                      <a:pt x="839" y="7880"/>
                      <a:pt x="1910" y="7880"/>
                    </a:cubicBezTo>
                    <a:cubicBezTo>
                      <a:pt x="2112" y="7880"/>
                      <a:pt x="2323" y="7849"/>
                      <a:pt x="2538" y="7783"/>
                    </a:cubicBezTo>
                    <a:lnTo>
                      <a:pt x="2538" y="7783"/>
                    </a:lnTo>
                    <a:cubicBezTo>
                      <a:pt x="2413" y="8930"/>
                      <a:pt x="2842" y="9352"/>
                      <a:pt x="3426" y="9352"/>
                    </a:cubicBezTo>
                    <a:cubicBezTo>
                      <a:pt x="4358" y="9352"/>
                      <a:pt x="5686" y="8280"/>
                      <a:pt x="5802" y="7356"/>
                    </a:cubicBezTo>
                    <a:cubicBezTo>
                      <a:pt x="5921" y="7425"/>
                      <a:pt x="6058" y="7476"/>
                      <a:pt x="6177" y="7527"/>
                    </a:cubicBezTo>
                    <a:cubicBezTo>
                      <a:pt x="6177" y="7544"/>
                      <a:pt x="6177" y="7578"/>
                      <a:pt x="6177" y="7612"/>
                    </a:cubicBezTo>
                    <a:cubicBezTo>
                      <a:pt x="6519" y="8877"/>
                      <a:pt x="6912" y="10124"/>
                      <a:pt x="7391" y="11337"/>
                    </a:cubicBezTo>
                    <a:cubicBezTo>
                      <a:pt x="6779" y="10702"/>
                      <a:pt x="6055" y="10148"/>
                      <a:pt x="5401" y="10148"/>
                    </a:cubicBezTo>
                    <a:cubicBezTo>
                      <a:pt x="5104" y="10148"/>
                      <a:pt x="4822" y="10262"/>
                      <a:pt x="4571" y="10534"/>
                    </a:cubicBezTo>
                    <a:cubicBezTo>
                      <a:pt x="3358" y="11850"/>
                      <a:pt x="7220" y="13336"/>
                      <a:pt x="7937" y="13644"/>
                    </a:cubicBezTo>
                    <a:cubicBezTo>
                      <a:pt x="7969" y="13662"/>
                      <a:pt x="8003" y="13671"/>
                      <a:pt x="8035" y="13671"/>
                    </a:cubicBezTo>
                    <a:cubicBezTo>
                      <a:pt x="8124" y="13671"/>
                      <a:pt x="8207" y="13607"/>
                      <a:pt x="8245" y="13507"/>
                    </a:cubicBezTo>
                    <a:lnTo>
                      <a:pt x="8279" y="13336"/>
                    </a:lnTo>
                    <a:cubicBezTo>
                      <a:pt x="9048" y="14823"/>
                      <a:pt x="10039" y="16173"/>
                      <a:pt x="11355" y="17181"/>
                    </a:cubicBezTo>
                    <a:cubicBezTo>
                      <a:pt x="11385" y="17201"/>
                      <a:pt x="11417" y="17210"/>
                      <a:pt x="11449" y="17210"/>
                    </a:cubicBezTo>
                    <a:cubicBezTo>
                      <a:pt x="11580" y="17210"/>
                      <a:pt x="11707" y="17062"/>
                      <a:pt x="11679" y="16924"/>
                    </a:cubicBezTo>
                    <a:cubicBezTo>
                      <a:pt x="11628" y="16685"/>
                      <a:pt x="11543" y="16463"/>
                      <a:pt x="11389" y="16258"/>
                    </a:cubicBezTo>
                    <a:cubicBezTo>
                      <a:pt x="11360" y="16200"/>
                      <a:pt x="11310" y="16176"/>
                      <a:pt x="11258" y="16176"/>
                    </a:cubicBezTo>
                    <a:cubicBezTo>
                      <a:pt x="11156" y="16176"/>
                      <a:pt x="11047" y="16270"/>
                      <a:pt x="11081" y="16395"/>
                    </a:cubicBezTo>
                    <a:cubicBezTo>
                      <a:pt x="11081" y="16395"/>
                      <a:pt x="11081" y="16395"/>
                      <a:pt x="11081" y="16412"/>
                    </a:cubicBezTo>
                    <a:cubicBezTo>
                      <a:pt x="10022" y="15438"/>
                      <a:pt x="9168" y="14259"/>
                      <a:pt x="8552" y="12960"/>
                    </a:cubicBezTo>
                    <a:cubicBezTo>
                      <a:pt x="8570" y="12926"/>
                      <a:pt x="8570" y="12892"/>
                      <a:pt x="8552" y="12875"/>
                    </a:cubicBezTo>
                    <a:cubicBezTo>
                      <a:pt x="8518" y="12807"/>
                      <a:pt x="8484" y="12755"/>
                      <a:pt x="8433" y="12687"/>
                    </a:cubicBezTo>
                    <a:cubicBezTo>
                      <a:pt x="8433" y="12670"/>
                      <a:pt x="8433" y="12653"/>
                      <a:pt x="8450" y="12619"/>
                    </a:cubicBezTo>
                    <a:cubicBezTo>
                      <a:pt x="9236" y="12362"/>
                      <a:pt x="10107" y="11611"/>
                      <a:pt x="10637" y="11115"/>
                    </a:cubicBezTo>
                    <a:cubicBezTo>
                      <a:pt x="11286" y="10517"/>
                      <a:pt x="11525" y="9748"/>
                      <a:pt x="11115" y="8962"/>
                    </a:cubicBezTo>
                    <a:cubicBezTo>
                      <a:pt x="11068" y="8891"/>
                      <a:pt x="10988" y="8853"/>
                      <a:pt x="10910" y="8853"/>
                    </a:cubicBezTo>
                    <a:cubicBezTo>
                      <a:pt x="10875" y="8853"/>
                      <a:pt x="10840" y="8861"/>
                      <a:pt x="10808" y="8877"/>
                    </a:cubicBezTo>
                    <a:cubicBezTo>
                      <a:pt x="9424" y="9492"/>
                      <a:pt x="8638" y="10756"/>
                      <a:pt x="8159" y="12140"/>
                    </a:cubicBezTo>
                    <a:cubicBezTo>
                      <a:pt x="7510" y="10654"/>
                      <a:pt x="7015" y="9082"/>
                      <a:pt x="6502" y="7630"/>
                    </a:cubicBezTo>
                    <a:lnTo>
                      <a:pt x="6502" y="7630"/>
                    </a:lnTo>
                    <a:cubicBezTo>
                      <a:pt x="6832" y="7728"/>
                      <a:pt x="7173" y="7782"/>
                      <a:pt x="7508" y="7782"/>
                    </a:cubicBezTo>
                    <a:cubicBezTo>
                      <a:pt x="8281" y="7782"/>
                      <a:pt x="9020" y="7491"/>
                      <a:pt x="9509" y="6775"/>
                    </a:cubicBezTo>
                    <a:cubicBezTo>
                      <a:pt x="10295" y="5630"/>
                      <a:pt x="9321" y="4161"/>
                      <a:pt x="8125" y="3819"/>
                    </a:cubicBezTo>
                    <a:cubicBezTo>
                      <a:pt x="9099" y="3033"/>
                      <a:pt x="9919" y="1872"/>
                      <a:pt x="9185" y="710"/>
                    </a:cubicBezTo>
                    <a:cubicBezTo>
                      <a:pt x="8860" y="202"/>
                      <a:pt x="8471" y="0"/>
                      <a:pt x="8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14"/>
            <p:cNvSpPr/>
            <p:nvPr/>
          </p:nvSpPr>
          <p:spPr>
            <a:xfrm rot="-321182">
              <a:off x="453297" y="4166216"/>
              <a:ext cx="153609" cy="146814"/>
            </a:xfrm>
            <a:custGeom>
              <a:avLst/>
              <a:gdLst/>
              <a:ahLst/>
              <a:cxnLst/>
              <a:rect l="l" t="t" r="r" b="b"/>
              <a:pathLst>
                <a:path w="2602" h="2487" extrusionOk="0">
                  <a:moveTo>
                    <a:pt x="1653" y="602"/>
                  </a:moveTo>
                  <a:cubicBezTo>
                    <a:pt x="1747" y="602"/>
                    <a:pt x="1841" y="614"/>
                    <a:pt x="1935" y="640"/>
                  </a:cubicBezTo>
                  <a:cubicBezTo>
                    <a:pt x="1949" y="645"/>
                    <a:pt x="1962" y="647"/>
                    <a:pt x="1973" y="647"/>
                  </a:cubicBezTo>
                  <a:cubicBezTo>
                    <a:pt x="2004" y="647"/>
                    <a:pt x="2025" y="631"/>
                    <a:pt x="2038" y="606"/>
                  </a:cubicBezTo>
                  <a:lnTo>
                    <a:pt x="2072" y="657"/>
                  </a:lnTo>
                  <a:cubicBezTo>
                    <a:pt x="2157" y="1101"/>
                    <a:pt x="2021" y="1546"/>
                    <a:pt x="1730" y="1870"/>
                  </a:cubicBezTo>
                  <a:cubicBezTo>
                    <a:pt x="1586" y="2014"/>
                    <a:pt x="1328" y="2101"/>
                    <a:pt x="1084" y="2101"/>
                  </a:cubicBezTo>
                  <a:cubicBezTo>
                    <a:pt x="777" y="2101"/>
                    <a:pt x="492" y="1964"/>
                    <a:pt x="483" y="1631"/>
                  </a:cubicBezTo>
                  <a:cubicBezTo>
                    <a:pt x="483" y="1221"/>
                    <a:pt x="825" y="879"/>
                    <a:pt x="1201" y="708"/>
                  </a:cubicBezTo>
                  <a:cubicBezTo>
                    <a:pt x="1235" y="708"/>
                    <a:pt x="1269" y="708"/>
                    <a:pt x="1303" y="691"/>
                  </a:cubicBezTo>
                  <a:cubicBezTo>
                    <a:pt x="1320" y="674"/>
                    <a:pt x="1354" y="657"/>
                    <a:pt x="1371" y="640"/>
                  </a:cubicBezTo>
                  <a:cubicBezTo>
                    <a:pt x="1465" y="614"/>
                    <a:pt x="1559" y="602"/>
                    <a:pt x="1653" y="602"/>
                  </a:cubicBezTo>
                  <a:close/>
                  <a:moveTo>
                    <a:pt x="1820" y="0"/>
                  </a:moveTo>
                  <a:cubicBezTo>
                    <a:pt x="1569" y="0"/>
                    <a:pt x="1302" y="131"/>
                    <a:pt x="1132" y="367"/>
                  </a:cubicBezTo>
                  <a:cubicBezTo>
                    <a:pt x="620" y="555"/>
                    <a:pt x="244" y="982"/>
                    <a:pt x="107" y="1511"/>
                  </a:cubicBezTo>
                  <a:cubicBezTo>
                    <a:pt x="0" y="2163"/>
                    <a:pt x="576" y="2486"/>
                    <a:pt x="1144" y="2486"/>
                  </a:cubicBezTo>
                  <a:cubicBezTo>
                    <a:pt x="1395" y="2486"/>
                    <a:pt x="1644" y="2423"/>
                    <a:pt x="1833" y="2297"/>
                  </a:cubicBezTo>
                  <a:cubicBezTo>
                    <a:pt x="2380" y="1939"/>
                    <a:pt x="2602" y="1135"/>
                    <a:pt x="2448" y="520"/>
                  </a:cubicBezTo>
                  <a:cubicBezTo>
                    <a:pt x="2358" y="161"/>
                    <a:pt x="2098" y="0"/>
                    <a:pt x="1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14"/>
          <p:cNvGrpSpPr/>
          <p:nvPr/>
        </p:nvGrpSpPr>
        <p:grpSpPr>
          <a:xfrm>
            <a:off x="7685850" y="32550"/>
            <a:ext cx="1290421" cy="820102"/>
            <a:chOff x="7685850" y="32550"/>
            <a:chExt cx="1290421" cy="820102"/>
          </a:xfrm>
        </p:grpSpPr>
        <p:sp>
          <p:nvSpPr>
            <p:cNvPr id="259" name="Google Shape;259;p14"/>
            <p:cNvSpPr/>
            <p:nvPr/>
          </p:nvSpPr>
          <p:spPr>
            <a:xfrm>
              <a:off x="7685850" y="397672"/>
              <a:ext cx="148531" cy="61160"/>
            </a:xfrm>
            <a:custGeom>
              <a:avLst/>
              <a:gdLst/>
              <a:ahLst/>
              <a:cxnLst/>
              <a:rect l="l" t="t" r="r" b="b"/>
              <a:pathLst>
                <a:path w="2997" h="1234" extrusionOk="0">
                  <a:moveTo>
                    <a:pt x="231" y="0"/>
                  </a:moveTo>
                  <a:cubicBezTo>
                    <a:pt x="53" y="0"/>
                    <a:pt x="1" y="287"/>
                    <a:pt x="203" y="334"/>
                  </a:cubicBezTo>
                  <a:cubicBezTo>
                    <a:pt x="972" y="693"/>
                    <a:pt x="1775" y="983"/>
                    <a:pt x="2595" y="1222"/>
                  </a:cubicBezTo>
                  <a:cubicBezTo>
                    <a:pt x="2623" y="1230"/>
                    <a:pt x="2649" y="1233"/>
                    <a:pt x="2674" y="1233"/>
                  </a:cubicBezTo>
                  <a:cubicBezTo>
                    <a:pt x="2934" y="1233"/>
                    <a:pt x="2997" y="853"/>
                    <a:pt x="2731" y="744"/>
                  </a:cubicBezTo>
                  <a:cubicBezTo>
                    <a:pt x="1928" y="436"/>
                    <a:pt x="1125" y="197"/>
                    <a:pt x="288" y="9"/>
                  </a:cubicBezTo>
                  <a:cubicBezTo>
                    <a:pt x="268" y="3"/>
                    <a:pt x="249" y="0"/>
                    <a:pt x="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4"/>
            <p:cNvSpPr/>
            <p:nvPr/>
          </p:nvSpPr>
          <p:spPr>
            <a:xfrm>
              <a:off x="7911750" y="507105"/>
              <a:ext cx="136340" cy="55262"/>
            </a:xfrm>
            <a:custGeom>
              <a:avLst/>
              <a:gdLst/>
              <a:ahLst/>
              <a:cxnLst/>
              <a:rect l="l" t="t" r="r" b="b"/>
              <a:pathLst>
                <a:path w="2751" h="1115" extrusionOk="0">
                  <a:moveTo>
                    <a:pt x="313" y="1"/>
                  </a:moveTo>
                  <a:cubicBezTo>
                    <a:pt x="76" y="1"/>
                    <a:pt x="0" y="353"/>
                    <a:pt x="241" y="450"/>
                  </a:cubicBezTo>
                  <a:cubicBezTo>
                    <a:pt x="907" y="655"/>
                    <a:pt x="1557" y="928"/>
                    <a:pt x="2240" y="1099"/>
                  </a:cubicBezTo>
                  <a:cubicBezTo>
                    <a:pt x="2275" y="1110"/>
                    <a:pt x="2308" y="1115"/>
                    <a:pt x="2339" y="1115"/>
                  </a:cubicBezTo>
                  <a:cubicBezTo>
                    <a:pt x="2643" y="1115"/>
                    <a:pt x="2750" y="628"/>
                    <a:pt x="2394" y="535"/>
                  </a:cubicBezTo>
                  <a:cubicBezTo>
                    <a:pt x="1744" y="313"/>
                    <a:pt x="1044" y="176"/>
                    <a:pt x="360" y="5"/>
                  </a:cubicBezTo>
                  <a:cubicBezTo>
                    <a:pt x="344" y="2"/>
                    <a:pt x="328"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4"/>
            <p:cNvSpPr/>
            <p:nvPr/>
          </p:nvSpPr>
          <p:spPr>
            <a:xfrm>
              <a:off x="8149198" y="577880"/>
              <a:ext cx="137331" cy="63985"/>
            </a:xfrm>
            <a:custGeom>
              <a:avLst/>
              <a:gdLst/>
              <a:ahLst/>
              <a:cxnLst/>
              <a:rect l="l" t="t" r="r" b="b"/>
              <a:pathLst>
                <a:path w="2771" h="1291" extrusionOk="0">
                  <a:moveTo>
                    <a:pt x="321" y="0"/>
                  </a:moveTo>
                  <a:cubicBezTo>
                    <a:pt x="119" y="0"/>
                    <a:pt x="1" y="330"/>
                    <a:pt x="217" y="423"/>
                  </a:cubicBezTo>
                  <a:cubicBezTo>
                    <a:pt x="900" y="730"/>
                    <a:pt x="1584" y="1038"/>
                    <a:pt x="2284" y="1277"/>
                  </a:cubicBezTo>
                  <a:cubicBezTo>
                    <a:pt x="2311" y="1286"/>
                    <a:pt x="2338" y="1291"/>
                    <a:pt x="2363" y="1291"/>
                  </a:cubicBezTo>
                  <a:cubicBezTo>
                    <a:pt x="2612" y="1291"/>
                    <a:pt x="2770" y="873"/>
                    <a:pt x="2507" y="764"/>
                  </a:cubicBezTo>
                  <a:cubicBezTo>
                    <a:pt x="1806" y="474"/>
                    <a:pt x="1105" y="235"/>
                    <a:pt x="388" y="13"/>
                  </a:cubicBezTo>
                  <a:cubicBezTo>
                    <a:pt x="365" y="4"/>
                    <a:pt x="342" y="0"/>
                    <a:pt x="3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4"/>
            <p:cNvSpPr/>
            <p:nvPr/>
          </p:nvSpPr>
          <p:spPr>
            <a:xfrm>
              <a:off x="8377526" y="679878"/>
              <a:ext cx="140651" cy="62003"/>
            </a:xfrm>
            <a:custGeom>
              <a:avLst/>
              <a:gdLst/>
              <a:ahLst/>
              <a:cxnLst/>
              <a:rect l="l" t="t" r="r" b="b"/>
              <a:pathLst>
                <a:path w="2838" h="1251" extrusionOk="0">
                  <a:moveTo>
                    <a:pt x="418" y="0"/>
                  </a:moveTo>
                  <a:cubicBezTo>
                    <a:pt x="182" y="0"/>
                    <a:pt x="1" y="371"/>
                    <a:pt x="274" y="483"/>
                  </a:cubicBezTo>
                  <a:cubicBezTo>
                    <a:pt x="924" y="774"/>
                    <a:pt x="1624" y="1013"/>
                    <a:pt x="2308" y="1235"/>
                  </a:cubicBezTo>
                  <a:cubicBezTo>
                    <a:pt x="2344" y="1246"/>
                    <a:pt x="2378" y="1250"/>
                    <a:pt x="2410" y="1250"/>
                  </a:cubicBezTo>
                  <a:cubicBezTo>
                    <a:pt x="2741" y="1250"/>
                    <a:pt x="2837" y="728"/>
                    <a:pt x="2479" y="603"/>
                  </a:cubicBezTo>
                  <a:cubicBezTo>
                    <a:pt x="1812" y="381"/>
                    <a:pt x="1146" y="176"/>
                    <a:pt x="462" y="5"/>
                  </a:cubicBezTo>
                  <a:cubicBezTo>
                    <a:pt x="447" y="2"/>
                    <a:pt x="433" y="0"/>
                    <a:pt x="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4"/>
            <p:cNvSpPr/>
            <p:nvPr/>
          </p:nvSpPr>
          <p:spPr>
            <a:xfrm>
              <a:off x="8587616" y="783214"/>
              <a:ext cx="142485" cy="69437"/>
            </a:xfrm>
            <a:custGeom>
              <a:avLst/>
              <a:gdLst/>
              <a:ahLst/>
              <a:cxnLst/>
              <a:rect l="l" t="t" r="r" b="b"/>
              <a:pathLst>
                <a:path w="2875" h="1401" extrusionOk="0">
                  <a:moveTo>
                    <a:pt x="332" y="1"/>
                  </a:moveTo>
                  <a:cubicBezTo>
                    <a:pt x="115" y="1"/>
                    <a:pt x="0" y="343"/>
                    <a:pt x="256" y="449"/>
                  </a:cubicBezTo>
                  <a:cubicBezTo>
                    <a:pt x="905" y="825"/>
                    <a:pt x="1589" y="1132"/>
                    <a:pt x="2289" y="1388"/>
                  </a:cubicBezTo>
                  <a:cubicBezTo>
                    <a:pt x="2319" y="1397"/>
                    <a:pt x="2347" y="1401"/>
                    <a:pt x="2375" y="1401"/>
                  </a:cubicBezTo>
                  <a:cubicBezTo>
                    <a:pt x="2686" y="1401"/>
                    <a:pt x="2875" y="913"/>
                    <a:pt x="2545" y="756"/>
                  </a:cubicBezTo>
                  <a:cubicBezTo>
                    <a:pt x="1879" y="449"/>
                    <a:pt x="1161" y="192"/>
                    <a:pt x="427" y="21"/>
                  </a:cubicBezTo>
                  <a:cubicBezTo>
                    <a:pt x="394" y="7"/>
                    <a:pt x="362" y="1"/>
                    <a:pt x="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7896683" y="331904"/>
              <a:ext cx="202552" cy="93971"/>
            </a:xfrm>
            <a:custGeom>
              <a:avLst/>
              <a:gdLst/>
              <a:ahLst/>
              <a:cxnLst/>
              <a:rect l="l" t="t" r="r" b="b"/>
              <a:pathLst>
                <a:path w="4087" h="1896" extrusionOk="0">
                  <a:moveTo>
                    <a:pt x="382" y="0"/>
                  </a:moveTo>
                  <a:cubicBezTo>
                    <a:pt x="78" y="0"/>
                    <a:pt x="0" y="497"/>
                    <a:pt x="323" y="636"/>
                  </a:cubicBezTo>
                  <a:cubicBezTo>
                    <a:pt x="1382" y="1063"/>
                    <a:pt x="2441" y="1558"/>
                    <a:pt x="3535" y="1883"/>
                  </a:cubicBezTo>
                  <a:cubicBezTo>
                    <a:pt x="3565" y="1892"/>
                    <a:pt x="3594" y="1896"/>
                    <a:pt x="3622" y="1896"/>
                  </a:cubicBezTo>
                  <a:cubicBezTo>
                    <a:pt x="3914" y="1896"/>
                    <a:pt x="4086" y="1442"/>
                    <a:pt x="3774" y="1302"/>
                  </a:cubicBezTo>
                  <a:cubicBezTo>
                    <a:pt x="2732" y="789"/>
                    <a:pt x="1587" y="414"/>
                    <a:pt x="494" y="21"/>
                  </a:cubicBezTo>
                  <a:cubicBezTo>
                    <a:pt x="454" y="7"/>
                    <a:pt x="417" y="0"/>
                    <a:pt x="3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8209662" y="472759"/>
              <a:ext cx="172717" cy="67108"/>
            </a:xfrm>
            <a:custGeom>
              <a:avLst/>
              <a:gdLst/>
              <a:ahLst/>
              <a:cxnLst/>
              <a:rect l="l" t="t" r="r" b="b"/>
              <a:pathLst>
                <a:path w="3485" h="1354" extrusionOk="0">
                  <a:moveTo>
                    <a:pt x="328" y="1"/>
                  </a:moveTo>
                  <a:cubicBezTo>
                    <a:pt x="71" y="1"/>
                    <a:pt x="0" y="401"/>
                    <a:pt x="278" y="493"/>
                  </a:cubicBezTo>
                  <a:cubicBezTo>
                    <a:pt x="1133" y="784"/>
                    <a:pt x="1987" y="1194"/>
                    <a:pt x="2893" y="1348"/>
                  </a:cubicBezTo>
                  <a:cubicBezTo>
                    <a:pt x="2913" y="1352"/>
                    <a:pt x="2934" y="1354"/>
                    <a:pt x="2954" y="1354"/>
                  </a:cubicBezTo>
                  <a:cubicBezTo>
                    <a:pt x="3252" y="1354"/>
                    <a:pt x="3485" y="909"/>
                    <a:pt x="3149" y="750"/>
                  </a:cubicBezTo>
                  <a:cubicBezTo>
                    <a:pt x="2295" y="374"/>
                    <a:pt x="1321" y="237"/>
                    <a:pt x="415" y="15"/>
                  </a:cubicBezTo>
                  <a:cubicBezTo>
                    <a:pt x="384" y="5"/>
                    <a:pt x="355" y="1"/>
                    <a:pt x="3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4"/>
            <p:cNvSpPr/>
            <p:nvPr/>
          </p:nvSpPr>
          <p:spPr>
            <a:xfrm>
              <a:off x="8468967" y="557064"/>
              <a:ext cx="123950" cy="56749"/>
            </a:xfrm>
            <a:custGeom>
              <a:avLst/>
              <a:gdLst/>
              <a:ahLst/>
              <a:cxnLst/>
              <a:rect l="l" t="t" r="r" b="b"/>
              <a:pathLst>
                <a:path w="2501" h="1145" extrusionOk="0">
                  <a:moveTo>
                    <a:pt x="349" y="0"/>
                  </a:moveTo>
                  <a:cubicBezTo>
                    <a:pt x="148" y="0"/>
                    <a:pt x="1" y="304"/>
                    <a:pt x="224" y="415"/>
                  </a:cubicBezTo>
                  <a:cubicBezTo>
                    <a:pt x="770" y="655"/>
                    <a:pt x="1300" y="996"/>
                    <a:pt x="1864" y="1133"/>
                  </a:cubicBezTo>
                  <a:cubicBezTo>
                    <a:pt x="1893" y="1141"/>
                    <a:pt x="1922" y="1145"/>
                    <a:pt x="1950" y="1145"/>
                  </a:cubicBezTo>
                  <a:cubicBezTo>
                    <a:pt x="2281" y="1145"/>
                    <a:pt x="2501" y="624"/>
                    <a:pt x="2154" y="467"/>
                  </a:cubicBezTo>
                  <a:cubicBezTo>
                    <a:pt x="1590" y="227"/>
                    <a:pt x="975" y="159"/>
                    <a:pt x="394" y="5"/>
                  </a:cubicBezTo>
                  <a:cubicBezTo>
                    <a:pt x="379" y="2"/>
                    <a:pt x="364" y="0"/>
                    <a:pt x="3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4"/>
            <p:cNvSpPr/>
            <p:nvPr/>
          </p:nvSpPr>
          <p:spPr>
            <a:xfrm>
              <a:off x="8636137" y="643153"/>
              <a:ext cx="141989" cy="81382"/>
            </a:xfrm>
            <a:custGeom>
              <a:avLst/>
              <a:gdLst/>
              <a:ahLst/>
              <a:cxnLst/>
              <a:rect l="l" t="t" r="r" b="b"/>
              <a:pathLst>
                <a:path w="2865" h="1642" extrusionOk="0">
                  <a:moveTo>
                    <a:pt x="387" y="0"/>
                  </a:moveTo>
                  <a:cubicBezTo>
                    <a:pt x="150" y="0"/>
                    <a:pt x="1" y="382"/>
                    <a:pt x="251" y="507"/>
                  </a:cubicBezTo>
                  <a:cubicBezTo>
                    <a:pt x="610" y="678"/>
                    <a:pt x="951" y="848"/>
                    <a:pt x="1293" y="1053"/>
                  </a:cubicBezTo>
                  <a:cubicBezTo>
                    <a:pt x="1327" y="1105"/>
                    <a:pt x="1361" y="1139"/>
                    <a:pt x="1413" y="1173"/>
                  </a:cubicBezTo>
                  <a:lnTo>
                    <a:pt x="2130" y="1583"/>
                  </a:lnTo>
                  <a:cubicBezTo>
                    <a:pt x="2198" y="1624"/>
                    <a:pt x="2265" y="1642"/>
                    <a:pt x="2328" y="1642"/>
                  </a:cubicBezTo>
                  <a:cubicBezTo>
                    <a:pt x="2657" y="1642"/>
                    <a:pt x="2865" y="1149"/>
                    <a:pt x="2506" y="934"/>
                  </a:cubicBezTo>
                  <a:cubicBezTo>
                    <a:pt x="1874" y="558"/>
                    <a:pt x="1173" y="233"/>
                    <a:pt x="456" y="11"/>
                  </a:cubicBezTo>
                  <a:cubicBezTo>
                    <a:pt x="432" y="4"/>
                    <a:pt x="409"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7867492" y="150160"/>
              <a:ext cx="150861" cy="72857"/>
            </a:xfrm>
            <a:custGeom>
              <a:avLst/>
              <a:gdLst/>
              <a:ahLst/>
              <a:cxnLst/>
              <a:rect l="l" t="t" r="r" b="b"/>
              <a:pathLst>
                <a:path w="3044" h="1470" extrusionOk="0">
                  <a:moveTo>
                    <a:pt x="419" y="0"/>
                  </a:moveTo>
                  <a:cubicBezTo>
                    <a:pt x="158" y="0"/>
                    <a:pt x="0" y="420"/>
                    <a:pt x="280" y="544"/>
                  </a:cubicBezTo>
                  <a:cubicBezTo>
                    <a:pt x="1031" y="868"/>
                    <a:pt x="1783" y="1176"/>
                    <a:pt x="2552" y="1449"/>
                  </a:cubicBezTo>
                  <a:cubicBezTo>
                    <a:pt x="2590" y="1463"/>
                    <a:pt x="2626" y="1469"/>
                    <a:pt x="2659" y="1469"/>
                  </a:cubicBezTo>
                  <a:cubicBezTo>
                    <a:pt x="2954" y="1469"/>
                    <a:pt x="3044" y="972"/>
                    <a:pt x="2706" y="834"/>
                  </a:cubicBezTo>
                  <a:cubicBezTo>
                    <a:pt x="1988" y="544"/>
                    <a:pt x="1253" y="253"/>
                    <a:pt x="502" y="14"/>
                  </a:cubicBezTo>
                  <a:cubicBezTo>
                    <a:pt x="473" y="5"/>
                    <a:pt x="445" y="0"/>
                    <a:pt x="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8160696" y="292155"/>
              <a:ext cx="178020" cy="81332"/>
            </a:xfrm>
            <a:custGeom>
              <a:avLst/>
              <a:gdLst/>
              <a:ahLst/>
              <a:cxnLst/>
              <a:rect l="l" t="t" r="r" b="b"/>
              <a:pathLst>
                <a:path w="3592" h="1641" extrusionOk="0">
                  <a:moveTo>
                    <a:pt x="316" y="1"/>
                  </a:moveTo>
                  <a:cubicBezTo>
                    <a:pt x="67" y="1"/>
                    <a:pt x="1" y="408"/>
                    <a:pt x="275" y="515"/>
                  </a:cubicBezTo>
                  <a:cubicBezTo>
                    <a:pt x="1198" y="874"/>
                    <a:pt x="2104" y="1318"/>
                    <a:pt x="3060" y="1626"/>
                  </a:cubicBezTo>
                  <a:cubicBezTo>
                    <a:pt x="3096" y="1636"/>
                    <a:pt x="3130" y="1641"/>
                    <a:pt x="3162" y="1641"/>
                  </a:cubicBezTo>
                  <a:cubicBezTo>
                    <a:pt x="3493" y="1641"/>
                    <a:pt x="3591" y="1117"/>
                    <a:pt x="3248" y="976"/>
                  </a:cubicBezTo>
                  <a:cubicBezTo>
                    <a:pt x="2326" y="600"/>
                    <a:pt x="1352" y="327"/>
                    <a:pt x="412" y="19"/>
                  </a:cubicBezTo>
                  <a:cubicBezTo>
                    <a:pt x="378" y="7"/>
                    <a:pt x="345"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4"/>
            <p:cNvSpPr/>
            <p:nvPr/>
          </p:nvSpPr>
          <p:spPr>
            <a:xfrm>
              <a:off x="8437297" y="392320"/>
              <a:ext cx="164291" cy="78259"/>
            </a:xfrm>
            <a:custGeom>
              <a:avLst/>
              <a:gdLst/>
              <a:ahLst/>
              <a:cxnLst/>
              <a:rect l="l" t="t" r="r" b="b"/>
              <a:pathLst>
                <a:path w="3315" h="1579" extrusionOk="0">
                  <a:moveTo>
                    <a:pt x="389" y="0"/>
                  </a:moveTo>
                  <a:cubicBezTo>
                    <a:pt x="144" y="0"/>
                    <a:pt x="0" y="404"/>
                    <a:pt x="247" y="527"/>
                  </a:cubicBezTo>
                  <a:cubicBezTo>
                    <a:pt x="1085" y="869"/>
                    <a:pt x="1871" y="1330"/>
                    <a:pt x="2742" y="1569"/>
                  </a:cubicBezTo>
                  <a:cubicBezTo>
                    <a:pt x="2767" y="1576"/>
                    <a:pt x="2792" y="1579"/>
                    <a:pt x="2816" y="1579"/>
                  </a:cubicBezTo>
                  <a:cubicBezTo>
                    <a:pt x="3118" y="1579"/>
                    <a:pt x="3315" y="1111"/>
                    <a:pt x="2998" y="937"/>
                  </a:cubicBezTo>
                  <a:cubicBezTo>
                    <a:pt x="2195" y="527"/>
                    <a:pt x="1307" y="322"/>
                    <a:pt x="470" y="15"/>
                  </a:cubicBezTo>
                  <a:cubicBezTo>
                    <a:pt x="442" y="5"/>
                    <a:pt x="415"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4"/>
            <p:cNvSpPr/>
            <p:nvPr/>
          </p:nvSpPr>
          <p:spPr>
            <a:xfrm>
              <a:off x="8664585" y="500315"/>
              <a:ext cx="209193" cy="101851"/>
            </a:xfrm>
            <a:custGeom>
              <a:avLst/>
              <a:gdLst/>
              <a:ahLst/>
              <a:cxnLst/>
              <a:rect l="l" t="t" r="r" b="b"/>
              <a:pathLst>
                <a:path w="4221" h="2055" extrusionOk="0">
                  <a:moveTo>
                    <a:pt x="411" y="1"/>
                  </a:moveTo>
                  <a:cubicBezTo>
                    <a:pt x="147" y="1"/>
                    <a:pt x="1" y="448"/>
                    <a:pt x="275" y="569"/>
                  </a:cubicBezTo>
                  <a:cubicBezTo>
                    <a:pt x="1334" y="1031"/>
                    <a:pt x="2376" y="1492"/>
                    <a:pt x="3401" y="2005"/>
                  </a:cubicBezTo>
                  <a:cubicBezTo>
                    <a:pt x="3471" y="2039"/>
                    <a:pt x="3539" y="2055"/>
                    <a:pt x="3603" y="2055"/>
                  </a:cubicBezTo>
                  <a:cubicBezTo>
                    <a:pt x="3980" y="2055"/>
                    <a:pt x="4221" y="1523"/>
                    <a:pt x="3812" y="1304"/>
                  </a:cubicBezTo>
                  <a:cubicBezTo>
                    <a:pt x="3624" y="1202"/>
                    <a:pt x="3436" y="1082"/>
                    <a:pt x="3231" y="997"/>
                  </a:cubicBezTo>
                  <a:cubicBezTo>
                    <a:pt x="3175" y="963"/>
                    <a:pt x="3106" y="945"/>
                    <a:pt x="3036" y="945"/>
                  </a:cubicBezTo>
                  <a:cubicBezTo>
                    <a:pt x="2998" y="945"/>
                    <a:pt x="2959" y="950"/>
                    <a:pt x="2923" y="962"/>
                  </a:cubicBezTo>
                  <a:cubicBezTo>
                    <a:pt x="2120" y="655"/>
                    <a:pt x="1317" y="347"/>
                    <a:pt x="514" y="23"/>
                  </a:cubicBezTo>
                  <a:cubicBezTo>
                    <a:pt x="478" y="8"/>
                    <a:pt x="444" y="1"/>
                    <a:pt x="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4"/>
            <p:cNvSpPr/>
            <p:nvPr/>
          </p:nvSpPr>
          <p:spPr>
            <a:xfrm>
              <a:off x="8046061" y="32550"/>
              <a:ext cx="155767" cy="82323"/>
            </a:xfrm>
            <a:custGeom>
              <a:avLst/>
              <a:gdLst/>
              <a:ahLst/>
              <a:cxnLst/>
              <a:rect l="l" t="t" r="r" b="b"/>
              <a:pathLst>
                <a:path w="3143" h="1661" extrusionOk="0">
                  <a:moveTo>
                    <a:pt x="432" y="1"/>
                  </a:moveTo>
                  <a:cubicBezTo>
                    <a:pt x="201" y="1"/>
                    <a:pt x="0" y="340"/>
                    <a:pt x="213" y="525"/>
                  </a:cubicBezTo>
                  <a:cubicBezTo>
                    <a:pt x="880" y="1088"/>
                    <a:pt x="1683" y="1481"/>
                    <a:pt x="2537" y="1652"/>
                  </a:cubicBezTo>
                  <a:cubicBezTo>
                    <a:pt x="2564" y="1658"/>
                    <a:pt x="2591" y="1660"/>
                    <a:pt x="2616" y="1660"/>
                  </a:cubicBezTo>
                  <a:cubicBezTo>
                    <a:pt x="3002" y="1660"/>
                    <a:pt x="3142" y="1082"/>
                    <a:pt x="2725" y="986"/>
                  </a:cubicBezTo>
                  <a:cubicBezTo>
                    <a:pt x="1956" y="815"/>
                    <a:pt x="1222" y="508"/>
                    <a:pt x="572" y="46"/>
                  </a:cubicBezTo>
                  <a:cubicBezTo>
                    <a:pt x="526" y="15"/>
                    <a:pt x="479" y="1"/>
                    <a:pt x="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4"/>
            <p:cNvSpPr/>
            <p:nvPr/>
          </p:nvSpPr>
          <p:spPr>
            <a:xfrm>
              <a:off x="8355769" y="186935"/>
              <a:ext cx="177474" cy="75831"/>
            </a:xfrm>
            <a:custGeom>
              <a:avLst/>
              <a:gdLst/>
              <a:ahLst/>
              <a:cxnLst/>
              <a:rect l="l" t="t" r="r" b="b"/>
              <a:pathLst>
                <a:path w="3581" h="1530" extrusionOk="0">
                  <a:moveTo>
                    <a:pt x="411" y="0"/>
                  </a:moveTo>
                  <a:cubicBezTo>
                    <a:pt x="115" y="0"/>
                    <a:pt x="1" y="440"/>
                    <a:pt x="321" y="536"/>
                  </a:cubicBezTo>
                  <a:cubicBezTo>
                    <a:pt x="1209" y="776"/>
                    <a:pt x="2046" y="1083"/>
                    <a:pt x="2866" y="1493"/>
                  </a:cubicBezTo>
                  <a:cubicBezTo>
                    <a:pt x="2921" y="1518"/>
                    <a:pt x="2974" y="1529"/>
                    <a:pt x="3025" y="1529"/>
                  </a:cubicBezTo>
                  <a:cubicBezTo>
                    <a:pt x="3358" y="1529"/>
                    <a:pt x="3581" y="1056"/>
                    <a:pt x="3225" y="878"/>
                  </a:cubicBezTo>
                  <a:cubicBezTo>
                    <a:pt x="2354" y="434"/>
                    <a:pt x="1431" y="143"/>
                    <a:pt x="474" y="7"/>
                  </a:cubicBezTo>
                  <a:cubicBezTo>
                    <a:pt x="452" y="2"/>
                    <a:pt x="431"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4"/>
            <p:cNvSpPr/>
            <p:nvPr/>
          </p:nvSpPr>
          <p:spPr>
            <a:xfrm>
              <a:off x="8603079" y="282590"/>
              <a:ext cx="139065" cy="60119"/>
            </a:xfrm>
            <a:custGeom>
              <a:avLst/>
              <a:gdLst/>
              <a:ahLst/>
              <a:cxnLst/>
              <a:rect l="l" t="t" r="r" b="b"/>
              <a:pathLst>
                <a:path w="2806" h="1213" extrusionOk="0">
                  <a:moveTo>
                    <a:pt x="463" y="1"/>
                  </a:moveTo>
                  <a:cubicBezTo>
                    <a:pt x="187" y="1"/>
                    <a:pt x="0" y="410"/>
                    <a:pt x="303" y="537"/>
                  </a:cubicBezTo>
                  <a:cubicBezTo>
                    <a:pt x="901" y="828"/>
                    <a:pt x="1533" y="1050"/>
                    <a:pt x="2182" y="1203"/>
                  </a:cubicBezTo>
                  <a:cubicBezTo>
                    <a:pt x="2207" y="1209"/>
                    <a:pt x="2232" y="1212"/>
                    <a:pt x="2256" y="1212"/>
                  </a:cubicBezTo>
                  <a:cubicBezTo>
                    <a:pt x="2578" y="1212"/>
                    <a:pt x="2805" y="714"/>
                    <a:pt x="2455" y="571"/>
                  </a:cubicBezTo>
                  <a:cubicBezTo>
                    <a:pt x="1823" y="315"/>
                    <a:pt x="1191" y="127"/>
                    <a:pt x="525" y="7"/>
                  </a:cubicBezTo>
                  <a:cubicBezTo>
                    <a:pt x="504" y="3"/>
                    <a:pt x="483" y="1"/>
                    <a:pt x="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p:nvPr/>
          </p:nvSpPr>
          <p:spPr>
            <a:xfrm>
              <a:off x="8814160" y="392964"/>
              <a:ext cx="162111" cy="79449"/>
            </a:xfrm>
            <a:custGeom>
              <a:avLst/>
              <a:gdLst/>
              <a:ahLst/>
              <a:cxnLst/>
              <a:rect l="l" t="t" r="r" b="b"/>
              <a:pathLst>
                <a:path w="3271" h="1603" extrusionOk="0">
                  <a:moveTo>
                    <a:pt x="389" y="0"/>
                  </a:moveTo>
                  <a:cubicBezTo>
                    <a:pt x="71" y="0"/>
                    <a:pt x="0" y="550"/>
                    <a:pt x="332" y="617"/>
                  </a:cubicBezTo>
                  <a:cubicBezTo>
                    <a:pt x="1101" y="771"/>
                    <a:pt x="1853" y="1095"/>
                    <a:pt x="2502" y="1539"/>
                  </a:cubicBezTo>
                  <a:cubicBezTo>
                    <a:pt x="2574" y="1583"/>
                    <a:pt x="2644" y="1603"/>
                    <a:pt x="2710" y="1603"/>
                  </a:cubicBezTo>
                  <a:cubicBezTo>
                    <a:pt x="3052" y="1603"/>
                    <a:pt x="3271" y="1083"/>
                    <a:pt x="2912" y="839"/>
                  </a:cubicBezTo>
                  <a:cubicBezTo>
                    <a:pt x="2160" y="360"/>
                    <a:pt x="1306" y="70"/>
                    <a:pt x="418" y="2"/>
                  </a:cubicBezTo>
                  <a:cubicBezTo>
                    <a:pt x="408" y="1"/>
                    <a:pt x="398"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 name="Google Shape;276;p14"/>
          <p:cNvSpPr/>
          <p:nvPr/>
        </p:nvSpPr>
        <p:spPr>
          <a:xfrm rot="10800000">
            <a:off x="7995625" y="4380297"/>
            <a:ext cx="766116" cy="589721"/>
          </a:xfrm>
          <a:custGeom>
            <a:avLst/>
            <a:gdLst/>
            <a:ahLst/>
            <a:cxnLst/>
            <a:rect l="l" t="t" r="r" b="b"/>
            <a:pathLst>
              <a:path w="11757" h="9050" extrusionOk="0">
                <a:moveTo>
                  <a:pt x="2980" y="1"/>
                </a:moveTo>
                <a:cubicBezTo>
                  <a:pt x="2871" y="1"/>
                  <a:pt x="2760" y="65"/>
                  <a:pt x="2752" y="193"/>
                </a:cubicBezTo>
                <a:cubicBezTo>
                  <a:pt x="2718" y="1082"/>
                  <a:pt x="2701" y="1970"/>
                  <a:pt x="2718" y="2876"/>
                </a:cubicBezTo>
                <a:cubicBezTo>
                  <a:pt x="1880" y="2893"/>
                  <a:pt x="1060" y="2910"/>
                  <a:pt x="240" y="2927"/>
                </a:cubicBezTo>
                <a:cubicBezTo>
                  <a:pt x="1" y="2927"/>
                  <a:pt x="52" y="3286"/>
                  <a:pt x="291" y="3286"/>
                </a:cubicBezTo>
                <a:lnTo>
                  <a:pt x="2718" y="3286"/>
                </a:lnTo>
                <a:cubicBezTo>
                  <a:pt x="2752" y="4311"/>
                  <a:pt x="2803" y="5319"/>
                  <a:pt x="2871" y="6327"/>
                </a:cubicBezTo>
                <a:lnTo>
                  <a:pt x="2888" y="6429"/>
                </a:lnTo>
                <a:cubicBezTo>
                  <a:pt x="2888" y="6429"/>
                  <a:pt x="2906" y="6515"/>
                  <a:pt x="2906" y="6532"/>
                </a:cubicBezTo>
                <a:lnTo>
                  <a:pt x="2923" y="6737"/>
                </a:lnTo>
                <a:lnTo>
                  <a:pt x="2923" y="6891"/>
                </a:lnTo>
                <a:cubicBezTo>
                  <a:pt x="2991" y="7660"/>
                  <a:pt x="3042" y="8172"/>
                  <a:pt x="3111" y="8924"/>
                </a:cubicBezTo>
                <a:cubicBezTo>
                  <a:pt x="3118" y="9010"/>
                  <a:pt x="3179" y="9049"/>
                  <a:pt x="3242" y="9049"/>
                </a:cubicBezTo>
                <a:cubicBezTo>
                  <a:pt x="3316" y="9049"/>
                  <a:pt x="3393" y="8992"/>
                  <a:pt x="3384" y="8890"/>
                </a:cubicBezTo>
                <a:cubicBezTo>
                  <a:pt x="3350" y="8138"/>
                  <a:pt x="3333" y="7369"/>
                  <a:pt x="3316" y="6617"/>
                </a:cubicBezTo>
                <a:lnTo>
                  <a:pt x="3316" y="6464"/>
                </a:lnTo>
                <a:lnTo>
                  <a:pt x="3316" y="6293"/>
                </a:lnTo>
                <a:cubicBezTo>
                  <a:pt x="3299" y="5302"/>
                  <a:pt x="3264" y="4311"/>
                  <a:pt x="3264" y="3303"/>
                </a:cubicBezTo>
                <a:cubicBezTo>
                  <a:pt x="4341" y="3303"/>
                  <a:pt x="5434" y="3320"/>
                  <a:pt x="6511" y="3337"/>
                </a:cubicBezTo>
                <a:lnTo>
                  <a:pt x="6989" y="3337"/>
                </a:lnTo>
                <a:cubicBezTo>
                  <a:pt x="8305" y="3354"/>
                  <a:pt x="9603" y="3388"/>
                  <a:pt x="10902" y="3439"/>
                </a:cubicBezTo>
                <a:cubicBezTo>
                  <a:pt x="10953" y="3474"/>
                  <a:pt x="11021" y="3491"/>
                  <a:pt x="11073" y="3491"/>
                </a:cubicBezTo>
                <a:lnTo>
                  <a:pt x="11466" y="3456"/>
                </a:lnTo>
                <a:cubicBezTo>
                  <a:pt x="11756" y="3422"/>
                  <a:pt x="11756" y="2944"/>
                  <a:pt x="11466" y="2927"/>
                </a:cubicBezTo>
                <a:cubicBezTo>
                  <a:pt x="9979" y="2893"/>
                  <a:pt x="8493" y="2876"/>
                  <a:pt x="7006" y="2858"/>
                </a:cubicBezTo>
                <a:lnTo>
                  <a:pt x="3247" y="2858"/>
                </a:lnTo>
                <a:cubicBezTo>
                  <a:pt x="3230" y="1970"/>
                  <a:pt x="3213" y="1082"/>
                  <a:pt x="3196" y="193"/>
                </a:cubicBezTo>
                <a:cubicBezTo>
                  <a:pt x="3196" y="65"/>
                  <a:pt x="3089" y="1"/>
                  <a:pt x="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
    <p:bg>
      <p:bgPr>
        <a:solidFill>
          <a:schemeClr val="accent3"/>
        </a:solidFill>
        <a:effectLst/>
      </p:bgPr>
    </p:bg>
    <p:spTree>
      <p:nvGrpSpPr>
        <p:cNvPr id="1" name="Shape 277"/>
        <p:cNvGrpSpPr/>
        <p:nvPr/>
      </p:nvGrpSpPr>
      <p:grpSpPr>
        <a:xfrm>
          <a:off x="0" y="0"/>
          <a:ext cx="0" cy="0"/>
          <a:chOff x="0" y="0"/>
          <a:chExt cx="0" cy="0"/>
        </a:xfrm>
      </p:grpSpPr>
      <p:pic>
        <p:nvPicPr>
          <p:cNvPr id="278" name="Google Shape;278;p15"/>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279" name="Google Shape;279;p15"/>
          <p:cNvSpPr txBox="1">
            <a:spLocks noGrp="1"/>
          </p:cNvSpPr>
          <p:nvPr>
            <p:ph type="subTitle" idx="1"/>
          </p:nvPr>
        </p:nvSpPr>
        <p:spPr>
          <a:xfrm>
            <a:off x="2028888" y="2897725"/>
            <a:ext cx="5086200" cy="761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0" name="Google Shape;280;p15"/>
          <p:cNvSpPr txBox="1">
            <a:spLocks noGrp="1"/>
          </p:cNvSpPr>
          <p:nvPr>
            <p:ph type="title"/>
          </p:nvPr>
        </p:nvSpPr>
        <p:spPr>
          <a:xfrm>
            <a:off x="2365038" y="1484075"/>
            <a:ext cx="4413900" cy="133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000"/>
              <a:buNone/>
              <a:defRPr sz="12000"/>
            </a:lvl1pPr>
            <a:lvl2pPr lvl="1" algn="ctr" rtl="0">
              <a:spcBef>
                <a:spcPts val="0"/>
              </a:spcBef>
              <a:spcAft>
                <a:spcPts val="0"/>
              </a:spcAft>
              <a:buSzPts val="2500"/>
              <a:buNone/>
              <a:defRPr/>
            </a:lvl2pPr>
            <a:lvl3pPr lvl="2" algn="ctr" rtl="0">
              <a:spcBef>
                <a:spcPts val="0"/>
              </a:spcBef>
              <a:spcAft>
                <a:spcPts val="0"/>
              </a:spcAft>
              <a:buSzPts val="2500"/>
              <a:buNone/>
              <a:defRPr/>
            </a:lvl3pPr>
            <a:lvl4pPr lvl="3" algn="ctr" rtl="0">
              <a:spcBef>
                <a:spcPts val="0"/>
              </a:spcBef>
              <a:spcAft>
                <a:spcPts val="0"/>
              </a:spcAft>
              <a:buSzPts val="2500"/>
              <a:buNone/>
              <a:defRPr/>
            </a:lvl4pPr>
            <a:lvl5pPr lvl="4" algn="ctr" rtl="0">
              <a:spcBef>
                <a:spcPts val="0"/>
              </a:spcBef>
              <a:spcAft>
                <a:spcPts val="0"/>
              </a:spcAft>
              <a:buSzPts val="2500"/>
              <a:buNone/>
              <a:defRPr/>
            </a:lvl5pPr>
            <a:lvl6pPr lvl="5" algn="ctr" rtl="0">
              <a:spcBef>
                <a:spcPts val="0"/>
              </a:spcBef>
              <a:spcAft>
                <a:spcPts val="0"/>
              </a:spcAft>
              <a:buSzPts val="2500"/>
              <a:buNone/>
              <a:defRPr/>
            </a:lvl6pPr>
            <a:lvl7pPr lvl="6" algn="ctr" rtl="0">
              <a:spcBef>
                <a:spcPts val="0"/>
              </a:spcBef>
              <a:spcAft>
                <a:spcPts val="0"/>
              </a:spcAft>
              <a:buSzPts val="2500"/>
              <a:buNone/>
              <a:defRPr/>
            </a:lvl7pPr>
            <a:lvl8pPr lvl="7" algn="ctr" rtl="0">
              <a:spcBef>
                <a:spcPts val="0"/>
              </a:spcBef>
              <a:spcAft>
                <a:spcPts val="0"/>
              </a:spcAft>
              <a:buSzPts val="2500"/>
              <a:buNone/>
              <a:defRPr/>
            </a:lvl8pPr>
            <a:lvl9pPr lvl="8" algn="ctr" rtl="0">
              <a:spcBef>
                <a:spcPts val="0"/>
              </a:spcBef>
              <a:spcAft>
                <a:spcPts val="0"/>
              </a:spcAft>
              <a:buSzPts val="2500"/>
              <a:buNone/>
              <a:defRPr/>
            </a:lvl9pPr>
          </a:lstStyle>
          <a:p>
            <a:endParaRPr/>
          </a:p>
        </p:txBody>
      </p:sp>
      <p:grpSp>
        <p:nvGrpSpPr>
          <p:cNvPr id="281" name="Google Shape;281;p15"/>
          <p:cNvGrpSpPr/>
          <p:nvPr/>
        </p:nvGrpSpPr>
        <p:grpSpPr>
          <a:xfrm flipH="1">
            <a:off x="7788775" y="3530476"/>
            <a:ext cx="1061341" cy="1184004"/>
            <a:chOff x="7723125" y="3659426"/>
            <a:chExt cx="1061341" cy="1184004"/>
          </a:xfrm>
        </p:grpSpPr>
        <p:sp>
          <p:nvSpPr>
            <p:cNvPr id="282" name="Google Shape;282;p15"/>
            <p:cNvSpPr/>
            <p:nvPr/>
          </p:nvSpPr>
          <p:spPr>
            <a:xfrm rot="1164162">
              <a:off x="7971346" y="3773363"/>
              <a:ext cx="636205" cy="458881"/>
            </a:xfrm>
            <a:custGeom>
              <a:avLst/>
              <a:gdLst/>
              <a:ahLst/>
              <a:cxnLst/>
              <a:rect l="l" t="t" r="r" b="b"/>
              <a:pathLst>
                <a:path w="21204" h="15294" extrusionOk="0">
                  <a:moveTo>
                    <a:pt x="19508" y="1"/>
                  </a:moveTo>
                  <a:cubicBezTo>
                    <a:pt x="19184" y="1"/>
                    <a:pt x="18885" y="221"/>
                    <a:pt x="18822" y="563"/>
                  </a:cubicBezTo>
                  <a:cubicBezTo>
                    <a:pt x="18760" y="546"/>
                    <a:pt x="18696" y="537"/>
                    <a:pt x="18632" y="537"/>
                  </a:cubicBezTo>
                  <a:cubicBezTo>
                    <a:pt x="18448" y="537"/>
                    <a:pt x="18265" y="607"/>
                    <a:pt x="18138" y="734"/>
                  </a:cubicBezTo>
                  <a:lnTo>
                    <a:pt x="18001" y="563"/>
                  </a:lnTo>
                  <a:cubicBezTo>
                    <a:pt x="17873" y="407"/>
                    <a:pt x="17724" y="342"/>
                    <a:pt x="17579" y="342"/>
                  </a:cubicBezTo>
                  <a:cubicBezTo>
                    <a:pt x="17280" y="342"/>
                    <a:pt x="16994" y="617"/>
                    <a:pt x="16925" y="939"/>
                  </a:cubicBezTo>
                  <a:cubicBezTo>
                    <a:pt x="16549" y="990"/>
                    <a:pt x="16207" y="1315"/>
                    <a:pt x="16378" y="1725"/>
                  </a:cubicBezTo>
                  <a:cubicBezTo>
                    <a:pt x="16429" y="1862"/>
                    <a:pt x="16481" y="1998"/>
                    <a:pt x="16549" y="2135"/>
                  </a:cubicBezTo>
                  <a:cubicBezTo>
                    <a:pt x="16259" y="1862"/>
                    <a:pt x="15951" y="1571"/>
                    <a:pt x="15644" y="1315"/>
                  </a:cubicBezTo>
                  <a:cubicBezTo>
                    <a:pt x="15513" y="1185"/>
                    <a:pt x="15368" y="1130"/>
                    <a:pt x="15227" y="1130"/>
                  </a:cubicBezTo>
                  <a:cubicBezTo>
                    <a:pt x="14761" y="1130"/>
                    <a:pt x="14356" y="1736"/>
                    <a:pt x="14789" y="2169"/>
                  </a:cubicBezTo>
                  <a:cubicBezTo>
                    <a:pt x="15302" y="2750"/>
                    <a:pt x="15763" y="3365"/>
                    <a:pt x="16173" y="3998"/>
                  </a:cubicBezTo>
                  <a:cubicBezTo>
                    <a:pt x="15575" y="3639"/>
                    <a:pt x="14926" y="3331"/>
                    <a:pt x="14260" y="3109"/>
                  </a:cubicBezTo>
                  <a:cubicBezTo>
                    <a:pt x="14218" y="3098"/>
                    <a:pt x="14178" y="3092"/>
                    <a:pt x="14138" y="3092"/>
                  </a:cubicBezTo>
                  <a:cubicBezTo>
                    <a:pt x="13822" y="3092"/>
                    <a:pt x="13597" y="3437"/>
                    <a:pt x="13764" y="3741"/>
                  </a:cubicBezTo>
                  <a:cubicBezTo>
                    <a:pt x="13901" y="3980"/>
                    <a:pt x="14106" y="4185"/>
                    <a:pt x="14345" y="4322"/>
                  </a:cubicBezTo>
                  <a:cubicBezTo>
                    <a:pt x="14397" y="4359"/>
                    <a:pt x="14455" y="4377"/>
                    <a:pt x="14511" y="4377"/>
                  </a:cubicBezTo>
                  <a:cubicBezTo>
                    <a:pt x="14585" y="4377"/>
                    <a:pt x="14655" y="4346"/>
                    <a:pt x="14704" y="4288"/>
                  </a:cubicBezTo>
                  <a:lnTo>
                    <a:pt x="14789" y="4339"/>
                  </a:lnTo>
                  <a:cubicBezTo>
                    <a:pt x="14653" y="4459"/>
                    <a:pt x="14584" y="4647"/>
                    <a:pt x="14601" y="4818"/>
                  </a:cubicBezTo>
                  <a:cubicBezTo>
                    <a:pt x="13012" y="3417"/>
                    <a:pt x="11440" y="2016"/>
                    <a:pt x="9663" y="854"/>
                  </a:cubicBezTo>
                  <a:cubicBezTo>
                    <a:pt x="9552" y="782"/>
                    <a:pt x="9443" y="750"/>
                    <a:pt x="9342" y="750"/>
                  </a:cubicBezTo>
                  <a:cubicBezTo>
                    <a:pt x="8915" y="750"/>
                    <a:pt x="8622" y="1307"/>
                    <a:pt x="8843" y="1708"/>
                  </a:cubicBezTo>
                  <a:cubicBezTo>
                    <a:pt x="8467" y="1469"/>
                    <a:pt x="8091" y="1247"/>
                    <a:pt x="7681" y="1059"/>
                  </a:cubicBezTo>
                  <a:cubicBezTo>
                    <a:pt x="7585" y="1004"/>
                    <a:pt x="7486" y="980"/>
                    <a:pt x="7392" y="980"/>
                  </a:cubicBezTo>
                  <a:cubicBezTo>
                    <a:pt x="6986" y="980"/>
                    <a:pt x="6656" y="1432"/>
                    <a:pt x="6878" y="1862"/>
                  </a:cubicBezTo>
                  <a:cubicBezTo>
                    <a:pt x="7323" y="2648"/>
                    <a:pt x="7801" y="3417"/>
                    <a:pt x="8348" y="4151"/>
                  </a:cubicBezTo>
                  <a:cubicBezTo>
                    <a:pt x="7801" y="3724"/>
                    <a:pt x="7220" y="3348"/>
                    <a:pt x="6605" y="3024"/>
                  </a:cubicBezTo>
                  <a:cubicBezTo>
                    <a:pt x="6519" y="2978"/>
                    <a:pt x="6429" y="2957"/>
                    <a:pt x="6342" y="2957"/>
                  </a:cubicBezTo>
                  <a:cubicBezTo>
                    <a:pt x="5941" y="2957"/>
                    <a:pt x="5584" y="3389"/>
                    <a:pt x="5836" y="3810"/>
                  </a:cubicBezTo>
                  <a:cubicBezTo>
                    <a:pt x="6212" y="4408"/>
                    <a:pt x="6639" y="4989"/>
                    <a:pt x="7083" y="5552"/>
                  </a:cubicBezTo>
                  <a:cubicBezTo>
                    <a:pt x="6571" y="5125"/>
                    <a:pt x="6058" y="4698"/>
                    <a:pt x="5528" y="4288"/>
                  </a:cubicBezTo>
                  <a:cubicBezTo>
                    <a:pt x="5432" y="4212"/>
                    <a:pt x="5335" y="4179"/>
                    <a:pt x="5245" y="4179"/>
                  </a:cubicBezTo>
                  <a:cubicBezTo>
                    <a:pt x="4891" y="4179"/>
                    <a:pt x="4630" y="4686"/>
                    <a:pt x="4794" y="5040"/>
                  </a:cubicBezTo>
                  <a:cubicBezTo>
                    <a:pt x="5375" y="6321"/>
                    <a:pt x="6246" y="7415"/>
                    <a:pt x="7135" y="8491"/>
                  </a:cubicBezTo>
                  <a:cubicBezTo>
                    <a:pt x="6246" y="7620"/>
                    <a:pt x="5289" y="6800"/>
                    <a:pt x="4298" y="6082"/>
                  </a:cubicBezTo>
                  <a:cubicBezTo>
                    <a:pt x="4203" y="6014"/>
                    <a:pt x="4106" y="5985"/>
                    <a:pt x="4015" y="5985"/>
                  </a:cubicBezTo>
                  <a:cubicBezTo>
                    <a:pt x="3646" y="5985"/>
                    <a:pt x="3355" y="6461"/>
                    <a:pt x="3546" y="6817"/>
                  </a:cubicBezTo>
                  <a:cubicBezTo>
                    <a:pt x="4110" y="7825"/>
                    <a:pt x="4760" y="8782"/>
                    <a:pt x="5409" y="9738"/>
                  </a:cubicBezTo>
                  <a:cubicBezTo>
                    <a:pt x="4606" y="8987"/>
                    <a:pt x="3803" y="8252"/>
                    <a:pt x="2846" y="7705"/>
                  </a:cubicBezTo>
                  <a:cubicBezTo>
                    <a:pt x="2770" y="7658"/>
                    <a:pt x="2686" y="7637"/>
                    <a:pt x="2602" y="7637"/>
                  </a:cubicBezTo>
                  <a:cubicBezTo>
                    <a:pt x="2289" y="7637"/>
                    <a:pt x="1976" y="7932"/>
                    <a:pt x="2111" y="8269"/>
                  </a:cubicBezTo>
                  <a:cubicBezTo>
                    <a:pt x="2658" y="9704"/>
                    <a:pt x="3529" y="10917"/>
                    <a:pt x="4350" y="12182"/>
                  </a:cubicBezTo>
                  <a:cubicBezTo>
                    <a:pt x="3683" y="11703"/>
                    <a:pt x="3051" y="11174"/>
                    <a:pt x="2419" y="10627"/>
                  </a:cubicBezTo>
                  <a:cubicBezTo>
                    <a:pt x="2313" y="10538"/>
                    <a:pt x="2193" y="10500"/>
                    <a:pt x="2076" y="10500"/>
                  </a:cubicBezTo>
                  <a:cubicBezTo>
                    <a:pt x="1721" y="10500"/>
                    <a:pt x="1401" y="10856"/>
                    <a:pt x="1633" y="11242"/>
                  </a:cubicBezTo>
                  <a:cubicBezTo>
                    <a:pt x="1923" y="11738"/>
                    <a:pt x="2197" y="12250"/>
                    <a:pt x="2436" y="12797"/>
                  </a:cubicBezTo>
                  <a:cubicBezTo>
                    <a:pt x="2145" y="12643"/>
                    <a:pt x="1872" y="12506"/>
                    <a:pt x="1599" y="12336"/>
                  </a:cubicBezTo>
                  <a:cubicBezTo>
                    <a:pt x="1520" y="12291"/>
                    <a:pt x="1439" y="12272"/>
                    <a:pt x="1360" y="12272"/>
                  </a:cubicBezTo>
                  <a:cubicBezTo>
                    <a:pt x="1014" y="12272"/>
                    <a:pt x="720" y="12657"/>
                    <a:pt x="915" y="13019"/>
                  </a:cubicBezTo>
                  <a:cubicBezTo>
                    <a:pt x="1069" y="13258"/>
                    <a:pt x="1189" y="13515"/>
                    <a:pt x="1291" y="13788"/>
                  </a:cubicBezTo>
                  <a:cubicBezTo>
                    <a:pt x="1154" y="13737"/>
                    <a:pt x="1001" y="13685"/>
                    <a:pt x="864" y="13600"/>
                  </a:cubicBezTo>
                  <a:cubicBezTo>
                    <a:pt x="788" y="13558"/>
                    <a:pt x="712" y="13539"/>
                    <a:pt x="640" y="13539"/>
                  </a:cubicBezTo>
                  <a:cubicBezTo>
                    <a:pt x="273" y="13539"/>
                    <a:pt x="0" y="14021"/>
                    <a:pt x="300" y="14335"/>
                  </a:cubicBezTo>
                  <a:cubicBezTo>
                    <a:pt x="334" y="14369"/>
                    <a:pt x="351" y="14386"/>
                    <a:pt x="368" y="14420"/>
                  </a:cubicBezTo>
                  <a:cubicBezTo>
                    <a:pt x="180" y="14608"/>
                    <a:pt x="215" y="14916"/>
                    <a:pt x="437" y="15069"/>
                  </a:cubicBezTo>
                  <a:cubicBezTo>
                    <a:pt x="604" y="15185"/>
                    <a:pt x="836" y="15293"/>
                    <a:pt x="1054" y="15293"/>
                  </a:cubicBezTo>
                  <a:cubicBezTo>
                    <a:pt x="1191" y="15293"/>
                    <a:pt x="1322" y="15250"/>
                    <a:pt x="1428" y="15138"/>
                  </a:cubicBezTo>
                  <a:cubicBezTo>
                    <a:pt x="1513" y="15069"/>
                    <a:pt x="1564" y="14967"/>
                    <a:pt x="1582" y="14864"/>
                  </a:cubicBezTo>
                  <a:cubicBezTo>
                    <a:pt x="1752" y="14899"/>
                    <a:pt x="1940" y="14950"/>
                    <a:pt x="2111" y="15001"/>
                  </a:cubicBezTo>
                  <a:cubicBezTo>
                    <a:pt x="2166" y="15018"/>
                    <a:pt x="2218" y="15026"/>
                    <a:pt x="2266" y="15026"/>
                  </a:cubicBezTo>
                  <a:cubicBezTo>
                    <a:pt x="2657" y="15026"/>
                    <a:pt x="2831" y="14517"/>
                    <a:pt x="2573" y="14198"/>
                  </a:cubicBezTo>
                  <a:cubicBezTo>
                    <a:pt x="2487" y="14095"/>
                    <a:pt x="2419" y="13993"/>
                    <a:pt x="2368" y="13890"/>
                  </a:cubicBezTo>
                  <a:lnTo>
                    <a:pt x="2368" y="13890"/>
                  </a:lnTo>
                  <a:cubicBezTo>
                    <a:pt x="2590" y="14010"/>
                    <a:pt x="2812" y="14130"/>
                    <a:pt x="3034" y="14266"/>
                  </a:cubicBezTo>
                  <a:cubicBezTo>
                    <a:pt x="3117" y="14313"/>
                    <a:pt x="3203" y="14334"/>
                    <a:pt x="3285" y="14334"/>
                  </a:cubicBezTo>
                  <a:cubicBezTo>
                    <a:pt x="3596" y="14334"/>
                    <a:pt x="3863" y="14040"/>
                    <a:pt x="3769" y="13702"/>
                  </a:cubicBezTo>
                  <a:cubicBezTo>
                    <a:pt x="3700" y="13395"/>
                    <a:pt x="3615" y="13087"/>
                    <a:pt x="3495" y="12780"/>
                  </a:cubicBezTo>
                  <a:lnTo>
                    <a:pt x="3495" y="12780"/>
                  </a:lnTo>
                  <a:cubicBezTo>
                    <a:pt x="4144" y="13275"/>
                    <a:pt x="4828" y="13702"/>
                    <a:pt x="5528" y="14061"/>
                  </a:cubicBezTo>
                  <a:cubicBezTo>
                    <a:pt x="5612" y="14107"/>
                    <a:pt x="5697" y="14127"/>
                    <a:pt x="5777" y="14127"/>
                  </a:cubicBezTo>
                  <a:cubicBezTo>
                    <a:pt x="6122" y="14127"/>
                    <a:pt x="6389" y="13755"/>
                    <a:pt x="6195" y="13395"/>
                  </a:cubicBezTo>
                  <a:cubicBezTo>
                    <a:pt x="5546" y="12113"/>
                    <a:pt x="4674" y="10986"/>
                    <a:pt x="3939" y="9738"/>
                  </a:cubicBezTo>
                  <a:lnTo>
                    <a:pt x="3939" y="9738"/>
                  </a:lnTo>
                  <a:cubicBezTo>
                    <a:pt x="5101" y="10747"/>
                    <a:pt x="6144" y="11874"/>
                    <a:pt x="7476" y="12677"/>
                  </a:cubicBezTo>
                  <a:cubicBezTo>
                    <a:pt x="7557" y="12724"/>
                    <a:pt x="7641" y="12744"/>
                    <a:pt x="7722" y="12744"/>
                  </a:cubicBezTo>
                  <a:cubicBezTo>
                    <a:pt x="8091" y="12744"/>
                    <a:pt x="8415" y="12323"/>
                    <a:pt x="8177" y="11960"/>
                  </a:cubicBezTo>
                  <a:cubicBezTo>
                    <a:pt x="7596" y="11037"/>
                    <a:pt x="6964" y="10131"/>
                    <a:pt x="6349" y="9226"/>
                  </a:cubicBezTo>
                  <a:lnTo>
                    <a:pt x="6349" y="9226"/>
                  </a:lnTo>
                  <a:cubicBezTo>
                    <a:pt x="7545" y="10388"/>
                    <a:pt x="8707" y="11584"/>
                    <a:pt x="10022" y="12609"/>
                  </a:cubicBezTo>
                  <a:cubicBezTo>
                    <a:pt x="10137" y="12711"/>
                    <a:pt x="10264" y="12755"/>
                    <a:pt x="10386" y="12755"/>
                  </a:cubicBezTo>
                  <a:cubicBezTo>
                    <a:pt x="10757" y="12755"/>
                    <a:pt x="11082" y="12353"/>
                    <a:pt x="10876" y="11943"/>
                  </a:cubicBezTo>
                  <a:cubicBezTo>
                    <a:pt x="10142" y="10336"/>
                    <a:pt x="8963" y="9038"/>
                    <a:pt x="7852" y="7671"/>
                  </a:cubicBezTo>
                  <a:lnTo>
                    <a:pt x="7852" y="7671"/>
                  </a:lnTo>
                  <a:cubicBezTo>
                    <a:pt x="9595" y="9260"/>
                    <a:pt x="11269" y="10917"/>
                    <a:pt x="13149" y="12353"/>
                  </a:cubicBezTo>
                  <a:cubicBezTo>
                    <a:pt x="13229" y="12414"/>
                    <a:pt x="13317" y="12440"/>
                    <a:pt x="13404" y="12440"/>
                  </a:cubicBezTo>
                  <a:cubicBezTo>
                    <a:pt x="13781" y="12440"/>
                    <a:pt x="14150" y="11944"/>
                    <a:pt x="13901" y="11584"/>
                  </a:cubicBezTo>
                  <a:cubicBezTo>
                    <a:pt x="12568" y="9721"/>
                    <a:pt x="10894" y="8132"/>
                    <a:pt x="9339" y="6458"/>
                  </a:cubicBezTo>
                  <a:lnTo>
                    <a:pt x="9339" y="6458"/>
                  </a:lnTo>
                  <a:cubicBezTo>
                    <a:pt x="11287" y="8286"/>
                    <a:pt x="12978" y="10422"/>
                    <a:pt x="15268" y="11840"/>
                  </a:cubicBezTo>
                  <a:cubicBezTo>
                    <a:pt x="15373" y="11903"/>
                    <a:pt x="15476" y="11931"/>
                    <a:pt x="15572" y="11931"/>
                  </a:cubicBezTo>
                  <a:cubicBezTo>
                    <a:pt x="16018" y="11931"/>
                    <a:pt x="16306" y="11329"/>
                    <a:pt x="15968" y="10935"/>
                  </a:cubicBezTo>
                  <a:cubicBezTo>
                    <a:pt x="13832" y="8372"/>
                    <a:pt x="11269" y="6133"/>
                    <a:pt x="9287" y="3451"/>
                  </a:cubicBezTo>
                  <a:lnTo>
                    <a:pt x="9287" y="3451"/>
                  </a:lnTo>
                  <a:cubicBezTo>
                    <a:pt x="12226" y="5723"/>
                    <a:pt x="14413" y="8987"/>
                    <a:pt x="17745" y="10781"/>
                  </a:cubicBezTo>
                  <a:cubicBezTo>
                    <a:pt x="17827" y="10825"/>
                    <a:pt x="17917" y="10845"/>
                    <a:pt x="18006" y="10845"/>
                  </a:cubicBezTo>
                  <a:cubicBezTo>
                    <a:pt x="18438" y="10845"/>
                    <a:pt x="18877" y="10385"/>
                    <a:pt x="18565" y="9961"/>
                  </a:cubicBezTo>
                  <a:cubicBezTo>
                    <a:pt x="18394" y="9738"/>
                    <a:pt x="18241" y="9533"/>
                    <a:pt x="18070" y="9311"/>
                  </a:cubicBezTo>
                  <a:lnTo>
                    <a:pt x="18070" y="9311"/>
                  </a:lnTo>
                  <a:cubicBezTo>
                    <a:pt x="18702" y="9790"/>
                    <a:pt x="19368" y="10217"/>
                    <a:pt x="20052" y="10627"/>
                  </a:cubicBezTo>
                  <a:cubicBezTo>
                    <a:pt x="20162" y="10688"/>
                    <a:pt x="20271" y="10715"/>
                    <a:pt x="20373" y="10715"/>
                  </a:cubicBezTo>
                  <a:cubicBezTo>
                    <a:pt x="20869" y="10715"/>
                    <a:pt x="21203" y="10078"/>
                    <a:pt x="20821" y="9653"/>
                  </a:cubicBezTo>
                  <a:cubicBezTo>
                    <a:pt x="20633" y="9431"/>
                    <a:pt x="20445" y="9226"/>
                    <a:pt x="20240" y="9021"/>
                  </a:cubicBezTo>
                  <a:cubicBezTo>
                    <a:pt x="20240" y="8867"/>
                    <a:pt x="20206" y="8713"/>
                    <a:pt x="20103" y="8594"/>
                  </a:cubicBezTo>
                  <a:cubicBezTo>
                    <a:pt x="19249" y="7534"/>
                    <a:pt x="18309" y="6543"/>
                    <a:pt x="17267" y="5655"/>
                  </a:cubicBezTo>
                  <a:lnTo>
                    <a:pt x="17267" y="5655"/>
                  </a:lnTo>
                  <a:cubicBezTo>
                    <a:pt x="17306" y="5666"/>
                    <a:pt x="17344" y="5671"/>
                    <a:pt x="17381" y="5671"/>
                  </a:cubicBezTo>
                  <a:cubicBezTo>
                    <a:pt x="17636" y="5671"/>
                    <a:pt x="17837" y="5432"/>
                    <a:pt x="17882" y="5194"/>
                  </a:cubicBezTo>
                  <a:cubicBezTo>
                    <a:pt x="17937" y="5207"/>
                    <a:pt x="17992" y="5214"/>
                    <a:pt x="18045" y="5214"/>
                  </a:cubicBezTo>
                  <a:cubicBezTo>
                    <a:pt x="18452" y="5214"/>
                    <a:pt x="18774" y="4833"/>
                    <a:pt x="18668" y="4425"/>
                  </a:cubicBezTo>
                  <a:cubicBezTo>
                    <a:pt x="18668" y="4373"/>
                    <a:pt x="18651" y="4339"/>
                    <a:pt x="18634" y="4288"/>
                  </a:cubicBezTo>
                  <a:lnTo>
                    <a:pt x="18634" y="4288"/>
                  </a:lnTo>
                  <a:lnTo>
                    <a:pt x="18685" y="4322"/>
                  </a:lnTo>
                  <a:cubicBezTo>
                    <a:pt x="18817" y="4447"/>
                    <a:pt x="18982" y="4508"/>
                    <a:pt x="19144" y="4508"/>
                  </a:cubicBezTo>
                  <a:cubicBezTo>
                    <a:pt x="19338" y="4508"/>
                    <a:pt x="19529" y="4421"/>
                    <a:pt x="19659" y="4254"/>
                  </a:cubicBezTo>
                  <a:lnTo>
                    <a:pt x="19693" y="4271"/>
                  </a:lnTo>
                  <a:cubicBezTo>
                    <a:pt x="19803" y="4351"/>
                    <a:pt x="19915" y="4385"/>
                    <a:pt x="20024" y="4385"/>
                  </a:cubicBezTo>
                  <a:cubicBezTo>
                    <a:pt x="20473" y="4385"/>
                    <a:pt x="20846" y="3792"/>
                    <a:pt x="20599" y="3365"/>
                  </a:cubicBezTo>
                  <a:cubicBezTo>
                    <a:pt x="20411" y="3024"/>
                    <a:pt x="20223" y="2665"/>
                    <a:pt x="20035" y="2323"/>
                  </a:cubicBezTo>
                  <a:cubicBezTo>
                    <a:pt x="20120" y="2203"/>
                    <a:pt x="20171" y="2067"/>
                    <a:pt x="20171" y="1913"/>
                  </a:cubicBezTo>
                  <a:lnTo>
                    <a:pt x="20171" y="1896"/>
                  </a:lnTo>
                  <a:cubicBezTo>
                    <a:pt x="20257" y="1862"/>
                    <a:pt x="20342" y="1810"/>
                    <a:pt x="20393" y="1742"/>
                  </a:cubicBezTo>
                  <a:cubicBezTo>
                    <a:pt x="20974" y="1025"/>
                    <a:pt x="20650" y="461"/>
                    <a:pt x="19847" y="85"/>
                  </a:cubicBezTo>
                  <a:cubicBezTo>
                    <a:pt x="19737" y="27"/>
                    <a:pt x="19621" y="1"/>
                    <a:pt x="19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p:nvPr/>
          </p:nvSpPr>
          <p:spPr>
            <a:xfrm rot="1164162">
              <a:off x="7863863" y="3761118"/>
              <a:ext cx="779864" cy="980621"/>
            </a:xfrm>
            <a:custGeom>
              <a:avLst/>
              <a:gdLst/>
              <a:ahLst/>
              <a:cxnLst/>
              <a:rect l="l" t="t" r="r" b="b"/>
              <a:pathLst>
                <a:path w="25992" h="32683" extrusionOk="0">
                  <a:moveTo>
                    <a:pt x="17878" y="276"/>
                  </a:moveTo>
                  <a:cubicBezTo>
                    <a:pt x="17883" y="276"/>
                    <a:pt x="17888" y="277"/>
                    <a:pt x="17892" y="278"/>
                  </a:cubicBezTo>
                  <a:cubicBezTo>
                    <a:pt x="18849" y="569"/>
                    <a:pt x="19754" y="1013"/>
                    <a:pt x="20575" y="1594"/>
                  </a:cubicBezTo>
                  <a:cubicBezTo>
                    <a:pt x="22078" y="2619"/>
                    <a:pt x="21207" y="3678"/>
                    <a:pt x="20216" y="4704"/>
                  </a:cubicBezTo>
                  <a:cubicBezTo>
                    <a:pt x="19584" y="5353"/>
                    <a:pt x="18866" y="5934"/>
                    <a:pt x="18353" y="6669"/>
                  </a:cubicBezTo>
                  <a:cubicBezTo>
                    <a:pt x="17584" y="6053"/>
                    <a:pt x="16816" y="5438"/>
                    <a:pt x="16047" y="4840"/>
                  </a:cubicBezTo>
                  <a:cubicBezTo>
                    <a:pt x="15756" y="4618"/>
                    <a:pt x="15466" y="4396"/>
                    <a:pt x="15175" y="4191"/>
                  </a:cubicBezTo>
                  <a:lnTo>
                    <a:pt x="15363" y="4003"/>
                  </a:lnTo>
                  <a:cubicBezTo>
                    <a:pt x="15380" y="4003"/>
                    <a:pt x="15363" y="3986"/>
                    <a:pt x="15346" y="3986"/>
                  </a:cubicBezTo>
                  <a:cubicBezTo>
                    <a:pt x="15602" y="3883"/>
                    <a:pt x="16235" y="2534"/>
                    <a:pt x="16440" y="2226"/>
                  </a:cubicBezTo>
                  <a:cubicBezTo>
                    <a:pt x="16591" y="2025"/>
                    <a:pt x="17614" y="276"/>
                    <a:pt x="17878" y="276"/>
                  </a:cubicBezTo>
                  <a:close/>
                  <a:moveTo>
                    <a:pt x="22660" y="24694"/>
                  </a:moveTo>
                  <a:cubicBezTo>
                    <a:pt x="23262" y="24694"/>
                    <a:pt x="23378" y="25557"/>
                    <a:pt x="23462" y="25959"/>
                  </a:cubicBezTo>
                  <a:lnTo>
                    <a:pt x="23462" y="25976"/>
                  </a:lnTo>
                  <a:cubicBezTo>
                    <a:pt x="21395" y="26830"/>
                    <a:pt x="19242" y="27514"/>
                    <a:pt x="17021" y="27787"/>
                  </a:cubicBezTo>
                  <a:cubicBezTo>
                    <a:pt x="17038" y="27770"/>
                    <a:pt x="17038" y="27753"/>
                    <a:pt x="17021" y="27736"/>
                  </a:cubicBezTo>
                  <a:cubicBezTo>
                    <a:pt x="16884" y="27394"/>
                    <a:pt x="16388" y="26318"/>
                    <a:pt x="16867" y="26096"/>
                  </a:cubicBezTo>
                  <a:cubicBezTo>
                    <a:pt x="17721" y="25720"/>
                    <a:pt x="18593" y="25446"/>
                    <a:pt x="19481" y="25241"/>
                  </a:cubicBezTo>
                  <a:cubicBezTo>
                    <a:pt x="20233" y="25070"/>
                    <a:pt x="20985" y="24968"/>
                    <a:pt x="21736" y="24831"/>
                  </a:cubicBezTo>
                  <a:cubicBezTo>
                    <a:pt x="22027" y="24763"/>
                    <a:pt x="22317" y="24729"/>
                    <a:pt x="22625" y="24695"/>
                  </a:cubicBezTo>
                  <a:cubicBezTo>
                    <a:pt x="22637" y="24694"/>
                    <a:pt x="22648" y="24694"/>
                    <a:pt x="22660" y="24694"/>
                  </a:cubicBezTo>
                  <a:close/>
                  <a:moveTo>
                    <a:pt x="17710" y="0"/>
                  </a:moveTo>
                  <a:cubicBezTo>
                    <a:pt x="17669" y="0"/>
                    <a:pt x="17633" y="28"/>
                    <a:pt x="17619" y="56"/>
                  </a:cubicBezTo>
                  <a:cubicBezTo>
                    <a:pt x="16713" y="1389"/>
                    <a:pt x="15722" y="2670"/>
                    <a:pt x="14953" y="4071"/>
                  </a:cubicBezTo>
                  <a:cubicBezTo>
                    <a:pt x="14150" y="3508"/>
                    <a:pt x="13313" y="2978"/>
                    <a:pt x="12459" y="2448"/>
                  </a:cubicBezTo>
                  <a:cubicBezTo>
                    <a:pt x="11690" y="1987"/>
                    <a:pt x="10904" y="1526"/>
                    <a:pt x="10118" y="1081"/>
                  </a:cubicBezTo>
                  <a:cubicBezTo>
                    <a:pt x="9987" y="1008"/>
                    <a:pt x="9668" y="749"/>
                    <a:pt x="9451" y="749"/>
                  </a:cubicBezTo>
                  <a:cubicBezTo>
                    <a:pt x="9413" y="749"/>
                    <a:pt x="9379" y="756"/>
                    <a:pt x="9349" y="774"/>
                  </a:cubicBezTo>
                  <a:cubicBezTo>
                    <a:pt x="9315" y="791"/>
                    <a:pt x="9315" y="825"/>
                    <a:pt x="9349" y="842"/>
                  </a:cubicBezTo>
                  <a:cubicBezTo>
                    <a:pt x="9622" y="893"/>
                    <a:pt x="10101" y="1303"/>
                    <a:pt x="10340" y="1440"/>
                  </a:cubicBezTo>
                  <a:cubicBezTo>
                    <a:pt x="11092" y="1867"/>
                    <a:pt x="11843" y="2346"/>
                    <a:pt x="12561" y="2790"/>
                  </a:cubicBezTo>
                  <a:cubicBezTo>
                    <a:pt x="13757" y="3508"/>
                    <a:pt x="14885" y="4294"/>
                    <a:pt x="15978" y="5131"/>
                  </a:cubicBezTo>
                  <a:cubicBezTo>
                    <a:pt x="17328" y="6173"/>
                    <a:pt x="18627" y="7232"/>
                    <a:pt x="19925" y="8309"/>
                  </a:cubicBezTo>
                  <a:cubicBezTo>
                    <a:pt x="20540" y="8821"/>
                    <a:pt x="21155" y="9334"/>
                    <a:pt x="21771" y="9847"/>
                  </a:cubicBezTo>
                  <a:cubicBezTo>
                    <a:pt x="21976" y="10017"/>
                    <a:pt x="22334" y="10240"/>
                    <a:pt x="22591" y="10462"/>
                  </a:cubicBezTo>
                  <a:cubicBezTo>
                    <a:pt x="22435" y="10350"/>
                    <a:pt x="22189" y="10309"/>
                    <a:pt x="21905" y="10309"/>
                  </a:cubicBezTo>
                  <a:cubicBezTo>
                    <a:pt x="21189" y="10309"/>
                    <a:pt x="20234" y="10571"/>
                    <a:pt x="19891" y="10633"/>
                  </a:cubicBezTo>
                  <a:cubicBezTo>
                    <a:pt x="17414" y="11060"/>
                    <a:pt x="14970" y="11692"/>
                    <a:pt x="12527" y="12324"/>
                  </a:cubicBezTo>
                  <a:cubicBezTo>
                    <a:pt x="9844" y="13025"/>
                    <a:pt x="7179" y="13793"/>
                    <a:pt x="4531" y="14665"/>
                  </a:cubicBezTo>
                  <a:cubicBezTo>
                    <a:pt x="3283" y="15058"/>
                    <a:pt x="1763" y="15451"/>
                    <a:pt x="584" y="16151"/>
                  </a:cubicBezTo>
                  <a:lnTo>
                    <a:pt x="550" y="16151"/>
                  </a:lnTo>
                  <a:lnTo>
                    <a:pt x="925" y="15793"/>
                  </a:lnTo>
                  <a:cubicBezTo>
                    <a:pt x="940" y="15778"/>
                    <a:pt x="930" y="15738"/>
                    <a:pt x="904" y="15738"/>
                  </a:cubicBezTo>
                  <a:cubicBezTo>
                    <a:pt x="900" y="15738"/>
                    <a:pt x="896" y="15739"/>
                    <a:pt x="891" y="15741"/>
                  </a:cubicBezTo>
                  <a:cubicBezTo>
                    <a:pt x="735" y="15840"/>
                    <a:pt x="642" y="15891"/>
                    <a:pt x="611" y="15891"/>
                  </a:cubicBezTo>
                  <a:cubicBezTo>
                    <a:pt x="577" y="15891"/>
                    <a:pt x="614" y="15831"/>
                    <a:pt x="720" y="15707"/>
                  </a:cubicBezTo>
                  <a:cubicBezTo>
                    <a:pt x="908" y="15280"/>
                    <a:pt x="1062" y="14836"/>
                    <a:pt x="1233" y="14392"/>
                  </a:cubicBezTo>
                  <a:cubicBezTo>
                    <a:pt x="1506" y="13674"/>
                    <a:pt x="1763" y="12939"/>
                    <a:pt x="2036" y="12222"/>
                  </a:cubicBezTo>
                  <a:cubicBezTo>
                    <a:pt x="2617" y="10667"/>
                    <a:pt x="3215" y="9095"/>
                    <a:pt x="4086" y="7694"/>
                  </a:cubicBezTo>
                  <a:cubicBezTo>
                    <a:pt x="5624" y="5216"/>
                    <a:pt x="7743" y="3132"/>
                    <a:pt x="9212" y="637"/>
                  </a:cubicBezTo>
                  <a:cubicBezTo>
                    <a:pt x="9261" y="565"/>
                    <a:pt x="9198" y="492"/>
                    <a:pt x="9127" y="492"/>
                  </a:cubicBezTo>
                  <a:cubicBezTo>
                    <a:pt x="9097" y="492"/>
                    <a:pt x="9066" y="505"/>
                    <a:pt x="9041" y="535"/>
                  </a:cubicBezTo>
                  <a:cubicBezTo>
                    <a:pt x="7367" y="2910"/>
                    <a:pt x="5487" y="5148"/>
                    <a:pt x="3898" y="7591"/>
                  </a:cubicBezTo>
                  <a:cubicBezTo>
                    <a:pt x="2241" y="10154"/>
                    <a:pt x="1472" y="13298"/>
                    <a:pt x="362" y="16100"/>
                  </a:cubicBezTo>
                  <a:cubicBezTo>
                    <a:pt x="334" y="16170"/>
                    <a:pt x="397" y="16229"/>
                    <a:pt x="459" y="16229"/>
                  </a:cubicBezTo>
                  <a:cubicBezTo>
                    <a:pt x="473" y="16229"/>
                    <a:pt x="486" y="16226"/>
                    <a:pt x="498" y="16220"/>
                  </a:cubicBezTo>
                  <a:cubicBezTo>
                    <a:pt x="498" y="16220"/>
                    <a:pt x="498" y="16220"/>
                    <a:pt x="498" y="16237"/>
                  </a:cubicBezTo>
                  <a:cubicBezTo>
                    <a:pt x="344" y="16322"/>
                    <a:pt x="208" y="16408"/>
                    <a:pt x="71" y="16510"/>
                  </a:cubicBezTo>
                  <a:cubicBezTo>
                    <a:pt x="0" y="16567"/>
                    <a:pt x="47" y="16659"/>
                    <a:pt x="104" y="16659"/>
                  </a:cubicBezTo>
                  <a:cubicBezTo>
                    <a:pt x="116" y="16659"/>
                    <a:pt x="128" y="16656"/>
                    <a:pt x="139" y="16647"/>
                  </a:cubicBezTo>
                  <a:cubicBezTo>
                    <a:pt x="225" y="16579"/>
                    <a:pt x="362" y="16510"/>
                    <a:pt x="464" y="16425"/>
                  </a:cubicBezTo>
                  <a:lnTo>
                    <a:pt x="464" y="16425"/>
                  </a:lnTo>
                  <a:cubicBezTo>
                    <a:pt x="259" y="18509"/>
                    <a:pt x="1267" y="20679"/>
                    <a:pt x="1933" y="22593"/>
                  </a:cubicBezTo>
                  <a:cubicBezTo>
                    <a:pt x="3044" y="25856"/>
                    <a:pt x="3796" y="29257"/>
                    <a:pt x="4684" y="32588"/>
                  </a:cubicBezTo>
                  <a:cubicBezTo>
                    <a:pt x="4701" y="32640"/>
                    <a:pt x="4736" y="32674"/>
                    <a:pt x="4787" y="32674"/>
                  </a:cubicBezTo>
                  <a:cubicBezTo>
                    <a:pt x="4934" y="32680"/>
                    <a:pt x="5082" y="32683"/>
                    <a:pt x="5228" y="32683"/>
                  </a:cubicBezTo>
                  <a:cubicBezTo>
                    <a:pt x="7186" y="32683"/>
                    <a:pt x="9062" y="32168"/>
                    <a:pt x="10938" y="31580"/>
                  </a:cubicBezTo>
                  <a:cubicBezTo>
                    <a:pt x="13125" y="30897"/>
                    <a:pt x="15244" y="30282"/>
                    <a:pt x="17499" y="29803"/>
                  </a:cubicBezTo>
                  <a:cubicBezTo>
                    <a:pt x="19396" y="29393"/>
                    <a:pt x="21275" y="28829"/>
                    <a:pt x="23103" y="28146"/>
                  </a:cubicBezTo>
                  <a:cubicBezTo>
                    <a:pt x="23872" y="27873"/>
                    <a:pt x="25307" y="27565"/>
                    <a:pt x="25871" y="26933"/>
                  </a:cubicBezTo>
                  <a:cubicBezTo>
                    <a:pt x="25992" y="26839"/>
                    <a:pt x="25934" y="26735"/>
                    <a:pt x="25854" y="26735"/>
                  </a:cubicBezTo>
                  <a:cubicBezTo>
                    <a:pt x="25832" y="26735"/>
                    <a:pt x="25808" y="26743"/>
                    <a:pt x="25786" y="26762"/>
                  </a:cubicBezTo>
                  <a:cubicBezTo>
                    <a:pt x="25512" y="27001"/>
                    <a:pt x="25222" y="27189"/>
                    <a:pt x="24880" y="27309"/>
                  </a:cubicBezTo>
                  <a:cubicBezTo>
                    <a:pt x="24744" y="26762"/>
                    <a:pt x="24521" y="26249"/>
                    <a:pt x="24231" y="25754"/>
                  </a:cubicBezTo>
                  <a:cubicBezTo>
                    <a:pt x="24209" y="25721"/>
                    <a:pt x="24173" y="25702"/>
                    <a:pt x="24136" y="25702"/>
                  </a:cubicBezTo>
                  <a:cubicBezTo>
                    <a:pt x="24116" y="25702"/>
                    <a:pt x="24095" y="25708"/>
                    <a:pt x="24077" y="25720"/>
                  </a:cubicBezTo>
                  <a:lnTo>
                    <a:pt x="23667" y="25891"/>
                  </a:lnTo>
                  <a:cubicBezTo>
                    <a:pt x="23483" y="25045"/>
                    <a:pt x="23257" y="24503"/>
                    <a:pt x="22466" y="24503"/>
                  </a:cubicBezTo>
                  <a:cubicBezTo>
                    <a:pt x="22378" y="24503"/>
                    <a:pt x="22283" y="24510"/>
                    <a:pt x="22181" y="24524"/>
                  </a:cubicBezTo>
                  <a:cubicBezTo>
                    <a:pt x="20216" y="24797"/>
                    <a:pt x="18234" y="25207"/>
                    <a:pt x="16423" y="26061"/>
                  </a:cubicBezTo>
                  <a:cubicBezTo>
                    <a:pt x="16388" y="26096"/>
                    <a:pt x="16371" y="26130"/>
                    <a:pt x="16388" y="26181"/>
                  </a:cubicBezTo>
                  <a:cubicBezTo>
                    <a:pt x="16508" y="26728"/>
                    <a:pt x="16679" y="27275"/>
                    <a:pt x="16884" y="27787"/>
                  </a:cubicBezTo>
                  <a:lnTo>
                    <a:pt x="16884" y="27804"/>
                  </a:lnTo>
                  <a:cubicBezTo>
                    <a:pt x="16593" y="27838"/>
                    <a:pt x="16303" y="27873"/>
                    <a:pt x="16030" y="27890"/>
                  </a:cubicBezTo>
                  <a:cubicBezTo>
                    <a:pt x="15961" y="27890"/>
                    <a:pt x="15910" y="27941"/>
                    <a:pt x="15927" y="28009"/>
                  </a:cubicBezTo>
                  <a:cubicBezTo>
                    <a:pt x="16081" y="28556"/>
                    <a:pt x="16286" y="29103"/>
                    <a:pt x="16542" y="29615"/>
                  </a:cubicBezTo>
                  <a:cubicBezTo>
                    <a:pt x="16552" y="29630"/>
                    <a:pt x="16567" y="29637"/>
                    <a:pt x="16582" y="29637"/>
                  </a:cubicBezTo>
                  <a:cubicBezTo>
                    <a:pt x="16618" y="29637"/>
                    <a:pt x="16657" y="29600"/>
                    <a:pt x="16645" y="29564"/>
                  </a:cubicBezTo>
                  <a:cubicBezTo>
                    <a:pt x="16645" y="29547"/>
                    <a:pt x="15825" y="28095"/>
                    <a:pt x="16457" y="28060"/>
                  </a:cubicBezTo>
                  <a:cubicBezTo>
                    <a:pt x="16901" y="28043"/>
                    <a:pt x="17362" y="27958"/>
                    <a:pt x="17807" y="27907"/>
                  </a:cubicBezTo>
                  <a:cubicBezTo>
                    <a:pt x="19003" y="27702"/>
                    <a:pt x="20164" y="27394"/>
                    <a:pt x="21309" y="27001"/>
                  </a:cubicBezTo>
                  <a:cubicBezTo>
                    <a:pt x="22164" y="26728"/>
                    <a:pt x="22984" y="26420"/>
                    <a:pt x="23804" y="26061"/>
                  </a:cubicBezTo>
                  <a:cubicBezTo>
                    <a:pt x="23856" y="26041"/>
                    <a:pt x="23904" y="26032"/>
                    <a:pt x="23949" y="26032"/>
                  </a:cubicBezTo>
                  <a:cubicBezTo>
                    <a:pt x="24393" y="26032"/>
                    <a:pt x="24523" y="26960"/>
                    <a:pt x="24709" y="27394"/>
                  </a:cubicBezTo>
                  <a:cubicBezTo>
                    <a:pt x="24146" y="27599"/>
                    <a:pt x="23548" y="27753"/>
                    <a:pt x="23086" y="27924"/>
                  </a:cubicBezTo>
                  <a:cubicBezTo>
                    <a:pt x="21685" y="28436"/>
                    <a:pt x="20267" y="28898"/>
                    <a:pt x="18815" y="29257"/>
                  </a:cubicBezTo>
                  <a:cubicBezTo>
                    <a:pt x="17055" y="29701"/>
                    <a:pt x="15244" y="29991"/>
                    <a:pt x="13501" y="30521"/>
                  </a:cubicBezTo>
                  <a:cubicBezTo>
                    <a:pt x="11758" y="31051"/>
                    <a:pt x="10049" y="31683"/>
                    <a:pt x="8272" y="32093"/>
                  </a:cubicBezTo>
                  <a:cubicBezTo>
                    <a:pt x="7281" y="32332"/>
                    <a:pt x="6273" y="32452"/>
                    <a:pt x="5248" y="32452"/>
                  </a:cubicBezTo>
                  <a:cubicBezTo>
                    <a:pt x="4616" y="32452"/>
                    <a:pt x="4326" y="30179"/>
                    <a:pt x="4189" y="29718"/>
                  </a:cubicBezTo>
                  <a:cubicBezTo>
                    <a:pt x="3710" y="27821"/>
                    <a:pt x="3232" y="25942"/>
                    <a:pt x="2668" y="24079"/>
                  </a:cubicBezTo>
                  <a:cubicBezTo>
                    <a:pt x="1968" y="21687"/>
                    <a:pt x="379" y="18885"/>
                    <a:pt x="669" y="16322"/>
                  </a:cubicBezTo>
                  <a:cubicBezTo>
                    <a:pt x="1797" y="15673"/>
                    <a:pt x="3232" y="15331"/>
                    <a:pt x="4411" y="14938"/>
                  </a:cubicBezTo>
                  <a:cubicBezTo>
                    <a:pt x="6786" y="14169"/>
                    <a:pt x="9178" y="13469"/>
                    <a:pt x="11587" y="12820"/>
                  </a:cubicBezTo>
                  <a:cubicBezTo>
                    <a:pt x="13911" y="12204"/>
                    <a:pt x="16286" y="11606"/>
                    <a:pt x="18644" y="11111"/>
                  </a:cubicBezTo>
                  <a:cubicBezTo>
                    <a:pt x="19498" y="10940"/>
                    <a:pt x="20352" y="10786"/>
                    <a:pt x="21224" y="10684"/>
                  </a:cubicBezTo>
                  <a:cubicBezTo>
                    <a:pt x="21384" y="10662"/>
                    <a:pt x="21783" y="10581"/>
                    <a:pt x="22110" y="10581"/>
                  </a:cubicBezTo>
                  <a:cubicBezTo>
                    <a:pt x="22308" y="10581"/>
                    <a:pt x="22479" y="10611"/>
                    <a:pt x="22557" y="10701"/>
                  </a:cubicBezTo>
                  <a:cubicBezTo>
                    <a:pt x="22576" y="10725"/>
                    <a:pt x="22603" y="10736"/>
                    <a:pt x="22630" y="10736"/>
                  </a:cubicBezTo>
                  <a:cubicBezTo>
                    <a:pt x="22696" y="10736"/>
                    <a:pt x="22764" y="10671"/>
                    <a:pt x="22727" y="10598"/>
                  </a:cubicBezTo>
                  <a:lnTo>
                    <a:pt x="22727" y="10598"/>
                  </a:lnTo>
                  <a:cubicBezTo>
                    <a:pt x="22762" y="10615"/>
                    <a:pt x="22779" y="10650"/>
                    <a:pt x="22796" y="10667"/>
                  </a:cubicBezTo>
                  <a:cubicBezTo>
                    <a:pt x="22812" y="10694"/>
                    <a:pt x="22837" y="10705"/>
                    <a:pt x="22862" y="10705"/>
                  </a:cubicBezTo>
                  <a:cubicBezTo>
                    <a:pt x="22915" y="10705"/>
                    <a:pt x="22967" y="10651"/>
                    <a:pt x="22932" y="10581"/>
                  </a:cubicBezTo>
                  <a:cubicBezTo>
                    <a:pt x="22420" y="9693"/>
                    <a:pt x="21121" y="8958"/>
                    <a:pt x="20335" y="8326"/>
                  </a:cubicBezTo>
                  <a:cubicBezTo>
                    <a:pt x="19720" y="7813"/>
                    <a:pt x="19105" y="7318"/>
                    <a:pt x="18490" y="6805"/>
                  </a:cubicBezTo>
                  <a:cubicBezTo>
                    <a:pt x="19122" y="5917"/>
                    <a:pt x="20028" y="5216"/>
                    <a:pt x="20763" y="4430"/>
                  </a:cubicBezTo>
                  <a:cubicBezTo>
                    <a:pt x="21121" y="4037"/>
                    <a:pt x="21839" y="3320"/>
                    <a:pt x="21702" y="2722"/>
                  </a:cubicBezTo>
                  <a:cubicBezTo>
                    <a:pt x="21378" y="1235"/>
                    <a:pt x="19037" y="364"/>
                    <a:pt x="17738" y="5"/>
                  </a:cubicBezTo>
                  <a:cubicBezTo>
                    <a:pt x="17729" y="2"/>
                    <a:pt x="17719" y="0"/>
                    <a:pt x="17710" y="0"/>
                  </a:cubicBezTo>
                  <a:close/>
                </a:path>
              </a:pathLst>
            </a:custGeom>
            <a:solidFill>
              <a:srgbClr val="3C3C3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p:nvPr/>
          </p:nvSpPr>
          <p:spPr>
            <a:xfrm rot="1164162">
              <a:off x="8468502" y="4184932"/>
              <a:ext cx="139999" cy="488705"/>
            </a:xfrm>
            <a:custGeom>
              <a:avLst/>
              <a:gdLst/>
              <a:ahLst/>
              <a:cxnLst/>
              <a:rect l="l" t="t" r="r" b="b"/>
              <a:pathLst>
                <a:path w="4666" h="16288" extrusionOk="0">
                  <a:moveTo>
                    <a:pt x="376" y="0"/>
                  </a:moveTo>
                  <a:cubicBezTo>
                    <a:pt x="353" y="0"/>
                    <a:pt x="329" y="9"/>
                    <a:pt x="308" y="30"/>
                  </a:cubicBezTo>
                  <a:cubicBezTo>
                    <a:pt x="1" y="354"/>
                    <a:pt x="479" y="1465"/>
                    <a:pt x="564" y="1807"/>
                  </a:cubicBezTo>
                  <a:cubicBezTo>
                    <a:pt x="992" y="3396"/>
                    <a:pt x="1487" y="4985"/>
                    <a:pt x="1966" y="6574"/>
                  </a:cubicBezTo>
                  <a:cubicBezTo>
                    <a:pt x="2512" y="8419"/>
                    <a:pt x="3059" y="10247"/>
                    <a:pt x="3572" y="12110"/>
                  </a:cubicBezTo>
                  <a:cubicBezTo>
                    <a:pt x="3930" y="13425"/>
                    <a:pt x="4375" y="14826"/>
                    <a:pt x="4426" y="16210"/>
                  </a:cubicBezTo>
                  <a:cubicBezTo>
                    <a:pt x="4426" y="16262"/>
                    <a:pt x="4464" y="16287"/>
                    <a:pt x="4503" y="16287"/>
                  </a:cubicBezTo>
                  <a:cubicBezTo>
                    <a:pt x="4541" y="16287"/>
                    <a:pt x="4580" y="16262"/>
                    <a:pt x="4580" y="16210"/>
                  </a:cubicBezTo>
                  <a:cubicBezTo>
                    <a:pt x="4665" y="15151"/>
                    <a:pt x="4306" y="14006"/>
                    <a:pt x="4050" y="12998"/>
                  </a:cubicBezTo>
                  <a:cubicBezTo>
                    <a:pt x="3623" y="11272"/>
                    <a:pt x="3093" y="9547"/>
                    <a:pt x="2598" y="7855"/>
                  </a:cubicBezTo>
                  <a:cubicBezTo>
                    <a:pt x="2102" y="6198"/>
                    <a:pt x="1590" y="4540"/>
                    <a:pt x="1111" y="2883"/>
                  </a:cubicBezTo>
                  <a:cubicBezTo>
                    <a:pt x="992" y="2439"/>
                    <a:pt x="189" y="594"/>
                    <a:pt x="479" y="149"/>
                  </a:cubicBezTo>
                  <a:cubicBezTo>
                    <a:pt x="518" y="85"/>
                    <a:pt x="449" y="0"/>
                    <a:pt x="376" y="0"/>
                  </a:cubicBezTo>
                  <a:close/>
                </a:path>
              </a:pathLst>
            </a:custGeom>
            <a:solidFill>
              <a:srgbClr val="3C3C3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p:nvPr/>
          </p:nvSpPr>
          <p:spPr>
            <a:xfrm rot="1164162">
              <a:off x="7928384" y="4242960"/>
              <a:ext cx="287438" cy="281108"/>
            </a:xfrm>
            <a:custGeom>
              <a:avLst/>
              <a:gdLst/>
              <a:ahLst/>
              <a:cxnLst/>
              <a:rect l="l" t="t" r="r" b="b"/>
              <a:pathLst>
                <a:path w="9580" h="9369" extrusionOk="0">
                  <a:moveTo>
                    <a:pt x="6831" y="362"/>
                  </a:moveTo>
                  <a:cubicBezTo>
                    <a:pt x="7119" y="362"/>
                    <a:pt x="7346" y="510"/>
                    <a:pt x="7443" y="979"/>
                  </a:cubicBezTo>
                  <a:cubicBezTo>
                    <a:pt x="7631" y="1816"/>
                    <a:pt x="7887" y="2636"/>
                    <a:pt x="8212" y="3422"/>
                  </a:cubicBezTo>
                  <a:lnTo>
                    <a:pt x="8144" y="3422"/>
                  </a:lnTo>
                  <a:cubicBezTo>
                    <a:pt x="7050" y="3883"/>
                    <a:pt x="5905" y="4276"/>
                    <a:pt x="4761" y="4567"/>
                  </a:cubicBezTo>
                  <a:cubicBezTo>
                    <a:pt x="4470" y="3473"/>
                    <a:pt x="4248" y="2363"/>
                    <a:pt x="3958" y="1320"/>
                  </a:cubicBezTo>
                  <a:cubicBezTo>
                    <a:pt x="4556" y="1098"/>
                    <a:pt x="5137" y="876"/>
                    <a:pt x="5735" y="671"/>
                  </a:cubicBezTo>
                  <a:cubicBezTo>
                    <a:pt x="6113" y="545"/>
                    <a:pt x="6510" y="362"/>
                    <a:pt x="6831" y="362"/>
                  </a:cubicBezTo>
                  <a:close/>
                  <a:moveTo>
                    <a:pt x="3821" y="1372"/>
                  </a:moveTo>
                  <a:cubicBezTo>
                    <a:pt x="4060" y="2465"/>
                    <a:pt x="4334" y="3542"/>
                    <a:pt x="4624" y="4618"/>
                  </a:cubicBezTo>
                  <a:cubicBezTo>
                    <a:pt x="3394" y="4943"/>
                    <a:pt x="2164" y="5216"/>
                    <a:pt x="916" y="5472"/>
                  </a:cubicBezTo>
                  <a:cubicBezTo>
                    <a:pt x="660" y="4379"/>
                    <a:pt x="489" y="3251"/>
                    <a:pt x="267" y="2158"/>
                  </a:cubicBezTo>
                  <a:lnTo>
                    <a:pt x="267" y="2158"/>
                  </a:lnTo>
                  <a:cubicBezTo>
                    <a:pt x="284" y="2158"/>
                    <a:pt x="301" y="2175"/>
                    <a:pt x="318" y="2175"/>
                  </a:cubicBezTo>
                  <a:cubicBezTo>
                    <a:pt x="1463" y="2089"/>
                    <a:pt x="2574" y="1850"/>
                    <a:pt x="3633" y="1440"/>
                  </a:cubicBezTo>
                  <a:lnTo>
                    <a:pt x="3821" y="1372"/>
                  </a:lnTo>
                  <a:close/>
                  <a:moveTo>
                    <a:pt x="8280" y="3627"/>
                  </a:moveTo>
                  <a:cubicBezTo>
                    <a:pt x="8451" y="4106"/>
                    <a:pt x="8622" y="4567"/>
                    <a:pt x="8793" y="5045"/>
                  </a:cubicBezTo>
                  <a:cubicBezTo>
                    <a:pt x="8861" y="5284"/>
                    <a:pt x="9562" y="7386"/>
                    <a:pt x="9186" y="7489"/>
                  </a:cubicBezTo>
                  <a:cubicBezTo>
                    <a:pt x="8725" y="7608"/>
                    <a:pt x="8280" y="7779"/>
                    <a:pt x="7819" y="7950"/>
                  </a:cubicBezTo>
                  <a:cubicBezTo>
                    <a:pt x="6665" y="8375"/>
                    <a:pt x="5163" y="9094"/>
                    <a:pt x="3874" y="9094"/>
                  </a:cubicBezTo>
                  <a:cubicBezTo>
                    <a:pt x="2988" y="9094"/>
                    <a:pt x="2204" y="8754"/>
                    <a:pt x="1702" y="7745"/>
                  </a:cubicBezTo>
                  <a:cubicBezTo>
                    <a:pt x="1395" y="7061"/>
                    <a:pt x="1138" y="6361"/>
                    <a:pt x="968" y="5643"/>
                  </a:cubicBezTo>
                  <a:cubicBezTo>
                    <a:pt x="2198" y="5421"/>
                    <a:pt x="3462" y="5165"/>
                    <a:pt x="4692" y="4840"/>
                  </a:cubicBezTo>
                  <a:cubicBezTo>
                    <a:pt x="4727" y="4994"/>
                    <a:pt x="4778" y="5165"/>
                    <a:pt x="4812" y="5319"/>
                  </a:cubicBezTo>
                  <a:cubicBezTo>
                    <a:pt x="5068" y="6190"/>
                    <a:pt x="5342" y="7642"/>
                    <a:pt x="6076" y="8292"/>
                  </a:cubicBezTo>
                  <a:cubicBezTo>
                    <a:pt x="6093" y="8309"/>
                    <a:pt x="6116" y="8316"/>
                    <a:pt x="6139" y="8316"/>
                  </a:cubicBezTo>
                  <a:cubicBezTo>
                    <a:pt x="6208" y="8316"/>
                    <a:pt x="6281" y="8249"/>
                    <a:pt x="6230" y="8172"/>
                  </a:cubicBezTo>
                  <a:cubicBezTo>
                    <a:pt x="5564" y="7181"/>
                    <a:pt x="5154" y="6002"/>
                    <a:pt x="4812" y="4806"/>
                  </a:cubicBezTo>
                  <a:cubicBezTo>
                    <a:pt x="5991" y="4499"/>
                    <a:pt x="7136" y="4106"/>
                    <a:pt x="8263" y="3644"/>
                  </a:cubicBezTo>
                  <a:cubicBezTo>
                    <a:pt x="8263" y="3644"/>
                    <a:pt x="8263" y="3627"/>
                    <a:pt x="8280" y="3627"/>
                  </a:cubicBezTo>
                  <a:close/>
                  <a:moveTo>
                    <a:pt x="7402" y="0"/>
                  </a:moveTo>
                  <a:cubicBezTo>
                    <a:pt x="7393" y="0"/>
                    <a:pt x="7384" y="2"/>
                    <a:pt x="7375" y="5"/>
                  </a:cubicBezTo>
                  <a:cubicBezTo>
                    <a:pt x="4983" y="517"/>
                    <a:pt x="2796" y="1850"/>
                    <a:pt x="318" y="1936"/>
                  </a:cubicBezTo>
                  <a:cubicBezTo>
                    <a:pt x="284" y="1936"/>
                    <a:pt x="250" y="1953"/>
                    <a:pt x="233" y="1987"/>
                  </a:cubicBezTo>
                  <a:cubicBezTo>
                    <a:pt x="216" y="1884"/>
                    <a:pt x="199" y="1782"/>
                    <a:pt x="165" y="1696"/>
                  </a:cubicBezTo>
                  <a:cubicBezTo>
                    <a:pt x="157" y="1653"/>
                    <a:pt x="126" y="1634"/>
                    <a:pt x="94" y="1634"/>
                  </a:cubicBezTo>
                  <a:cubicBezTo>
                    <a:pt x="49" y="1634"/>
                    <a:pt x="1" y="1671"/>
                    <a:pt x="11" y="1731"/>
                  </a:cubicBezTo>
                  <a:cubicBezTo>
                    <a:pt x="233" y="2995"/>
                    <a:pt x="438" y="4259"/>
                    <a:pt x="745" y="5524"/>
                  </a:cubicBezTo>
                  <a:cubicBezTo>
                    <a:pt x="660" y="5541"/>
                    <a:pt x="694" y="5677"/>
                    <a:pt x="780" y="5677"/>
                  </a:cubicBezTo>
                  <a:cubicBezTo>
                    <a:pt x="780" y="5712"/>
                    <a:pt x="797" y="5746"/>
                    <a:pt x="797" y="5780"/>
                  </a:cubicBezTo>
                  <a:cubicBezTo>
                    <a:pt x="1070" y="6874"/>
                    <a:pt x="1446" y="8257"/>
                    <a:pt x="2352" y="9009"/>
                  </a:cubicBezTo>
                  <a:cubicBezTo>
                    <a:pt x="2669" y="9280"/>
                    <a:pt x="3088" y="9369"/>
                    <a:pt x="3524" y="9369"/>
                  </a:cubicBezTo>
                  <a:cubicBezTo>
                    <a:pt x="4051" y="9369"/>
                    <a:pt x="4604" y="9239"/>
                    <a:pt x="5034" y="9146"/>
                  </a:cubicBezTo>
                  <a:cubicBezTo>
                    <a:pt x="6572" y="8770"/>
                    <a:pt x="7973" y="8035"/>
                    <a:pt x="9477" y="7642"/>
                  </a:cubicBezTo>
                  <a:cubicBezTo>
                    <a:pt x="9528" y="7625"/>
                    <a:pt x="9579" y="7591"/>
                    <a:pt x="9562" y="7540"/>
                  </a:cubicBezTo>
                  <a:cubicBezTo>
                    <a:pt x="9271" y="4943"/>
                    <a:pt x="7922" y="2653"/>
                    <a:pt x="7512" y="90"/>
                  </a:cubicBezTo>
                  <a:cubicBezTo>
                    <a:pt x="7497" y="34"/>
                    <a:pt x="7448" y="0"/>
                    <a:pt x="7402" y="0"/>
                  </a:cubicBezTo>
                  <a:close/>
                </a:path>
              </a:pathLst>
            </a:custGeom>
            <a:solidFill>
              <a:srgbClr val="3C3C3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86;p15"/>
          <p:cNvSpPr/>
          <p:nvPr/>
        </p:nvSpPr>
        <p:spPr>
          <a:xfrm rot="5400000">
            <a:off x="7824500" y="366283"/>
            <a:ext cx="989910" cy="761987"/>
          </a:xfrm>
          <a:custGeom>
            <a:avLst/>
            <a:gdLst/>
            <a:ahLst/>
            <a:cxnLst/>
            <a:rect l="l" t="t" r="r" b="b"/>
            <a:pathLst>
              <a:path w="11757" h="9050" extrusionOk="0">
                <a:moveTo>
                  <a:pt x="2980" y="1"/>
                </a:moveTo>
                <a:cubicBezTo>
                  <a:pt x="2871" y="1"/>
                  <a:pt x="2760" y="65"/>
                  <a:pt x="2752" y="193"/>
                </a:cubicBezTo>
                <a:cubicBezTo>
                  <a:pt x="2718" y="1082"/>
                  <a:pt x="2701" y="1970"/>
                  <a:pt x="2718" y="2876"/>
                </a:cubicBezTo>
                <a:cubicBezTo>
                  <a:pt x="1880" y="2893"/>
                  <a:pt x="1060" y="2910"/>
                  <a:pt x="240" y="2927"/>
                </a:cubicBezTo>
                <a:cubicBezTo>
                  <a:pt x="1" y="2927"/>
                  <a:pt x="52" y="3286"/>
                  <a:pt x="291" y="3286"/>
                </a:cubicBezTo>
                <a:lnTo>
                  <a:pt x="2718" y="3286"/>
                </a:lnTo>
                <a:cubicBezTo>
                  <a:pt x="2752" y="4311"/>
                  <a:pt x="2803" y="5319"/>
                  <a:pt x="2871" y="6327"/>
                </a:cubicBezTo>
                <a:lnTo>
                  <a:pt x="2888" y="6429"/>
                </a:lnTo>
                <a:cubicBezTo>
                  <a:pt x="2888" y="6429"/>
                  <a:pt x="2906" y="6515"/>
                  <a:pt x="2906" y="6532"/>
                </a:cubicBezTo>
                <a:lnTo>
                  <a:pt x="2923" y="6737"/>
                </a:lnTo>
                <a:lnTo>
                  <a:pt x="2923" y="6891"/>
                </a:lnTo>
                <a:cubicBezTo>
                  <a:pt x="2991" y="7660"/>
                  <a:pt x="3042" y="8172"/>
                  <a:pt x="3111" y="8924"/>
                </a:cubicBezTo>
                <a:cubicBezTo>
                  <a:pt x="3118" y="9010"/>
                  <a:pt x="3179" y="9049"/>
                  <a:pt x="3242" y="9049"/>
                </a:cubicBezTo>
                <a:cubicBezTo>
                  <a:pt x="3316" y="9049"/>
                  <a:pt x="3393" y="8992"/>
                  <a:pt x="3384" y="8890"/>
                </a:cubicBezTo>
                <a:cubicBezTo>
                  <a:pt x="3350" y="8138"/>
                  <a:pt x="3333" y="7369"/>
                  <a:pt x="3316" y="6617"/>
                </a:cubicBezTo>
                <a:lnTo>
                  <a:pt x="3316" y="6464"/>
                </a:lnTo>
                <a:lnTo>
                  <a:pt x="3316" y="6293"/>
                </a:lnTo>
                <a:cubicBezTo>
                  <a:pt x="3299" y="5302"/>
                  <a:pt x="3264" y="4311"/>
                  <a:pt x="3264" y="3303"/>
                </a:cubicBezTo>
                <a:cubicBezTo>
                  <a:pt x="4341" y="3303"/>
                  <a:pt x="5434" y="3320"/>
                  <a:pt x="6511" y="3337"/>
                </a:cubicBezTo>
                <a:lnTo>
                  <a:pt x="6989" y="3337"/>
                </a:lnTo>
                <a:cubicBezTo>
                  <a:pt x="8305" y="3354"/>
                  <a:pt x="9603" y="3388"/>
                  <a:pt x="10902" y="3439"/>
                </a:cubicBezTo>
                <a:cubicBezTo>
                  <a:pt x="10953" y="3474"/>
                  <a:pt x="11021" y="3491"/>
                  <a:pt x="11073" y="3491"/>
                </a:cubicBezTo>
                <a:lnTo>
                  <a:pt x="11466" y="3456"/>
                </a:lnTo>
                <a:cubicBezTo>
                  <a:pt x="11756" y="3422"/>
                  <a:pt x="11756" y="2944"/>
                  <a:pt x="11466" y="2927"/>
                </a:cubicBezTo>
                <a:cubicBezTo>
                  <a:pt x="9979" y="2893"/>
                  <a:pt x="8493" y="2876"/>
                  <a:pt x="7006" y="2858"/>
                </a:cubicBezTo>
                <a:lnTo>
                  <a:pt x="3247" y="2858"/>
                </a:lnTo>
                <a:cubicBezTo>
                  <a:pt x="3230" y="1970"/>
                  <a:pt x="3213" y="1082"/>
                  <a:pt x="3196" y="193"/>
                </a:cubicBezTo>
                <a:cubicBezTo>
                  <a:pt x="3196" y="65"/>
                  <a:pt x="3089" y="1"/>
                  <a:pt x="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5"/>
          <p:cNvGrpSpPr/>
          <p:nvPr/>
        </p:nvGrpSpPr>
        <p:grpSpPr>
          <a:xfrm rot="-1884356">
            <a:off x="119154" y="2434214"/>
            <a:ext cx="1290426" cy="820105"/>
            <a:chOff x="7685850" y="32550"/>
            <a:chExt cx="1290421" cy="820102"/>
          </a:xfrm>
        </p:grpSpPr>
        <p:sp>
          <p:nvSpPr>
            <p:cNvPr id="288" name="Google Shape;288;p15"/>
            <p:cNvSpPr/>
            <p:nvPr/>
          </p:nvSpPr>
          <p:spPr>
            <a:xfrm>
              <a:off x="7685850" y="397672"/>
              <a:ext cx="148531" cy="61160"/>
            </a:xfrm>
            <a:custGeom>
              <a:avLst/>
              <a:gdLst/>
              <a:ahLst/>
              <a:cxnLst/>
              <a:rect l="l" t="t" r="r" b="b"/>
              <a:pathLst>
                <a:path w="2997" h="1234" extrusionOk="0">
                  <a:moveTo>
                    <a:pt x="231" y="0"/>
                  </a:moveTo>
                  <a:cubicBezTo>
                    <a:pt x="53" y="0"/>
                    <a:pt x="1" y="287"/>
                    <a:pt x="203" y="334"/>
                  </a:cubicBezTo>
                  <a:cubicBezTo>
                    <a:pt x="972" y="693"/>
                    <a:pt x="1775" y="983"/>
                    <a:pt x="2595" y="1222"/>
                  </a:cubicBezTo>
                  <a:cubicBezTo>
                    <a:pt x="2623" y="1230"/>
                    <a:pt x="2649" y="1233"/>
                    <a:pt x="2674" y="1233"/>
                  </a:cubicBezTo>
                  <a:cubicBezTo>
                    <a:pt x="2934" y="1233"/>
                    <a:pt x="2997" y="853"/>
                    <a:pt x="2731" y="744"/>
                  </a:cubicBezTo>
                  <a:cubicBezTo>
                    <a:pt x="1928" y="436"/>
                    <a:pt x="1125" y="197"/>
                    <a:pt x="288" y="9"/>
                  </a:cubicBezTo>
                  <a:cubicBezTo>
                    <a:pt x="268" y="3"/>
                    <a:pt x="249" y="0"/>
                    <a:pt x="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5"/>
            <p:cNvSpPr/>
            <p:nvPr/>
          </p:nvSpPr>
          <p:spPr>
            <a:xfrm>
              <a:off x="7911750" y="507105"/>
              <a:ext cx="136340" cy="55262"/>
            </a:xfrm>
            <a:custGeom>
              <a:avLst/>
              <a:gdLst/>
              <a:ahLst/>
              <a:cxnLst/>
              <a:rect l="l" t="t" r="r" b="b"/>
              <a:pathLst>
                <a:path w="2751" h="1115" extrusionOk="0">
                  <a:moveTo>
                    <a:pt x="313" y="1"/>
                  </a:moveTo>
                  <a:cubicBezTo>
                    <a:pt x="76" y="1"/>
                    <a:pt x="0" y="353"/>
                    <a:pt x="241" y="450"/>
                  </a:cubicBezTo>
                  <a:cubicBezTo>
                    <a:pt x="907" y="655"/>
                    <a:pt x="1557" y="928"/>
                    <a:pt x="2240" y="1099"/>
                  </a:cubicBezTo>
                  <a:cubicBezTo>
                    <a:pt x="2275" y="1110"/>
                    <a:pt x="2308" y="1115"/>
                    <a:pt x="2339" y="1115"/>
                  </a:cubicBezTo>
                  <a:cubicBezTo>
                    <a:pt x="2643" y="1115"/>
                    <a:pt x="2750" y="628"/>
                    <a:pt x="2394" y="535"/>
                  </a:cubicBezTo>
                  <a:cubicBezTo>
                    <a:pt x="1744" y="313"/>
                    <a:pt x="1044" y="176"/>
                    <a:pt x="360" y="5"/>
                  </a:cubicBezTo>
                  <a:cubicBezTo>
                    <a:pt x="344" y="2"/>
                    <a:pt x="328"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8149198" y="577880"/>
              <a:ext cx="137331" cy="63985"/>
            </a:xfrm>
            <a:custGeom>
              <a:avLst/>
              <a:gdLst/>
              <a:ahLst/>
              <a:cxnLst/>
              <a:rect l="l" t="t" r="r" b="b"/>
              <a:pathLst>
                <a:path w="2771" h="1291" extrusionOk="0">
                  <a:moveTo>
                    <a:pt x="321" y="0"/>
                  </a:moveTo>
                  <a:cubicBezTo>
                    <a:pt x="119" y="0"/>
                    <a:pt x="1" y="330"/>
                    <a:pt x="217" y="423"/>
                  </a:cubicBezTo>
                  <a:cubicBezTo>
                    <a:pt x="900" y="730"/>
                    <a:pt x="1584" y="1038"/>
                    <a:pt x="2284" y="1277"/>
                  </a:cubicBezTo>
                  <a:cubicBezTo>
                    <a:pt x="2311" y="1286"/>
                    <a:pt x="2338" y="1291"/>
                    <a:pt x="2363" y="1291"/>
                  </a:cubicBezTo>
                  <a:cubicBezTo>
                    <a:pt x="2612" y="1291"/>
                    <a:pt x="2770" y="873"/>
                    <a:pt x="2507" y="764"/>
                  </a:cubicBezTo>
                  <a:cubicBezTo>
                    <a:pt x="1806" y="474"/>
                    <a:pt x="1105" y="235"/>
                    <a:pt x="388" y="13"/>
                  </a:cubicBezTo>
                  <a:cubicBezTo>
                    <a:pt x="365" y="4"/>
                    <a:pt x="342" y="0"/>
                    <a:pt x="3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8377526" y="679878"/>
              <a:ext cx="140651" cy="62003"/>
            </a:xfrm>
            <a:custGeom>
              <a:avLst/>
              <a:gdLst/>
              <a:ahLst/>
              <a:cxnLst/>
              <a:rect l="l" t="t" r="r" b="b"/>
              <a:pathLst>
                <a:path w="2838" h="1251" extrusionOk="0">
                  <a:moveTo>
                    <a:pt x="418" y="0"/>
                  </a:moveTo>
                  <a:cubicBezTo>
                    <a:pt x="182" y="0"/>
                    <a:pt x="1" y="371"/>
                    <a:pt x="274" y="483"/>
                  </a:cubicBezTo>
                  <a:cubicBezTo>
                    <a:pt x="924" y="774"/>
                    <a:pt x="1624" y="1013"/>
                    <a:pt x="2308" y="1235"/>
                  </a:cubicBezTo>
                  <a:cubicBezTo>
                    <a:pt x="2344" y="1246"/>
                    <a:pt x="2378" y="1250"/>
                    <a:pt x="2410" y="1250"/>
                  </a:cubicBezTo>
                  <a:cubicBezTo>
                    <a:pt x="2741" y="1250"/>
                    <a:pt x="2837" y="728"/>
                    <a:pt x="2479" y="603"/>
                  </a:cubicBezTo>
                  <a:cubicBezTo>
                    <a:pt x="1812" y="381"/>
                    <a:pt x="1146" y="176"/>
                    <a:pt x="462" y="5"/>
                  </a:cubicBezTo>
                  <a:cubicBezTo>
                    <a:pt x="447" y="2"/>
                    <a:pt x="433" y="0"/>
                    <a:pt x="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5"/>
            <p:cNvSpPr/>
            <p:nvPr/>
          </p:nvSpPr>
          <p:spPr>
            <a:xfrm>
              <a:off x="8587616" y="783214"/>
              <a:ext cx="142485" cy="69437"/>
            </a:xfrm>
            <a:custGeom>
              <a:avLst/>
              <a:gdLst/>
              <a:ahLst/>
              <a:cxnLst/>
              <a:rect l="l" t="t" r="r" b="b"/>
              <a:pathLst>
                <a:path w="2875" h="1401" extrusionOk="0">
                  <a:moveTo>
                    <a:pt x="332" y="1"/>
                  </a:moveTo>
                  <a:cubicBezTo>
                    <a:pt x="115" y="1"/>
                    <a:pt x="0" y="343"/>
                    <a:pt x="256" y="449"/>
                  </a:cubicBezTo>
                  <a:cubicBezTo>
                    <a:pt x="905" y="825"/>
                    <a:pt x="1589" y="1132"/>
                    <a:pt x="2289" y="1388"/>
                  </a:cubicBezTo>
                  <a:cubicBezTo>
                    <a:pt x="2319" y="1397"/>
                    <a:pt x="2347" y="1401"/>
                    <a:pt x="2375" y="1401"/>
                  </a:cubicBezTo>
                  <a:cubicBezTo>
                    <a:pt x="2686" y="1401"/>
                    <a:pt x="2875" y="913"/>
                    <a:pt x="2545" y="756"/>
                  </a:cubicBezTo>
                  <a:cubicBezTo>
                    <a:pt x="1879" y="449"/>
                    <a:pt x="1161" y="192"/>
                    <a:pt x="427" y="21"/>
                  </a:cubicBezTo>
                  <a:cubicBezTo>
                    <a:pt x="394" y="7"/>
                    <a:pt x="362" y="1"/>
                    <a:pt x="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7896683" y="331904"/>
              <a:ext cx="202552" cy="93971"/>
            </a:xfrm>
            <a:custGeom>
              <a:avLst/>
              <a:gdLst/>
              <a:ahLst/>
              <a:cxnLst/>
              <a:rect l="l" t="t" r="r" b="b"/>
              <a:pathLst>
                <a:path w="4087" h="1896" extrusionOk="0">
                  <a:moveTo>
                    <a:pt x="382" y="0"/>
                  </a:moveTo>
                  <a:cubicBezTo>
                    <a:pt x="78" y="0"/>
                    <a:pt x="0" y="497"/>
                    <a:pt x="323" y="636"/>
                  </a:cubicBezTo>
                  <a:cubicBezTo>
                    <a:pt x="1382" y="1063"/>
                    <a:pt x="2441" y="1558"/>
                    <a:pt x="3535" y="1883"/>
                  </a:cubicBezTo>
                  <a:cubicBezTo>
                    <a:pt x="3565" y="1892"/>
                    <a:pt x="3594" y="1896"/>
                    <a:pt x="3622" y="1896"/>
                  </a:cubicBezTo>
                  <a:cubicBezTo>
                    <a:pt x="3914" y="1896"/>
                    <a:pt x="4086" y="1442"/>
                    <a:pt x="3774" y="1302"/>
                  </a:cubicBezTo>
                  <a:cubicBezTo>
                    <a:pt x="2732" y="789"/>
                    <a:pt x="1587" y="414"/>
                    <a:pt x="494" y="21"/>
                  </a:cubicBezTo>
                  <a:cubicBezTo>
                    <a:pt x="454" y="7"/>
                    <a:pt x="417" y="0"/>
                    <a:pt x="3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5"/>
            <p:cNvSpPr/>
            <p:nvPr/>
          </p:nvSpPr>
          <p:spPr>
            <a:xfrm>
              <a:off x="8209662" y="472759"/>
              <a:ext cx="172717" cy="67108"/>
            </a:xfrm>
            <a:custGeom>
              <a:avLst/>
              <a:gdLst/>
              <a:ahLst/>
              <a:cxnLst/>
              <a:rect l="l" t="t" r="r" b="b"/>
              <a:pathLst>
                <a:path w="3485" h="1354" extrusionOk="0">
                  <a:moveTo>
                    <a:pt x="328" y="1"/>
                  </a:moveTo>
                  <a:cubicBezTo>
                    <a:pt x="71" y="1"/>
                    <a:pt x="0" y="401"/>
                    <a:pt x="278" y="493"/>
                  </a:cubicBezTo>
                  <a:cubicBezTo>
                    <a:pt x="1133" y="784"/>
                    <a:pt x="1987" y="1194"/>
                    <a:pt x="2893" y="1348"/>
                  </a:cubicBezTo>
                  <a:cubicBezTo>
                    <a:pt x="2913" y="1352"/>
                    <a:pt x="2934" y="1354"/>
                    <a:pt x="2954" y="1354"/>
                  </a:cubicBezTo>
                  <a:cubicBezTo>
                    <a:pt x="3252" y="1354"/>
                    <a:pt x="3485" y="909"/>
                    <a:pt x="3149" y="750"/>
                  </a:cubicBezTo>
                  <a:cubicBezTo>
                    <a:pt x="2295" y="374"/>
                    <a:pt x="1321" y="237"/>
                    <a:pt x="415" y="15"/>
                  </a:cubicBezTo>
                  <a:cubicBezTo>
                    <a:pt x="384" y="5"/>
                    <a:pt x="355" y="1"/>
                    <a:pt x="3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8468967" y="557064"/>
              <a:ext cx="123950" cy="56749"/>
            </a:xfrm>
            <a:custGeom>
              <a:avLst/>
              <a:gdLst/>
              <a:ahLst/>
              <a:cxnLst/>
              <a:rect l="l" t="t" r="r" b="b"/>
              <a:pathLst>
                <a:path w="2501" h="1145" extrusionOk="0">
                  <a:moveTo>
                    <a:pt x="349" y="0"/>
                  </a:moveTo>
                  <a:cubicBezTo>
                    <a:pt x="148" y="0"/>
                    <a:pt x="1" y="304"/>
                    <a:pt x="224" y="415"/>
                  </a:cubicBezTo>
                  <a:cubicBezTo>
                    <a:pt x="770" y="655"/>
                    <a:pt x="1300" y="996"/>
                    <a:pt x="1864" y="1133"/>
                  </a:cubicBezTo>
                  <a:cubicBezTo>
                    <a:pt x="1893" y="1141"/>
                    <a:pt x="1922" y="1145"/>
                    <a:pt x="1950" y="1145"/>
                  </a:cubicBezTo>
                  <a:cubicBezTo>
                    <a:pt x="2281" y="1145"/>
                    <a:pt x="2501" y="624"/>
                    <a:pt x="2154" y="467"/>
                  </a:cubicBezTo>
                  <a:cubicBezTo>
                    <a:pt x="1590" y="227"/>
                    <a:pt x="975" y="159"/>
                    <a:pt x="394" y="5"/>
                  </a:cubicBezTo>
                  <a:cubicBezTo>
                    <a:pt x="379" y="2"/>
                    <a:pt x="364" y="0"/>
                    <a:pt x="3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8636137" y="643153"/>
              <a:ext cx="141989" cy="81382"/>
            </a:xfrm>
            <a:custGeom>
              <a:avLst/>
              <a:gdLst/>
              <a:ahLst/>
              <a:cxnLst/>
              <a:rect l="l" t="t" r="r" b="b"/>
              <a:pathLst>
                <a:path w="2865" h="1642" extrusionOk="0">
                  <a:moveTo>
                    <a:pt x="387" y="0"/>
                  </a:moveTo>
                  <a:cubicBezTo>
                    <a:pt x="150" y="0"/>
                    <a:pt x="1" y="382"/>
                    <a:pt x="251" y="507"/>
                  </a:cubicBezTo>
                  <a:cubicBezTo>
                    <a:pt x="610" y="678"/>
                    <a:pt x="951" y="848"/>
                    <a:pt x="1293" y="1053"/>
                  </a:cubicBezTo>
                  <a:cubicBezTo>
                    <a:pt x="1327" y="1105"/>
                    <a:pt x="1361" y="1139"/>
                    <a:pt x="1413" y="1173"/>
                  </a:cubicBezTo>
                  <a:lnTo>
                    <a:pt x="2130" y="1583"/>
                  </a:lnTo>
                  <a:cubicBezTo>
                    <a:pt x="2198" y="1624"/>
                    <a:pt x="2265" y="1642"/>
                    <a:pt x="2328" y="1642"/>
                  </a:cubicBezTo>
                  <a:cubicBezTo>
                    <a:pt x="2657" y="1642"/>
                    <a:pt x="2865" y="1149"/>
                    <a:pt x="2506" y="934"/>
                  </a:cubicBezTo>
                  <a:cubicBezTo>
                    <a:pt x="1874" y="558"/>
                    <a:pt x="1173" y="233"/>
                    <a:pt x="456" y="11"/>
                  </a:cubicBezTo>
                  <a:cubicBezTo>
                    <a:pt x="432" y="4"/>
                    <a:pt x="409"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7867492" y="150160"/>
              <a:ext cx="150861" cy="72857"/>
            </a:xfrm>
            <a:custGeom>
              <a:avLst/>
              <a:gdLst/>
              <a:ahLst/>
              <a:cxnLst/>
              <a:rect l="l" t="t" r="r" b="b"/>
              <a:pathLst>
                <a:path w="3044" h="1470" extrusionOk="0">
                  <a:moveTo>
                    <a:pt x="419" y="0"/>
                  </a:moveTo>
                  <a:cubicBezTo>
                    <a:pt x="158" y="0"/>
                    <a:pt x="0" y="420"/>
                    <a:pt x="280" y="544"/>
                  </a:cubicBezTo>
                  <a:cubicBezTo>
                    <a:pt x="1031" y="868"/>
                    <a:pt x="1783" y="1176"/>
                    <a:pt x="2552" y="1449"/>
                  </a:cubicBezTo>
                  <a:cubicBezTo>
                    <a:pt x="2590" y="1463"/>
                    <a:pt x="2626" y="1469"/>
                    <a:pt x="2659" y="1469"/>
                  </a:cubicBezTo>
                  <a:cubicBezTo>
                    <a:pt x="2954" y="1469"/>
                    <a:pt x="3044" y="972"/>
                    <a:pt x="2706" y="834"/>
                  </a:cubicBezTo>
                  <a:cubicBezTo>
                    <a:pt x="1988" y="544"/>
                    <a:pt x="1253" y="253"/>
                    <a:pt x="502" y="14"/>
                  </a:cubicBezTo>
                  <a:cubicBezTo>
                    <a:pt x="473" y="5"/>
                    <a:pt x="445" y="0"/>
                    <a:pt x="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5"/>
            <p:cNvSpPr/>
            <p:nvPr/>
          </p:nvSpPr>
          <p:spPr>
            <a:xfrm>
              <a:off x="8160696" y="292155"/>
              <a:ext cx="178020" cy="81332"/>
            </a:xfrm>
            <a:custGeom>
              <a:avLst/>
              <a:gdLst/>
              <a:ahLst/>
              <a:cxnLst/>
              <a:rect l="l" t="t" r="r" b="b"/>
              <a:pathLst>
                <a:path w="3592" h="1641" extrusionOk="0">
                  <a:moveTo>
                    <a:pt x="316" y="1"/>
                  </a:moveTo>
                  <a:cubicBezTo>
                    <a:pt x="67" y="1"/>
                    <a:pt x="1" y="408"/>
                    <a:pt x="275" y="515"/>
                  </a:cubicBezTo>
                  <a:cubicBezTo>
                    <a:pt x="1198" y="874"/>
                    <a:pt x="2104" y="1318"/>
                    <a:pt x="3060" y="1626"/>
                  </a:cubicBezTo>
                  <a:cubicBezTo>
                    <a:pt x="3096" y="1636"/>
                    <a:pt x="3130" y="1641"/>
                    <a:pt x="3162" y="1641"/>
                  </a:cubicBezTo>
                  <a:cubicBezTo>
                    <a:pt x="3493" y="1641"/>
                    <a:pt x="3591" y="1117"/>
                    <a:pt x="3248" y="976"/>
                  </a:cubicBezTo>
                  <a:cubicBezTo>
                    <a:pt x="2326" y="600"/>
                    <a:pt x="1352" y="327"/>
                    <a:pt x="412" y="19"/>
                  </a:cubicBezTo>
                  <a:cubicBezTo>
                    <a:pt x="378" y="7"/>
                    <a:pt x="345"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5"/>
            <p:cNvSpPr/>
            <p:nvPr/>
          </p:nvSpPr>
          <p:spPr>
            <a:xfrm>
              <a:off x="8437297" y="392320"/>
              <a:ext cx="164291" cy="78259"/>
            </a:xfrm>
            <a:custGeom>
              <a:avLst/>
              <a:gdLst/>
              <a:ahLst/>
              <a:cxnLst/>
              <a:rect l="l" t="t" r="r" b="b"/>
              <a:pathLst>
                <a:path w="3315" h="1579" extrusionOk="0">
                  <a:moveTo>
                    <a:pt x="389" y="0"/>
                  </a:moveTo>
                  <a:cubicBezTo>
                    <a:pt x="144" y="0"/>
                    <a:pt x="0" y="404"/>
                    <a:pt x="247" y="527"/>
                  </a:cubicBezTo>
                  <a:cubicBezTo>
                    <a:pt x="1085" y="869"/>
                    <a:pt x="1871" y="1330"/>
                    <a:pt x="2742" y="1569"/>
                  </a:cubicBezTo>
                  <a:cubicBezTo>
                    <a:pt x="2767" y="1576"/>
                    <a:pt x="2792" y="1579"/>
                    <a:pt x="2816" y="1579"/>
                  </a:cubicBezTo>
                  <a:cubicBezTo>
                    <a:pt x="3118" y="1579"/>
                    <a:pt x="3315" y="1111"/>
                    <a:pt x="2998" y="937"/>
                  </a:cubicBezTo>
                  <a:cubicBezTo>
                    <a:pt x="2195" y="527"/>
                    <a:pt x="1307" y="322"/>
                    <a:pt x="470" y="15"/>
                  </a:cubicBezTo>
                  <a:cubicBezTo>
                    <a:pt x="442" y="5"/>
                    <a:pt x="415"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5"/>
            <p:cNvSpPr/>
            <p:nvPr/>
          </p:nvSpPr>
          <p:spPr>
            <a:xfrm>
              <a:off x="8664585" y="500315"/>
              <a:ext cx="209193" cy="101851"/>
            </a:xfrm>
            <a:custGeom>
              <a:avLst/>
              <a:gdLst/>
              <a:ahLst/>
              <a:cxnLst/>
              <a:rect l="l" t="t" r="r" b="b"/>
              <a:pathLst>
                <a:path w="4221" h="2055" extrusionOk="0">
                  <a:moveTo>
                    <a:pt x="411" y="1"/>
                  </a:moveTo>
                  <a:cubicBezTo>
                    <a:pt x="147" y="1"/>
                    <a:pt x="1" y="448"/>
                    <a:pt x="275" y="569"/>
                  </a:cubicBezTo>
                  <a:cubicBezTo>
                    <a:pt x="1334" y="1031"/>
                    <a:pt x="2376" y="1492"/>
                    <a:pt x="3401" y="2005"/>
                  </a:cubicBezTo>
                  <a:cubicBezTo>
                    <a:pt x="3471" y="2039"/>
                    <a:pt x="3539" y="2055"/>
                    <a:pt x="3603" y="2055"/>
                  </a:cubicBezTo>
                  <a:cubicBezTo>
                    <a:pt x="3980" y="2055"/>
                    <a:pt x="4221" y="1523"/>
                    <a:pt x="3812" y="1304"/>
                  </a:cubicBezTo>
                  <a:cubicBezTo>
                    <a:pt x="3624" y="1202"/>
                    <a:pt x="3436" y="1082"/>
                    <a:pt x="3231" y="997"/>
                  </a:cubicBezTo>
                  <a:cubicBezTo>
                    <a:pt x="3175" y="963"/>
                    <a:pt x="3106" y="945"/>
                    <a:pt x="3036" y="945"/>
                  </a:cubicBezTo>
                  <a:cubicBezTo>
                    <a:pt x="2998" y="945"/>
                    <a:pt x="2959" y="950"/>
                    <a:pt x="2923" y="962"/>
                  </a:cubicBezTo>
                  <a:cubicBezTo>
                    <a:pt x="2120" y="655"/>
                    <a:pt x="1317" y="347"/>
                    <a:pt x="514" y="23"/>
                  </a:cubicBezTo>
                  <a:cubicBezTo>
                    <a:pt x="478" y="8"/>
                    <a:pt x="444" y="1"/>
                    <a:pt x="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5"/>
            <p:cNvSpPr/>
            <p:nvPr/>
          </p:nvSpPr>
          <p:spPr>
            <a:xfrm>
              <a:off x="8046061" y="32550"/>
              <a:ext cx="155767" cy="82323"/>
            </a:xfrm>
            <a:custGeom>
              <a:avLst/>
              <a:gdLst/>
              <a:ahLst/>
              <a:cxnLst/>
              <a:rect l="l" t="t" r="r" b="b"/>
              <a:pathLst>
                <a:path w="3143" h="1661" extrusionOk="0">
                  <a:moveTo>
                    <a:pt x="432" y="1"/>
                  </a:moveTo>
                  <a:cubicBezTo>
                    <a:pt x="201" y="1"/>
                    <a:pt x="0" y="340"/>
                    <a:pt x="213" y="525"/>
                  </a:cubicBezTo>
                  <a:cubicBezTo>
                    <a:pt x="880" y="1088"/>
                    <a:pt x="1683" y="1481"/>
                    <a:pt x="2537" y="1652"/>
                  </a:cubicBezTo>
                  <a:cubicBezTo>
                    <a:pt x="2564" y="1658"/>
                    <a:pt x="2591" y="1660"/>
                    <a:pt x="2616" y="1660"/>
                  </a:cubicBezTo>
                  <a:cubicBezTo>
                    <a:pt x="3002" y="1660"/>
                    <a:pt x="3142" y="1082"/>
                    <a:pt x="2725" y="986"/>
                  </a:cubicBezTo>
                  <a:cubicBezTo>
                    <a:pt x="1956" y="815"/>
                    <a:pt x="1222" y="508"/>
                    <a:pt x="572" y="46"/>
                  </a:cubicBezTo>
                  <a:cubicBezTo>
                    <a:pt x="526" y="15"/>
                    <a:pt x="479" y="1"/>
                    <a:pt x="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8355769" y="186935"/>
              <a:ext cx="177474" cy="75831"/>
            </a:xfrm>
            <a:custGeom>
              <a:avLst/>
              <a:gdLst/>
              <a:ahLst/>
              <a:cxnLst/>
              <a:rect l="l" t="t" r="r" b="b"/>
              <a:pathLst>
                <a:path w="3581" h="1530" extrusionOk="0">
                  <a:moveTo>
                    <a:pt x="411" y="0"/>
                  </a:moveTo>
                  <a:cubicBezTo>
                    <a:pt x="115" y="0"/>
                    <a:pt x="1" y="440"/>
                    <a:pt x="321" y="536"/>
                  </a:cubicBezTo>
                  <a:cubicBezTo>
                    <a:pt x="1209" y="776"/>
                    <a:pt x="2046" y="1083"/>
                    <a:pt x="2866" y="1493"/>
                  </a:cubicBezTo>
                  <a:cubicBezTo>
                    <a:pt x="2921" y="1518"/>
                    <a:pt x="2974" y="1529"/>
                    <a:pt x="3025" y="1529"/>
                  </a:cubicBezTo>
                  <a:cubicBezTo>
                    <a:pt x="3358" y="1529"/>
                    <a:pt x="3581" y="1056"/>
                    <a:pt x="3225" y="878"/>
                  </a:cubicBezTo>
                  <a:cubicBezTo>
                    <a:pt x="2354" y="434"/>
                    <a:pt x="1431" y="143"/>
                    <a:pt x="474" y="7"/>
                  </a:cubicBezTo>
                  <a:cubicBezTo>
                    <a:pt x="452" y="2"/>
                    <a:pt x="431"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p:nvPr/>
          </p:nvSpPr>
          <p:spPr>
            <a:xfrm>
              <a:off x="8603079" y="282590"/>
              <a:ext cx="139065" cy="60119"/>
            </a:xfrm>
            <a:custGeom>
              <a:avLst/>
              <a:gdLst/>
              <a:ahLst/>
              <a:cxnLst/>
              <a:rect l="l" t="t" r="r" b="b"/>
              <a:pathLst>
                <a:path w="2806" h="1213" extrusionOk="0">
                  <a:moveTo>
                    <a:pt x="463" y="1"/>
                  </a:moveTo>
                  <a:cubicBezTo>
                    <a:pt x="187" y="1"/>
                    <a:pt x="0" y="410"/>
                    <a:pt x="303" y="537"/>
                  </a:cubicBezTo>
                  <a:cubicBezTo>
                    <a:pt x="901" y="828"/>
                    <a:pt x="1533" y="1050"/>
                    <a:pt x="2182" y="1203"/>
                  </a:cubicBezTo>
                  <a:cubicBezTo>
                    <a:pt x="2207" y="1209"/>
                    <a:pt x="2232" y="1212"/>
                    <a:pt x="2256" y="1212"/>
                  </a:cubicBezTo>
                  <a:cubicBezTo>
                    <a:pt x="2578" y="1212"/>
                    <a:pt x="2805" y="714"/>
                    <a:pt x="2455" y="571"/>
                  </a:cubicBezTo>
                  <a:cubicBezTo>
                    <a:pt x="1823" y="315"/>
                    <a:pt x="1191" y="127"/>
                    <a:pt x="525" y="7"/>
                  </a:cubicBezTo>
                  <a:cubicBezTo>
                    <a:pt x="504" y="3"/>
                    <a:pt x="483" y="1"/>
                    <a:pt x="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5"/>
            <p:cNvSpPr/>
            <p:nvPr/>
          </p:nvSpPr>
          <p:spPr>
            <a:xfrm>
              <a:off x="8814160" y="392964"/>
              <a:ext cx="162111" cy="79449"/>
            </a:xfrm>
            <a:custGeom>
              <a:avLst/>
              <a:gdLst/>
              <a:ahLst/>
              <a:cxnLst/>
              <a:rect l="l" t="t" r="r" b="b"/>
              <a:pathLst>
                <a:path w="3271" h="1603" extrusionOk="0">
                  <a:moveTo>
                    <a:pt x="389" y="0"/>
                  </a:moveTo>
                  <a:cubicBezTo>
                    <a:pt x="71" y="0"/>
                    <a:pt x="0" y="550"/>
                    <a:pt x="332" y="617"/>
                  </a:cubicBezTo>
                  <a:cubicBezTo>
                    <a:pt x="1101" y="771"/>
                    <a:pt x="1853" y="1095"/>
                    <a:pt x="2502" y="1539"/>
                  </a:cubicBezTo>
                  <a:cubicBezTo>
                    <a:pt x="2574" y="1583"/>
                    <a:pt x="2644" y="1603"/>
                    <a:pt x="2710" y="1603"/>
                  </a:cubicBezTo>
                  <a:cubicBezTo>
                    <a:pt x="3052" y="1603"/>
                    <a:pt x="3271" y="1083"/>
                    <a:pt x="2912" y="839"/>
                  </a:cubicBezTo>
                  <a:cubicBezTo>
                    <a:pt x="2160" y="360"/>
                    <a:pt x="1306" y="70"/>
                    <a:pt x="418" y="2"/>
                  </a:cubicBezTo>
                  <a:cubicBezTo>
                    <a:pt x="408" y="1"/>
                    <a:pt x="398"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305;p15"/>
          <p:cNvGrpSpPr/>
          <p:nvPr/>
        </p:nvGrpSpPr>
        <p:grpSpPr>
          <a:xfrm>
            <a:off x="278850" y="4345000"/>
            <a:ext cx="585510" cy="526987"/>
            <a:chOff x="566725" y="4222438"/>
            <a:chExt cx="585510" cy="526987"/>
          </a:xfrm>
        </p:grpSpPr>
        <p:sp>
          <p:nvSpPr>
            <p:cNvPr id="306" name="Google Shape;306;p15"/>
            <p:cNvSpPr/>
            <p:nvPr/>
          </p:nvSpPr>
          <p:spPr>
            <a:xfrm>
              <a:off x="587434" y="4222438"/>
              <a:ext cx="492196" cy="524113"/>
            </a:xfrm>
            <a:custGeom>
              <a:avLst/>
              <a:gdLst/>
              <a:ahLst/>
              <a:cxnLst/>
              <a:rect l="l" t="t" r="r" b="b"/>
              <a:pathLst>
                <a:path w="10101" h="10756" extrusionOk="0">
                  <a:moveTo>
                    <a:pt x="5334" y="5591"/>
                  </a:moveTo>
                  <a:lnTo>
                    <a:pt x="5334" y="5591"/>
                  </a:lnTo>
                  <a:cubicBezTo>
                    <a:pt x="5573" y="6172"/>
                    <a:pt x="5812" y="6770"/>
                    <a:pt x="6069" y="7334"/>
                  </a:cubicBezTo>
                  <a:lnTo>
                    <a:pt x="5983" y="7334"/>
                  </a:lnTo>
                  <a:cubicBezTo>
                    <a:pt x="5744" y="6753"/>
                    <a:pt x="5539" y="6189"/>
                    <a:pt x="5334" y="5591"/>
                  </a:cubicBezTo>
                  <a:close/>
                  <a:moveTo>
                    <a:pt x="4326" y="6514"/>
                  </a:moveTo>
                  <a:cubicBezTo>
                    <a:pt x="4463" y="6753"/>
                    <a:pt x="4599" y="7009"/>
                    <a:pt x="4719" y="7248"/>
                  </a:cubicBezTo>
                  <a:cubicBezTo>
                    <a:pt x="4702" y="7283"/>
                    <a:pt x="4702" y="7334"/>
                    <a:pt x="4702" y="7385"/>
                  </a:cubicBezTo>
                  <a:cubicBezTo>
                    <a:pt x="4599" y="7265"/>
                    <a:pt x="4497" y="7146"/>
                    <a:pt x="4394" y="7026"/>
                  </a:cubicBezTo>
                  <a:cubicBezTo>
                    <a:pt x="4377" y="6992"/>
                    <a:pt x="4360" y="6975"/>
                    <a:pt x="4326" y="6941"/>
                  </a:cubicBezTo>
                  <a:lnTo>
                    <a:pt x="4326" y="6514"/>
                  </a:lnTo>
                  <a:close/>
                  <a:moveTo>
                    <a:pt x="1722" y="0"/>
                  </a:moveTo>
                  <a:cubicBezTo>
                    <a:pt x="1415" y="0"/>
                    <a:pt x="1109" y="253"/>
                    <a:pt x="1233" y="602"/>
                  </a:cubicBezTo>
                  <a:cubicBezTo>
                    <a:pt x="1848" y="2345"/>
                    <a:pt x="3061" y="4139"/>
                    <a:pt x="3352" y="6018"/>
                  </a:cubicBezTo>
                  <a:cubicBezTo>
                    <a:pt x="2993" y="5523"/>
                    <a:pt x="2617" y="5044"/>
                    <a:pt x="2207" y="4600"/>
                  </a:cubicBezTo>
                  <a:cubicBezTo>
                    <a:pt x="2115" y="4514"/>
                    <a:pt x="2005" y="4475"/>
                    <a:pt x="1896" y="4475"/>
                  </a:cubicBezTo>
                  <a:cubicBezTo>
                    <a:pt x="1662" y="4475"/>
                    <a:pt x="1438" y="4656"/>
                    <a:pt x="1438" y="4925"/>
                  </a:cubicBezTo>
                  <a:cubicBezTo>
                    <a:pt x="1438" y="5283"/>
                    <a:pt x="1404" y="5625"/>
                    <a:pt x="1387" y="5984"/>
                  </a:cubicBezTo>
                  <a:cubicBezTo>
                    <a:pt x="1182" y="5745"/>
                    <a:pt x="977" y="5523"/>
                    <a:pt x="789" y="5266"/>
                  </a:cubicBezTo>
                  <a:cubicBezTo>
                    <a:pt x="704" y="5151"/>
                    <a:pt x="573" y="5098"/>
                    <a:pt x="446" y="5098"/>
                  </a:cubicBezTo>
                  <a:cubicBezTo>
                    <a:pt x="217" y="5098"/>
                    <a:pt x="0" y="5271"/>
                    <a:pt x="88" y="5557"/>
                  </a:cubicBezTo>
                  <a:cubicBezTo>
                    <a:pt x="123" y="5659"/>
                    <a:pt x="345" y="6719"/>
                    <a:pt x="516" y="6975"/>
                  </a:cubicBezTo>
                  <a:cubicBezTo>
                    <a:pt x="481" y="7077"/>
                    <a:pt x="464" y="7180"/>
                    <a:pt x="481" y="7283"/>
                  </a:cubicBezTo>
                  <a:cubicBezTo>
                    <a:pt x="481" y="7443"/>
                    <a:pt x="607" y="7567"/>
                    <a:pt x="761" y="7567"/>
                  </a:cubicBezTo>
                  <a:cubicBezTo>
                    <a:pt x="787" y="7567"/>
                    <a:pt x="813" y="7563"/>
                    <a:pt x="840" y="7556"/>
                  </a:cubicBezTo>
                  <a:lnTo>
                    <a:pt x="874" y="7539"/>
                  </a:lnTo>
                  <a:cubicBezTo>
                    <a:pt x="977" y="7522"/>
                    <a:pt x="1062" y="7436"/>
                    <a:pt x="1097" y="7334"/>
                  </a:cubicBezTo>
                  <a:cubicBezTo>
                    <a:pt x="1131" y="7197"/>
                    <a:pt x="1148" y="7060"/>
                    <a:pt x="1148" y="6924"/>
                  </a:cubicBezTo>
                  <a:cubicBezTo>
                    <a:pt x="1284" y="7095"/>
                    <a:pt x="1404" y="7265"/>
                    <a:pt x="1524" y="7436"/>
                  </a:cubicBezTo>
                  <a:cubicBezTo>
                    <a:pt x="1617" y="7571"/>
                    <a:pt x="1749" y="7629"/>
                    <a:pt x="1879" y="7629"/>
                  </a:cubicBezTo>
                  <a:cubicBezTo>
                    <a:pt x="2127" y="7629"/>
                    <a:pt x="2366" y="7415"/>
                    <a:pt x="2310" y="7112"/>
                  </a:cubicBezTo>
                  <a:cubicBezTo>
                    <a:pt x="2241" y="6753"/>
                    <a:pt x="2241" y="6394"/>
                    <a:pt x="2258" y="6035"/>
                  </a:cubicBezTo>
                  <a:lnTo>
                    <a:pt x="2258" y="6035"/>
                  </a:lnTo>
                  <a:cubicBezTo>
                    <a:pt x="2515" y="6343"/>
                    <a:pt x="2754" y="6667"/>
                    <a:pt x="2993" y="6992"/>
                  </a:cubicBezTo>
                  <a:cubicBezTo>
                    <a:pt x="2771" y="7129"/>
                    <a:pt x="2686" y="7385"/>
                    <a:pt x="2771" y="7624"/>
                  </a:cubicBezTo>
                  <a:cubicBezTo>
                    <a:pt x="3181" y="8496"/>
                    <a:pt x="3540" y="9384"/>
                    <a:pt x="3847" y="10307"/>
                  </a:cubicBezTo>
                  <a:cubicBezTo>
                    <a:pt x="3879" y="10393"/>
                    <a:pt x="3968" y="10436"/>
                    <a:pt x="4051" y="10436"/>
                  </a:cubicBezTo>
                  <a:cubicBezTo>
                    <a:pt x="4150" y="10436"/>
                    <a:pt x="4242" y="10376"/>
                    <a:pt x="4223" y="10256"/>
                  </a:cubicBezTo>
                  <a:cubicBezTo>
                    <a:pt x="4206" y="10136"/>
                    <a:pt x="4189" y="10033"/>
                    <a:pt x="4172" y="9914"/>
                  </a:cubicBezTo>
                  <a:lnTo>
                    <a:pt x="4172" y="9914"/>
                  </a:lnTo>
                  <a:cubicBezTo>
                    <a:pt x="4275" y="10119"/>
                    <a:pt x="4394" y="10307"/>
                    <a:pt x="4480" y="10512"/>
                  </a:cubicBezTo>
                  <a:cubicBezTo>
                    <a:pt x="4565" y="10683"/>
                    <a:pt x="4722" y="10755"/>
                    <a:pt x="4885" y="10755"/>
                  </a:cubicBezTo>
                  <a:cubicBezTo>
                    <a:pt x="5208" y="10755"/>
                    <a:pt x="5556" y="10471"/>
                    <a:pt x="5419" y="10119"/>
                  </a:cubicBezTo>
                  <a:cubicBezTo>
                    <a:pt x="5419" y="10102"/>
                    <a:pt x="5402" y="10085"/>
                    <a:pt x="5402" y="10068"/>
                  </a:cubicBezTo>
                  <a:lnTo>
                    <a:pt x="5402" y="10068"/>
                  </a:lnTo>
                  <a:cubicBezTo>
                    <a:pt x="5465" y="10088"/>
                    <a:pt x="5529" y="10097"/>
                    <a:pt x="5590" y="10097"/>
                  </a:cubicBezTo>
                  <a:cubicBezTo>
                    <a:pt x="5895" y="10097"/>
                    <a:pt x="6160" y="9865"/>
                    <a:pt x="6188" y="9538"/>
                  </a:cubicBezTo>
                  <a:cubicBezTo>
                    <a:pt x="6188" y="9418"/>
                    <a:pt x="6188" y="9282"/>
                    <a:pt x="6171" y="9162"/>
                  </a:cubicBezTo>
                  <a:cubicBezTo>
                    <a:pt x="6393" y="9094"/>
                    <a:pt x="6547" y="8889"/>
                    <a:pt x="6547" y="8649"/>
                  </a:cubicBezTo>
                  <a:cubicBezTo>
                    <a:pt x="6564" y="8410"/>
                    <a:pt x="6547" y="8154"/>
                    <a:pt x="6496" y="7915"/>
                  </a:cubicBezTo>
                  <a:lnTo>
                    <a:pt x="6496" y="7915"/>
                  </a:lnTo>
                  <a:cubicBezTo>
                    <a:pt x="6546" y="7927"/>
                    <a:pt x="6595" y="7933"/>
                    <a:pt x="6643" y="7933"/>
                  </a:cubicBezTo>
                  <a:cubicBezTo>
                    <a:pt x="6991" y="7933"/>
                    <a:pt x="7273" y="7626"/>
                    <a:pt x="7213" y="7265"/>
                  </a:cubicBezTo>
                  <a:cubicBezTo>
                    <a:pt x="7162" y="6992"/>
                    <a:pt x="7094" y="6719"/>
                    <a:pt x="7008" y="6445"/>
                  </a:cubicBezTo>
                  <a:lnTo>
                    <a:pt x="7008" y="6445"/>
                  </a:lnTo>
                  <a:cubicBezTo>
                    <a:pt x="7196" y="6821"/>
                    <a:pt x="7418" y="7163"/>
                    <a:pt x="7658" y="7505"/>
                  </a:cubicBezTo>
                  <a:cubicBezTo>
                    <a:pt x="7764" y="7675"/>
                    <a:pt x="7935" y="7754"/>
                    <a:pt x="8105" y="7754"/>
                  </a:cubicBezTo>
                  <a:cubicBezTo>
                    <a:pt x="8344" y="7754"/>
                    <a:pt x="8582" y="7597"/>
                    <a:pt x="8632" y="7317"/>
                  </a:cubicBezTo>
                  <a:cubicBezTo>
                    <a:pt x="8722" y="7399"/>
                    <a:pt x="8833" y="7435"/>
                    <a:pt x="8945" y="7435"/>
                  </a:cubicBezTo>
                  <a:cubicBezTo>
                    <a:pt x="9277" y="7435"/>
                    <a:pt x="9627" y="7119"/>
                    <a:pt x="9537" y="6736"/>
                  </a:cubicBezTo>
                  <a:cubicBezTo>
                    <a:pt x="9503" y="6548"/>
                    <a:pt x="9452" y="6360"/>
                    <a:pt x="9418" y="6172"/>
                  </a:cubicBezTo>
                  <a:cubicBezTo>
                    <a:pt x="9503" y="6069"/>
                    <a:pt x="9554" y="5950"/>
                    <a:pt x="9537" y="5813"/>
                  </a:cubicBezTo>
                  <a:lnTo>
                    <a:pt x="9537" y="5659"/>
                  </a:lnTo>
                  <a:cubicBezTo>
                    <a:pt x="9845" y="5642"/>
                    <a:pt x="10101" y="5266"/>
                    <a:pt x="10050" y="4959"/>
                  </a:cubicBezTo>
                  <a:cubicBezTo>
                    <a:pt x="9998" y="4702"/>
                    <a:pt x="9896" y="4497"/>
                    <a:pt x="9845" y="4258"/>
                  </a:cubicBezTo>
                  <a:cubicBezTo>
                    <a:pt x="9779" y="3995"/>
                    <a:pt x="9589" y="3882"/>
                    <a:pt x="9394" y="3882"/>
                  </a:cubicBezTo>
                  <a:cubicBezTo>
                    <a:pt x="9235" y="3882"/>
                    <a:pt x="9073" y="3957"/>
                    <a:pt x="8973" y="4087"/>
                  </a:cubicBezTo>
                  <a:cubicBezTo>
                    <a:pt x="8683" y="3250"/>
                    <a:pt x="8409" y="2413"/>
                    <a:pt x="8119" y="1576"/>
                  </a:cubicBezTo>
                  <a:cubicBezTo>
                    <a:pt x="8025" y="1326"/>
                    <a:pt x="7787" y="1184"/>
                    <a:pt x="7549" y="1184"/>
                  </a:cubicBezTo>
                  <a:cubicBezTo>
                    <a:pt x="7395" y="1184"/>
                    <a:pt x="7242" y="1243"/>
                    <a:pt x="7128" y="1371"/>
                  </a:cubicBezTo>
                  <a:cubicBezTo>
                    <a:pt x="7025" y="1217"/>
                    <a:pt x="6906" y="1063"/>
                    <a:pt x="6803" y="909"/>
                  </a:cubicBezTo>
                  <a:cubicBezTo>
                    <a:pt x="6686" y="727"/>
                    <a:pt x="6513" y="648"/>
                    <a:pt x="6343" y="648"/>
                  </a:cubicBezTo>
                  <a:cubicBezTo>
                    <a:pt x="6020" y="648"/>
                    <a:pt x="5706" y="933"/>
                    <a:pt x="5795" y="1336"/>
                  </a:cubicBezTo>
                  <a:cubicBezTo>
                    <a:pt x="5829" y="1524"/>
                    <a:pt x="5864" y="1712"/>
                    <a:pt x="5915" y="1883"/>
                  </a:cubicBezTo>
                  <a:cubicBezTo>
                    <a:pt x="5847" y="1798"/>
                    <a:pt x="5795" y="1712"/>
                    <a:pt x="5727" y="1627"/>
                  </a:cubicBezTo>
                  <a:cubicBezTo>
                    <a:pt x="5613" y="1471"/>
                    <a:pt x="5411" y="1388"/>
                    <a:pt x="5217" y="1388"/>
                  </a:cubicBezTo>
                  <a:cubicBezTo>
                    <a:pt x="4945" y="1388"/>
                    <a:pt x="4689" y="1551"/>
                    <a:pt x="4719" y="1900"/>
                  </a:cubicBezTo>
                  <a:cubicBezTo>
                    <a:pt x="4719" y="1969"/>
                    <a:pt x="4736" y="2037"/>
                    <a:pt x="4753" y="2088"/>
                  </a:cubicBezTo>
                  <a:cubicBezTo>
                    <a:pt x="4445" y="1627"/>
                    <a:pt x="4087" y="1200"/>
                    <a:pt x="3677" y="807"/>
                  </a:cubicBezTo>
                  <a:cubicBezTo>
                    <a:pt x="3577" y="717"/>
                    <a:pt x="3453" y="677"/>
                    <a:pt x="3328" y="677"/>
                  </a:cubicBezTo>
                  <a:cubicBezTo>
                    <a:pt x="3004" y="677"/>
                    <a:pt x="2682" y="949"/>
                    <a:pt x="2805" y="1319"/>
                  </a:cubicBezTo>
                  <a:lnTo>
                    <a:pt x="2856" y="1490"/>
                  </a:lnTo>
                  <a:cubicBezTo>
                    <a:pt x="2617" y="1063"/>
                    <a:pt x="2378" y="636"/>
                    <a:pt x="2139" y="226"/>
                  </a:cubicBezTo>
                  <a:cubicBezTo>
                    <a:pt x="2040" y="68"/>
                    <a:pt x="1881" y="0"/>
                    <a:pt x="17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5"/>
            <p:cNvSpPr/>
            <p:nvPr/>
          </p:nvSpPr>
          <p:spPr>
            <a:xfrm>
              <a:off x="771572" y="4406818"/>
              <a:ext cx="144916" cy="150276"/>
            </a:xfrm>
            <a:custGeom>
              <a:avLst/>
              <a:gdLst/>
              <a:ahLst/>
              <a:cxnLst/>
              <a:rect l="l" t="t" r="r" b="b"/>
              <a:pathLst>
                <a:path w="2974" h="3084" extrusionOk="0">
                  <a:moveTo>
                    <a:pt x="1350" y="406"/>
                  </a:moveTo>
                  <a:lnTo>
                    <a:pt x="1350" y="406"/>
                  </a:lnTo>
                  <a:cubicBezTo>
                    <a:pt x="1709" y="440"/>
                    <a:pt x="2016" y="628"/>
                    <a:pt x="2204" y="901"/>
                  </a:cubicBezTo>
                  <a:cubicBezTo>
                    <a:pt x="2580" y="1448"/>
                    <a:pt x="2324" y="2251"/>
                    <a:pt x="1794" y="2593"/>
                  </a:cubicBezTo>
                  <a:cubicBezTo>
                    <a:pt x="1630" y="2696"/>
                    <a:pt x="1474" y="2741"/>
                    <a:pt x="1330" y="2741"/>
                  </a:cubicBezTo>
                  <a:cubicBezTo>
                    <a:pt x="827" y="2741"/>
                    <a:pt x="467" y="2194"/>
                    <a:pt x="427" y="1636"/>
                  </a:cubicBezTo>
                  <a:lnTo>
                    <a:pt x="427" y="1636"/>
                  </a:lnTo>
                  <a:cubicBezTo>
                    <a:pt x="444" y="1653"/>
                    <a:pt x="461" y="1687"/>
                    <a:pt x="479" y="1722"/>
                  </a:cubicBezTo>
                  <a:cubicBezTo>
                    <a:pt x="508" y="1769"/>
                    <a:pt x="553" y="1790"/>
                    <a:pt x="597" y="1790"/>
                  </a:cubicBezTo>
                  <a:cubicBezTo>
                    <a:pt x="678" y="1790"/>
                    <a:pt x="757" y="1719"/>
                    <a:pt x="735" y="1619"/>
                  </a:cubicBezTo>
                  <a:cubicBezTo>
                    <a:pt x="649" y="1329"/>
                    <a:pt x="649" y="1038"/>
                    <a:pt x="752" y="765"/>
                  </a:cubicBezTo>
                  <a:cubicBezTo>
                    <a:pt x="906" y="611"/>
                    <a:pt x="1094" y="508"/>
                    <a:pt x="1299" y="474"/>
                  </a:cubicBezTo>
                  <a:cubicBezTo>
                    <a:pt x="1350" y="474"/>
                    <a:pt x="1367" y="440"/>
                    <a:pt x="1350" y="406"/>
                  </a:cubicBezTo>
                  <a:close/>
                  <a:moveTo>
                    <a:pt x="1429" y="1"/>
                  </a:moveTo>
                  <a:cubicBezTo>
                    <a:pt x="951" y="1"/>
                    <a:pt x="481" y="302"/>
                    <a:pt x="325" y="816"/>
                  </a:cubicBezTo>
                  <a:cubicBezTo>
                    <a:pt x="86" y="1175"/>
                    <a:pt x="0" y="1619"/>
                    <a:pt x="103" y="2029"/>
                  </a:cubicBezTo>
                  <a:cubicBezTo>
                    <a:pt x="229" y="2684"/>
                    <a:pt x="795" y="3083"/>
                    <a:pt x="1381" y="3083"/>
                  </a:cubicBezTo>
                  <a:cubicBezTo>
                    <a:pt x="1667" y="3083"/>
                    <a:pt x="1958" y="2988"/>
                    <a:pt x="2204" y="2781"/>
                  </a:cubicBezTo>
                  <a:cubicBezTo>
                    <a:pt x="2956" y="2132"/>
                    <a:pt x="2973" y="884"/>
                    <a:pt x="2153" y="269"/>
                  </a:cubicBezTo>
                  <a:cubicBezTo>
                    <a:pt x="1940" y="86"/>
                    <a:pt x="1683"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p:nvPr/>
          </p:nvSpPr>
          <p:spPr>
            <a:xfrm>
              <a:off x="566725" y="4245826"/>
              <a:ext cx="585510" cy="503599"/>
            </a:xfrm>
            <a:custGeom>
              <a:avLst/>
              <a:gdLst/>
              <a:ahLst/>
              <a:cxnLst/>
              <a:rect l="l" t="t" r="r" b="b"/>
              <a:pathLst>
                <a:path w="12016" h="10335" extrusionOk="0">
                  <a:moveTo>
                    <a:pt x="3302" y="337"/>
                  </a:moveTo>
                  <a:cubicBezTo>
                    <a:pt x="4092" y="337"/>
                    <a:pt x="4826" y="1145"/>
                    <a:pt x="5195" y="1847"/>
                  </a:cubicBezTo>
                  <a:cubicBezTo>
                    <a:pt x="5238" y="1907"/>
                    <a:pt x="5306" y="1937"/>
                    <a:pt x="5374" y="1937"/>
                  </a:cubicBezTo>
                  <a:cubicBezTo>
                    <a:pt x="5443" y="1937"/>
                    <a:pt x="5511" y="1907"/>
                    <a:pt x="5554" y="1847"/>
                  </a:cubicBezTo>
                  <a:cubicBezTo>
                    <a:pt x="5957" y="898"/>
                    <a:pt x="6654" y="520"/>
                    <a:pt x="7325" y="520"/>
                  </a:cubicBezTo>
                  <a:cubicBezTo>
                    <a:pt x="8648" y="520"/>
                    <a:pt x="9870" y="1986"/>
                    <a:pt x="8544" y="3437"/>
                  </a:cubicBezTo>
                  <a:cubicBezTo>
                    <a:pt x="8405" y="3576"/>
                    <a:pt x="8518" y="3785"/>
                    <a:pt x="8693" y="3785"/>
                  </a:cubicBezTo>
                  <a:cubicBezTo>
                    <a:pt x="8711" y="3785"/>
                    <a:pt x="8730" y="3783"/>
                    <a:pt x="8749" y="3778"/>
                  </a:cubicBezTo>
                  <a:cubicBezTo>
                    <a:pt x="8910" y="3749"/>
                    <a:pt x="9060" y="3735"/>
                    <a:pt x="9199" y="3735"/>
                  </a:cubicBezTo>
                  <a:cubicBezTo>
                    <a:pt x="10352" y="3735"/>
                    <a:pt x="10718" y="4704"/>
                    <a:pt x="10321" y="5863"/>
                  </a:cubicBezTo>
                  <a:cubicBezTo>
                    <a:pt x="10011" y="6838"/>
                    <a:pt x="9113" y="7490"/>
                    <a:pt x="8108" y="7490"/>
                  </a:cubicBezTo>
                  <a:cubicBezTo>
                    <a:pt x="8004" y="7490"/>
                    <a:pt x="7898" y="7483"/>
                    <a:pt x="7792" y="7469"/>
                  </a:cubicBezTo>
                  <a:cubicBezTo>
                    <a:pt x="7809" y="7281"/>
                    <a:pt x="7809" y="7093"/>
                    <a:pt x="7792" y="6888"/>
                  </a:cubicBezTo>
                  <a:cubicBezTo>
                    <a:pt x="7792" y="6809"/>
                    <a:pt x="7720" y="6766"/>
                    <a:pt x="7652" y="6766"/>
                  </a:cubicBezTo>
                  <a:cubicBezTo>
                    <a:pt x="7588" y="6766"/>
                    <a:pt x="7528" y="6805"/>
                    <a:pt x="7536" y="6888"/>
                  </a:cubicBezTo>
                  <a:cubicBezTo>
                    <a:pt x="7536" y="7076"/>
                    <a:pt x="7519" y="7247"/>
                    <a:pt x="7519" y="7418"/>
                  </a:cubicBezTo>
                  <a:lnTo>
                    <a:pt x="7365" y="7401"/>
                  </a:lnTo>
                  <a:cubicBezTo>
                    <a:pt x="7346" y="7394"/>
                    <a:pt x="7327" y="7391"/>
                    <a:pt x="7309" y="7391"/>
                  </a:cubicBezTo>
                  <a:cubicBezTo>
                    <a:pt x="7134" y="7391"/>
                    <a:pt x="7027" y="7665"/>
                    <a:pt x="7228" y="7742"/>
                  </a:cubicBezTo>
                  <a:cubicBezTo>
                    <a:pt x="7297" y="7776"/>
                    <a:pt x="7382" y="7811"/>
                    <a:pt x="7450" y="7845"/>
                  </a:cubicBezTo>
                  <a:cubicBezTo>
                    <a:pt x="7267" y="8944"/>
                    <a:pt x="6675" y="9921"/>
                    <a:pt x="5477" y="9921"/>
                  </a:cubicBezTo>
                  <a:cubicBezTo>
                    <a:pt x="5335" y="9921"/>
                    <a:pt x="5184" y="9907"/>
                    <a:pt x="5024" y="9878"/>
                  </a:cubicBezTo>
                  <a:cubicBezTo>
                    <a:pt x="3589" y="9605"/>
                    <a:pt x="3059" y="8186"/>
                    <a:pt x="3828" y="6990"/>
                  </a:cubicBezTo>
                  <a:cubicBezTo>
                    <a:pt x="3925" y="6866"/>
                    <a:pt x="3797" y="6685"/>
                    <a:pt x="3664" y="6685"/>
                  </a:cubicBezTo>
                  <a:cubicBezTo>
                    <a:pt x="3632" y="6685"/>
                    <a:pt x="3601" y="6694"/>
                    <a:pt x="3572" y="6717"/>
                  </a:cubicBezTo>
                  <a:cubicBezTo>
                    <a:pt x="3145" y="7042"/>
                    <a:pt x="2649" y="7213"/>
                    <a:pt x="2120" y="7247"/>
                  </a:cubicBezTo>
                  <a:cubicBezTo>
                    <a:pt x="2079" y="7250"/>
                    <a:pt x="2039" y="7252"/>
                    <a:pt x="1999" y="7252"/>
                  </a:cubicBezTo>
                  <a:cubicBezTo>
                    <a:pt x="1029" y="7252"/>
                    <a:pt x="67" y="6284"/>
                    <a:pt x="838" y="5316"/>
                  </a:cubicBezTo>
                  <a:cubicBezTo>
                    <a:pt x="1334" y="4684"/>
                    <a:pt x="2171" y="4530"/>
                    <a:pt x="2735" y="4035"/>
                  </a:cubicBezTo>
                  <a:cubicBezTo>
                    <a:pt x="2803" y="3966"/>
                    <a:pt x="2803" y="3847"/>
                    <a:pt x="2718" y="3795"/>
                  </a:cubicBezTo>
                  <a:cubicBezTo>
                    <a:pt x="2786" y="3727"/>
                    <a:pt x="2769" y="3624"/>
                    <a:pt x="2700" y="3573"/>
                  </a:cubicBezTo>
                  <a:cubicBezTo>
                    <a:pt x="1709" y="2838"/>
                    <a:pt x="1453" y="1660"/>
                    <a:pt x="2376" y="754"/>
                  </a:cubicBezTo>
                  <a:cubicBezTo>
                    <a:pt x="2681" y="458"/>
                    <a:pt x="2996" y="337"/>
                    <a:pt x="3302" y="337"/>
                  </a:cubicBezTo>
                  <a:close/>
                  <a:moveTo>
                    <a:pt x="3369" y="1"/>
                  </a:moveTo>
                  <a:cubicBezTo>
                    <a:pt x="2966" y="1"/>
                    <a:pt x="2543" y="150"/>
                    <a:pt x="2120" y="498"/>
                  </a:cubicBezTo>
                  <a:cubicBezTo>
                    <a:pt x="924" y="1472"/>
                    <a:pt x="1436" y="3044"/>
                    <a:pt x="2547" y="3795"/>
                  </a:cubicBezTo>
                  <a:cubicBezTo>
                    <a:pt x="1436" y="4137"/>
                    <a:pt x="1" y="5043"/>
                    <a:pt x="172" y="6341"/>
                  </a:cubicBezTo>
                  <a:cubicBezTo>
                    <a:pt x="306" y="7278"/>
                    <a:pt x="1087" y="7625"/>
                    <a:pt x="1922" y="7625"/>
                  </a:cubicBezTo>
                  <a:cubicBezTo>
                    <a:pt x="2367" y="7625"/>
                    <a:pt x="2827" y="7527"/>
                    <a:pt x="3213" y="7366"/>
                  </a:cubicBezTo>
                  <a:lnTo>
                    <a:pt x="3213" y="7366"/>
                  </a:lnTo>
                  <a:cubicBezTo>
                    <a:pt x="2752" y="8648"/>
                    <a:pt x="3486" y="9895"/>
                    <a:pt x="4922" y="10254"/>
                  </a:cubicBezTo>
                  <a:cubicBezTo>
                    <a:pt x="5145" y="10309"/>
                    <a:pt x="5353" y="10335"/>
                    <a:pt x="5548" y="10335"/>
                  </a:cubicBezTo>
                  <a:cubicBezTo>
                    <a:pt x="6862" y="10335"/>
                    <a:pt x="7548" y="9163"/>
                    <a:pt x="7741" y="7913"/>
                  </a:cubicBezTo>
                  <a:cubicBezTo>
                    <a:pt x="7903" y="7947"/>
                    <a:pt x="8061" y="7963"/>
                    <a:pt x="8214" y="7963"/>
                  </a:cubicBezTo>
                  <a:cubicBezTo>
                    <a:pt x="10816" y="7963"/>
                    <a:pt x="12015" y="3333"/>
                    <a:pt x="9201" y="3333"/>
                  </a:cubicBezTo>
                  <a:cubicBezTo>
                    <a:pt x="9181" y="3333"/>
                    <a:pt x="9162" y="3334"/>
                    <a:pt x="9142" y="3334"/>
                  </a:cubicBezTo>
                  <a:cubicBezTo>
                    <a:pt x="10232" y="1688"/>
                    <a:pt x="8789" y="120"/>
                    <a:pt x="7284" y="120"/>
                  </a:cubicBezTo>
                  <a:cubicBezTo>
                    <a:pt x="6571" y="120"/>
                    <a:pt x="5844" y="472"/>
                    <a:pt x="5366" y="1335"/>
                  </a:cubicBezTo>
                  <a:cubicBezTo>
                    <a:pt x="4869" y="567"/>
                    <a:pt x="4156" y="1"/>
                    <a:pt x="33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9" name="Google Shape;309;p15"/>
          <p:cNvSpPr/>
          <p:nvPr/>
        </p:nvSpPr>
        <p:spPr>
          <a:xfrm rot="846218">
            <a:off x="4727942" y="118795"/>
            <a:ext cx="620807" cy="409508"/>
          </a:xfrm>
          <a:custGeom>
            <a:avLst/>
            <a:gdLst/>
            <a:ahLst/>
            <a:cxnLst/>
            <a:rect l="l" t="t" r="r" b="b"/>
            <a:pathLst>
              <a:path w="13089" h="8634" extrusionOk="0">
                <a:moveTo>
                  <a:pt x="6169" y="1"/>
                </a:moveTo>
                <a:cubicBezTo>
                  <a:pt x="5874" y="1"/>
                  <a:pt x="5550" y="66"/>
                  <a:pt x="5195" y="210"/>
                </a:cubicBezTo>
                <a:cubicBezTo>
                  <a:pt x="3674" y="825"/>
                  <a:pt x="2973" y="2585"/>
                  <a:pt x="3657" y="4071"/>
                </a:cubicBezTo>
                <a:cubicBezTo>
                  <a:pt x="3195" y="3886"/>
                  <a:pt x="2712" y="3759"/>
                  <a:pt x="2237" y="3759"/>
                </a:cubicBezTo>
                <a:cubicBezTo>
                  <a:pt x="1746" y="3759"/>
                  <a:pt x="1263" y="3895"/>
                  <a:pt x="821" y="4242"/>
                </a:cubicBezTo>
                <a:cubicBezTo>
                  <a:pt x="0" y="4874"/>
                  <a:pt x="18" y="6105"/>
                  <a:pt x="411" y="6976"/>
                </a:cubicBezTo>
                <a:cubicBezTo>
                  <a:pt x="991" y="8240"/>
                  <a:pt x="2495" y="8633"/>
                  <a:pt x="3759" y="8633"/>
                </a:cubicBezTo>
                <a:cubicBezTo>
                  <a:pt x="6117" y="8633"/>
                  <a:pt x="8868" y="7779"/>
                  <a:pt x="10748" y="6344"/>
                </a:cubicBezTo>
                <a:cubicBezTo>
                  <a:pt x="10791" y="6301"/>
                  <a:pt x="10749" y="6233"/>
                  <a:pt x="10694" y="6233"/>
                </a:cubicBezTo>
                <a:cubicBezTo>
                  <a:pt x="10684" y="6233"/>
                  <a:pt x="10673" y="6236"/>
                  <a:pt x="10662" y="6241"/>
                </a:cubicBezTo>
                <a:cubicBezTo>
                  <a:pt x="8971" y="7010"/>
                  <a:pt x="7330" y="7711"/>
                  <a:pt x="5485" y="8069"/>
                </a:cubicBezTo>
                <a:cubicBezTo>
                  <a:pt x="4937" y="8169"/>
                  <a:pt x="4348" y="8247"/>
                  <a:pt x="3765" y="8247"/>
                </a:cubicBezTo>
                <a:cubicBezTo>
                  <a:pt x="2841" y="8247"/>
                  <a:pt x="1933" y="8049"/>
                  <a:pt x="1231" y="7420"/>
                </a:cubicBezTo>
                <a:cubicBezTo>
                  <a:pt x="530" y="6788"/>
                  <a:pt x="342" y="5780"/>
                  <a:pt x="769" y="4943"/>
                </a:cubicBezTo>
                <a:cubicBezTo>
                  <a:pt x="1079" y="4372"/>
                  <a:pt x="1598" y="4172"/>
                  <a:pt x="2161" y="4172"/>
                </a:cubicBezTo>
                <a:cubicBezTo>
                  <a:pt x="2811" y="4172"/>
                  <a:pt x="3520" y="4438"/>
                  <a:pt x="4033" y="4703"/>
                </a:cubicBezTo>
                <a:cubicBezTo>
                  <a:pt x="4059" y="4714"/>
                  <a:pt x="4087" y="4719"/>
                  <a:pt x="4115" y="4719"/>
                </a:cubicBezTo>
                <a:cubicBezTo>
                  <a:pt x="4269" y="4719"/>
                  <a:pt x="4422" y="4574"/>
                  <a:pt x="4306" y="4430"/>
                </a:cubicBezTo>
                <a:cubicBezTo>
                  <a:pt x="3384" y="3114"/>
                  <a:pt x="3742" y="1525"/>
                  <a:pt x="5126" y="688"/>
                </a:cubicBezTo>
                <a:cubicBezTo>
                  <a:pt x="5494" y="470"/>
                  <a:pt x="5828" y="374"/>
                  <a:pt x="6128" y="374"/>
                </a:cubicBezTo>
                <a:cubicBezTo>
                  <a:pt x="7303" y="374"/>
                  <a:pt x="7949" y="1841"/>
                  <a:pt x="8031" y="3080"/>
                </a:cubicBezTo>
                <a:cubicBezTo>
                  <a:pt x="8041" y="3209"/>
                  <a:pt x="8155" y="3292"/>
                  <a:pt x="8258" y="3292"/>
                </a:cubicBezTo>
                <a:cubicBezTo>
                  <a:pt x="8333" y="3292"/>
                  <a:pt x="8403" y="3249"/>
                  <a:pt x="8424" y="3149"/>
                </a:cubicBezTo>
                <a:cubicBezTo>
                  <a:pt x="8685" y="2117"/>
                  <a:pt x="9911" y="1189"/>
                  <a:pt x="10960" y="1189"/>
                </a:cubicBezTo>
                <a:cubicBezTo>
                  <a:pt x="11561" y="1189"/>
                  <a:pt x="12103" y="1494"/>
                  <a:pt x="12371" y="2260"/>
                </a:cubicBezTo>
                <a:cubicBezTo>
                  <a:pt x="12747" y="3302"/>
                  <a:pt x="10628" y="5917"/>
                  <a:pt x="9603" y="6087"/>
                </a:cubicBezTo>
                <a:cubicBezTo>
                  <a:pt x="9415" y="6122"/>
                  <a:pt x="9449" y="6429"/>
                  <a:pt x="9637" y="6429"/>
                </a:cubicBezTo>
                <a:cubicBezTo>
                  <a:pt x="10509" y="6429"/>
                  <a:pt x="11329" y="5233"/>
                  <a:pt x="11790" y="4635"/>
                </a:cubicBezTo>
                <a:cubicBezTo>
                  <a:pt x="12473" y="3764"/>
                  <a:pt x="13089" y="2739"/>
                  <a:pt x="12576" y="1679"/>
                </a:cubicBezTo>
                <a:cubicBezTo>
                  <a:pt x="12245" y="992"/>
                  <a:pt x="11699" y="720"/>
                  <a:pt x="11096" y="720"/>
                </a:cubicBezTo>
                <a:cubicBezTo>
                  <a:pt x="10081" y="720"/>
                  <a:pt x="8907" y="1494"/>
                  <a:pt x="8339" y="2363"/>
                </a:cubicBezTo>
                <a:cubicBezTo>
                  <a:pt x="8091" y="1099"/>
                  <a:pt x="7380" y="1"/>
                  <a:pt x="6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5"/>
          <p:cNvSpPr/>
          <p:nvPr/>
        </p:nvSpPr>
        <p:spPr>
          <a:xfrm rot="1551601">
            <a:off x="5858585" y="164199"/>
            <a:ext cx="620804" cy="409506"/>
          </a:xfrm>
          <a:custGeom>
            <a:avLst/>
            <a:gdLst/>
            <a:ahLst/>
            <a:cxnLst/>
            <a:rect l="l" t="t" r="r" b="b"/>
            <a:pathLst>
              <a:path w="13089" h="8634" extrusionOk="0">
                <a:moveTo>
                  <a:pt x="6169" y="1"/>
                </a:moveTo>
                <a:cubicBezTo>
                  <a:pt x="5874" y="1"/>
                  <a:pt x="5550" y="66"/>
                  <a:pt x="5195" y="210"/>
                </a:cubicBezTo>
                <a:cubicBezTo>
                  <a:pt x="3674" y="825"/>
                  <a:pt x="2973" y="2585"/>
                  <a:pt x="3657" y="4071"/>
                </a:cubicBezTo>
                <a:cubicBezTo>
                  <a:pt x="3195" y="3886"/>
                  <a:pt x="2712" y="3759"/>
                  <a:pt x="2237" y="3759"/>
                </a:cubicBezTo>
                <a:cubicBezTo>
                  <a:pt x="1746" y="3759"/>
                  <a:pt x="1263" y="3895"/>
                  <a:pt x="821" y="4242"/>
                </a:cubicBezTo>
                <a:cubicBezTo>
                  <a:pt x="0" y="4874"/>
                  <a:pt x="18" y="6105"/>
                  <a:pt x="411" y="6976"/>
                </a:cubicBezTo>
                <a:cubicBezTo>
                  <a:pt x="991" y="8240"/>
                  <a:pt x="2495" y="8633"/>
                  <a:pt x="3759" y="8633"/>
                </a:cubicBezTo>
                <a:cubicBezTo>
                  <a:pt x="6117" y="8633"/>
                  <a:pt x="8868" y="7779"/>
                  <a:pt x="10748" y="6344"/>
                </a:cubicBezTo>
                <a:cubicBezTo>
                  <a:pt x="10791" y="6301"/>
                  <a:pt x="10749" y="6233"/>
                  <a:pt x="10694" y="6233"/>
                </a:cubicBezTo>
                <a:cubicBezTo>
                  <a:pt x="10684" y="6233"/>
                  <a:pt x="10673" y="6236"/>
                  <a:pt x="10662" y="6241"/>
                </a:cubicBezTo>
                <a:cubicBezTo>
                  <a:pt x="8971" y="7010"/>
                  <a:pt x="7330" y="7711"/>
                  <a:pt x="5485" y="8069"/>
                </a:cubicBezTo>
                <a:cubicBezTo>
                  <a:pt x="4937" y="8169"/>
                  <a:pt x="4348" y="8247"/>
                  <a:pt x="3765" y="8247"/>
                </a:cubicBezTo>
                <a:cubicBezTo>
                  <a:pt x="2841" y="8247"/>
                  <a:pt x="1933" y="8049"/>
                  <a:pt x="1231" y="7420"/>
                </a:cubicBezTo>
                <a:cubicBezTo>
                  <a:pt x="530" y="6788"/>
                  <a:pt x="342" y="5780"/>
                  <a:pt x="769" y="4943"/>
                </a:cubicBezTo>
                <a:cubicBezTo>
                  <a:pt x="1079" y="4372"/>
                  <a:pt x="1598" y="4172"/>
                  <a:pt x="2161" y="4172"/>
                </a:cubicBezTo>
                <a:cubicBezTo>
                  <a:pt x="2811" y="4172"/>
                  <a:pt x="3520" y="4438"/>
                  <a:pt x="4033" y="4703"/>
                </a:cubicBezTo>
                <a:cubicBezTo>
                  <a:pt x="4059" y="4714"/>
                  <a:pt x="4087" y="4719"/>
                  <a:pt x="4115" y="4719"/>
                </a:cubicBezTo>
                <a:cubicBezTo>
                  <a:pt x="4269" y="4719"/>
                  <a:pt x="4422" y="4574"/>
                  <a:pt x="4306" y="4430"/>
                </a:cubicBezTo>
                <a:cubicBezTo>
                  <a:pt x="3384" y="3114"/>
                  <a:pt x="3742" y="1525"/>
                  <a:pt x="5126" y="688"/>
                </a:cubicBezTo>
                <a:cubicBezTo>
                  <a:pt x="5494" y="470"/>
                  <a:pt x="5828" y="374"/>
                  <a:pt x="6128" y="374"/>
                </a:cubicBezTo>
                <a:cubicBezTo>
                  <a:pt x="7303" y="374"/>
                  <a:pt x="7949" y="1841"/>
                  <a:pt x="8031" y="3080"/>
                </a:cubicBezTo>
                <a:cubicBezTo>
                  <a:pt x="8041" y="3209"/>
                  <a:pt x="8155" y="3292"/>
                  <a:pt x="8258" y="3292"/>
                </a:cubicBezTo>
                <a:cubicBezTo>
                  <a:pt x="8333" y="3292"/>
                  <a:pt x="8403" y="3249"/>
                  <a:pt x="8424" y="3149"/>
                </a:cubicBezTo>
                <a:cubicBezTo>
                  <a:pt x="8685" y="2117"/>
                  <a:pt x="9911" y="1189"/>
                  <a:pt x="10960" y="1189"/>
                </a:cubicBezTo>
                <a:cubicBezTo>
                  <a:pt x="11561" y="1189"/>
                  <a:pt x="12103" y="1494"/>
                  <a:pt x="12371" y="2260"/>
                </a:cubicBezTo>
                <a:cubicBezTo>
                  <a:pt x="12747" y="3302"/>
                  <a:pt x="10628" y="5917"/>
                  <a:pt x="9603" y="6087"/>
                </a:cubicBezTo>
                <a:cubicBezTo>
                  <a:pt x="9415" y="6122"/>
                  <a:pt x="9449" y="6429"/>
                  <a:pt x="9637" y="6429"/>
                </a:cubicBezTo>
                <a:cubicBezTo>
                  <a:pt x="10509" y="6429"/>
                  <a:pt x="11329" y="5233"/>
                  <a:pt x="11790" y="4635"/>
                </a:cubicBezTo>
                <a:cubicBezTo>
                  <a:pt x="12473" y="3764"/>
                  <a:pt x="13089" y="2739"/>
                  <a:pt x="12576" y="1679"/>
                </a:cubicBezTo>
                <a:cubicBezTo>
                  <a:pt x="12245" y="992"/>
                  <a:pt x="11699" y="720"/>
                  <a:pt x="11096" y="720"/>
                </a:cubicBezTo>
                <a:cubicBezTo>
                  <a:pt x="10081" y="720"/>
                  <a:pt x="8907" y="1494"/>
                  <a:pt x="8339" y="2363"/>
                </a:cubicBezTo>
                <a:cubicBezTo>
                  <a:pt x="8091" y="1099"/>
                  <a:pt x="7380" y="1"/>
                  <a:pt x="6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2">
  <p:cSld name="BLANK_1_1_1_2_1_1">
    <p:spTree>
      <p:nvGrpSpPr>
        <p:cNvPr id="1" name="Shape 488"/>
        <p:cNvGrpSpPr/>
        <p:nvPr/>
      </p:nvGrpSpPr>
      <p:grpSpPr>
        <a:xfrm>
          <a:off x="0" y="0"/>
          <a:ext cx="0" cy="0"/>
          <a:chOff x="0" y="0"/>
          <a:chExt cx="0" cy="0"/>
        </a:xfrm>
      </p:grpSpPr>
      <p:pic>
        <p:nvPicPr>
          <p:cNvPr id="489" name="Google Shape;489;p24"/>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490" name="Google Shape;490;p24"/>
          <p:cNvSpPr txBox="1">
            <a:spLocks noGrp="1"/>
          </p:cNvSpPr>
          <p:nvPr>
            <p:ph type="title"/>
          </p:nvPr>
        </p:nvSpPr>
        <p:spPr>
          <a:xfrm>
            <a:off x="720000" y="2725324"/>
            <a:ext cx="2253900" cy="48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1" name="Google Shape;491;p24"/>
          <p:cNvSpPr txBox="1">
            <a:spLocks noGrp="1"/>
          </p:cNvSpPr>
          <p:nvPr>
            <p:ph type="subTitle" idx="1"/>
          </p:nvPr>
        </p:nvSpPr>
        <p:spPr>
          <a:xfrm>
            <a:off x="720000" y="3196907"/>
            <a:ext cx="2253900" cy="67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2" name="Google Shape;492;p24"/>
          <p:cNvSpPr txBox="1">
            <a:spLocks noGrp="1"/>
          </p:cNvSpPr>
          <p:nvPr>
            <p:ph type="title" idx="2"/>
          </p:nvPr>
        </p:nvSpPr>
        <p:spPr>
          <a:xfrm>
            <a:off x="3445050" y="2725328"/>
            <a:ext cx="2253900" cy="48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3" name="Google Shape;493;p24"/>
          <p:cNvSpPr txBox="1">
            <a:spLocks noGrp="1"/>
          </p:cNvSpPr>
          <p:nvPr>
            <p:ph type="subTitle" idx="3"/>
          </p:nvPr>
        </p:nvSpPr>
        <p:spPr>
          <a:xfrm>
            <a:off x="3445050" y="3212832"/>
            <a:ext cx="2253900" cy="67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4" name="Google Shape;494;p24"/>
          <p:cNvSpPr txBox="1">
            <a:spLocks noGrp="1"/>
          </p:cNvSpPr>
          <p:nvPr>
            <p:ph type="title" idx="4"/>
          </p:nvPr>
        </p:nvSpPr>
        <p:spPr>
          <a:xfrm>
            <a:off x="6170100" y="2725324"/>
            <a:ext cx="2253900" cy="48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5" name="Google Shape;495;p24"/>
          <p:cNvSpPr txBox="1">
            <a:spLocks noGrp="1"/>
          </p:cNvSpPr>
          <p:nvPr>
            <p:ph type="subTitle" idx="5"/>
          </p:nvPr>
        </p:nvSpPr>
        <p:spPr>
          <a:xfrm>
            <a:off x="6170100" y="3196907"/>
            <a:ext cx="2253900" cy="67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6" name="Google Shape;496;p24"/>
          <p:cNvSpPr txBox="1">
            <a:spLocks noGrp="1"/>
          </p:cNvSpPr>
          <p:nvPr>
            <p:ph type="title" idx="6"/>
          </p:nvPr>
        </p:nvSpPr>
        <p:spPr>
          <a:xfrm flipH="1">
            <a:off x="2574900" y="537875"/>
            <a:ext cx="3994200" cy="48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a:lvl1pPr>
            <a:lvl2pPr lvl="1" rtl="0">
              <a:lnSpc>
                <a:spcPct val="100000"/>
              </a:lnSpc>
              <a:spcBef>
                <a:spcPts val="0"/>
              </a:spcBef>
              <a:spcAft>
                <a:spcPts val="0"/>
              </a:spcAft>
              <a:buSzPts val="2500"/>
              <a:buNone/>
              <a:defRPr/>
            </a:lvl2pPr>
            <a:lvl3pPr lvl="2" rtl="0">
              <a:lnSpc>
                <a:spcPct val="100000"/>
              </a:lnSpc>
              <a:spcBef>
                <a:spcPts val="0"/>
              </a:spcBef>
              <a:spcAft>
                <a:spcPts val="0"/>
              </a:spcAft>
              <a:buSzPts val="2500"/>
              <a:buNone/>
              <a:defRPr/>
            </a:lvl3pPr>
            <a:lvl4pPr lvl="3" rtl="0">
              <a:lnSpc>
                <a:spcPct val="100000"/>
              </a:lnSpc>
              <a:spcBef>
                <a:spcPts val="0"/>
              </a:spcBef>
              <a:spcAft>
                <a:spcPts val="0"/>
              </a:spcAft>
              <a:buSzPts val="2500"/>
              <a:buNone/>
              <a:defRPr/>
            </a:lvl4pPr>
            <a:lvl5pPr lvl="4" rtl="0">
              <a:lnSpc>
                <a:spcPct val="100000"/>
              </a:lnSpc>
              <a:spcBef>
                <a:spcPts val="0"/>
              </a:spcBef>
              <a:spcAft>
                <a:spcPts val="0"/>
              </a:spcAft>
              <a:buSzPts val="2500"/>
              <a:buNone/>
              <a:defRPr/>
            </a:lvl5pPr>
            <a:lvl6pPr lvl="5" rtl="0">
              <a:lnSpc>
                <a:spcPct val="100000"/>
              </a:lnSpc>
              <a:spcBef>
                <a:spcPts val="0"/>
              </a:spcBef>
              <a:spcAft>
                <a:spcPts val="0"/>
              </a:spcAft>
              <a:buSzPts val="2500"/>
              <a:buNone/>
              <a:defRPr/>
            </a:lvl6pPr>
            <a:lvl7pPr lvl="6" rtl="0">
              <a:lnSpc>
                <a:spcPct val="100000"/>
              </a:lnSpc>
              <a:spcBef>
                <a:spcPts val="0"/>
              </a:spcBef>
              <a:spcAft>
                <a:spcPts val="0"/>
              </a:spcAft>
              <a:buSzPts val="2500"/>
              <a:buNone/>
              <a:defRPr/>
            </a:lvl7pPr>
            <a:lvl8pPr lvl="7" rtl="0">
              <a:lnSpc>
                <a:spcPct val="100000"/>
              </a:lnSpc>
              <a:spcBef>
                <a:spcPts val="0"/>
              </a:spcBef>
              <a:spcAft>
                <a:spcPts val="0"/>
              </a:spcAft>
              <a:buSzPts val="2500"/>
              <a:buNone/>
              <a:defRPr/>
            </a:lvl8pPr>
            <a:lvl9pPr lvl="8" rtl="0">
              <a:lnSpc>
                <a:spcPct val="100000"/>
              </a:lnSpc>
              <a:spcBef>
                <a:spcPts val="0"/>
              </a:spcBef>
              <a:spcAft>
                <a:spcPts val="0"/>
              </a:spcAft>
              <a:buSzPts val="2500"/>
              <a:buNone/>
              <a:defRPr/>
            </a:lvl9pPr>
          </a:lstStyle>
          <a:p>
            <a:endParaRPr/>
          </a:p>
        </p:txBody>
      </p:sp>
      <p:grpSp>
        <p:nvGrpSpPr>
          <p:cNvPr id="497" name="Google Shape;497;p24"/>
          <p:cNvGrpSpPr/>
          <p:nvPr/>
        </p:nvGrpSpPr>
        <p:grpSpPr>
          <a:xfrm rot="7383821">
            <a:off x="8310533" y="14911"/>
            <a:ext cx="762012" cy="814473"/>
            <a:chOff x="429300" y="4124275"/>
            <a:chExt cx="381650" cy="407925"/>
          </a:xfrm>
        </p:grpSpPr>
        <p:sp>
          <p:nvSpPr>
            <p:cNvPr id="498" name="Google Shape;498;p24"/>
            <p:cNvSpPr/>
            <p:nvPr/>
          </p:nvSpPr>
          <p:spPr>
            <a:xfrm>
              <a:off x="532850" y="4381150"/>
              <a:ext cx="124750" cy="103225"/>
            </a:xfrm>
            <a:custGeom>
              <a:avLst/>
              <a:gdLst/>
              <a:ahLst/>
              <a:cxnLst/>
              <a:rect l="l" t="t" r="r" b="b"/>
              <a:pathLst>
                <a:path w="4990" h="4129" extrusionOk="0">
                  <a:moveTo>
                    <a:pt x="2508" y="1"/>
                  </a:moveTo>
                  <a:cubicBezTo>
                    <a:pt x="2308" y="1"/>
                    <a:pt x="2122" y="107"/>
                    <a:pt x="2085" y="351"/>
                  </a:cubicBezTo>
                  <a:cubicBezTo>
                    <a:pt x="2034" y="727"/>
                    <a:pt x="1965" y="1188"/>
                    <a:pt x="1931" y="1666"/>
                  </a:cubicBezTo>
                  <a:cubicBezTo>
                    <a:pt x="1419" y="1769"/>
                    <a:pt x="923" y="1888"/>
                    <a:pt x="462" y="1974"/>
                  </a:cubicBezTo>
                  <a:cubicBezTo>
                    <a:pt x="0" y="2059"/>
                    <a:pt x="171" y="2691"/>
                    <a:pt x="564" y="2726"/>
                  </a:cubicBezTo>
                  <a:cubicBezTo>
                    <a:pt x="991" y="2777"/>
                    <a:pt x="1470" y="2828"/>
                    <a:pt x="1948" y="2879"/>
                  </a:cubicBezTo>
                  <a:cubicBezTo>
                    <a:pt x="2000" y="3307"/>
                    <a:pt x="2170" y="3700"/>
                    <a:pt x="2444" y="4024"/>
                  </a:cubicBezTo>
                  <a:cubicBezTo>
                    <a:pt x="2515" y="4096"/>
                    <a:pt x="2608" y="4128"/>
                    <a:pt x="2700" y="4128"/>
                  </a:cubicBezTo>
                  <a:cubicBezTo>
                    <a:pt x="2828" y="4128"/>
                    <a:pt x="2955" y="4065"/>
                    <a:pt x="3025" y="3956"/>
                  </a:cubicBezTo>
                  <a:cubicBezTo>
                    <a:pt x="3179" y="3631"/>
                    <a:pt x="3230" y="3289"/>
                    <a:pt x="3213" y="2948"/>
                  </a:cubicBezTo>
                  <a:cubicBezTo>
                    <a:pt x="3572" y="2948"/>
                    <a:pt x="3947" y="2914"/>
                    <a:pt x="4306" y="2828"/>
                  </a:cubicBezTo>
                  <a:cubicBezTo>
                    <a:pt x="4921" y="2674"/>
                    <a:pt x="4990" y="1632"/>
                    <a:pt x="4306" y="1530"/>
                  </a:cubicBezTo>
                  <a:cubicBezTo>
                    <a:pt x="4052" y="1496"/>
                    <a:pt x="3792" y="1478"/>
                    <a:pt x="3533" y="1478"/>
                  </a:cubicBezTo>
                  <a:cubicBezTo>
                    <a:pt x="3391" y="1478"/>
                    <a:pt x="3249" y="1483"/>
                    <a:pt x="3110" y="1495"/>
                  </a:cubicBezTo>
                  <a:cubicBezTo>
                    <a:pt x="3093" y="1171"/>
                    <a:pt x="3076" y="829"/>
                    <a:pt x="3059" y="487"/>
                  </a:cubicBezTo>
                  <a:cubicBezTo>
                    <a:pt x="3059" y="186"/>
                    <a:pt x="2772" y="1"/>
                    <a:pt x="2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4"/>
            <p:cNvSpPr/>
            <p:nvPr/>
          </p:nvSpPr>
          <p:spPr>
            <a:xfrm>
              <a:off x="677650" y="4442725"/>
              <a:ext cx="128925" cy="89475"/>
            </a:xfrm>
            <a:custGeom>
              <a:avLst/>
              <a:gdLst/>
              <a:ahLst/>
              <a:cxnLst/>
              <a:rect l="l" t="t" r="r" b="b"/>
              <a:pathLst>
                <a:path w="5157" h="3579" extrusionOk="0">
                  <a:moveTo>
                    <a:pt x="2000" y="1"/>
                  </a:moveTo>
                  <a:cubicBezTo>
                    <a:pt x="1832" y="1"/>
                    <a:pt x="1675" y="95"/>
                    <a:pt x="1624" y="314"/>
                  </a:cubicBezTo>
                  <a:cubicBezTo>
                    <a:pt x="1538" y="656"/>
                    <a:pt x="1487" y="997"/>
                    <a:pt x="1453" y="1339"/>
                  </a:cubicBezTo>
                  <a:cubicBezTo>
                    <a:pt x="1180" y="1373"/>
                    <a:pt x="889" y="1390"/>
                    <a:pt x="616" y="1390"/>
                  </a:cubicBezTo>
                  <a:cubicBezTo>
                    <a:pt x="1" y="1407"/>
                    <a:pt x="18" y="2262"/>
                    <a:pt x="616" y="2330"/>
                  </a:cubicBezTo>
                  <a:cubicBezTo>
                    <a:pt x="889" y="2347"/>
                    <a:pt x="1180" y="2381"/>
                    <a:pt x="1470" y="2398"/>
                  </a:cubicBezTo>
                  <a:cubicBezTo>
                    <a:pt x="1487" y="2706"/>
                    <a:pt x="1573" y="2996"/>
                    <a:pt x="1675" y="3287"/>
                  </a:cubicBezTo>
                  <a:cubicBezTo>
                    <a:pt x="1763" y="3493"/>
                    <a:pt x="1921" y="3578"/>
                    <a:pt x="2089" y="3578"/>
                  </a:cubicBezTo>
                  <a:cubicBezTo>
                    <a:pt x="2381" y="3578"/>
                    <a:pt x="2702" y="3322"/>
                    <a:pt x="2735" y="2996"/>
                  </a:cubicBezTo>
                  <a:cubicBezTo>
                    <a:pt x="2735" y="2808"/>
                    <a:pt x="2735" y="2603"/>
                    <a:pt x="2700" y="2415"/>
                  </a:cubicBezTo>
                  <a:cubicBezTo>
                    <a:pt x="3247" y="2415"/>
                    <a:pt x="3811" y="2347"/>
                    <a:pt x="4358" y="2245"/>
                  </a:cubicBezTo>
                  <a:cubicBezTo>
                    <a:pt x="5156" y="2082"/>
                    <a:pt x="4851" y="955"/>
                    <a:pt x="4110" y="955"/>
                  </a:cubicBezTo>
                  <a:cubicBezTo>
                    <a:pt x="4074" y="955"/>
                    <a:pt x="4037" y="958"/>
                    <a:pt x="3999" y="963"/>
                  </a:cubicBezTo>
                  <a:cubicBezTo>
                    <a:pt x="3503" y="1032"/>
                    <a:pt x="3025" y="1117"/>
                    <a:pt x="2547" y="1202"/>
                  </a:cubicBezTo>
                  <a:cubicBezTo>
                    <a:pt x="2529" y="946"/>
                    <a:pt x="2512" y="690"/>
                    <a:pt x="2495" y="433"/>
                  </a:cubicBezTo>
                  <a:cubicBezTo>
                    <a:pt x="2466" y="169"/>
                    <a:pt x="2224" y="1"/>
                    <a:pt x="20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4"/>
            <p:cNvSpPr/>
            <p:nvPr/>
          </p:nvSpPr>
          <p:spPr>
            <a:xfrm>
              <a:off x="696025" y="4266725"/>
              <a:ext cx="114925" cy="93200"/>
            </a:xfrm>
            <a:custGeom>
              <a:avLst/>
              <a:gdLst/>
              <a:ahLst/>
              <a:cxnLst/>
              <a:rect l="l" t="t" r="r" b="b"/>
              <a:pathLst>
                <a:path w="4597" h="3728" extrusionOk="0">
                  <a:moveTo>
                    <a:pt x="1824" y="0"/>
                  </a:moveTo>
                  <a:cubicBezTo>
                    <a:pt x="1686" y="0"/>
                    <a:pt x="1558" y="80"/>
                    <a:pt x="1521" y="263"/>
                  </a:cubicBezTo>
                  <a:cubicBezTo>
                    <a:pt x="1419" y="742"/>
                    <a:pt x="1367" y="1220"/>
                    <a:pt x="1367" y="1715"/>
                  </a:cubicBezTo>
                  <a:cubicBezTo>
                    <a:pt x="940" y="1767"/>
                    <a:pt x="530" y="1920"/>
                    <a:pt x="188" y="2177"/>
                  </a:cubicBezTo>
                  <a:cubicBezTo>
                    <a:pt x="0" y="2365"/>
                    <a:pt x="86" y="2689"/>
                    <a:pt x="342" y="2775"/>
                  </a:cubicBezTo>
                  <a:cubicBezTo>
                    <a:pt x="570" y="2816"/>
                    <a:pt x="797" y="2839"/>
                    <a:pt x="1029" y="2839"/>
                  </a:cubicBezTo>
                  <a:cubicBezTo>
                    <a:pt x="1180" y="2839"/>
                    <a:pt x="1332" y="2829"/>
                    <a:pt x="1487" y="2809"/>
                  </a:cubicBezTo>
                  <a:cubicBezTo>
                    <a:pt x="1521" y="3048"/>
                    <a:pt x="1607" y="3270"/>
                    <a:pt x="1692" y="3475"/>
                  </a:cubicBezTo>
                  <a:cubicBezTo>
                    <a:pt x="1777" y="3651"/>
                    <a:pt x="1943" y="3728"/>
                    <a:pt x="2115" y="3728"/>
                  </a:cubicBezTo>
                  <a:cubicBezTo>
                    <a:pt x="2394" y="3728"/>
                    <a:pt x="2687" y="3526"/>
                    <a:pt x="2666" y="3219"/>
                  </a:cubicBezTo>
                  <a:cubicBezTo>
                    <a:pt x="2666" y="3082"/>
                    <a:pt x="2649" y="2946"/>
                    <a:pt x="2615" y="2826"/>
                  </a:cubicBezTo>
                  <a:lnTo>
                    <a:pt x="2615" y="2826"/>
                  </a:lnTo>
                  <a:cubicBezTo>
                    <a:pt x="2847" y="2847"/>
                    <a:pt x="3073" y="2862"/>
                    <a:pt x="3296" y="2862"/>
                  </a:cubicBezTo>
                  <a:cubicBezTo>
                    <a:pt x="3434" y="2862"/>
                    <a:pt x="3571" y="2856"/>
                    <a:pt x="3708" y="2843"/>
                  </a:cubicBezTo>
                  <a:cubicBezTo>
                    <a:pt x="4375" y="2775"/>
                    <a:pt x="4597" y="1835"/>
                    <a:pt x="3879" y="1630"/>
                  </a:cubicBezTo>
                  <a:cubicBezTo>
                    <a:pt x="3590" y="1560"/>
                    <a:pt x="3295" y="1525"/>
                    <a:pt x="2998" y="1525"/>
                  </a:cubicBezTo>
                  <a:cubicBezTo>
                    <a:pt x="2785" y="1525"/>
                    <a:pt x="2572" y="1543"/>
                    <a:pt x="2358" y="1579"/>
                  </a:cubicBezTo>
                  <a:cubicBezTo>
                    <a:pt x="2307" y="1169"/>
                    <a:pt x="2290" y="776"/>
                    <a:pt x="2239" y="366"/>
                  </a:cubicBezTo>
                  <a:cubicBezTo>
                    <a:pt x="2209" y="141"/>
                    <a:pt x="2007" y="0"/>
                    <a:pt x="18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4"/>
            <p:cNvSpPr/>
            <p:nvPr/>
          </p:nvSpPr>
          <p:spPr>
            <a:xfrm>
              <a:off x="561900" y="4230525"/>
              <a:ext cx="101675" cy="95125"/>
            </a:xfrm>
            <a:custGeom>
              <a:avLst/>
              <a:gdLst/>
              <a:ahLst/>
              <a:cxnLst/>
              <a:rect l="l" t="t" r="r" b="b"/>
              <a:pathLst>
                <a:path w="4067" h="3805" extrusionOk="0">
                  <a:moveTo>
                    <a:pt x="2093" y="0"/>
                  </a:moveTo>
                  <a:cubicBezTo>
                    <a:pt x="1834" y="0"/>
                    <a:pt x="1581" y="176"/>
                    <a:pt x="1572" y="532"/>
                  </a:cubicBezTo>
                  <a:cubicBezTo>
                    <a:pt x="1572" y="925"/>
                    <a:pt x="1589" y="1335"/>
                    <a:pt x="1624" y="1728"/>
                  </a:cubicBezTo>
                  <a:cubicBezTo>
                    <a:pt x="1231" y="1745"/>
                    <a:pt x="820" y="1797"/>
                    <a:pt x="428" y="1865"/>
                  </a:cubicBezTo>
                  <a:cubicBezTo>
                    <a:pt x="0" y="1933"/>
                    <a:pt x="52" y="2583"/>
                    <a:pt x="428" y="2685"/>
                  </a:cubicBezTo>
                  <a:cubicBezTo>
                    <a:pt x="872" y="2805"/>
                    <a:pt x="1333" y="2890"/>
                    <a:pt x="1794" y="2941"/>
                  </a:cubicBezTo>
                  <a:cubicBezTo>
                    <a:pt x="1846" y="3198"/>
                    <a:pt x="1965" y="3437"/>
                    <a:pt x="2136" y="3625"/>
                  </a:cubicBezTo>
                  <a:cubicBezTo>
                    <a:pt x="2246" y="3748"/>
                    <a:pt x="2390" y="3804"/>
                    <a:pt x="2533" y="3804"/>
                  </a:cubicBezTo>
                  <a:cubicBezTo>
                    <a:pt x="2769" y="3804"/>
                    <a:pt x="3002" y="3651"/>
                    <a:pt x="3076" y="3386"/>
                  </a:cubicBezTo>
                  <a:cubicBezTo>
                    <a:pt x="3093" y="3266"/>
                    <a:pt x="3093" y="3146"/>
                    <a:pt x="3093" y="3010"/>
                  </a:cubicBezTo>
                  <a:lnTo>
                    <a:pt x="3264" y="3010"/>
                  </a:lnTo>
                  <a:cubicBezTo>
                    <a:pt x="4067" y="3010"/>
                    <a:pt x="4033" y="1848"/>
                    <a:pt x="3247" y="1762"/>
                  </a:cubicBezTo>
                  <a:cubicBezTo>
                    <a:pt x="3110" y="1745"/>
                    <a:pt x="2956" y="1745"/>
                    <a:pt x="2802" y="1728"/>
                  </a:cubicBezTo>
                  <a:cubicBezTo>
                    <a:pt x="2734" y="1335"/>
                    <a:pt x="2683" y="925"/>
                    <a:pt x="2649" y="532"/>
                  </a:cubicBezTo>
                  <a:cubicBezTo>
                    <a:pt x="2623" y="180"/>
                    <a:pt x="2355" y="0"/>
                    <a:pt x="20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4"/>
            <p:cNvSpPr/>
            <p:nvPr/>
          </p:nvSpPr>
          <p:spPr>
            <a:xfrm>
              <a:off x="638775" y="4124275"/>
              <a:ext cx="96150" cy="95600"/>
            </a:xfrm>
            <a:custGeom>
              <a:avLst/>
              <a:gdLst/>
              <a:ahLst/>
              <a:cxnLst/>
              <a:rect l="l" t="t" r="r" b="b"/>
              <a:pathLst>
                <a:path w="3846" h="3824" extrusionOk="0">
                  <a:moveTo>
                    <a:pt x="2266" y="0"/>
                  </a:moveTo>
                  <a:cubicBezTo>
                    <a:pt x="2054" y="0"/>
                    <a:pt x="1856" y="115"/>
                    <a:pt x="1812" y="374"/>
                  </a:cubicBezTo>
                  <a:cubicBezTo>
                    <a:pt x="1778" y="647"/>
                    <a:pt x="1727" y="938"/>
                    <a:pt x="1692" y="1228"/>
                  </a:cubicBezTo>
                  <a:cubicBezTo>
                    <a:pt x="1282" y="1245"/>
                    <a:pt x="872" y="1314"/>
                    <a:pt x="479" y="1433"/>
                  </a:cubicBezTo>
                  <a:cubicBezTo>
                    <a:pt x="103" y="1587"/>
                    <a:pt x="1" y="2185"/>
                    <a:pt x="479" y="2288"/>
                  </a:cubicBezTo>
                  <a:cubicBezTo>
                    <a:pt x="766" y="2340"/>
                    <a:pt x="1064" y="2362"/>
                    <a:pt x="1363" y="2362"/>
                  </a:cubicBezTo>
                  <a:cubicBezTo>
                    <a:pt x="1456" y="2362"/>
                    <a:pt x="1548" y="2360"/>
                    <a:pt x="1641" y="2356"/>
                  </a:cubicBezTo>
                  <a:cubicBezTo>
                    <a:pt x="1641" y="2766"/>
                    <a:pt x="1727" y="3159"/>
                    <a:pt x="1897" y="3535"/>
                  </a:cubicBezTo>
                  <a:cubicBezTo>
                    <a:pt x="1995" y="3731"/>
                    <a:pt x="2207" y="3824"/>
                    <a:pt x="2418" y="3824"/>
                  </a:cubicBezTo>
                  <a:cubicBezTo>
                    <a:pt x="2685" y="3824"/>
                    <a:pt x="2953" y="3675"/>
                    <a:pt x="2991" y="3398"/>
                  </a:cubicBezTo>
                  <a:cubicBezTo>
                    <a:pt x="3025" y="3074"/>
                    <a:pt x="3025" y="2749"/>
                    <a:pt x="2974" y="2424"/>
                  </a:cubicBezTo>
                  <a:lnTo>
                    <a:pt x="3025" y="2424"/>
                  </a:lnTo>
                  <a:cubicBezTo>
                    <a:pt x="3845" y="2407"/>
                    <a:pt x="3794" y="1262"/>
                    <a:pt x="3025" y="1177"/>
                  </a:cubicBezTo>
                  <a:lnTo>
                    <a:pt x="2871" y="1177"/>
                  </a:lnTo>
                  <a:cubicBezTo>
                    <a:pt x="2871" y="972"/>
                    <a:pt x="2854" y="733"/>
                    <a:pt x="2854" y="528"/>
                  </a:cubicBezTo>
                  <a:cubicBezTo>
                    <a:pt x="2845" y="198"/>
                    <a:pt x="2543" y="0"/>
                    <a:pt x="2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4"/>
            <p:cNvSpPr/>
            <p:nvPr/>
          </p:nvSpPr>
          <p:spPr>
            <a:xfrm>
              <a:off x="429300" y="4297650"/>
              <a:ext cx="113925" cy="83825"/>
            </a:xfrm>
            <a:custGeom>
              <a:avLst/>
              <a:gdLst/>
              <a:ahLst/>
              <a:cxnLst/>
              <a:rect l="l" t="t" r="r" b="b"/>
              <a:pathLst>
                <a:path w="4557" h="3353" extrusionOk="0">
                  <a:moveTo>
                    <a:pt x="2160" y="0"/>
                  </a:moveTo>
                  <a:cubicBezTo>
                    <a:pt x="1938" y="0"/>
                    <a:pt x="1714" y="145"/>
                    <a:pt x="1733" y="410"/>
                  </a:cubicBezTo>
                  <a:cubicBezTo>
                    <a:pt x="1768" y="615"/>
                    <a:pt x="1768" y="820"/>
                    <a:pt x="1785" y="1008"/>
                  </a:cubicBezTo>
                  <a:cubicBezTo>
                    <a:pt x="1375" y="1008"/>
                    <a:pt x="982" y="1008"/>
                    <a:pt x="571" y="991"/>
                  </a:cubicBezTo>
                  <a:cubicBezTo>
                    <a:pt x="561" y="990"/>
                    <a:pt x="551" y="990"/>
                    <a:pt x="541" y="990"/>
                  </a:cubicBezTo>
                  <a:cubicBezTo>
                    <a:pt x="89" y="990"/>
                    <a:pt x="1" y="1728"/>
                    <a:pt x="469" y="1828"/>
                  </a:cubicBezTo>
                  <a:cubicBezTo>
                    <a:pt x="896" y="1914"/>
                    <a:pt x="1323" y="1999"/>
                    <a:pt x="1768" y="2050"/>
                  </a:cubicBezTo>
                  <a:cubicBezTo>
                    <a:pt x="1716" y="2341"/>
                    <a:pt x="1716" y="2665"/>
                    <a:pt x="1768" y="2973"/>
                  </a:cubicBezTo>
                  <a:cubicBezTo>
                    <a:pt x="1816" y="3238"/>
                    <a:pt x="2012" y="3352"/>
                    <a:pt x="2223" y="3352"/>
                  </a:cubicBezTo>
                  <a:cubicBezTo>
                    <a:pt x="2461" y="3352"/>
                    <a:pt x="2719" y="3208"/>
                    <a:pt x="2810" y="2973"/>
                  </a:cubicBezTo>
                  <a:cubicBezTo>
                    <a:pt x="2895" y="2700"/>
                    <a:pt x="2929" y="2426"/>
                    <a:pt x="2912" y="2170"/>
                  </a:cubicBezTo>
                  <a:lnTo>
                    <a:pt x="2912" y="2170"/>
                  </a:lnTo>
                  <a:cubicBezTo>
                    <a:pt x="3169" y="2187"/>
                    <a:pt x="3442" y="2187"/>
                    <a:pt x="3715" y="2204"/>
                  </a:cubicBezTo>
                  <a:cubicBezTo>
                    <a:pt x="3720" y="2204"/>
                    <a:pt x="3726" y="2204"/>
                    <a:pt x="3731" y="2204"/>
                  </a:cubicBezTo>
                  <a:cubicBezTo>
                    <a:pt x="4556" y="2204"/>
                    <a:pt x="4533" y="883"/>
                    <a:pt x="3797" y="883"/>
                  </a:cubicBezTo>
                  <a:cubicBezTo>
                    <a:pt x="3771" y="883"/>
                    <a:pt x="3744" y="885"/>
                    <a:pt x="3715" y="889"/>
                  </a:cubicBezTo>
                  <a:cubicBezTo>
                    <a:pt x="3391" y="923"/>
                    <a:pt x="3066" y="957"/>
                    <a:pt x="2741" y="974"/>
                  </a:cubicBezTo>
                  <a:cubicBezTo>
                    <a:pt x="2673" y="735"/>
                    <a:pt x="2622" y="496"/>
                    <a:pt x="2571" y="290"/>
                  </a:cubicBezTo>
                  <a:cubicBezTo>
                    <a:pt x="2517" y="93"/>
                    <a:pt x="2339" y="0"/>
                    <a:pt x="2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4" name="Google Shape;504;p24"/>
          <p:cNvSpPr txBox="1">
            <a:spLocks noGrp="1"/>
          </p:cNvSpPr>
          <p:nvPr>
            <p:ph type="title" idx="7" hasCustomPrompt="1"/>
          </p:nvPr>
        </p:nvSpPr>
        <p:spPr>
          <a:xfrm>
            <a:off x="1324350" y="2047023"/>
            <a:ext cx="1045200" cy="67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500"/>
              <a:buNone/>
              <a:defRPr sz="4500">
                <a:solidFill>
                  <a:schemeClr val="accent3"/>
                </a:solidFill>
              </a:defRPr>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r>
              <a:t>xx%</a:t>
            </a:r>
          </a:p>
        </p:txBody>
      </p:sp>
      <p:sp>
        <p:nvSpPr>
          <p:cNvPr id="505" name="Google Shape;505;p24"/>
          <p:cNvSpPr txBox="1">
            <a:spLocks noGrp="1"/>
          </p:cNvSpPr>
          <p:nvPr>
            <p:ph type="title" idx="8" hasCustomPrompt="1"/>
          </p:nvPr>
        </p:nvSpPr>
        <p:spPr>
          <a:xfrm>
            <a:off x="4049400" y="2047023"/>
            <a:ext cx="1045200" cy="67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500"/>
              <a:buNone/>
              <a:defRPr sz="4500">
                <a:solidFill>
                  <a:schemeClr val="accent3"/>
                </a:solidFill>
              </a:defRPr>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r>
              <a:t>xx%</a:t>
            </a:r>
          </a:p>
        </p:txBody>
      </p:sp>
      <p:sp>
        <p:nvSpPr>
          <p:cNvPr id="506" name="Google Shape;506;p24"/>
          <p:cNvSpPr txBox="1">
            <a:spLocks noGrp="1"/>
          </p:cNvSpPr>
          <p:nvPr>
            <p:ph type="title" idx="9" hasCustomPrompt="1"/>
          </p:nvPr>
        </p:nvSpPr>
        <p:spPr>
          <a:xfrm>
            <a:off x="6774450" y="2047023"/>
            <a:ext cx="1045200" cy="67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500"/>
              <a:buNone/>
              <a:defRPr sz="4500">
                <a:solidFill>
                  <a:schemeClr val="accent3"/>
                </a:solidFill>
              </a:defRPr>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764"/>
        <p:cNvGrpSpPr/>
        <p:nvPr/>
      </p:nvGrpSpPr>
      <p:grpSpPr>
        <a:xfrm>
          <a:off x="0" y="0"/>
          <a:ext cx="0" cy="0"/>
          <a:chOff x="0" y="0"/>
          <a:chExt cx="0" cy="0"/>
        </a:xfrm>
      </p:grpSpPr>
      <p:pic>
        <p:nvPicPr>
          <p:cNvPr id="765" name="Google Shape;765;p38"/>
          <p:cNvPicPr preferRelativeResize="0"/>
          <p:nvPr/>
        </p:nvPicPr>
        <p:blipFill>
          <a:blip r:embed="rId2">
            <a:alphaModFix/>
          </a:blip>
          <a:stretch>
            <a:fillRect/>
          </a:stretch>
        </p:blipFill>
        <p:spPr>
          <a:xfrm>
            <a:off x="0" y="4465"/>
            <a:ext cx="9144003" cy="5134572"/>
          </a:xfrm>
          <a:prstGeom prst="rect">
            <a:avLst/>
          </a:prstGeom>
          <a:noFill/>
          <a:ln>
            <a:noFill/>
          </a:ln>
        </p:spPr>
      </p:pic>
      <p:grpSp>
        <p:nvGrpSpPr>
          <p:cNvPr id="766" name="Google Shape;766;p38"/>
          <p:cNvGrpSpPr/>
          <p:nvPr/>
        </p:nvGrpSpPr>
        <p:grpSpPr>
          <a:xfrm rot="-1439012">
            <a:off x="-940698" y="-1631485"/>
            <a:ext cx="2767933" cy="2852970"/>
            <a:chOff x="1154976" y="632775"/>
            <a:chExt cx="2502430" cy="3877954"/>
          </a:xfrm>
        </p:grpSpPr>
        <p:sp>
          <p:nvSpPr>
            <p:cNvPr id="767" name="Google Shape;767;p38"/>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8"/>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9" name="Google Shape;769;p38"/>
          <p:cNvSpPr/>
          <p:nvPr/>
        </p:nvSpPr>
        <p:spPr>
          <a:xfrm rot="1504798" flipH="1">
            <a:off x="7686319" y="-102481"/>
            <a:ext cx="1467213" cy="1152047"/>
          </a:xfrm>
          <a:custGeom>
            <a:avLst/>
            <a:gdLst/>
            <a:ahLst/>
            <a:cxnLst/>
            <a:rect l="l" t="t" r="r" b="b"/>
            <a:pathLst>
              <a:path w="24087" h="18914" extrusionOk="0">
                <a:moveTo>
                  <a:pt x="4887" y="4610"/>
                </a:moveTo>
                <a:lnTo>
                  <a:pt x="7433" y="4866"/>
                </a:lnTo>
                <a:cubicBezTo>
                  <a:pt x="7313" y="5771"/>
                  <a:pt x="7177" y="6676"/>
                  <a:pt x="7040" y="7564"/>
                </a:cubicBezTo>
                <a:lnTo>
                  <a:pt x="7040" y="7564"/>
                </a:lnTo>
                <a:cubicBezTo>
                  <a:pt x="6174" y="7497"/>
                  <a:pt x="5308" y="7429"/>
                  <a:pt x="4443" y="7361"/>
                </a:cubicBezTo>
                <a:cubicBezTo>
                  <a:pt x="4579" y="6438"/>
                  <a:pt x="4733" y="5533"/>
                  <a:pt x="4887" y="4610"/>
                </a:cubicBezTo>
                <a:close/>
                <a:moveTo>
                  <a:pt x="7774" y="4917"/>
                </a:moveTo>
                <a:lnTo>
                  <a:pt x="9893" y="5140"/>
                </a:lnTo>
                <a:cubicBezTo>
                  <a:pt x="9791" y="6011"/>
                  <a:pt x="9671" y="6899"/>
                  <a:pt x="9534" y="7771"/>
                </a:cubicBezTo>
                <a:lnTo>
                  <a:pt x="9534" y="7788"/>
                </a:lnTo>
                <a:cubicBezTo>
                  <a:pt x="8868" y="7720"/>
                  <a:pt x="8202" y="7668"/>
                  <a:pt x="7518" y="7617"/>
                </a:cubicBezTo>
                <a:cubicBezTo>
                  <a:pt x="7621" y="6712"/>
                  <a:pt x="7706" y="5823"/>
                  <a:pt x="7774" y="4917"/>
                </a:cubicBezTo>
                <a:close/>
                <a:moveTo>
                  <a:pt x="10320" y="5191"/>
                </a:moveTo>
                <a:cubicBezTo>
                  <a:pt x="11175" y="5276"/>
                  <a:pt x="12029" y="5362"/>
                  <a:pt x="12883" y="5464"/>
                </a:cubicBezTo>
                <a:cubicBezTo>
                  <a:pt x="12747" y="6301"/>
                  <a:pt x="12627" y="7156"/>
                  <a:pt x="12507" y="7993"/>
                </a:cubicBezTo>
                <a:lnTo>
                  <a:pt x="12490" y="8010"/>
                </a:lnTo>
                <a:lnTo>
                  <a:pt x="12490" y="8044"/>
                </a:lnTo>
                <a:lnTo>
                  <a:pt x="11978" y="8010"/>
                </a:lnTo>
                <a:cubicBezTo>
                  <a:pt x="11311" y="7942"/>
                  <a:pt x="10662" y="7890"/>
                  <a:pt x="10013" y="7839"/>
                </a:cubicBezTo>
                <a:cubicBezTo>
                  <a:pt x="10132" y="6951"/>
                  <a:pt x="10235" y="6079"/>
                  <a:pt x="10320" y="5191"/>
                </a:cubicBezTo>
                <a:close/>
                <a:moveTo>
                  <a:pt x="13157" y="5498"/>
                </a:moveTo>
                <a:cubicBezTo>
                  <a:pt x="14011" y="5584"/>
                  <a:pt x="14865" y="5686"/>
                  <a:pt x="15720" y="5772"/>
                </a:cubicBezTo>
                <a:cubicBezTo>
                  <a:pt x="15617" y="6609"/>
                  <a:pt x="15515" y="7446"/>
                  <a:pt x="15395" y="8283"/>
                </a:cubicBezTo>
                <a:lnTo>
                  <a:pt x="15378" y="8283"/>
                </a:lnTo>
                <a:lnTo>
                  <a:pt x="12815" y="8078"/>
                </a:lnTo>
                <a:cubicBezTo>
                  <a:pt x="12935" y="7224"/>
                  <a:pt x="13054" y="6370"/>
                  <a:pt x="13157" y="5498"/>
                </a:cubicBezTo>
                <a:close/>
                <a:moveTo>
                  <a:pt x="16130" y="5806"/>
                </a:moveTo>
                <a:cubicBezTo>
                  <a:pt x="16779" y="5874"/>
                  <a:pt x="17411" y="5960"/>
                  <a:pt x="18060" y="6028"/>
                </a:cubicBezTo>
                <a:cubicBezTo>
                  <a:pt x="17838" y="6848"/>
                  <a:pt x="17633" y="7651"/>
                  <a:pt x="17411" y="8454"/>
                </a:cubicBezTo>
                <a:cubicBezTo>
                  <a:pt x="16864" y="8403"/>
                  <a:pt x="16301" y="8369"/>
                  <a:pt x="15737" y="8318"/>
                </a:cubicBezTo>
                <a:cubicBezTo>
                  <a:pt x="15873" y="7480"/>
                  <a:pt x="16010" y="6643"/>
                  <a:pt x="16130" y="5806"/>
                </a:cubicBezTo>
                <a:close/>
                <a:moveTo>
                  <a:pt x="18453" y="6079"/>
                </a:moveTo>
                <a:lnTo>
                  <a:pt x="19889" y="6250"/>
                </a:lnTo>
                <a:cubicBezTo>
                  <a:pt x="19752" y="7053"/>
                  <a:pt x="19581" y="7856"/>
                  <a:pt x="19427" y="8659"/>
                </a:cubicBezTo>
                <a:cubicBezTo>
                  <a:pt x="18898" y="8608"/>
                  <a:pt x="18385" y="8540"/>
                  <a:pt x="17855" y="8506"/>
                </a:cubicBezTo>
                <a:cubicBezTo>
                  <a:pt x="18060" y="7703"/>
                  <a:pt x="18248" y="6899"/>
                  <a:pt x="18453" y="6079"/>
                </a:cubicBezTo>
                <a:close/>
                <a:moveTo>
                  <a:pt x="20282" y="6301"/>
                </a:moveTo>
                <a:lnTo>
                  <a:pt x="21871" y="6489"/>
                </a:lnTo>
                <a:cubicBezTo>
                  <a:pt x="21785" y="7310"/>
                  <a:pt x="21683" y="8113"/>
                  <a:pt x="21580" y="8916"/>
                </a:cubicBezTo>
                <a:cubicBezTo>
                  <a:pt x="21016" y="8830"/>
                  <a:pt x="20435" y="8762"/>
                  <a:pt x="19872" y="8693"/>
                </a:cubicBezTo>
                <a:cubicBezTo>
                  <a:pt x="20025" y="7908"/>
                  <a:pt x="20162" y="7104"/>
                  <a:pt x="20282" y="6301"/>
                </a:cubicBezTo>
                <a:close/>
                <a:moveTo>
                  <a:pt x="4391" y="7634"/>
                </a:moveTo>
                <a:lnTo>
                  <a:pt x="7006" y="7873"/>
                </a:lnTo>
                <a:cubicBezTo>
                  <a:pt x="6818" y="9086"/>
                  <a:pt x="6613" y="10300"/>
                  <a:pt x="6408" y="11513"/>
                </a:cubicBezTo>
                <a:cubicBezTo>
                  <a:pt x="5587" y="11444"/>
                  <a:pt x="4784" y="11376"/>
                  <a:pt x="3964" y="11308"/>
                </a:cubicBezTo>
                <a:cubicBezTo>
                  <a:pt x="4050" y="10539"/>
                  <a:pt x="4118" y="9770"/>
                  <a:pt x="4221" y="9001"/>
                </a:cubicBezTo>
                <a:cubicBezTo>
                  <a:pt x="4272" y="8557"/>
                  <a:pt x="4323" y="8095"/>
                  <a:pt x="4391" y="7634"/>
                </a:cubicBezTo>
                <a:close/>
                <a:moveTo>
                  <a:pt x="7484" y="7942"/>
                </a:moveTo>
                <a:cubicBezTo>
                  <a:pt x="8150" y="7993"/>
                  <a:pt x="8817" y="8061"/>
                  <a:pt x="9483" y="8130"/>
                </a:cubicBezTo>
                <a:cubicBezTo>
                  <a:pt x="9278" y="9326"/>
                  <a:pt x="9056" y="10539"/>
                  <a:pt x="8817" y="11735"/>
                </a:cubicBezTo>
                <a:cubicBezTo>
                  <a:pt x="8202" y="11684"/>
                  <a:pt x="7569" y="11615"/>
                  <a:pt x="6937" y="11564"/>
                </a:cubicBezTo>
                <a:cubicBezTo>
                  <a:pt x="7159" y="10368"/>
                  <a:pt x="7347" y="9155"/>
                  <a:pt x="7484" y="7942"/>
                </a:cubicBezTo>
                <a:close/>
                <a:moveTo>
                  <a:pt x="9962" y="8164"/>
                </a:moveTo>
                <a:cubicBezTo>
                  <a:pt x="10628" y="8232"/>
                  <a:pt x="11294" y="8301"/>
                  <a:pt x="11944" y="8369"/>
                </a:cubicBezTo>
                <a:lnTo>
                  <a:pt x="12439" y="8420"/>
                </a:lnTo>
                <a:cubicBezTo>
                  <a:pt x="12251" y="9616"/>
                  <a:pt x="12046" y="10812"/>
                  <a:pt x="11858" y="12042"/>
                </a:cubicBezTo>
                <a:lnTo>
                  <a:pt x="9364" y="11803"/>
                </a:lnTo>
                <a:cubicBezTo>
                  <a:pt x="9586" y="10607"/>
                  <a:pt x="9791" y="9394"/>
                  <a:pt x="9962" y="8164"/>
                </a:cubicBezTo>
                <a:close/>
                <a:moveTo>
                  <a:pt x="12764" y="8454"/>
                </a:moveTo>
                <a:cubicBezTo>
                  <a:pt x="13618" y="8540"/>
                  <a:pt x="14472" y="8642"/>
                  <a:pt x="15310" y="8745"/>
                </a:cubicBezTo>
                <a:lnTo>
                  <a:pt x="15292" y="8933"/>
                </a:lnTo>
                <a:cubicBezTo>
                  <a:pt x="15122" y="10060"/>
                  <a:pt x="14917" y="11188"/>
                  <a:pt x="14729" y="12316"/>
                </a:cubicBezTo>
                <a:lnTo>
                  <a:pt x="12337" y="12077"/>
                </a:lnTo>
                <a:cubicBezTo>
                  <a:pt x="12490" y="10863"/>
                  <a:pt x="12610" y="9650"/>
                  <a:pt x="12764" y="8454"/>
                </a:cubicBezTo>
                <a:close/>
                <a:moveTo>
                  <a:pt x="15668" y="8813"/>
                </a:moveTo>
                <a:lnTo>
                  <a:pt x="17292" y="9001"/>
                </a:lnTo>
                <a:cubicBezTo>
                  <a:pt x="17001" y="10146"/>
                  <a:pt x="16745" y="11308"/>
                  <a:pt x="16540" y="12487"/>
                </a:cubicBezTo>
                <a:lnTo>
                  <a:pt x="15207" y="12367"/>
                </a:lnTo>
                <a:cubicBezTo>
                  <a:pt x="15327" y="11359"/>
                  <a:pt x="15446" y="10351"/>
                  <a:pt x="15600" y="9377"/>
                </a:cubicBezTo>
                <a:lnTo>
                  <a:pt x="15668" y="8813"/>
                </a:lnTo>
                <a:close/>
                <a:moveTo>
                  <a:pt x="17719" y="9052"/>
                </a:moveTo>
                <a:lnTo>
                  <a:pt x="19308" y="9240"/>
                </a:lnTo>
                <a:cubicBezTo>
                  <a:pt x="19086" y="10385"/>
                  <a:pt x="18881" y="11547"/>
                  <a:pt x="18710" y="12709"/>
                </a:cubicBezTo>
                <a:lnTo>
                  <a:pt x="16984" y="12538"/>
                </a:lnTo>
                <a:cubicBezTo>
                  <a:pt x="17189" y="11359"/>
                  <a:pt x="17445" y="10197"/>
                  <a:pt x="17719" y="9052"/>
                </a:cubicBezTo>
                <a:close/>
                <a:moveTo>
                  <a:pt x="19752" y="9292"/>
                </a:moveTo>
                <a:cubicBezTo>
                  <a:pt x="20333" y="9360"/>
                  <a:pt x="20914" y="9428"/>
                  <a:pt x="21495" y="9479"/>
                </a:cubicBezTo>
                <a:cubicBezTo>
                  <a:pt x="21341" y="10641"/>
                  <a:pt x="21170" y="11803"/>
                  <a:pt x="21033" y="12965"/>
                </a:cubicBezTo>
                <a:cubicBezTo>
                  <a:pt x="20418" y="12897"/>
                  <a:pt x="19803" y="12811"/>
                  <a:pt x="19188" y="12760"/>
                </a:cubicBezTo>
                <a:cubicBezTo>
                  <a:pt x="19342" y="11598"/>
                  <a:pt x="19547" y="10453"/>
                  <a:pt x="19752" y="9292"/>
                </a:cubicBezTo>
                <a:close/>
                <a:moveTo>
                  <a:pt x="10602" y="1"/>
                </a:moveTo>
                <a:cubicBezTo>
                  <a:pt x="10568" y="1"/>
                  <a:pt x="10534" y="22"/>
                  <a:pt x="10525" y="65"/>
                </a:cubicBezTo>
                <a:cubicBezTo>
                  <a:pt x="10337" y="1620"/>
                  <a:pt x="10167" y="3158"/>
                  <a:pt x="9962" y="4712"/>
                </a:cubicBezTo>
                <a:cubicBezTo>
                  <a:pt x="9244" y="4644"/>
                  <a:pt x="8526" y="4576"/>
                  <a:pt x="7826" y="4507"/>
                </a:cubicBezTo>
                <a:cubicBezTo>
                  <a:pt x="7911" y="3294"/>
                  <a:pt x="7980" y="2081"/>
                  <a:pt x="8048" y="885"/>
                </a:cubicBezTo>
                <a:cubicBezTo>
                  <a:pt x="8048" y="821"/>
                  <a:pt x="7994" y="786"/>
                  <a:pt x="7944" y="786"/>
                </a:cubicBezTo>
                <a:cubicBezTo>
                  <a:pt x="7900" y="786"/>
                  <a:pt x="7860" y="812"/>
                  <a:pt x="7860" y="868"/>
                </a:cubicBezTo>
                <a:cubicBezTo>
                  <a:pt x="7774" y="2081"/>
                  <a:pt x="7638" y="3294"/>
                  <a:pt x="7501" y="4490"/>
                </a:cubicBezTo>
                <a:cubicBezTo>
                  <a:pt x="6647" y="4422"/>
                  <a:pt x="5810" y="4354"/>
                  <a:pt x="4972" y="4285"/>
                </a:cubicBezTo>
                <a:cubicBezTo>
                  <a:pt x="5229" y="2901"/>
                  <a:pt x="5502" y="1534"/>
                  <a:pt x="5792" y="150"/>
                </a:cubicBezTo>
                <a:cubicBezTo>
                  <a:pt x="5803" y="96"/>
                  <a:pt x="5752" y="55"/>
                  <a:pt x="5708" y="55"/>
                </a:cubicBezTo>
                <a:cubicBezTo>
                  <a:pt x="5684" y="55"/>
                  <a:pt x="5662" y="68"/>
                  <a:pt x="5656" y="99"/>
                </a:cubicBezTo>
                <a:cubicBezTo>
                  <a:pt x="5229" y="1466"/>
                  <a:pt x="4887" y="2850"/>
                  <a:pt x="4614" y="4251"/>
                </a:cubicBezTo>
                <a:cubicBezTo>
                  <a:pt x="3435" y="4166"/>
                  <a:pt x="2239" y="4080"/>
                  <a:pt x="1043" y="4012"/>
                </a:cubicBezTo>
                <a:cubicBezTo>
                  <a:pt x="906" y="4029"/>
                  <a:pt x="906" y="4217"/>
                  <a:pt x="1025" y="4251"/>
                </a:cubicBezTo>
                <a:lnTo>
                  <a:pt x="4562" y="4610"/>
                </a:lnTo>
                <a:cubicBezTo>
                  <a:pt x="4391" y="5515"/>
                  <a:pt x="4238" y="6438"/>
                  <a:pt x="4101" y="7361"/>
                </a:cubicBezTo>
                <a:cubicBezTo>
                  <a:pt x="2768" y="7258"/>
                  <a:pt x="1435" y="7173"/>
                  <a:pt x="103" y="7104"/>
                </a:cubicBezTo>
                <a:cubicBezTo>
                  <a:pt x="0" y="7104"/>
                  <a:pt x="0" y="7258"/>
                  <a:pt x="103" y="7275"/>
                </a:cubicBezTo>
                <a:lnTo>
                  <a:pt x="4067" y="7634"/>
                </a:lnTo>
                <a:cubicBezTo>
                  <a:pt x="3896" y="8847"/>
                  <a:pt x="3725" y="10077"/>
                  <a:pt x="3554" y="11291"/>
                </a:cubicBezTo>
                <a:cubicBezTo>
                  <a:pt x="2649" y="11222"/>
                  <a:pt x="1726" y="11154"/>
                  <a:pt x="820" y="11103"/>
                </a:cubicBezTo>
                <a:cubicBezTo>
                  <a:pt x="632" y="11103"/>
                  <a:pt x="615" y="11376"/>
                  <a:pt x="803" y="11393"/>
                </a:cubicBezTo>
                <a:cubicBezTo>
                  <a:pt x="1709" y="11479"/>
                  <a:pt x="2597" y="11581"/>
                  <a:pt x="3503" y="11666"/>
                </a:cubicBezTo>
                <a:cubicBezTo>
                  <a:pt x="3247" y="13409"/>
                  <a:pt x="2922" y="15135"/>
                  <a:pt x="2495" y="16844"/>
                </a:cubicBezTo>
                <a:cubicBezTo>
                  <a:pt x="2484" y="16977"/>
                  <a:pt x="2595" y="17067"/>
                  <a:pt x="2712" y="17067"/>
                </a:cubicBezTo>
                <a:cubicBezTo>
                  <a:pt x="2775" y="17067"/>
                  <a:pt x="2840" y="17040"/>
                  <a:pt x="2888" y="16980"/>
                </a:cubicBezTo>
                <a:cubicBezTo>
                  <a:pt x="3469" y="15272"/>
                  <a:pt x="3742" y="13495"/>
                  <a:pt x="3930" y="11701"/>
                </a:cubicBezTo>
                <a:cubicBezTo>
                  <a:pt x="4733" y="11786"/>
                  <a:pt x="5553" y="11854"/>
                  <a:pt x="6356" y="11940"/>
                </a:cubicBezTo>
                <a:cubicBezTo>
                  <a:pt x="6237" y="12743"/>
                  <a:pt x="6100" y="13546"/>
                  <a:pt x="5963" y="14349"/>
                </a:cubicBezTo>
                <a:cubicBezTo>
                  <a:pt x="5963" y="14467"/>
                  <a:pt x="6054" y="14534"/>
                  <a:pt x="6143" y="14534"/>
                </a:cubicBezTo>
                <a:cubicBezTo>
                  <a:pt x="6210" y="14534"/>
                  <a:pt x="6276" y="14497"/>
                  <a:pt x="6305" y="14417"/>
                </a:cubicBezTo>
                <a:cubicBezTo>
                  <a:pt x="6527" y="13614"/>
                  <a:pt x="6715" y="12811"/>
                  <a:pt x="6869" y="11991"/>
                </a:cubicBezTo>
                <a:lnTo>
                  <a:pt x="8748" y="12162"/>
                </a:lnTo>
                <a:cubicBezTo>
                  <a:pt x="8543" y="13256"/>
                  <a:pt x="8321" y="14332"/>
                  <a:pt x="8133" y="15425"/>
                </a:cubicBezTo>
                <a:cubicBezTo>
                  <a:pt x="8113" y="15554"/>
                  <a:pt x="8238" y="15637"/>
                  <a:pt x="8359" y="15637"/>
                </a:cubicBezTo>
                <a:cubicBezTo>
                  <a:pt x="8446" y="15637"/>
                  <a:pt x="8532" y="15594"/>
                  <a:pt x="8560" y="15494"/>
                </a:cubicBezTo>
                <a:cubicBezTo>
                  <a:pt x="8834" y="14417"/>
                  <a:pt x="9073" y="13324"/>
                  <a:pt x="9295" y="12213"/>
                </a:cubicBezTo>
                <a:cubicBezTo>
                  <a:pt x="10132" y="12299"/>
                  <a:pt x="10970" y="12384"/>
                  <a:pt x="11807" y="12470"/>
                </a:cubicBezTo>
                <a:cubicBezTo>
                  <a:pt x="11653" y="13495"/>
                  <a:pt x="11516" y="14520"/>
                  <a:pt x="11465" y="15545"/>
                </a:cubicBezTo>
                <a:cubicBezTo>
                  <a:pt x="11455" y="15647"/>
                  <a:pt x="11554" y="15712"/>
                  <a:pt x="11643" y="15712"/>
                </a:cubicBezTo>
                <a:cubicBezTo>
                  <a:pt x="11703" y="15712"/>
                  <a:pt x="11759" y="15682"/>
                  <a:pt x="11773" y="15613"/>
                </a:cubicBezTo>
                <a:cubicBezTo>
                  <a:pt x="11995" y="14588"/>
                  <a:pt x="12166" y="13563"/>
                  <a:pt x="12302" y="12521"/>
                </a:cubicBezTo>
                <a:cubicBezTo>
                  <a:pt x="13088" y="12589"/>
                  <a:pt x="13874" y="12675"/>
                  <a:pt x="14677" y="12777"/>
                </a:cubicBezTo>
                <a:cubicBezTo>
                  <a:pt x="14421" y="14315"/>
                  <a:pt x="14182" y="15870"/>
                  <a:pt x="14062" y="17407"/>
                </a:cubicBezTo>
                <a:cubicBezTo>
                  <a:pt x="14052" y="17528"/>
                  <a:pt x="14166" y="17607"/>
                  <a:pt x="14272" y="17607"/>
                </a:cubicBezTo>
                <a:cubicBezTo>
                  <a:pt x="14346" y="17607"/>
                  <a:pt x="14417" y="17568"/>
                  <a:pt x="14438" y="17476"/>
                </a:cubicBezTo>
                <a:cubicBezTo>
                  <a:pt x="14763" y="15955"/>
                  <a:pt x="14985" y="14383"/>
                  <a:pt x="15173" y="12828"/>
                </a:cubicBezTo>
                <a:lnTo>
                  <a:pt x="16488" y="12982"/>
                </a:lnTo>
                <a:cubicBezTo>
                  <a:pt x="16266" y="14264"/>
                  <a:pt x="16164" y="15579"/>
                  <a:pt x="16181" y="16895"/>
                </a:cubicBezTo>
                <a:cubicBezTo>
                  <a:pt x="16181" y="17029"/>
                  <a:pt x="16298" y="17102"/>
                  <a:pt x="16410" y="17102"/>
                </a:cubicBezTo>
                <a:cubicBezTo>
                  <a:pt x="16511" y="17102"/>
                  <a:pt x="16608" y="17042"/>
                  <a:pt x="16608" y="16912"/>
                </a:cubicBezTo>
                <a:cubicBezTo>
                  <a:pt x="16591" y="15613"/>
                  <a:pt x="16693" y="14298"/>
                  <a:pt x="16916" y="13016"/>
                </a:cubicBezTo>
                <a:lnTo>
                  <a:pt x="18658" y="13221"/>
                </a:lnTo>
                <a:cubicBezTo>
                  <a:pt x="18453" y="14691"/>
                  <a:pt x="18385" y="16177"/>
                  <a:pt x="18436" y="17664"/>
                </a:cubicBezTo>
                <a:cubicBezTo>
                  <a:pt x="18445" y="17809"/>
                  <a:pt x="18565" y="17887"/>
                  <a:pt x="18676" y="17887"/>
                </a:cubicBezTo>
                <a:cubicBezTo>
                  <a:pt x="18773" y="17887"/>
                  <a:pt x="18863" y="17826"/>
                  <a:pt x="18863" y="17698"/>
                </a:cubicBezTo>
                <a:cubicBezTo>
                  <a:pt x="18829" y="16211"/>
                  <a:pt x="18915" y="14742"/>
                  <a:pt x="19120" y="13273"/>
                </a:cubicBezTo>
                <a:cubicBezTo>
                  <a:pt x="19752" y="13341"/>
                  <a:pt x="20367" y="13409"/>
                  <a:pt x="20982" y="13478"/>
                </a:cubicBezTo>
                <a:cubicBezTo>
                  <a:pt x="20777" y="15220"/>
                  <a:pt x="20760" y="16980"/>
                  <a:pt x="20914" y="18740"/>
                </a:cubicBezTo>
                <a:cubicBezTo>
                  <a:pt x="20921" y="18861"/>
                  <a:pt x="21001" y="18913"/>
                  <a:pt x="21092" y="18913"/>
                </a:cubicBezTo>
                <a:cubicBezTo>
                  <a:pt x="21220" y="18913"/>
                  <a:pt x="21368" y="18808"/>
                  <a:pt x="21358" y="18638"/>
                </a:cubicBezTo>
                <a:cubicBezTo>
                  <a:pt x="21221" y="16929"/>
                  <a:pt x="21256" y="15220"/>
                  <a:pt x="21478" y="13512"/>
                </a:cubicBezTo>
                <a:cubicBezTo>
                  <a:pt x="22195" y="13597"/>
                  <a:pt x="22930" y="13666"/>
                  <a:pt x="23648" y="13734"/>
                </a:cubicBezTo>
                <a:cubicBezTo>
                  <a:pt x="23653" y="13734"/>
                  <a:pt x="23659" y="13734"/>
                  <a:pt x="23664" y="13734"/>
                </a:cubicBezTo>
                <a:cubicBezTo>
                  <a:pt x="23922" y="13734"/>
                  <a:pt x="23932" y="13340"/>
                  <a:pt x="23665" y="13307"/>
                </a:cubicBezTo>
                <a:cubicBezTo>
                  <a:pt x="22964" y="13204"/>
                  <a:pt x="22247" y="13102"/>
                  <a:pt x="21529" y="13016"/>
                </a:cubicBezTo>
                <a:cubicBezTo>
                  <a:pt x="21649" y="11854"/>
                  <a:pt x="21819" y="10693"/>
                  <a:pt x="21973" y="9531"/>
                </a:cubicBezTo>
                <a:cubicBezTo>
                  <a:pt x="22588" y="9582"/>
                  <a:pt x="23186" y="9633"/>
                  <a:pt x="23801" y="9684"/>
                </a:cubicBezTo>
                <a:cubicBezTo>
                  <a:pt x="23807" y="9685"/>
                  <a:pt x="23812" y="9685"/>
                  <a:pt x="23818" y="9685"/>
                </a:cubicBezTo>
                <a:cubicBezTo>
                  <a:pt x="24075" y="9685"/>
                  <a:pt x="24086" y="9291"/>
                  <a:pt x="23818" y="9257"/>
                </a:cubicBezTo>
                <a:cubicBezTo>
                  <a:pt x="23238" y="9155"/>
                  <a:pt x="22640" y="9069"/>
                  <a:pt x="22041" y="8984"/>
                </a:cubicBezTo>
                <a:cubicBezTo>
                  <a:pt x="22144" y="8181"/>
                  <a:pt x="22229" y="7361"/>
                  <a:pt x="22281" y="6558"/>
                </a:cubicBezTo>
                <a:lnTo>
                  <a:pt x="23562" y="6712"/>
                </a:lnTo>
                <a:cubicBezTo>
                  <a:pt x="23577" y="6714"/>
                  <a:pt x="23591" y="6715"/>
                  <a:pt x="23604" y="6715"/>
                </a:cubicBezTo>
                <a:cubicBezTo>
                  <a:pt x="23855" y="6715"/>
                  <a:pt x="23872" y="6283"/>
                  <a:pt x="23596" y="6250"/>
                </a:cubicBezTo>
                <a:lnTo>
                  <a:pt x="22315" y="6096"/>
                </a:lnTo>
                <a:cubicBezTo>
                  <a:pt x="22366" y="4969"/>
                  <a:pt x="22349" y="3824"/>
                  <a:pt x="22247" y="2696"/>
                </a:cubicBezTo>
                <a:cubicBezTo>
                  <a:pt x="22239" y="2632"/>
                  <a:pt x="22182" y="2602"/>
                  <a:pt x="22124" y="2602"/>
                </a:cubicBezTo>
                <a:cubicBezTo>
                  <a:pt x="22058" y="2602"/>
                  <a:pt x="21990" y="2641"/>
                  <a:pt x="21990" y="2713"/>
                </a:cubicBezTo>
                <a:cubicBezTo>
                  <a:pt x="22041" y="3824"/>
                  <a:pt x="22007" y="4935"/>
                  <a:pt x="21905" y="6045"/>
                </a:cubicBezTo>
                <a:lnTo>
                  <a:pt x="20350" y="5857"/>
                </a:lnTo>
                <a:cubicBezTo>
                  <a:pt x="20538" y="4678"/>
                  <a:pt x="20675" y="3499"/>
                  <a:pt x="20743" y="2303"/>
                </a:cubicBezTo>
                <a:cubicBezTo>
                  <a:pt x="20743" y="2222"/>
                  <a:pt x="20676" y="2179"/>
                  <a:pt x="20613" y="2179"/>
                </a:cubicBezTo>
                <a:cubicBezTo>
                  <a:pt x="20557" y="2179"/>
                  <a:pt x="20504" y="2214"/>
                  <a:pt x="20504" y="2286"/>
                </a:cubicBezTo>
                <a:cubicBezTo>
                  <a:pt x="20384" y="3465"/>
                  <a:pt x="20196" y="4644"/>
                  <a:pt x="19974" y="5806"/>
                </a:cubicBezTo>
                <a:lnTo>
                  <a:pt x="18556" y="5635"/>
                </a:lnTo>
                <a:cubicBezTo>
                  <a:pt x="18812" y="4507"/>
                  <a:pt x="19051" y="3363"/>
                  <a:pt x="19222" y="2218"/>
                </a:cubicBezTo>
                <a:cubicBezTo>
                  <a:pt x="19233" y="2146"/>
                  <a:pt x="19162" y="2099"/>
                  <a:pt x="19101" y="2099"/>
                </a:cubicBezTo>
                <a:cubicBezTo>
                  <a:pt x="19060" y="2099"/>
                  <a:pt x="19024" y="2119"/>
                  <a:pt x="19017" y="2167"/>
                </a:cubicBezTo>
                <a:cubicBezTo>
                  <a:pt x="18778" y="3311"/>
                  <a:pt x="18488" y="4456"/>
                  <a:pt x="18180" y="5584"/>
                </a:cubicBezTo>
                <a:cubicBezTo>
                  <a:pt x="17531" y="5515"/>
                  <a:pt x="16864" y="5430"/>
                  <a:pt x="16215" y="5362"/>
                </a:cubicBezTo>
                <a:cubicBezTo>
                  <a:pt x="16420" y="3858"/>
                  <a:pt x="16625" y="2372"/>
                  <a:pt x="16711" y="868"/>
                </a:cubicBezTo>
                <a:cubicBezTo>
                  <a:pt x="16711" y="838"/>
                  <a:pt x="16682" y="820"/>
                  <a:pt x="16654" y="820"/>
                </a:cubicBezTo>
                <a:cubicBezTo>
                  <a:pt x="16634" y="820"/>
                  <a:pt x="16615" y="829"/>
                  <a:pt x="16608" y="851"/>
                </a:cubicBezTo>
                <a:cubicBezTo>
                  <a:pt x="16283" y="2320"/>
                  <a:pt x="16027" y="3807"/>
                  <a:pt x="15822" y="5310"/>
                </a:cubicBezTo>
                <a:cubicBezTo>
                  <a:pt x="14968" y="5208"/>
                  <a:pt x="14113" y="5122"/>
                  <a:pt x="13259" y="5037"/>
                </a:cubicBezTo>
                <a:cubicBezTo>
                  <a:pt x="13464" y="3516"/>
                  <a:pt x="13652" y="1996"/>
                  <a:pt x="13840" y="492"/>
                </a:cubicBezTo>
                <a:cubicBezTo>
                  <a:pt x="13849" y="420"/>
                  <a:pt x="13800" y="381"/>
                  <a:pt x="13748" y="381"/>
                </a:cubicBezTo>
                <a:cubicBezTo>
                  <a:pt x="13701" y="381"/>
                  <a:pt x="13651" y="411"/>
                  <a:pt x="13635" y="475"/>
                </a:cubicBezTo>
                <a:cubicBezTo>
                  <a:pt x="13396" y="1979"/>
                  <a:pt x="13174" y="3482"/>
                  <a:pt x="12952" y="5003"/>
                </a:cubicBezTo>
                <a:cubicBezTo>
                  <a:pt x="12097" y="4917"/>
                  <a:pt x="11226" y="4815"/>
                  <a:pt x="10372" y="4730"/>
                </a:cubicBezTo>
                <a:cubicBezTo>
                  <a:pt x="10525" y="3175"/>
                  <a:pt x="10628" y="1620"/>
                  <a:pt x="10679" y="65"/>
                </a:cubicBezTo>
                <a:cubicBezTo>
                  <a:pt x="10671" y="22"/>
                  <a:pt x="10636" y="1"/>
                  <a:pt x="10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0" name="Google Shape;770;p38"/>
          <p:cNvGrpSpPr/>
          <p:nvPr/>
        </p:nvGrpSpPr>
        <p:grpSpPr>
          <a:xfrm rot="1157192">
            <a:off x="8206289" y="4344707"/>
            <a:ext cx="827338" cy="808883"/>
            <a:chOff x="3141076" y="86042"/>
            <a:chExt cx="827319" cy="808865"/>
          </a:xfrm>
        </p:grpSpPr>
        <p:sp>
          <p:nvSpPr>
            <p:cNvPr id="771" name="Google Shape;771;p38"/>
            <p:cNvSpPr/>
            <p:nvPr/>
          </p:nvSpPr>
          <p:spPr>
            <a:xfrm rot="-2384385">
              <a:off x="3251915" y="273325"/>
              <a:ext cx="613005" cy="451335"/>
            </a:xfrm>
            <a:custGeom>
              <a:avLst/>
              <a:gdLst/>
              <a:ahLst/>
              <a:cxnLst/>
              <a:rect l="l" t="t" r="r" b="b"/>
              <a:pathLst>
                <a:path w="13252" h="9757" extrusionOk="0">
                  <a:moveTo>
                    <a:pt x="4543" y="0"/>
                  </a:moveTo>
                  <a:cubicBezTo>
                    <a:pt x="4123" y="0"/>
                    <a:pt x="3759" y="580"/>
                    <a:pt x="4111" y="1010"/>
                  </a:cubicBezTo>
                  <a:cubicBezTo>
                    <a:pt x="4316" y="1283"/>
                    <a:pt x="4555" y="1557"/>
                    <a:pt x="4777" y="1830"/>
                  </a:cubicBezTo>
                  <a:cubicBezTo>
                    <a:pt x="4094" y="1215"/>
                    <a:pt x="3359" y="634"/>
                    <a:pt x="2590" y="121"/>
                  </a:cubicBezTo>
                  <a:cubicBezTo>
                    <a:pt x="2499" y="61"/>
                    <a:pt x="2404" y="34"/>
                    <a:pt x="2311" y="34"/>
                  </a:cubicBezTo>
                  <a:cubicBezTo>
                    <a:pt x="2038" y="34"/>
                    <a:pt x="1787" y="264"/>
                    <a:pt x="1736" y="531"/>
                  </a:cubicBezTo>
                  <a:cubicBezTo>
                    <a:pt x="1497" y="395"/>
                    <a:pt x="1240" y="258"/>
                    <a:pt x="984" y="156"/>
                  </a:cubicBezTo>
                  <a:cubicBezTo>
                    <a:pt x="906" y="119"/>
                    <a:pt x="823" y="103"/>
                    <a:pt x="742" y="103"/>
                  </a:cubicBezTo>
                  <a:cubicBezTo>
                    <a:pt x="363" y="103"/>
                    <a:pt x="13" y="465"/>
                    <a:pt x="266" y="873"/>
                  </a:cubicBezTo>
                  <a:cubicBezTo>
                    <a:pt x="454" y="1164"/>
                    <a:pt x="642" y="1437"/>
                    <a:pt x="847" y="1710"/>
                  </a:cubicBezTo>
                  <a:cubicBezTo>
                    <a:pt x="813" y="1705"/>
                    <a:pt x="779" y="1702"/>
                    <a:pt x="745" y="1702"/>
                  </a:cubicBezTo>
                  <a:cubicBezTo>
                    <a:pt x="366" y="1702"/>
                    <a:pt x="0" y="2038"/>
                    <a:pt x="266" y="2445"/>
                  </a:cubicBezTo>
                  <a:cubicBezTo>
                    <a:pt x="1292" y="3983"/>
                    <a:pt x="2505" y="5367"/>
                    <a:pt x="3547" y="6870"/>
                  </a:cubicBezTo>
                  <a:cubicBezTo>
                    <a:pt x="3291" y="6682"/>
                    <a:pt x="3000" y="6512"/>
                    <a:pt x="2693" y="6375"/>
                  </a:cubicBezTo>
                  <a:cubicBezTo>
                    <a:pt x="2613" y="6325"/>
                    <a:pt x="2531" y="6303"/>
                    <a:pt x="2452" y="6303"/>
                  </a:cubicBezTo>
                  <a:cubicBezTo>
                    <a:pt x="2129" y="6303"/>
                    <a:pt x="1868" y="6677"/>
                    <a:pt x="2061" y="7007"/>
                  </a:cubicBezTo>
                  <a:cubicBezTo>
                    <a:pt x="2590" y="8152"/>
                    <a:pt x="3462" y="9092"/>
                    <a:pt x="4538" y="9724"/>
                  </a:cubicBezTo>
                  <a:cubicBezTo>
                    <a:pt x="4584" y="9747"/>
                    <a:pt x="4630" y="9757"/>
                    <a:pt x="4676" y="9757"/>
                  </a:cubicBezTo>
                  <a:cubicBezTo>
                    <a:pt x="4868" y="9757"/>
                    <a:pt x="5034" y="9569"/>
                    <a:pt x="4965" y="9348"/>
                  </a:cubicBezTo>
                  <a:lnTo>
                    <a:pt x="4965" y="9348"/>
                  </a:lnTo>
                  <a:lnTo>
                    <a:pt x="5119" y="9502"/>
                  </a:lnTo>
                  <a:cubicBezTo>
                    <a:pt x="5223" y="9601"/>
                    <a:pt x="5342" y="9644"/>
                    <a:pt x="5458" y="9644"/>
                  </a:cubicBezTo>
                  <a:cubicBezTo>
                    <a:pt x="5799" y="9644"/>
                    <a:pt x="6109" y="9274"/>
                    <a:pt x="5905" y="8904"/>
                  </a:cubicBezTo>
                  <a:cubicBezTo>
                    <a:pt x="5597" y="8220"/>
                    <a:pt x="5239" y="7571"/>
                    <a:pt x="4828" y="6939"/>
                  </a:cubicBezTo>
                  <a:lnTo>
                    <a:pt x="4828" y="6939"/>
                  </a:lnTo>
                  <a:cubicBezTo>
                    <a:pt x="5632" y="7810"/>
                    <a:pt x="6503" y="8596"/>
                    <a:pt x="7426" y="9297"/>
                  </a:cubicBezTo>
                  <a:cubicBezTo>
                    <a:pt x="7509" y="9356"/>
                    <a:pt x="7598" y="9382"/>
                    <a:pt x="7683" y="9382"/>
                  </a:cubicBezTo>
                  <a:cubicBezTo>
                    <a:pt x="8017" y="9382"/>
                    <a:pt x="8317" y="8991"/>
                    <a:pt x="8194" y="8664"/>
                  </a:cubicBezTo>
                  <a:lnTo>
                    <a:pt x="8194" y="8664"/>
                  </a:lnTo>
                  <a:lnTo>
                    <a:pt x="8417" y="8921"/>
                  </a:lnTo>
                  <a:cubicBezTo>
                    <a:pt x="8521" y="9025"/>
                    <a:pt x="8645" y="9069"/>
                    <a:pt x="8768" y="9069"/>
                  </a:cubicBezTo>
                  <a:cubicBezTo>
                    <a:pt x="9152" y="9069"/>
                    <a:pt x="9529" y="8642"/>
                    <a:pt x="9271" y="8254"/>
                  </a:cubicBezTo>
                  <a:cubicBezTo>
                    <a:pt x="8963" y="7793"/>
                    <a:pt x="8622" y="7332"/>
                    <a:pt x="8297" y="6905"/>
                  </a:cubicBezTo>
                  <a:lnTo>
                    <a:pt x="8297" y="6905"/>
                  </a:lnTo>
                  <a:cubicBezTo>
                    <a:pt x="8895" y="7503"/>
                    <a:pt x="9493" y="8066"/>
                    <a:pt x="10142" y="8613"/>
                  </a:cubicBezTo>
                  <a:cubicBezTo>
                    <a:pt x="10255" y="8709"/>
                    <a:pt x="10389" y="8751"/>
                    <a:pt x="10522" y="8751"/>
                  </a:cubicBezTo>
                  <a:cubicBezTo>
                    <a:pt x="10932" y="8751"/>
                    <a:pt x="11328" y="8351"/>
                    <a:pt x="11031" y="7913"/>
                  </a:cubicBezTo>
                  <a:lnTo>
                    <a:pt x="10826" y="7622"/>
                  </a:lnTo>
                  <a:lnTo>
                    <a:pt x="10826" y="7622"/>
                  </a:lnTo>
                  <a:cubicBezTo>
                    <a:pt x="10894" y="7656"/>
                    <a:pt x="10962" y="7708"/>
                    <a:pt x="11048" y="7759"/>
                  </a:cubicBezTo>
                  <a:cubicBezTo>
                    <a:pt x="11135" y="7817"/>
                    <a:pt x="11232" y="7842"/>
                    <a:pt x="11328" y="7842"/>
                  </a:cubicBezTo>
                  <a:cubicBezTo>
                    <a:pt x="11689" y="7842"/>
                    <a:pt x="12050" y="7487"/>
                    <a:pt x="11902" y="7110"/>
                  </a:cubicBezTo>
                  <a:cubicBezTo>
                    <a:pt x="11783" y="6819"/>
                    <a:pt x="11663" y="6529"/>
                    <a:pt x="11526" y="6255"/>
                  </a:cubicBezTo>
                  <a:cubicBezTo>
                    <a:pt x="11714" y="6153"/>
                    <a:pt x="11851" y="5965"/>
                    <a:pt x="11902" y="5743"/>
                  </a:cubicBezTo>
                  <a:cubicBezTo>
                    <a:pt x="11973" y="5769"/>
                    <a:pt x="12044" y="5781"/>
                    <a:pt x="12114" y="5781"/>
                  </a:cubicBezTo>
                  <a:cubicBezTo>
                    <a:pt x="12451" y="5781"/>
                    <a:pt x="12751" y="5496"/>
                    <a:pt x="12722" y="5128"/>
                  </a:cubicBezTo>
                  <a:cubicBezTo>
                    <a:pt x="12859" y="5042"/>
                    <a:pt x="12927" y="4905"/>
                    <a:pt x="12944" y="4752"/>
                  </a:cubicBezTo>
                  <a:cubicBezTo>
                    <a:pt x="13201" y="4530"/>
                    <a:pt x="13252" y="4154"/>
                    <a:pt x="13064" y="3880"/>
                  </a:cubicBezTo>
                  <a:cubicBezTo>
                    <a:pt x="13115" y="3778"/>
                    <a:pt x="13149" y="3675"/>
                    <a:pt x="13167" y="3573"/>
                  </a:cubicBezTo>
                  <a:cubicBezTo>
                    <a:pt x="13235" y="3060"/>
                    <a:pt x="12620" y="2684"/>
                    <a:pt x="12261" y="2445"/>
                  </a:cubicBezTo>
                  <a:cubicBezTo>
                    <a:pt x="12169" y="2372"/>
                    <a:pt x="12058" y="2338"/>
                    <a:pt x="11949" y="2338"/>
                  </a:cubicBezTo>
                  <a:cubicBezTo>
                    <a:pt x="11775" y="2338"/>
                    <a:pt x="11604" y="2425"/>
                    <a:pt x="11509" y="2582"/>
                  </a:cubicBezTo>
                  <a:cubicBezTo>
                    <a:pt x="11424" y="2530"/>
                    <a:pt x="11355" y="2462"/>
                    <a:pt x="11270" y="2394"/>
                  </a:cubicBezTo>
                  <a:cubicBezTo>
                    <a:pt x="11150" y="2288"/>
                    <a:pt x="11001" y="2238"/>
                    <a:pt x="10852" y="2238"/>
                  </a:cubicBezTo>
                  <a:cubicBezTo>
                    <a:pt x="10640" y="2238"/>
                    <a:pt x="10427" y="2340"/>
                    <a:pt x="10296" y="2530"/>
                  </a:cubicBezTo>
                  <a:cubicBezTo>
                    <a:pt x="10273" y="2526"/>
                    <a:pt x="10249" y="2524"/>
                    <a:pt x="10224" y="2524"/>
                  </a:cubicBezTo>
                  <a:cubicBezTo>
                    <a:pt x="10157" y="2524"/>
                    <a:pt x="10085" y="2540"/>
                    <a:pt x="10023" y="2565"/>
                  </a:cubicBezTo>
                  <a:lnTo>
                    <a:pt x="9886" y="2462"/>
                  </a:lnTo>
                  <a:cubicBezTo>
                    <a:pt x="9793" y="2392"/>
                    <a:pt x="9684" y="2360"/>
                    <a:pt x="9577" y="2360"/>
                  </a:cubicBezTo>
                  <a:cubicBezTo>
                    <a:pt x="9369" y="2360"/>
                    <a:pt x="9168" y="2481"/>
                    <a:pt x="9100" y="2684"/>
                  </a:cubicBezTo>
                  <a:cubicBezTo>
                    <a:pt x="8912" y="2496"/>
                    <a:pt x="8741" y="2291"/>
                    <a:pt x="8570" y="2086"/>
                  </a:cubicBezTo>
                  <a:cubicBezTo>
                    <a:pt x="8452" y="1947"/>
                    <a:pt x="8317" y="1890"/>
                    <a:pt x="8187" y="1890"/>
                  </a:cubicBezTo>
                  <a:cubicBezTo>
                    <a:pt x="7771" y="1890"/>
                    <a:pt x="7399" y="2477"/>
                    <a:pt x="7750" y="2906"/>
                  </a:cubicBezTo>
                  <a:cubicBezTo>
                    <a:pt x="8263" y="3573"/>
                    <a:pt x="8810" y="4239"/>
                    <a:pt x="9322" y="4923"/>
                  </a:cubicBezTo>
                  <a:cubicBezTo>
                    <a:pt x="7750" y="3453"/>
                    <a:pt x="6383" y="1779"/>
                    <a:pt x="4931" y="190"/>
                  </a:cubicBezTo>
                  <a:cubicBezTo>
                    <a:pt x="4810" y="56"/>
                    <a:pt x="4674" y="0"/>
                    <a:pt x="45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8"/>
            <p:cNvSpPr/>
            <p:nvPr/>
          </p:nvSpPr>
          <p:spPr>
            <a:xfrm rot="-2384385">
              <a:off x="3228689" y="235595"/>
              <a:ext cx="652092" cy="509758"/>
            </a:xfrm>
            <a:custGeom>
              <a:avLst/>
              <a:gdLst/>
              <a:ahLst/>
              <a:cxnLst/>
              <a:rect l="l" t="t" r="r" b="b"/>
              <a:pathLst>
                <a:path w="14097" h="11020" extrusionOk="0">
                  <a:moveTo>
                    <a:pt x="2488" y="425"/>
                  </a:moveTo>
                  <a:cubicBezTo>
                    <a:pt x="3103" y="425"/>
                    <a:pt x="3764" y="811"/>
                    <a:pt x="4255" y="1099"/>
                  </a:cubicBezTo>
                  <a:cubicBezTo>
                    <a:pt x="5502" y="1902"/>
                    <a:pt x="6613" y="2910"/>
                    <a:pt x="7501" y="4089"/>
                  </a:cubicBezTo>
                  <a:cubicBezTo>
                    <a:pt x="7541" y="4159"/>
                    <a:pt x="7610" y="4194"/>
                    <a:pt x="7681" y="4194"/>
                  </a:cubicBezTo>
                  <a:cubicBezTo>
                    <a:pt x="7731" y="4194"/>
                    <a:pt x="7783" y="4176"/>
                    <a:pt x="7826" y="4140"/>
                  </a:cubicBezTo>
                  <a:cubicBezTo>
                    <a:pt x="8618" y="3415"/>
                    <a:pt x="9600" y="2967"/>
                    <a:pt x="10605" y="2967"/>
                  </a:cubicBezTo>
                  <a:cubicBezTo>
                    <a:pt x="11138" y="2967"/>
                    <a:pt x="11678" y="3093"/>
                    <a:pt x="12200" y="3372"/>
                  </a:cubicBezTo>
                  <a:cubicBezTo>
                    <a:pt x="13789" y="4209"/>
                    <a:pt x="13635" y="5986"/>
                    <a:pt x="12781" y="7284"/>
                  </a:cubicBezTo>
                  <a:cubicBezTo>
                    <a:pt x="11294" y="9540"/>
                    <a:pt x="7621" y="10206"/>
                    <a:pt x="5126" y="10599"/>
                  </a:cubicBezTo>
                  <a:cubicBezTo>
                    <a:pt x="3845" y="9933"/>
                    <a:pt x="2939" y="8429"/>
                    <a:pt x="2273" y="7250"/>
                  </a:cubicBezTo>
                  <a:cubicBezTo>
                    <a:pt x="1487" y="5866"/>
                    <a:pt x="752" y="4158"/>
                    <a:pt x="820" y="2534"/>
                  </a:cubicBezTo>
                  <a:cubicBezTo>
                    <a:pt x="855" y="1680"/>
                    <a:pt x="1265" y="689"/>
                    <a:pt x="2153" y="467"/>
                  </a:cubicBezTo>
                  <a:cubicBezTo>
                    <a:pt x="2262" y="438"/>
                    <a:pt x="2374" y="425"/>
                    <a:pt x="2488" y="425"/>
                  </a:cubicBezTo>
                  <a:close/>
                  <a:moveTo>
                    <a:pt x="2342" y="1"/>
                  </a:moveTo>
                  <a:cubicBezTo>
                    <a:pt x="1645" y="1"/>
                    <a:pt x="1054" y="369"/>
                    <a:pt x="701" y="1321"/>
                  </a:cubicBezTo>
                  <a:cubicBezTo>
                    <a:pt x="0" y="3235"/>
                    <a:pt x="803" y="5234"/>
                    <a:pt x="1658" y="6943"/>
                  </a:cubicBezTo>
                  <a:cubicBezTo>
                    <a:pt x="2358" y="8327"/>
                    <a:pt x="3452" y="10086"/>
                    <a:pt x="4938" y="10787"/>
                  </a:cubicBezTo>
                  <a:cubicBezTo>
                    <a:pt x="4938" y="10914"/>
                    <a:pt x="5041" y="11011"/>
                    <a:pt x="5165" y="11011"/>
                  </a:cubicBezTo>
                  <a:cubicBezTo>
                    <a:pt x="5175" y="11011"/>
                    <a:pt x="5184" y="11010"/>
                    <a:pt x="5194" y="11009"/>
                  </a:cubicBezTo>
                  <a:lnTo>
                    <a:pt x="5382" y="10975"/>
                  </a:lnTo>
                  <a:lnTo>
                    <a:pt x="5519" y="11009"/>
                  </a:lnTo>
                  <a:cubicBezTo>
                    <a:pt x="5530" y="11017"/>
                    <a:pt x="5542" y="11020"/>
                    <a:pt x="5554" y="11020"/>
                  </a:cubicBezTo>
                  <a:cubicBezTo>
                    <a:pt x="5597" y="11020"/>
                    <a:pt x="5639" y="10977"/>
                    <a:pt x="5639" y="10924"/>
                  </a:cubicBezTo>
                  <a:cubicBezTo>
                    <a:pt x="8714" y="10428"/>
                    <a:pt x="13140" y="9352"/>
                    <a:pt x="13823" y="5883"/>
                  </a:cubicBezTo>
                  <a:cubicBezTo>
                    <a:pt x="14096" y="4516"/>
                    <a:pt x="13191" y="3337"/>
                    <a:pt x="11995" y="2825"/>
                  </a:cubicBezTo>
                  <a:cubicBezTo>
                    <a:pt x="11549" y="2630"/>
                    <a:pt x="11092" y="2543"/>
                    <a:pt x="10637" y="2543"/>
                  </a:cubicBezTo>
                  <a:cubicBezTo>
                    <a:pt x="9575" y="2543"/>
                    <a:pt x="8532" y="3019"/>
                    <a:pt x="7706" y="3713"/>
                  </a:cubicBezTo>
                  <a:cubicBezTo>
                    <a:pt x="6741" y="2538"/>
                    <a:pt x="4172" y="1"/>
                    <a:pt x="2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3" name="Google Shape;773;p38"/>
          <p:cNvSpPr/>
          <p:nvPr/>
        </p:nvSpPr>
        <p:spPr>
          <a:xfrm rot="-4167631">
            <a:off x="91259" y="3581120"/>
            <a:ext cx="1109611" cy="2575908"/>
          </a:xfrm>
          <a:custGeom>
            <a:avLst/>
            <a:gdLst/>
            <a:ahLst/>
            <a:cxnLst/>
            <a:rect l="l" t="t" r="r" b="b"/>
            <a:pathLst>
              <a:path w="20675" h="47996" extrusionOk="0">
                <a:moveTo>
                  <a:pt x="0" y="0"/>
                </a:moveTo>
                <a:lnTo>
                  <a:pt x="0" y="46372"/>
                </a:lnTo>
                <a:lnTo>
                  <a:pt x="137" y="46372"/>
                </a:lnTo>
                <a:cubicBezTo>
                  <a:pt x="188" y="46355"/>
                  <a:pt x="256" y="46355"/>
                  <a:pt x="325" y="46355"/>
                </a:cubicBezTo>
                <a:cubicBezTo>
                  <a:pt x="444" y="46355"/>
                  <a:pt x="581" y="46321"/>
                  <a:pt x="701" y="46253"/>
                </a:cubicBezTo>
                <a:cubicBezTo>
                  <a:pt x="735" y="46236"/>
                  <a:pt x="752" y="46218"/>
                  <a:pt x="786" y="46201"/>
                </a:cubicBezTo>
                <a:lnTo>
                  <a:pt x="888" y="46201"/>
                </a:lnTo>
                <a:cubicBezTo>
                  <a:pt x="1059" y="46201"/>
                  <a:pt x="1230" y="46167"/>
                  <a:pt x="1384" y="46099"/>
                </a:cubicBezTo>
                <a:lnTo>
                  <a:pt x="1555" y="46150"/>
                </a:lnTo>
                <a:cubicBezTo>
                  <a:pt x="1640" y="46321"/>
                  <a:pt x="1777" y="46458"/>
                  <a:pt x="1965" y="46509"/>
                </a:cubicBezTo>
                <a:cubicBezTo>
                  <a:pt x="2027" y="46534"/>
                  <a:pt x="2099" y="46550"/>
                  <a:pt x="2173" y="46550"/>
                </a:cubicBezTo>
                <a:cubicBezTo>
                  <a:pt x="2200" y="46550"/>
                  <a:pt x="2228" y="46548"/>
                  <a:pt x="2255" y="46543"/>
                </a:cubicBezTo>
                <a:cubicBezTo>
                  <a:pt x="2341" y="46543"/>
                  <a:pt x="2426" y="46526"/>
                  <a:pt x="2512" y="46492"/>
                </a:cubicBezTo>
                <a:lnTo>
                  <a:pt x="2529" y="46492"/>
                </a:lnTo>
                <a:lnTo>
                  <a:pt x="2580" y="46475"/>
                </a:lnTo>
                <a:lnTo>
                  <a:pt x="2717" y="46475"/>
                </a:lnTo>
                <a:cubicBezTo>
                  <a:pt x="2785" y="46458"/>
                  <a:pt x="2870" y="46441"/>
                  <a:pt x="2939" y="46406"/>
                </a:cubicBezTo>
                <a:cubicBezTo>
                  <a:pt x="3041" y="46560"/>
                  <a:pt x="3212" y="46646"/>
                  <a:pt x="3383" y="46663"/>
                </a:cubicBezTo>
                <a:cubicBezTo>
                  <a:pt x="3503" y="46663"/>
                  <a:pt x="3622" y="46680"/>
                  <a:pt x="3759" y="46697"/>
                </a:cubicBezTo>
                <a:lnTo>
                  <a:pt x="3930" y="46697"/>
                </a:lnTo>
                <a:cubicBezTo>
                  <a:pt x="4049" y="46680"/>
                  <a:pt x="4152" y="46646"/>
                  <a:pt x="4272" y="46594"/>
                </a:cubicBezTo>
                <a:lnTo>
                  <a:pt x="4306" y="46594"/>
                </a:lnTo>
                <a:cubicBezTo>
                  <a:pt x="4357" y="46594"/>
                  <a:pt x="4408" y="46577"/>
                  <a:pt x="4477" y="46577"/>
                </a:cubicBezTo>
                <a:cubicBezTo>
                  <a:pt x="4579" y="46646"/>
                  <a:pt x="4699" y="46697"/>
                  <a:pt x="4835" y="46731"/>
                </a:cubicBezTo>
                <a:cubicBezTo>
                  <a:pt x="4887" y="46748"/>
                  <a:pt x="4921" y="46748"/>
                  <a:pt x="4972" y="46748"/>
                </a:cubicBezTo>
                <a:cubicBezTo>
                  <a:pt x="5075" y="46787"/>
                  <a:pt x="5177" y="46806"/>
                  <a:pt x="5287" y="46806"/>
                </a:cubicBezTo>
                <a:cubicBezTo>
                  <a:pt x="5323" y="46806"/>
                  <a:pt x="5361" y="46804"/>
                  <a:pt x="5399" y="46799"/>
                </a:cubicBezTo>
                <a:cubicBezTo>
                  <a:pt x="5502" y="46799"/>
                  <a:pt x="5604" y="46765"/>
                  <a:pt x="5707" y="46731"/>
                </a:cubicBezTo>
                <a:cubicBezTo>
                  <a:pt x="5775" y="46714"/>
                  <a:pt x="5826" y="46697"/>
                  <a:pt x="5878" y="46680"/>
                </a:cubicBezTo>
                <a:lnTo>
                  <a:pt x="6031" y="46680"/>
                </a:lnTo>
                <a:cubicBezTo>
                  <a:pt x="6134" y="46680"/>
                  <a:pt x="6219" y="46663"/>
                  <a:pt x="6322" y="46629"/>
                </a:cubicBezTo>
                <a:cubicBezTo>
                  <a:pt x="6459" y="46629"/>
                  <a:pt x="6595" y="46594"/>
                  <a:pt x="6715" y="46526"/>
                </a:cubicBezTo>
                <a:cubicBezTo>
                  <a:pt x="6783" y="46543"/>
                  <a:pt x="6869" y="46543"/>
                  <a:pt x="6937" y="46543"/>
                </a:cubicBezTo>
                <a:lnTo>
                  <a:pt x="7074" y="46543"/>
                </a:lnTo>
                <a:lnTo>
                  <a:pt x="7159" y="46594"/>
                </a:lnTo>
                <a:cubicBezTo>
                  <a:pt x="7398" y="46697"/>
                  <a:pt x="7655" y="46765"/>
                  <a:pt x="7911" y="46782"/>
                </a:cubicBezTo>
                <a:lnTo>
                  <a:pt x="8048" y="46799"/>
                </a:lnTo>
                <a:cubicBezTo>
                  <a:pt x="8065" y="46834"/>
                  <a:pt x="8082" y="46851"/>
                  <a:pt x="8116" y="46868"/>
                </a:cubicBezTo>
                <a:cubicBezTo>
                  <a:pt x="8236" y="46987"/>
                  <a:pt x="8389" y="47039"/>
                  <a:pt x="8543" y="47056"/>
                </a:cubicBezTo>
                <a:cubicBezTo>
                  <a:pt x="8731" y="47073"/>
                  <a:pt x="8902" y="47141"/>
                  <a:pt x="9056" y="47261"/>
                </a:cubicBezTo>
                <a:cubicBezTo>
                  <a:pt x="9175" y="47363"/>
                  <a:pt x="9312" y="47414"/>
                  <a:pt x="9483" y="47432"/>
                </a:cubicBezTo>
                <a:lnTo>
                  <a:pt x="9688" y="47432"/>
                </a:lnTo>
                <a:cubicBezTo>
                  <a:pt x="9704" y="47433"/>
                  <a:pt x="9720" y="47434"/>
                  <a:pt x="9736" y="47434"/>
                </a:cubicBezTo>
                <a:cubicBezTo>
                  <a:pt x="9910" y="47434"/>
                  <a:pt x="10093" y="47352"/>
                  <a:pt x="10218" y="47227"/>
                </a:cubicBezTo>
                <a:cubicBezTo>
                  <a:pt x="10252" y="47209"/>
                  <a:pt x="10286" y="47192"/>
                  <a:pt x="10320" y="47175"/>
                </a:cubicBezTo>
                <a:cubicBezTo>
                  <a:pt x="10337" y="47158"/>
                  <a:pt x="10371" y="47141"/>
                  <a:pt x="10388" y="47141"/>
                </a:cubicBezTo>
                <a:cubicBezTo>
                  <a:pt x="10423" y="47124"/>
                  <a:pt x="10440" y="47124"/>
                  <a:pt x="10457" y="47107"/>
                </a:cubicBezTo>
                <a:lnTo>
                  <a:pt x="10559" y="47107"/>
                </a:lnTo>
                <a:cubicBezTo>
                  <a:pt x="10616" y="47101"/>
                  <a:pt x="10672" y="47097"/>
                  <a:pt x="10728" y="47097"/>
                </a:cubicBezTo>
                <a:cubicBezTo>
                  <a:pt x="10826" y="47097"/>
                  <a:pt x="10923" y="47109"/>
                  <a:pt x="11021" y="47141"/>
                </a:cubicBezTo>
                <a:cubicBezTo>
                  <a:pt x="11055" y="47141"/>
                  <a:pt x="11089" y="47158"/>
                  <a:pt x="11123" y="47158"/>
                </a:cubicBezTo>
                <a:cubicBezTo>
                  <a:pt x="11157" y="47175"/>
                  <a:pt x="11174" y="47192"/>
                  <a:pt x="11209" y="47209"/>
                </a:cubicBezTo>
                <a:cubicBezTo>
                  <a:pt x="11243" y="47227"/>
                  <a:pt x="11277" y="47244"/>
                  <a:pt x="11294" y="47261"/>
                </a:cubicBezTo>
                <a:cubicBezTo>
                  <a:pt x="11397" y="47329"/>
                  <a:pt x="11516" y="47380"/>
                  <a:pt x="11636" y="47397"/>
                </a:cubicBezTo>
                <a:cubicBezTo>
                  <a:pt x="11755" y="47534"/>
                  <a:pt x="11909" y="47620"/>
                  <a:pt x="12097" y="47654"/>
                </a:cubicBezTo>
                <a:lnTo>
                  <a:pt x="12114" y="47654"/>
                </a:lnTo>
                <a:cubicBezTo>
                  <a:pt x="12217" y="47773"/>
                  <a:pt x="12370" y="47825"/>
                  <a:pt x="12541" y="47842"/>
                </a:cubicBezTo>
                <a:cubicBezTo>
                  <a:pt x="12593" y="47842"/>
                  <a:pt x="12644" y="47842"/>
                  <a:pt x="12695" y="47825"/>
                </a:cubicBezTo>
                <a:cubicBezTo>
                  <a:pt x="12798" y="47807"/>
                  <a:pt x="12900" y="47773"/>
                  <a:pt x="12986" y="47739"/>
                </a:cubicBezTo>
                <a:cubicBezTo>
                  <a:pt x="13054" y="47705"/>
                  <a:pt x="13105" y="47671"/>
                  <a:pt x="13156" y="47637"/>
                </a:cubicBezTo>
                <a:cubicBezTo>
                  <a:pt x="13225" y="47654"/>
                  <a:pt x="13293" y="47654"/>
                  <a:pt x="13361" y="47654"/>
                </a:cubicBezTo>
                <a:lnTo>
                  <a:pt x="13464" y="47654"/>
                </a:lnTo>
                <a:cubicBezTo>
                  <a:pt x="13515" y="47671"/>
                  <a:pt x="13584" y="47688"/>
                  <a:pt x="13635" y="47688"/>
                </a:cubicBezTo>
                <a:lnTo>
                  <a:pt x="13754" y="47688"/>
                </a:lnTo>
                <a:cubicBezTo>
                  <a:pt x="13806" y="47671"/>
                  <a:pt x="13874" y="47671"/>
                  <a:pt x="13942" y="47671"/>
                </a:cubicBezTo>
                <a:lnTo>
                  <a:pt x="14045" y="47671"/>
                </a:lnTo>
                <a:cubicBezTo>
                  <a:pt x="14079" y="47671"/>
                  <a:pt x="14096" y="47688"/>
                  <a:pt x="14130" y="47688"/>
                </a:cubicBezTo>
                <a:cubicBezTo>
                  <a:pt x="14267" y="47705"/>
                  <a:pt x="14370" y="47756"/>
                  <a:pt x="14472" y="47842"/>
                </a:cubicBezTo>
                <a:cubicBezTo>
                  <a:pt x="14592" y="47927"/>
                  <a:pt x="14728" y="47978"/>
                  <a:pt x="14882" y="47978"/>
                </a:cubicBezTo>
                <a:lnTo>
                  <a:pt x="14950" y="47978"/>
                </a:lnTo>
                <a:cubicBezTo>
                  <a:pt x="15002" y="47995"/>
                  <a:pt x="15053" y="47995"/>
                  <a:pt x="15104" y="47995"/>
                </a:cubicBezTo>
                <a:cubicBezTo>
                  <a:pt x="15190" y="47995"/>
                  <a:pt x="15275" y="47978"/>
                  <a:pt x="15361" y="47944"/>
                </a:cubicBezTo>
                <a:cubicBezTo>
                  <a:pt x="15429" y="47944"/>
                  <a:pt x="15480" y="47961"/>
                  <a:pt x="15531" y="47978"/>
                </a:cubicBezTo>
                <a:cubicBezTo>
                  <a:pt x="15583" y="47978"/>
                  <a:pt x="15634" y="47995"/>
                  <a:pt x="15685" y="47995"/>
                </a:cubicBezTo>
                <a:cubicBezTo>
                  <a:pt x="15788" y="47995"/>
                  <a:pt x="15907" y="47961"/>
                  <a:pt x="16010" y="47910"/>
                </a:cubicBezTo>
                <a:cubicBezTo>
                  <a:pt x="16078" y="47859"/>
                  <a:pt x="16146" y="47842"/>
                  <a:pt x="16232" y="47842"/>
                </a:cubicBezTo>
                <a:lnTo>
                  <a:pt x="16283" y="47842"/>
                </a:lnTo>
                <a:cubicBezTo>
                  <a:pt x="16437" y="47842"/>
                  <a:pt x="16608" y="47773"/>
                  <a:pt x="16727" y="47654"/>
                </a:cubicBezTo>
                <a:lnTo>
                  <a:pt x="16779" y="47602"/>
                </a:lnTo>
                <a:lnTo>
                  <a:pt x="16813" y="47568"/>
                </a:lnTo>
                <a:cubicBezTo>
                  <a:pt x="16813" y="47568"/>
                  <a:pt x="16830" y="47568"/>
                  <a:pt x="16830" y="47551"/>
                </a:cubicBezTo>
                <a:lnTo>
                  <a:pt x="16847" y="47534"/>
                </a:lnTo>
                <a:lnTo>
                  <a:pt x="16864" y="47534"/>
                </a:lnTo>
                <a:lnTo>
                  <a:pt x="16898" y="47517"/>
                </a:lnTo>
                <a:cubicBezTo>
                  <a:pt x="16984" y="47483"/>
                  <a:pt x="17052" y="47432"/>
                  <a:pt x="17120" y="47363"/>
                </a:cubicBezTo>
                <a:cubicBezTo>
                  <a:pt x="17257" y="47329"/>
                  <a:pt x="17394" y="47244"/>
                  <a:pt x="17479" y="47124"/>
                </a:cubicBezTo>
                <a:cubicBezTo>
                  <a:pt x="17496" y="47107"/>
                  <a:pt x="17496" y="47090"/>
                  <a:pt x="17513" y="47073"/>
                </a:cubicBezTo>
                <a:cubicBezTo>
                  <a:pt x="17650" y="47056"/>
                  <a:pt x="17770" y="47004"/>
                  <a:pt x="17872" y="46919"/>
                </a:cubicBezTo>
                <a:cubicBezTo>
                  <a:pt x="17889" y="46902"/>
                  <a:pt x="17923" y="46868"/>
                  <a:pt x="17941" y="46851"/>
                </a:cubicBezTo>
                <a:cubicBezTo>
                  <a:pt x="18111" y="46731"/>
                  <a:pt x="18214" y="46543"/>
                  <a:pt x="18197" y="46338"/>
                </a:cubicBezTo>
                <a:lnTo>
                  <a:pt x="18197" y="46287"/>
                </a:lnTo>
                <a:cubicBezTo>
                  <a:pt x="18197" y="46287"/>
                  <a:pt x="18197" y="46270"/>
                  <a:pt x="18197" y="46253"/>
                </a:cubicBezTo>
                <a:cubicBezTo>
                  <a:pt x="18214" y="46048"/>
                  <a:pt x="18128" y="45825"/>
                  <a:pt x="17958" y="45672"/>
                </a:cubicBezTo>
                <a:cubicBezTo>
                  <a:pt x="17941" y="45638"/>
                  <a:pt x="17923" y="45603"/>
                  <a:pt x="17906" y="45569"/>
                </a:cubicBezTo>
                <a:cubicBezTo>
                  <a:pt x="17889" y="45552"/>
                  <a:pt x="17872" y="45535"/>
                  <a:pt x="17872" y="45518"/>
                </a:cubicBezTo>
                <a:lnTo>
                  <a:pt x="17838" y="45450"/>
                </a:lnTo>
                <a:lnTo>
                  <a:pt x="17838" y="45381"/>
                </a:lnTo>
                <a:cubicBezTo>
                  <a:pt x="17821" y="45262"/>
                  <a:pt x="17838" y="45125"/>
                  <a:pt x="17889" y="45005"/>
                </a:cubicBezTo>
                <a:cubicBezTo>
                  <a:pt x="17889" y="44988"/>
                  <a:pt x="17906" y="44954"/>
                  <a:pt x="17906" y="44920"/>
                </a:cubicBezTo>
                <a:cubicBezTo>
                  <a:pt x="17923" y="44903"/>
                  <a:pt x="17941" y="44886"/>
                  <a:pt x="17958" y="44869"/>
                </a:cubicBezTo>
                <a:cubicBezTo>
                  <a:pt x="17975" y="44834"/>
                  <a:pt x="17992" y="44817"/>
                  <a:pt x="18009" y="44783"/>
                </a:cubicBezTo>
                <a:cubicBezTo>
                  <a:pt x="18094" y="44698"/>
                  <a:pt x="18146" y="44595"/>
                  <a:pt x="18163" y="44493"/>
                </a:cubicBezTo>
                <a:cubicBezTo>
                  <a:pt x="18299" y="44390"/>
                  <a:pt x="18402" y="44254"/>
                  <a:pt x="18436" y="44100"/>
                </a:cubicBezTo>
                <a:lnTo>
                  <a:pt x="18453" y="44083"/>
                </a:lnTo>
                <a:cubicBezTo>
                  <a:pt x="18624" y="43929"/>
                  <a:pt x="18709" y="43690"/>
                  <a:pt x="18658" y="43450"/>
                </a:cubicBezTo>
                <a:cubicBezTo>
                  <a:pt x="18641" y="43348"/>
                  <a:pt x="18624" y="43245"/>
                  <a:pt x="18590" y="43143"/>
                </a:cubicBezTo>
                <a:cubicBezTo>
                  <a:pt x="18573" y="43092"/>
                  <a:pt x="18556" y="43040"/>
                  <a:pt x="18521" y="42989"/>
                </a:cubicBezTo>
                <a:cubicBezTo>
                  <a:pt x="18556" y="42904"/>
                  <a:pt x="18556" y="42818"/>
                  <a:pt x="18573" y="42716"/>
                </a:cubicBezTo>
                <a:cubicBezTo>
                  <a:pt x="18607" y="42613"/>
                  <a:pt x="18624" y="42511"/>
                  <a:pt x="18607" y="42408"/>
                </a:cubicBezTo>
                <a:cubicBezTo>
                  <a:pt x="18607" y="42357"/>
                  <a:pt x="18607" y="42306"/>
                  <a:pt x="18607" y="42254"/>
                </a:cubicBezTo>
                <a:cubicBezTo>
                  <a:pt x="18607" y="42220"/>
                  <a:pt x="18607" y="42203"/>
                  <a:pt x="18607" y="42169"/>
                </a:cubicBezTo>
                <a:cubicBezTo>
                  <a:pt x="18624" y="42135"/>
                  <a:pt x="18641" y="42118"/>
                  <a:pt x="18641" y="42084"/>
                </a:cubicBezTo>
                <a:cubicBezTo>
                  <a:pt x="18675" y="41981"/>
                  <a:pt x="18744" y="41879"/>
                  <a:pt x="18829" y="41810"/>
                </a:cubicBezTo>
                <a:cubicBezTo>
                  <a:pt x="18966" y="41691"/>
                  <a:pt x="19051" y="41520"/>
                  <a:pt x="19068" y="41349"/>
                </a:cubicBezTo>
                <a:cubicBezTo>
                  <a:pt x="19137" y="41212"/>
                  <a:pt x="19154" y="41058"/>
                  <a:pt x="19137" y="40922"/>
                </a:cubicBezTo>
                <a:cubicBezTo>
                  <a:pt x="19137" y="40888"/>
                  <a:pt x="19154" y="40853"/>
                  <a:pt x="19188" y="40802"/>
                </a:cubicBezTo>
                <a:cubicBezTo>
                  <a:pt x="19273" y="40631"/>
                  <a:pt x="19290" y="40443"/>
                  <a:pt x="19239" y="40272"/>
                </a:cubicBezTo>
                <a:cubicBezTo>
                  <a:pt x="19222" y="40221"/>
                  <a:pt x="19222" y="40170"/>
                  <a:pt x="19239" y="40119"/>
                </a:cubicBezTo>
                <a:lnTo>
                  <a:pt x="19239" y="40102"/>
                </a:lnTo>
                <a:cubicBezTo>
                  <a:pt x="19307" y="39914"/>
                  <a:pt x="19273" y="39726"/>
                  <a:pt x="19188" y="39572"/>
                </a:cubicBezTo>
                <a:lnTo>
                  <a:pt x="19137" y="39521"/>
                </a:lnTo>
                <a:cubicBezTo>
                  <a:pt x="19137" y="39504"/>
                  <a:pt x="19119" y="39504"/>
                  <a:pt x="19119" y="39486"/>
                </a:cubicBezTo>
                <a:cubicBezTo>
                  <a:pt x="19119" y="39486"/>
                  <a:pt x="19102" y="39469"/>
                  <a:pt x="19102" y="39469"/>
                </a:cubicBezTo>
                <a:lnTo>
                  <a:pt x="19102" y="39452"/>
                </a:lnTo>
                <a:lnTo>
                  <a:pt x="19102" y="39418"/>
                </a:lnTo>
                <a:cubicBezTo>
                  <a:pt x="19085" y="39350"/>
                  <a:pt x="19051" y="39264"/>
                  <a:pt x="19000" y="39213"/>
                </a:cubicBezTo>
                <a:lnTo>
                  <a:pt x="19000" y="39196"/>
                </a:lnTo>
                <a:lnTo>
                  <a:pt x="19034" y="39162"/>
                </a:lnTo>
                <a:cubicBezTo>
                  <a:pt x="19154" y="39042"/>
                  <a:pt x="19222" y="38871"/>
                  <a:pt x="19222" y="38701"/>
                </a:cubicBezTo>
                <a:cubicBezTo>
                  <a:pt x="19290" y="38564"/>
                  <a:pt x="19325" y="38410"/>
                  <a:pt x="19290" y="38273"/>
                </a:cubicBezTo>
                <a:lnTo>
                  <a:pt x="19290" y="38256"/>
                </a:lnTo>
                <a:lnTo>
                  <a:pt x="19290" y="38188"/>
                </a:lnTo>
                <a:lnTo>
                  <a:pt x="19290" y="38085"/>
                </a:lnTo>
                <a:cubicBezTo>
                  <a:pt x="19325" y="37966"/>
                  <a:pt x="19342" y="37846"/>
                  <a:pt x="19325" y="37727"/>
                </a:cubicBezTo>
                <a:cubicBezTo>
                  <a:pt x="19393" y="37573"/>
                  <a:pt x="19393" y="37385"/>
                  <a:pt x="19342" y="37231"/>
                </a:cubicBezTo>
                <a:cubicBezTo>
                  <a:pt x="19307" y="37163"/>
                  <a:pt x="19273" y="37111"/>
                  <a:pt x="19239" y="37060"/>
                </a:cubicBezTo>
                <a:lnTo>
                  <a:pt x="19290" y="37026"/>
                </a:lnTo>
                <a:lnTo>
                  <a:pt x="19393" y="36958"/>
                </a:lnTo>
                <a:cubicBezTo>
                  <a:pt x="19495" y="36906"/>
                  <a:pt x="19564" y="36838"/>
                  <a:pt x="19615" y="36736"/>
                </a:cubicBezTo>
                <a:cubicBezTo>
                  <a:pt x="19718" y="36548"/>
                  <a:pt x="19735" y="36308"/>
                  <a:pt x="19649" y="36103"/>
                </a:cubicBezTo>
                <a:cubicBezTo>
                  <a:pt x="19598" y="35950"/>
                  <a:pt x="19512" y="35813"/>
                  <a:pt x="19427" y="35693"/>
                </a:cubicBezTo>
                <a:lnTo>
                  <a:pt x="19393" y="35642"/>
                </a:lnTo>
                <a:cubicBezTo>
                  <a:pt x="19393" y="35488"/>
                  <a:pt x="19359" y="35317"/>
                  <a:pt x="19307" y="35164"/>
                </a:cubicBezTo>
                <a:cubicBezTo>
                  <a:pt x="19359" y="35061"/>
                  <a:pt x="19393" y="34924"/>
                  <a:pt x="19393" y="34805"/>
                </a:cubicBezTo>
                <a:cubicBezTo>
                  <a:pt x="19393" y="34651"/>
                  <a:pt x="19359" y="34514"/>
                  <a:pt x="19307" y="34378"/>
                </a:cubicBezTo>
                <a:cubicBezTo>
                  <a:pt x="19273" y="34326"/>
                  <a:pt x="19256" y="34292"/>
                  <a:pt x="19222" y="34241"/>
                </a:cubicBezTo>
                <a:lnTo>
                  <a:pt x="19222" y="34224"/>
                </a:lnTo>
                <a:cubicBezTo>
                  <a:pt x="19325" y="33899"/>
                  <a:pt x="19205" y="33540"/>
                  <a:pt x="18949" y="33335"/>
                </a:cubicBezTo>
                <a:cubicBezTo>
                  <a:pt x="19085" y="33216"/>
                  <a:pt x="19171" y="33045"/>
                  <a:pt x="19188" y="32857"/>
                </a:cubicBezTo>
                <a:lnTo>
                  <a:pt x="19188" y="32840"/>
                </a:lnTo>
                <a:lnTo>
                  <a:pt x="19188" y="32669"/>
                </a:lnTo>
                <a:cubicBezTo>
                  <a:pt x="19359" y="32532"/>
                  <a:pt x="19461" y="32344"/>
                  <a:pt x="19478" y="32122"/>
                </a:cubicBezTo>
                <a:cubicBezTo>
                  <a:pt x="19478" y="32088"/>
                  <a:pt x="19478" y="32037"/>
                  <a:pt x="19478" y="31986"/>
                </a:cubicBezTo>
                <a:cubicBezTo>
                  <a:pt x="19564" y="31866"/>
                  <a:pt x="19615" y="31729"/>
                  <a:pt x="19615" y="31576"/>
                </a:cubicBezTo>
                <a:cubicBezTo>
                  <a:pt x="19598" y="31507"/>
                  <a:pt x="19581" y="31456"/>
                  <a:pt x="19564" y="31388"/>
                </a:cubicBezTo>
                <a:cubicBezTo>
                  <a:pt x="19581" y="31251"/>
                  <a:pt x="19615" y="31114"/>
                  <a:pt x="19666" y="30978"/>
                </a:cubicBezTo>
                <a:cubicBezTo>
                  <a:pt x="19700" y="30875"/>
                  <a:pt x="19700" y="30773"/>
                  <a:pt x="19700" y="30670"/>
                </a:cubicBezTo>
                <a:cubicBezTo>
                  <a:pt x="19718" y="30636"/>
                  <a:pt x="19735" y="30619"/>
                  <a:pt x="19735" y="30619"/>
                </a:cubicBezTo>
                <a:cubicBezTo>
                  <a:pt x="19854" y="30448"/>
                  <a:pt x="19888" y="30243"/>
                  <a:pt x="19837" y="30055"/>
                </a:cubicBezTo>
                <a:cubicBezTo>
                  <a:pt x="19923" y="29918"/>
                  <a:pt x="19940" y="29764"/>
                  <a:pt x="19923" y="29611"/>
                </a:cubicBezTo>
                <a:cubicBezTo>
                  <a:pt x="19871" y="29423"/>
                  <a:pt x="19752" y="29235"/>
                  <a:pt x="19564" y="29149"/>
                </a:cubicBezTo>
                <a:cubicBezTo>
                  <a:pt x="19564" y="29098"/>
                  <a:pt x="19547" y="29047"/>
                  <a:pt x="19530" y="28996"/>
                </a:cubicBezTo>
                <a:cubicBezTo>
                  <a:pt x="19547" y="28927"/>
                  <a:pt x="19564" y="28859"/>
                  <a:pt x="19581" y="28791"/>
                </a:cubicBezTo>
                <a:cubicBezTo>
                  <a:pt x="19683" y="28654"/>
                  <a:pt x="19718" y="28466"/>
                  <a:pt x="19666" y="28295"/>
                </a:cubicBezTo>
                <a:cubicBezTo>
                  <a:pt x="19649" y="28192"/>
                  <a:pt x="19649" y="28090"/>
                  <a:pt x="19666" y="27987"/>
                </a:cubicBezTo>
                <a:cubicBezTo>
                  <a:pt x="19700" y="27782"/>
                  <a:pt x="19632" y="27577"/>
                  <a:pt x="19495" y="27424"/>
                </a:cubicBezTo>
                <a:cubicBezTo>
                  <a:pt x="19495" y="27355"/>
                  <a:pt x="19478" y="27287"/>
                  <a:pt x="19461" y="27219"/>
                </a:cubicBezTo>
                <a:lnTo>
                  <a:pt x="19461" y="27082"/>
                </a:lnTo>
                <a:cubicBezTo>
                  <a:pt x="19461" y="27014"/>
                  <a:pt x="19478" y="26945"/>
                  <a:pt x="19512" y="26877"/>
                </a:cubicBezTo>
                <a:cubicBezTo>
                  <a:pt x="19547" y="26809"/>
                  <a:pt x="19564" y="26723"/>
                  <a:pt x="19581" y="26638"/>
                </a:cubicBezTo>
                <a:lnTo>
                  <a:pt x="19581" y="26552"/>
                </a:lnTo>
                <a:lnTo>
                  <a:pt x="19598" y="26210"/>
                </a:lnTo>
                <a:cubicBezTo>
                  <a:pt x="19718" y="26108"/>
                  <a:pt x="19786" y="25937"/>
                  <a:pt x="19803" y="25766"/>
                </a:cubicBezTo>
                <a:cubicBezTo>
                  <a:pt x="19940" y="25595"/>
                  <a:pt x="19991" y="25373"/>
                  <a:pt x="19974" y="25151"/>
                </a:cubicBezTo>
                <a:cubicBezTo>
                  <a:pt x="19974" y="25117"/>
                  <a:pt x="19974" y="25083"/>
                  <a:pt x="19974" y="25049"/>
                </a:cubicBezTo>
                <a:cubicBezTo>
                  <a:pt x="20076" y="24758"/>
                  <a:pt x="20076" y="24451"/>
                  <a:pt x="19974" y="24160"/>
                </a:cubicBezTo>
                <a:cubicBezTo>
                  <a:pt x="20008" y="23904"/>
                  <a:pt x="19940" y="23630"/>
                  <a:pt x="19803" y="23408"/>
                </a:cubicBezTo>
                <a:cubicBezTo>
                  <a:pt x="19803" y="23357"/>
                  <a:pt x="19820" y="23306"/>
                  <a:pt x="19820" y="23237"/>
                </a:cubicBezTo>
                <a:cubicBezTo>
                  <a:pt x="19923" y="23084"/>
                  <a:pt x="19991" y="22930"/>
                  <a:pt x="20025" y="22742"/>
                </a:cubicBezTo>
                <a:cubicBezTo>
                  <a:pt x="20093" y="22520"/>
                  <a:pt x="20093" y="22298"/>
                  <a:pt x="20059" y="22076"/>
                </a:cubicBezTo>
                <a:lnTo>
                  <a:pt x="20230" y="22076"/>
                </a:lnTo>
                <a:cubicBezTo>
                  <a:pt x="20384" y="22059"/>
                  <a:pt x="20521" y="22007"/>
                  <a:pt x="20657" y="21922"/>
                </a:cubicBezTo>
                <a:lnTo>
                  <a:pt x="20674" y="0"/>
                </a:lnTo>
                <a:close/>
              </a:path>
            </a:pathLst>
          </a:custGeom>
          <a:solidFill>
            <a:schemeClr val="accent3"/>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74"/>
        <p:cNvGrpSpPr/>
        <p:nvPr/>
      </p:nvGrpSpPr>
      <p:grpSpPr>
        <a:xfrm>
          <a:off x="0" y="0"/>
          <a:ext cx="0" cy="0"/>
          <a:chOff x="0" y="0"/>
          <a:chExt cx="0" cy="0"/>
        </a:xfrm>
      </p:grpSpPr>
      <p:pic>
        <p:nvPicPr>
          <p:cNvPr id="775" name="Google Shape;775;p39"/>
          <p:cNvPicPr preferRelativeResize="0"/>
          <p:nvPr/>
        </p:nvPicPr>
        <p:blipFill>
          <a:blip r:embed="rId2">
            <a:alphaModFix/>
          </a:blip>
          <a:stretch>
            <a:fillRect/>
          </a:stretch>
        </p:blipFill>
        <p:spPr>
          <a:xfrm>
            <a:off x="0" y="4465"/>
            <a:ext cx="9144003" cy="5134572"/>
          </a:xfrm>
          <a:prstGeom prst="rect">
            <a:avLst/>
          </a:prstGeom>
          <a:noFill/>
          <a:ln>
            <a:noFill/>
          </a:ln>
        </p:spPr>
      </p:pic>
      <p:grpSp>
        <p:nvGrpSpPr>
          <p:cNvPr id="776" name="Google Shape;776;p39"/>
          <p:cNvGrpSpPr/>
          <p:nvPr/>
        </p:nvGrpSpPr>
        <p:grpSpPr>
          <a:xfrm rot="-1439012">
            <a:off x="-1261323" y="3906940"/>
            <a:ext cx="2767933" cy="2852970"/>
            <a:chOff x="1154976" y="632775"/>
            <a:chExt cx="2502430" cy="3877954"/>
          </a:xfrm>
        </p:grpSpPr>
        <p:sp>
          <p:nvSpPr>
            <p:cNvPr id="777" name="Google Shape;777;p39"/>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 name="Google Shape;779;p39"/>
          <p:cNvGrpSpPr/>
          <p:nvPr/>
        </p:nvGrpSpPr>
        <p:grpSpPr>
          <a:xfrm rot="-3584801">
            <a:off x="7780240" y="-52718"/>
            <a:ext cx="820039" cy="1171609"/>
            <a:chOff x="429300" y="4096370"/>
            <a:chExt cx="412866" cy="589872"/>
          </a:xfrm>
        </p:grpSpPr>
        <p:sp>
          <p:nvSpPr>
            <p:cNvPr id="780" name="Google Shape;780;p39"/>
            <p:cNvSpPr/>
            <p:nvPr/>
          </p:nvSpPr>
          <p:spPr>
            <a:xfrm>
              <a:off x="541099" y="4401859"/>
              <a:ext cx="124750" cy="103225"/>
            </a:xfrm>
            <a:custGeom>
              <a:avLst/>
              <a:gdLst/>
              <a:ahLst/>
              <a:cxnLst/>
              <a:rect l="l" t="t" r="r" b="b"/>
              <a:pathLst>
                <a:path w="4990" h="4129" extrusionOk="0">
                  <a:moveTo>
                    <a:pt x="2508" y="1"/>
                  </a:moveTo>
                  <a:cubicBezTo>
                    <a:pt x="2308" y="1"/>
                    <a:pt x="2122" y="107"/>
                    <a:pt x="2085" y="351"/>
                  </a:cubicBezTo>
                  <a:cubicBezTo>
                    <a:pt x="2034" y="727"/>
                    <a:pt x="1965" y="1188"/>
                    <a:pt x="1931" y="1666"/>
                  </a:cubicBezTo>
                  <a:cubicBezTo>
                    <a:pt x="1419" y="1769"/>
                    <a:pt x="923" y="1888"/>
                    <a:pt x="462" y="1974"/>
                  </a:cubicBezTo>
                  <a:cubicBezTo>
                    <a:pt x="0" y="2059"/>
                    <a:pt x="171" y="2691"/>
                    <a:pt x="564" y="2726"/>
                  </a:cubicBezTo>
                  <a:cubicBezTo>
                    <a:pt x="991" y="2777"/>
                    <a:pt x="1470" y="2828"/>
                    <a:pt x="1948" y="2879"/>
                  </a:cubicBezTo>
                  <a:cubicBezTo>
                    <a:pt x="2000" y="3307"/>
                    <a:pt x="2170" y="3700"/>
                    <a:pt x="2444" y="4024"/>
                  </a:cubicBezTo>
                  <a:cubicBezTo>
                    <a:pt x="2515" y="4096"/>
                    <a:pt x="2608" y="4128"/>
                    <a:pt x="2700" y="4128"/>
                  </a:cubicBezTo>
                  <a:cubicBezTo>
                    <a:pt x="2828" y="4128"/>
                    <a:pt x="2955" y="4065"/>
                    <a:pt x="3025" y="3956"/>
                  </a:cubicBezTo>
                  <a:cubicBezTo>
                    <a:pt x="3179" y="3631"/>
                    <a:pt x="3230" y="3289"/>
                    <a:pt x="3213" y="2948"/>
                  </a:cubicBezTo>
                  <a:cubicBezTo>
                    <a:pt x="3572" y="2948"/>
                    <a:pt x="3947" y="2914"/>
                    <a:pt x="4306" y="2828"/>
                  </a:cubicBezTo>
                  <a:cubicBezTo>
                    <a:pt x="4921" y="2674"/>
                    <a:pt x="4990" y="1632"/>
                    <a:pt x="4306" y="1530"/>
                  </a:cubicBezTo>
                  <a:cubicBezTo>
                    <a:pt x="4052" y="1496"/>
                    <a:pt x="3792" y="1478"/>
                    <a:pt x="3533" y="1478"/>
                  </a:cubicBezTo>
                  <a:cubicBezTo>
                    <a:pt x="3391" y="1478"/>
                    <a:pt x="3249" y="1483"/>
                    <a:pt x="3110" y="1495"/>
                  </a:cubicBezTo>
                  <a:cubicBezTo>
                    <a:pt x="3093" y="1171"/>
                    <a:pt x="3076" y="829"/>
                    <a:pt x="3059" y="487"/>
                  </a:cubicBezTo>
                  <a:cubicBezTo>
                    <a:pt x="3059" y="186"/>
                    <a:pt x="2772" y="1"/>
                    <a:pt x="25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p:cNvSpPr/>
            <p:nvPr/>
          </p:nvSpPr>
          <p:spPr>
            <a:xfrm>
              <a:off x="713241" y="4444310"/>
              <a:ext cx="128925" cy="89475"/>
            </a:xfrm>
            <a:custGeom>
              <a:avLst/>
              <a:gdLst/>
              <a:ahLst/>
              <a:cxnLst/>
              <a:rect l="l" t="t" r="r" b="b"/>
              <a:pathLst>
                <a:path w="5157" h="3579" extrusionOk="0">
                  <a:moveTo>
                    <a:pt x="2000" y="1"/>
                  </a:moveTo>
                  <a:cubicBezTo>
                    <a:pt x="1832" y="1"/>
                    <a:pt x="1675" y="95"/>
                    <a:pt x="1624" y="314"/>
                  </a:cubicBezTo>
                  <a:cubicBezTo>
                    <a:pt x="1538" y="656"/>
                    <a:pt x="1487" y="997"/>
                    <a:pt x="1453" y="1339"/>
                  </a:cubicBezTo>
                  <a:cubicBezTo>
                    <a:pt x="1180" y="1373"/>
                    <a:pt x="889" y="1390"/>
                    <a:pt x="616" y="1390"/>
                  </a:cubicBezTo>
                  <a:cubicBezTo>
                    <a:pt x="1" y="1407"/>
                    <a:pt x="18" y="2262"/>
                    <a:pt x="616" y="2330"/>
                  </a:cubicBezTo>
                  <a:cubicBezTo>
                    <a:pt x="889" y="2347"/>
                    <a:pt x="1180" y="2381"/>
                    <a:pt x="1470" y="2398"/>
                  </a:cubicBezTo>
                  <a:cubicBezTo>
                    <a:pt x="1487" y="2706"/>
                    <a:pt x="1573" y="2996"/>
                    <a:pt x="1675" y="3287"/>
                  </a:cubicBezTo>
                  <a:cubicBezTo>
                    <a:pt x="1763" y="3493"/>
                    <a:pt x="1921" y="3578"/>
                    <a:pt x="2089" y="3578"/>
                  </a:cubicBezTo>
                  <a:cubicBezTo>
                    <a:pt x="2381" y="3578"/>
                    <a:pt x="2702" y="3322"/>
                    <a:pt x="2735" y="2996"/>
                  </a:cubicBezTo>
                  <a:cubicBezTo>
                    <a:pt x="2735" y="2808"/>
                    <a:pt x="2735" y="2603"/>
                    <a:pt x="2700" y="2415"/>
                  </a:cubicBezTo>
                  <a:cubicBezTo>
                    <a:pt x="3247" y="2415"/>
                    <a:pt x="3811" y="2347"/>
                    <a:pt x="4358" y="2245"/>
                  </a:cubicBezTo>
                  <a:cubicBezTo>
                    <a:pt x="5156" y="2082"/>
                    <a:pt x="4851" y="955"/>
                    <a:pt x="4110" y="955"/>
                  </a:cubicBezTo>
                  <a:cubicBezTo>
                    <a:pt x="4074" y="955"/>
                    <a:pt x="4037" y="958"/>
                    <a:pt x="3999" y="963"/>
                  </a:cubicBezTo>
                  <a:cubicBezTo>
                    <a:pt x="3503" y="1032"/>
                    <a:pt x="3025" y="1117"/>
                    <a:pt x="2547" y="1202"/>
                  </a:cubicBezTo>
                  <a:cubicBezTo>
                    <a:pt x="2529" y="946"/>
                    <a:pt x="2512" y="690"/>
                    <a:pt x="2495" y="433"/>
                  </a:cubicBezTo>
                  <a:cubicBezTo>
                    <a:pt x="2466" y="169"/>
                    <a:pt x="2224" y="1"/>
                    <a:pt x="20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p:cNvSpPr/>
            <p:nvPr/>
          </p:nvSpPr>
          <p:spPr>
            <a:xfrm>
              <a:off x="686713" y="4593042"/>
              <a:ext cx="114925" cy="93200"/>
            </a:xfrm>
            <a:custGeom>
              <a:avLst/>
              <a:gdLst/>
              <a:ahLst/>
              <a:cxnLst/>
              <a:rect l="l" t="t" r="r" b="b"/>
              <a:pathLst>
                <a:path w="4597" h="3728" extrusionOk="0">
                  <a:moveTo>
                    <a:pt x="1824" y="0"/>
                  </a:moveTo>
                  <a:cubicBezTo>
                    <a:pt x="1686" y="0"/>
                    <a:pt x="1558" y="80"/>
                    <a:pt x="1521" y="263"/>
                  </a:cubicBezTo>
                  <a:cubicBezTo>
                    <a:pt x="1419" y="742"/>
                    <a:pt x="1367" y="1220"/>
                    <a:pt x="1367" y="1715"/>
                  </a:cubicBezTo>
                  <a:cubicBezTo>
                    <a:pt x="940" y="1767"/>
                    <a:pt x="530" y="1920"/>
                    <a:pt x="188" y="2177"/>
                  </a:cubicBezTo>
                  <a:cubicBezTo>
                    <a:pt x="0" y="2365"/>
                    <a:pt x="86" y="2689"/>
                    <a:pt x="342" y="2775"/>
                  </a:cubicBezTo>
                  <a:cubicBezTo>
                    <a:pt x="570" y="2816"/>
                    <a:pt x="797" y="2839"/>
                    <a:pt x="1029" y="2839"/>
                  </a:cubicBezTo>
                  <a:cubicBezTo>
                    <a:pt x="1180" y="2839"/>
                    <a:pt x="1332" y="2829"/>
                    <a:pt x="1487" y="2809"/>
                  </a:cubicBezTo>
                  <a:cubicBezTo>
                    <a:pt x="1521" y="3048"/>
                    <a:pt x="1607" y="3270"/>
                    <a:pt x="1692" y="3475"/>
                  </a:cubicBezTo>
                  <a:cubicBezTo>
                    <a:pt x="1777" y="3651"/>
                    <a:pt x="1943" y="3728"/>
                    <a:pt x="2115" y="3728"/>
                  </a:cubicBezTo>
                  <a:cubicBezTo>
                    <a:pt x="2394" y="3728"/>
                    <a:pt x="2687" y="3526"/>
                    <a:pt x="2666" y="3219"/>
                  </a:cubicBezTo>
                  <a:cubicBezTo>
                    <a:pt x="2666" y="3082"/>
                    <a:pt x="2649" y="2946"/>
                    <a:pt x="2615" y="2826"/>
                  </a:cubicBezTo>
                  <a:lnTo>
                    <a:pt x="2615" y="2826"/>
                  </a:lnTo>
                  <a:cubicBezTo>
                    <a:pt x="2847" y="2847"/>
                    <a:pt x="3073" y="2862"/>
                    <a:pt x="3296" y="2862"/>
                  </a:cubicBezTo>
                  <a:cubicBezTo>
                    <a:pt x="3434" y="2862"/>
                    <a:pt x="3571" y="2856"/>
                    <a:pt x="3708" y="2843"/>
                  </a:cubicBezTo>
                  <a:cubicBezTo>
                    <a:pt x="4375" y="2775"/>
                    <a:pt x="4597" y="1835"/>
                    <a:pt x="3879" y="1630"/>
                  </a:cubicBezTo>
                  <a:cubicBezTo>
                    <a:pt x="3590" y="1560"/>
                    <a:pt x="3295" y="1525"/>
                    <a:pt x="2998" y="1525"/>
                  </a:cubicBezTo>
                  <a:cubicBezTo>
                    <a:pt x="2785" y="1525"/>
                    <a:pt x="2572" y="1543"/>
                    <a:pt x="2358" y="1579"/>
                  </a:cubicBezTo>
                  <a:cubicBezTo>
                    <a:pt x="2307" y="1169"/>
                    <a:pt x="2290" y="776"/>
                    <a:pt x="2239" y="366"/>
                  </a:cubicBezTo>
                  <a:cubicBezTo>
                    <a:pt x="2209" y="141"/>
                    <a:pt x="2007" y="0"/>
                    <a:pt x="18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p:cNvSpPr/>
            <p:nvPr/>
          </p:nvSpPr>
          <p:spPr>
            <a:xfrm>
              <a:off x="599354" y="4216882"/>
              <a:ext cx="101675" cy="95125"/>
            </a:xfrm>
            <a:custGeom>
              <a:avLst/>
              <a:gdLst/>
              <a:ahLst/>
              <a:cxnLst/>
              <a:rect l="l" t="t" r="r" b="b"/>
              <a:pathLst>
                <a:path w="4067" h="3805" extrusionOk="0">
                  <a:moveTo>
                    <a:pt x="2093" y="0"/>
                  </a:moveTo>
                  <a:cubicBezTo>
                    <a:pt x="1834" y="0"/>
                    <a:pt x="1581" y="176"/>
                    <a:pt x="1572" y="532"/>
                  </a:cubicBezTo>
                  <a:cubicBezTo>
                    <a:pt x="1572" y="925"/>
                    <a:pt x="1589" y="1335"/>
                    <a:pt x="1624" y="1728"/>
                  </a:cubicBezTo>
                  <a:cubicBezTo>
                    <a:pt x="1231" y="1745"/>
                    <a:pt x="820" y="1797"/>
                    <a:pt x="428" y="1865"/>
                  </a:cubicBezTo>
                  <a:cubicBezTo>
                    <a:pt x="0" y="1933"/>
                    <a:pt x="52" y="2583"/>
                    <a:pt x="428" y="2685"/>
                  </a:cubicBezTo>
                  <a:cubicBezTo>
                    <a:pt x="872" y="2805"/>
                    <a:pt x="1333" y="2890"/>
                    <a:pt x="1794" y="2941"/>
                  </a:cubicBezTo>
                  <a:cubicBezTo>
                    <a:pt x="1846" y="3198"/>
                    <a:pt x="1965" y="3437"/>
                    <a:pt x="2136" y="3625"/>
                  </a:cubicBezTo>
                  <a:cubicBezTo>
                    <a:pt x="2246" y="3748"/>
                    <a:pt x="2390" y="3804"/>
                    <a:pt x="2533" y="3804"/>
                  </a:cubicBezTo>
                  <a:cubicBezTo>
                    <a:pt x="2769" y="3804"/>
                    <a:pt x="3002" y="3651"/>
                    <a:pt x="3076" y="3386"/>
                  </a:cubicBezTo>
                  <a:cubicBezTo>
                    <a:pt x="3093" y="3266"/>
                    <a:pt x="3093" y="3146"/>
                    <a:pt x="3093" y="3010"/>
                  </a:cubicBezTo>
                  <a:lnTo>
                    <a:pt x="3264" y="3010"/>
                  </a:lnTo>
                  <a:cubicBezTo>
                    <a:pt x="4067" y="3010"/>
                    <a:pt x="4033" y="1848"/>
                    <a:pt x="3247" y="1762"/>
                  </a:cubicBezTo>
                  <a:cubicBezTo>
                    <a:pt x="3110" y="1745"/>
                    <a:pt x="2956" y="1745"/>
                    <a:pt x="2802" y="1728"/>
                  </a:cubicBezTo>
                  <a:cubicBezTo>
                    <a:pt x="2734" y="1335"/>
                    <a:pt x="2683" y="925"/>
                    <a:pt x="2649" y="532"/>
                  </a:cubicBezTo>
                  <a:cubicBezTo>
                    <a:pt x="2623" y="180"/>
                    <a:pt x="2355" y="0"/>
                    <a:pt x="2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p:cNvSpPr/>
            <p:nvPr/>
          </p:nvSpPr>
          <p:spPr>
            <a:xfrm>
              <a:off x="449081" y="4096370"/>
              <a:ext cx="96150" cy="95600"/>
            </a:xfrm>
            <a:custGeom>
              <a:avLst/>
              <a:gdLst/>
              <a:ahLst/>
              <a:cxnLst/>
              <a:rect l="l" t="t" r="r" b="b"/>
              <a:pathLst>
                <a:path w="3846" h="3824" extrusionOk="0">
                  <a:moveTo>
                    <a:pt x="2266" y="0"/>
                  </a:moveTo>
                  <a:cubicBezTo>
                    <a:pt x="2054" y="0"/>
                    <a:pt x="1856" y="115"/>
                    <a:pt x="1812" y="374"/>
                  </a:cubicBezTo>
                  <a:cubicBezTo>
                    <a:pt x="1778" y="647"/>
                    <a:pt x="1727" y="938"/>
                    <a:pt x="1692" y="1228"/>
                  </a:cubicBezTo>
                  <a:cubicBezTo>
                    <a:pt x="1282" y="1245"/>
                    <a:pt x="872" y="1314"/>
                    <a:pt x="479" y="1433"/>
                  </a:cubicBezTo>
                  <a:cubicBezTo>
                    <a:pt x="103" y="1587"/>
                    <a:pt x="1" y="2185"/>
                    <a:pt x="479" y="2288"/>
                  </a:cubicBezTo>
                  <a:cubicBezTo>
                    <a:pt x="766" y="2340"/>
                    <a:pt x="1064" y="2362"/>
                    <a:pt x="1363" y="2362"/>
                  </a:cubicBezTo>
                  <a:cubicBezTo>
                    <a:pt x="1456" y="2362"/>
                    <a:pt x="1548" y="2360"/>
                    <a:pt x="1641" y="2356"/>
                  </a:cubicBezTo>
                  <a:cubicBezTo>
                    <a:pt x="1641" y="2766"/>
                    <a:pt x="1727" y="3159"/>
                    <a:pt x="1897" y="3535"/>
                  </a:cubicBezTo>
                  <a:cubicBezTo>
                    <a:pt x="1995" y="3731"/>
                    <a:pt x="2207" y="3824"/>
                    <a:pt x="2418" y="3824"/>
                  </a:cubicBezTo>
                  <a:cubicBezTo>
                    <a:pt x="2685" y="3824"/>
                    <a:pt x="2953" y="3675"/>
                    <a:pt x="2991" y="3398"/>
                  </a:cubicBezTo>
                  <a:cubicBezTo>
                    <a:pt x="3025" y="3074"/>
                    <a:pt x="3025" y="2749"/>
                    <a:pt x="2974" y="2424"/>
                  </a:cubicBezTo>
                  <a:lnTo>
                    <a:pt x="3025" y="2424"/>
                  </a:lnTo>
                  <a:cubicBezTo>
                    <a:pt x="3845" y="2407"/>
                    <a:pt x="3794" y="1262"/>
                    <a:pt x="3025" y="1177"/>
                  </a:cubicBezTo>
                  <a:lnTo>
                    <a:pt x="2871" y="1177"/>
                  </a:lnTo>
                  <a:cubicBezTo>
                    <a:pt x="2871" y="972"/>
                    <a:pt x="2854" y="733"/>
                    <a:pt x="2854" y="528"/>
                  </a:cubicBezTo>
                  <a:cubicBezTo>
                    <a:pt x="2845" y="198"/>
                    <a:pt x="2543" y="0"/>
                    <a:pt x="2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p:cNvSpPr/>
            <p:nvPr/>
          </p:nvSpPr>
          <p:spPr>
            <a:xfrm>
              <a:off x="429300" y="4297650"/>
              <a:ext cx="113925" cy="83825"/>
            </a:xfrm>
            <a:custGeom>
              <a:avLst/>
              <a:gdLst/>
              <a:ahLst/>
              <a:cxnLst/>
              <a:rect l="l" t="t" r="r" b="b"/>
              <a:pathLst>
                <a:path w="4557" h="3353" extrusionOk="0">
                  <a:moveTo>
                    <a:pt x="2160" y="0"/>
                  </a:moveTo>
                  <a:cubicBezTo>
                    <a:pt x="1938" y="0"/>
                    <a:pt x="1714" y="145"/>
                    <a:pt x="1733" y="410"/>
                  </a:cubicBezTo>
                  <a:cubicBezTo>
                    <a:pt x="1768" y="615"/>
                    <a:pt x="1768" y="820"/>
                    <a:pt x="1785" y="1008"/>
                  </a:cubicBezTo>
                  <a:cubicBezTo>
                    <a:pt x="1375" y="1008"/>
                    <a:pt x="982" y="1008"/>
                    <a:pt x="571" y="991"/>
                  </a:cubicBezTo>
                  <a:cubicBezTo>
                    <a:pt x="561" y="990"/>
                    <a:pt x="551" y="990"/>
                    <a:pt x="541" y="990"/>
                  </a:cubicBezTo>
                  <a:cubicBezTo>
                    <a:pt x="89" y="990"/>
                    <a:pt x="1" y="1728"/>
                    <a:pt x="469" y="1828"/>
                  </a:cubicBezTo>
                  <a:cubicBezTo>
                    <a:pt x="896" y="1914"/>
                    <a:pt x="1323" y="1999"/>
                    <a:pt x="1768" y="2050"/>
                  </a:cubicBezTo>
                  <a:cubicBezTo>
                    <a:pt x="1716" y="2341"/>
                    <a:pt x="1716" y="2665"/>
                    <a:pt x="1768" y="2973"/>
                  </a:cubicBezTo>
                  <a:cubicBezTo>
                    <a:pt x="1816" y="3238"/>
                    <a:pt x="2012" y="3352"/>
                    <a:pt x="2223" y="3352"/>
                  </a:cubicBezTo>
                  <a:cubicBezTo>
                    <a:pt x="2461" y="3352"/>
                    <a:pt x="2719" y="3208"/>
                    <a:pt x="2810" y="2973"/>
                  </a:cubicBezTo>
                  <a:cubicBezTo>
                    <a:pt x="2895" y="2700"/>
                    <a:pt x="2929" y="2426"/>
                    <a:pt x="2912" y="2170"/>
                  </a:cubicBezTo>
                  <a:lnTo>
                    <a:pt x="2912" y="2170"/>
                  </a:lnTo>
                  <a:cubicBezTo>
                    <a:pt x="3169" y="2187"/>
                    <a:pt x="3442" y="2187"/>
                    <a:pt x="3715" y="2204"/>
                  </a:cubicBezTo>
                  <a:cubicBezTo>
                    <a:pt x="3720" y="2204"/>
                    <a:pt x="3726" y="2204"/>
                    <a:pt x="3731" y="2204"/>
                  </a:cubicBezTo>
                  <a:cubicBezTo>
                    <a:pt x="4556" y="2204"/>
                    <a:pt x="4533" y="883"/>
                    <a:pt x="3797" y="883"/>
                  </a:cubicBezTo>
                  <a:cubicBezTo>
                    <a:pt x="3771" y="883"/>
                    <a:pt x="3744" y="885"/>
                    <a:pt x="3715" y="889"/>
                  </a:cubicBezTo>
                  <a:cubicBezTo>
                    <a:pt x="3391" y="923"/>
                    <a:pt x="3066" y="957"/>
                    <a:pt x="2741" y="974"/>
                  </a:cubicBezTo>
                  <a:cubicBezTo>
                    <a:pt x="2673" y="735"/>
                    <a:pt x="2622" y="496"/>
                    <a:pt x="2571" y="290"/>
                  </a:cubicBezTo>
                  <a:cubicBezTo>
                    <a:pt x="2517" y="93"/>
                    <a:pt x="2339" y="0"/>
                    <a:pt x="21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39"/>
          <p:cNvGrpSpPr/>
          <p:nvPr/>
        </p:nvGrpSpPr>
        <p:grpSpPr>
          <a:xfrm>
            <a:off x="8184179" y="4337241"/>
            <a:ext cx="859911" cy="696911"/>
            <a:chOff x="71542" y="94405"/>
            <a:chExt cx="708096" cy="573872"/>
          </a:xfrm>
        </p:grpSpPr>
        <p:sp>
          <p:nvSpPr>
            <p:cNvPr id="787" name="Google Shape;787;p39"/>
            <p:cNvSpPr/>
            <p:nvPr/>
          </p:nvSpPr>
          <p:spPr>
            <a:xfrm>
              <a:off x="451751" y="112297"/>
              <a:ext cx="314629" cy="305984"/>
            </a:xfrm>
            <a:custGeom>
              <a:avLst/>
              <a:gdLst/>
              <a:ahLst/>
              <a:cxnLst/>
              <a:rect l="l" t="t" r="r" b="b"/>
              <a:pathLst>
                <a:path w="7337" h="7135" extrusionOk="0">
                  <a:moveTo>
                    <a:pt x="4015" y="0"/>
                  </a:moveTo>
                  <a:cubicBezTo>
                    <a:pt x="3776" y="0"/>
                    <a:pt x="3543" y="161"/>
                    <a:pt x="3469" y="419"/>
                  </a:cubicBezTo>
                  <a:cubicBezTo>
                    <a:pt x="3340" y="370"/>
                    <a:pt x="3204" y="343"/>
                    <a:pt x="3070" y="343"/>
                  </a:cubicBezTo>
                  <a:cubicBezTo>
                    <a:pt x="2974" y="343"/>
                    <a:pt x="2878" y="357"/>
                    <a:pt x="2786" y="385"/>
                  </a:cubicBezTo>
                  <a:cubicBezTo>
                    <a:pt x="2444" y="471"/>
                    <a:pt x="2307" y="864"/>
                    <a:pt x="2205" y="1257"/>
                  </a:cubicBezTo>
                  <a:cubicBezTo>
                    <a:pt x="1965" y="1274"/>
                    <a:pt x="1760" y="1427"/>
                    <a:pt x="1692" y="1667"/>
                  </a:cubicBezTo>
                  <a:cubicBezTo>
                    <a:pt x="1658" y="1837"/>
                    <a:pt x="1641" y="1991"/>
                    <a:pt x="1641" y="2162"/>
                  </a:cubicBezTo>
                  <a:cubicBezTo>
                    <a:pt x="1603" y="2155"/>
                    <a:pt x="1566" y="2151"/>
                    <a:pt x="1530" y="2151"/>
                  </a:cubicBezTo>
                  <a:cubicBezTo>
                    <a:pt x="1232" y="2151"/>
                    <a:pt x="974" y="2389"/>
                    <a:pt x="974" y="2709"/>
                  </a:cubicBezTo>
                  <a:lnTo>
                    <a:pt x="974" y="3409"/>
                  </a:lnTo>
                  <a:cubicBezTo>
                    <a:pt x="872" y="3341"/>
                    <a:pt x="752" y="3273"/>
                    <a:pt x="667" y="3204"/>
                  </a:cubicBezTo>
                  <a:cubicBezTo>
                    <a:pt x="600" y="3169"/>
                    <a:pt x="528" y="3153"/>
                    <a:pt x="458" y="3153"/>
                  </a:cubicBezTo>
                  <a:cubicBezTo>
                    <a:pt x="223" y="3153"/>
                    <a:pt x="1" y="3335"/>
                    <a:pt x="1" y="3597"/>
                  </a:cubicBezTo>
                  <a:cubicBezTo>
                    <a:pt x="52" y="4178"/>
                    <a:pt x="206" y="4759"/>
                    <a:pt x="445" y="5306"/>
                  </a:cubicBezTo>
                  <a:cubicBezTo>
                    <a:pt x="481" y="5379"/>
                    <a:pt x="538" y="5409"/>
                    <a:pt x="596" y="5409"/>
                  </a:cubicBezTo>
                  <a:cubicBezTo>
                    <a:pt x="700" y="5409"/>
                    <a:pt x="810" y="5313"/>
                    <a:pt x="821" y="5203"/>
                  </a:cubicBezTo>
                  <a:cubicBezTo>
                    <a:pt x="855" y="4964"/>
                    <a:pt x="855" y="4742"/>
                    <a:pt x="855" y="4503"/>
                  </a:cubicBezTo>
                  <a:cubicBezTo>
                    <a:pt x="940" y="4571"/>
                    <a:pt x="1009" y="4657"/>
                    <a:pt x="1077" y="4742"/>
                  </a:cubicBezTo>
                  <a:cubicBezTo>
                    <a:pt x="1094" y="4776"/>
                    <a:pt x="1111" y="4811"/>
                    <a:pt x="1145" y="4828"/>
                  </a:cubicBezTo>
                  <a:cubicBezTo>
                    <a:pt x="1077" y="4913"/>
                    <a:pt x="1077" y="5033"/>
                    <a:pt x="1111" y="5135"/>
                  </a:cubicBezTo>
                  <a:cubicBezTo>
                    <a:pt x="1197" y="5357"/>
                    <a:pt x="1299" y="5596"/>
                    <a:pt x="1419" y="5802"/>
                  </a:cubicBezTo>
                  <a:cubicBezTo>
                    <a:pt x="1462" y="5933"/>
                    <a:pt x="1593" y="6014"/>
                    <a:pt x="1726" y="6014"/>
                  </a:cubicBezTo>
                  <a:cubicBezTo>
                    <a:pt x="1749" y="6014"/>
                    <a:pt x="1772" y="6012"/>
                    <a:pt x="1795" y="6007"/>
                  </a:cubicBezTo>
                  <a:cubicBezTo>
                    <a:pt x="2119" y="6331"/>
                    <a:pt x="2461" y="6622"/>
                    <a:pt x="2751" y="6980"/>
                  </a:cubicBezTo>
                  <a:cubicBezTo>
                    <a:pt x="2850" y="7089"/>
                    <a:pt x="2969" y="7135"/>
                    <a:pt x="3086" y="7135"/>
                  </a:cubicBezTo>
                  <a:cubicBezTo>
                    <a:pt x="3394" y="7135"/>
                    <a:pt x="3692" y="6819"/>
                    <a:pt x="3606" y="6485"/>
                  </a:cubicBezTo>
                  <a:cubicBezTo>
                    <a:pt x="3572" y="6314"/>
                    <a:pt x="3537" y="6126"/>
                    <a:pt x="3503" y="5955"/>
                  </a:cubicBezTo>
                  <a:lnTo>
                    <a:pt x="3503" y="5955"/>
                  </a:lnTo>
                  <a:cubicBezTo>
                    <a:pt x="3657" y="6075"/>
                    <a:pt x="3811" y="6194"/>
                    <a:pt x="3947" y="6314"/>
                  </a:cubicBezTo>
                  <a:cubicBezTo>
                    <a:pt x="4068" y="6430"/>
                    <a:pt x="4214" y="6481"/>
                    <a:pt x="4357" y="6481"/>
                  </a:cubicBezTo>
                  <a:cubicBezTo>
                    <a:pt x="4657" y="6481"/>
                    <a:pt x="4944" y="6252"/>
                    <a:pt x="4956" y="5904"/>
                  </a:cubicBezTo>
                  <a:lnTo>
                    <a:pt x="4956" y="5648"/>
                  </a:lnTo>
                  <a:cubicBezTo>
                    <a:pt x="5024" y="5648"/>
                    <a:pt x="5092" y="5614"/>
                    <a:pt x="5161" y="5579"/>
                  </a:cubicBezTo>
                  <a:cubicBezTo>
                    <a:pt x="5297" y="5511"/>
                    <a:pt x="5400" y="5374"/>
                    <a:pt x="5468" y="5238"/>
                  </a:cubicBezTo>
                  <a:cubicBezTo>
                    <a:pt x="5554" y="5306"/>
                    <a:pt x="5639" y="5374"/>
                    <a:pt x="5707" y="5443"/>
                  </a:cubicBezTo>
                  <a:cubicBezTo>
                    <a:pt x="5827" y="5562"/>
                    <a:pt x="5998" y="5614"/>
                    <a:pt x="6152" y="5614"/>
                  </a:cubicBezTo>
                  <a:cubicBezTo>
                    <a:pt x="6271" y="5767"/>
                    <a:pt x="6408" y="5904"/>
                    <a:pt x="6562" y="6041"/>
                  </a:cubicBezTo>
                  <a:cubicBezTo>
                    <a:pt x="6645" y="6115"/>
                    <a:pt x="6742" y="6148"/>
                    <a:pt x="6838" y="6148"/>
                  </a:cubicBezTo>
                  <a:cubicBezTo>
                    <a:pt x="7094" y="6148"/>
                    <a:pt x="7337" y="5912"/>
                    <a:pt x="7262" y="5614"/>
                  </a:cubicBezTo>
                  <a:cubicBezTo>
                    <a:pt x="7108" y="4981"/>
                    <a:pt x="6852" y="4366"/>
                    <a:pt x="6493" y="3819"/>
                  </a:cubicBezTo>
                  <a:cubicBezTo>
                    <a:pt x="6377" y="3623"/>
                    <a:pt x="6176" y="3524"/>
                    <a:pt x="5972" y="3524"/>
                  </a:cubicBezTo>
                  <a:cubicBezTo>
                    <a:pt x="5787" y="3524"/>
                    <a:pt x="5598" y="3606"/>
                    <a:pt x="5468" y="3768"/>
                  </a:cubicBezTo>
                  <a:cubicBezTo>
                    <a:pt x="5383" y="3717"/>
                    <a:pt x="5297" y="3666"/>
                    <a:pt x="5195" y="3614"/>
                  </a:cubicBezTo>
                  <a:cubicBezTo>
                    <a:pt x="5107" y="3564"/>
                    <a:pt x="5005" y="3541"/>
                    <a:pt x="4902" y="3541"/>
                  </a:cubicBezTo>
                  <a:cubicBezTo>
                    <a:pt x="4582" y="3541"/>
                    <a:pt x="4250" y="3766"/>
                    <a:pt x="4289" y="4127"/>
                  </a:cubicBezTo>
                  <a:cubicBezTo>
                    <a:pt x="4289" y="4212"/>
                    <a:pt x="4306" y="4298"/>
                    <a:pt x="4323" y="4383"/>
                  </a:cubicBezTo>
                  <a:cubicBezTo>
                    <a:pt x="4101" y="4418"/>
                    <a:pt x="3913" y="4571"/>
                    <a:pt x="3828" y="4776"/>
                  </a:cubicBezTo>
                  <a:cubicBezTo>
                    <a:pt x="3606" y="4623"/>
                    <a:pt x="3367" y="4452"/>
                    <a:pt x="3161" y="4264"/>
                  </a:cubicBezTo>
                  <a:cubicBezTo>
                    <a:pt x="3046" y="4153"/>
                    <a:pt x="2910" y="4105"/>
                    <a:pt x="2777" y="4105"/>
                  </a:cubicBezTo>
                  <a:cubicBezTo>
                    <a:pt x="2439" y="4105"/>
                    <a:pt x="2124" y="4418"/>
                    <a:pt x="2222" y="4811"/>
                  </a:cubicBezTo>
                  <a:cubicBezTo>
                    <a:pt x="2256" y="4964"/>
                    <a:pt x="2290" y="5101"/>
                    <a:pt x="2307" y="5238"/>
                  </a:cubicBezTo>
                  <a:cubicBezTo>
                    <a:pt x="2170" y="5101"/>
                    <a:pt x="2034" y="4947"/>
                    <a:pt x="1897" y="4811"/>
                  </a:cubicBezTo>
                  <a:cubicBezTo>
                    <a:pt x="1983" y="4708"/>
                    <a:pt x="2017" y="4605"/>
                    <a:pt x="2034" y="4486"/>
                  </a:cubicBezTo>
                  <a:cubicBezTo>
                    <a:pt x="2051" y="4144"/>
                    <a:pt x="2051" y="3819"/>
                    <a:pt x="2051" y="3495"/>
                  </a:cubicBezTo>
                  <a:cubicBezTo>
                    <a:pt x="2188" y="3478"/>
                    <a:pt x="2307" y="3427"/>
                    <a:pt x="2410" y="3324"/>
                  </a:cubicBezTo>
                  <a:cubicBezTo>
                    <a:pt x="2563" y="3102"/>
                    <a:pt x="2666" y="2828"/>
                    <a:pt x="2683" y="2555"/>
                  </a:cubicBezTo>
                  <a:cubicBezTo>
                    <a:pt x="2888" y="2504"/>
                    <a:pt x="3059" y="2350"/>
                    <a:pt x="3127" y="2145"/>
                  </a:cubicBezTo>
                  <a:cubicBezTo>
                    <a:pt x="3196" y="1957"/>
                    <a:pt x="3264" y="1786"/>
                    <a:pt x="3315" y="1598"/>
                  </a:cubicBezTo>
                  <a:cubicBezTo>
                    <a:pt x="3418" y="1684"/>
                    <a:pt x="3520" y="1752"/>
                    <a:pt x="3537" y="1769"/>
                  </a:cubicBezTo>
                  <a:cubicBezTo>
                    <a:pt x="3632" y="1820"/>
                    <a:pt x="3734" y="1845"/>
                    <a:pt x="3833" y="1845"/>
                  </a:cubicBezTo>
                  <a:cubicBezTo>
                    <a:pt x="4002" y="1845"/>
                    <a:pt x="4164" y="1772"/>
                    <a:pt x="4272" y="1632"/>
                  </a:cubicBezTo>
                  <a:cubicBezTo>
                    <a:pt x="4289" y="1632"/>
                    <a:pt x="4306" y="1650"/>
                    <a:pt x="4323" y="1650"/>
                  </a:cubicBezTo>
                  <a:cubicBezTo>
                    <a:pt x="4392" y="1694"/>
                    <a:pt x="4467" y="1714"/>
                    <a:pt x="4542" y="1714"/>
                  </a:cubicBezTo>
                  <a:cubicBezTo>
                    <a:pt x="4728" y="1714"/>
                    <a:pt x="4907" y="1588"/>
                    <a:pt x="4956" y="1393"/>
                  </a:cubicBezTo>
                  <a:cubicBezTo>
                    <a:pt x="5075" y="812"/>
                    <a:pt x="4785" y="385"/>
                    <a:pt x="4289" y="78"/>
                  </a:cubicBezTo>
                  <a:cubicBezTo>
                    <a:pt x="4203" y="25"/>
                    <a:pt x="4108" y="0"/>
                    <a:pt x="4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8" name="Google Shape;788;p39"/>
            <p:cNvGrpSpPr/>
            <p:nvPr/>
          </p:nvGrpSpPr>
          <p:grpSpPr>
            <a:xfrm>
              <a:off x="71542" y="94405"/>
              <a:ext cx="708096" cy="573872"/>
              <a:chOff x="166625" y="89475"/>
              <a:chExt cx="648855" cy="525813"/>
            </a:xfrm>
          </p:grpSpPr>
          <p:sp>
            <p:nvSpPr>
              <p:cNvPr id="789" name="Google Shape;789;p39"/>
              <p:cNvSpPr/>
              <p:nvPr/>
            </p:nvSpPr>
            <p:spPr>
              <a:xfrm>
                <a:off x="182835" y="329968"/>
                <a:ext cx="275820" cy="115404"/>
              </a:xfrm>
              <a:custGeom>
                <a:avLst/>
                <a:gdLst/>
                <a:ahLst/>
                <a:cxnLst/>
                <a:rect l="l" t="t" r="r" b="b"/>
                <a:pathLst>
                  <a:path w="6432" h="2691" extrusionOk="0">
                    <a:moveTo>
                      <a:pt x="5919" y="1"/>
                    </a:moveTo>
                    <a:cubicBezTo>
                      <a:pt x="5628" y="18"/>
                      <a:pt x="5543" y="138"/>
                      <a:pt x="5304" y="274"/>
                    </a:cubicBezTo>
                    <a:cubicBezTo>
                      <a:pt x="5151" y="382"/>
                      <a:pt x="4956" y="422"/>
                      <a:pt x="4750" y="422"/>
                    </a:cubicBezTo>
                    <a:cubicBezTo>
                      <a:pt x="4400" y="422"/>
                      <a:pt x="4017" y="309"/>
                      <a:pt x="3749" y="223"/>
                    </a:cubicBezTo>
                    <a:cubicBezTo>
                      <a:pt x="3706" y="213"/>
                      <a:pt x="3662" y="208"/>
                      <a:pt x="3620" y="208"/>
                    </a:cubicBezTo>
                    <a:cubicBezTo>
                      <a:pt x="3376" y="208"/>
                      <a:pt x="3155" y="366"/>
                      <a:pt x="3083" y="599"/>
                    </a:cubicBezTo>
                    <a:cubicBezTo>
                      <a:pt x="2895" y="479"/>
                      <a:pt x="2724" y="343"/>
                      <a:pt x="2553" y="206"/>
                    </a:cubicBezTo>
                    <a:cubicBezTo>
                      <a:pt x="2446" y="109"/>
                      <a:pt x="2316" y="66"/>
                      <a:pt x="2187" y="66"/>
                    </a:cubicBezTo>
                    <a:cubicBezTo>
                      <a:pt x="1864" y="66"/>
                      <a:pt x="1554" y="340"/>
                      <a:pt x="1664" y="719"/>
                    </a:cubicBezTo>
                    <a:cubicBezTo>
                      <a:pt x="1699" y="821"/>
                      <a:pt x="1716" y="924"/>
                      <a:pt x="1733" y="1009"/>
                    </a:cubicBezTo>
                    <a:lnTo>
                      <a:pt x="1647" y="941"/>
                    </a:lnTo>
                    <a:cubicBezTo>
                      <a:pt x="1553" y="838"/>
                      <a:pt x="1425" y="787"/>
                      <a:pt x="1295" y="787"/>
                    </a:cubicBezTo>
                    <a:cubicBezTo>
                      <a:pt x="1165" y="787"/>
                      <a:pt x="1032" y="838"/>
                      <a:pt x="930" y="941"/>
                    </a:cubicBezTo>
                    <a:cubicBezTo>
                      <a:pt x="844" y="1026"/>
                      <a:pt x="776" y="1129"/>
                      <a:pt x="725" y="1231"/>
                    </a:cubicBezTo>
                    <a:lnTo>
                      <a:pt x="708" y="1231"/>
                    </a:lnTo>
                    <a:cubicBezTo>
                      <a:pt x="670" y="1222"/>
                      <a:pt x="633" y="1218"/>
                      <a:pt x="597" y="1218"/>
                    </a:cubicBezTo>
                    <a:cubicBezTo>
                      <a:pt x="231" y="1218"/>
                      <a:pt x="0" y="1670"/>
                      <a:pt x="280" y="1966"/>
                    </a:cubicBezTo>
                    <a:cubicBezTo>
                      <a:pt x="383" y="2068"/>
                      <a:pt x="468" y="2154"/>
                      <a:pt x="571" y="2239"/>
                    </a:cubicBezTo>
                    <a:cubicBezTo>
                      <a:pt x="622" y="2308"/>
                      <a:pt x="656" y="2376"/>
                      <a:pt x="691" y="2444"/>
                    </a:cubicBezTo>
                    <a:cubicBezTo>
                      <a:pt x="775" y="2585"/>
                      <a:pt x="929" y="2680"/>
                      <a:pt x="1096" y="2680"/>
                    </a:cubicBezTo>
                    <a:cubicBezTo>
                      <a:pt x="1131" y="2680"/>
                      <a:pt x="1167" y="2675"/>
                      <a:pt x="1203" y="2666"/>
                    </a:cubicBezTo>
                    <a:cubicBezTo>
                      <a:pt x="1243" y="2683"/>
                      <a:pt x="1283" y="2691"/>
                      <a:pt x="1321" y="2691"/>
                    </a:cubicBezTo>
                    <a:cubicBezTo>
                      <a:pt x="1517" y="2691"/>
                      <a:pt x="1682" y="2496"/>
                      <a:pt x="1596" y="2325"/>
                    </a:cubicBezTo>
                    <a:cubicBezTo>
                      <a:pt x="1613" y="2273"/>
                      <a:pt x="1613" y="2239"/>
                      <a:pt x="1613" y="2188"/>
                    </a:cubicBezTo>
                    <a:cubicBezTo>
                      <a:pt x="1852" y="2342"/>
                      <a:pt x="2126" y="2461"/>
                      <a:pt x="2399" y="2513"/>
                    </a:cubicBezTo>
                    <a:cubicBezTo>
                      <a:pt x="2428" y="2517"/>
                      <a:pt x="2458" y="2519"/>
                      <a:pt x="2487" y="2519"/>
                    </a:cubicBezTo>
                    <a:cubicBezTo>
                      <a:pt x="2821" y="2519"/>
                      <a:pt x="3158" y="2257"/>
                      <a:pt x="3048" y="1880"/>
                    </a:cubicBezTo>
                    <a:lnTo>
                      <a:pt x="3048" y="1880"/>
                    </a:lnTo>
                    <a:cubicBezTo>
                      <a:pt x="3100" y="1932"/>
                      <a:pt x="3168" y="1983"/>
                      <a:pt x="3236" y="2051"/>
                    </a:cubicBezTo>
                    <a:cubicBezTo>
                      <a:pt x="3345" y="2154"/>
                      <a:pt x="3475" y="2200"/>
                      <a:pt x="3604" y="2200"/>
                    </a:cubicBezTo>
                    <a:cubicBezTo>
                      <a:pt x="3880" y="2200"/>
                      <a:pt x="4147" y="1985"/>
                      <a:pt x="4159" y="1658"/>
                    </a:cubicBezTo>
                    <a:lnTo>
                      <a:pt x="4159" y="1453"/>
                    </a:lnTo>
                    <a:cubicBezTo>
                      <a:pt x="4364" y="1486"/>
                      <a:pt x="4575" y="1506"/>
                      <a:pt x="4783" y="1506"/>
                    </a:cubicBezTo>
                    <a:cubicBezTo>
                      <a:pt x="5341" y="1506"/>
                      <a:pt x="5883" y="1363"/>
                      <a:pt x="6244" y="941"/>
                    </a:cubicBezTo>
                    <a:cubicBezTo>
                      <a:pt x="6414" y="753"/>
                      <a:pt x="6432" y="496"/>
                      <a:pt x="6312" y="274"/>
                    </a:cubicBezTo>
                    <a:lnTo>
                      <a:pt x="6278" y="206"/>
                    </a:lnTo>
                    <a:cubicBezTo>
                      <a:pt x="6192" y="69"/>
                      <a:pt x="6056" y="1"/>
                      <a:pt x="59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9"/>
              <p:cNvSpPr/>
              <p:nvPr/>
            </p:nvSpPr>
            <p:spPr>
              <a:xfrm>
                <a:off x="341632" y="394766"/>
                <a:ext cx="140483" cy="201259"/>
              </a:xfrm>
              <a:custGeom>
                <a:avLst/>
                <a:gdLst/>
                <a:ahLst/>
                <a:cxnLst/>
                <a:rect l="l" t="t" r="r" b="b"/>
                <a:pathLst>
                  <a:path w="3276" h="4693" extrusionOk="0">
                    <a:moveTo>
                      <a:pt x="2563" y="0"/>
                    </a:moveTo>
                    <a:cubicBezTo>
                      <a:pt x="2298" y="0"/>
                      <a:pt x="2108" y="237"/>
                      <a:pt x="1977" y="523"/>
                    </a:cubicBezTo>
                    <a:cubicBezTo>
                      <a:pt x="1895" y="490"/>
                      <a:pt x="1809" y="475"/>
                      <a:pt x="1724" y="475"/>
                    </a:cubicBezTo>
                    <a:cubicBezTo>
                      <a:pt x="1543" y="475"/>
                      <a:pt x="1364" y="544"/>
                      <a:pt x="1225" y="660"/>
                    </a:cubicBezTo>
                    <a:cubicBezTo>
                      <a:pt x="1201" y="657"/>
                      <a:pt x="1177" y="655"/>
                      <a:pt x="1153" y="655"/>
                    </a:cubicBezTo>
                    <a:cubicBezTo>
                      <a:pt x="793" y="655"/>
                      <a:pt x="514" y="1008"/>
                      <a:pt x="610" y="1360"/>
                    </a:cubicBezTo>
                    <a:cubicBezTo>
                      <a:pt x="661" y="1514"/>
                      <a:pt x="695" y="1651"/>
                      <a:pt x="729" y="1788"/>
                    </a:cubicBezTo>
                    <a:cubicBezTo>
                      <a:pt x="644" y="1724"/>
                      <a:pt x="540" y="1693"/>
                      <a:pt x="439" y="1693"/>
                    </a:cubicBezTo>
                    <a:cubicBezTo>
                      <a:pt x="215" y="1693"/>
                      <a:pt x="0" y="1842"/>
                      <a:pt x="12" y="2112"/>
                    </a:cubicBezTo>
                    <a:cubicBezTo>
                      <a:pt x="12" y="2915"/>
                      <a:pt x="131" y="3718"/>
                      <a:pt x="336" y="4487"/>
                    </a:cubicBezTo>
                    <a:cubicBezTo>
                      <a:pt x="384" y="4631"/>
                      <a:pt x="490" y="4693"/>
                      <a:pt x="596" y="4693"/>
                    </a:cubicBezTo>
                    <a:cubicBezTo>
                      <a:pt x="755" y="4693"/>
                      <a:pt x="914" y="4555"/>
                      <a:pt x="883" y="4351"/>
                    </a:cubicBezTo>
                    <a:cubicBezTo>
                      <a:pt x="832" y="3923"/>
                      <a:pt x="815" y="3513"/>
                      <a:pt x="832" y="3086"/>
                    </a:cubicBezTo>
                    <a:lnTo>
                      <a:pt x="832" y="3086"/>
                    </a:lnTo>
                    <a:cubicBezTo>
                      <a:pt x="917" y="3189"/>
                      <a:pt x="1003" y="3308"/>
                      <a:pt x="1071" y="3428"/>
                    </a:cubicBezTo>
                    <a:cubicBezTo>
                      <a:pt x="1170" y="3602"/>
                      <a:pt x="1317" y="3675"/>
                      <a:pt x="1466" y="3675"/>
                    </a:cubicBezTo>
                    <a:cubicBezTo>
                      <a:pt x="1754" y="3675"/>
                      <a:pt x="2044" y="3396"/>
                      <a:pt x="1977" y="3035"/>
                    </a:cubicBezTo>
                    <a:cubicBezTo>
                      <a:pt x="1925" y="2744"/>
                      <a:pt x="1891" y="2437"/>
                      <a:pt x="1857" y="2129"/>
                    </a:cubicBezTo>
                    <a:cubicBezTo>
                      <a:pt x="2011" y="2061"/>
                      <a:pt x="2148" y="1924"/>
                      <a:pt x="2199" y="1771"/>
                    </a:cubicBezTo>
                    <a:lnTo>
                      <a:pt x="2233" y="1771"/>
                    </a:lnTo>
                    <a:cubicBezTo>
                      <a:pt x="2278" y="1781"/>
                      <a:pt x="2322" y="1786"/>
                      <a:pt x="2366" y="1786"/>
                    </a:cubicBezTo>
                    <a:cubicBezTo>
                      <a:pt x="2676" y="1786"/>
                      <a:pt x="2953" y="1536"/>
                      <a:pt x="2968" y="1207"/>
                    </a:cubicBezTo>
                    <a:cubicBezTo>
                      <a:pt x="2951" y="1087"/>
                      <a:pt x="2968" y="950"/>
                      <a:pt x="3002" y="831"/>
                    </a:cubicBezTo>
                    <a:lnTo>
                      <a:pt x="3036" y="797"/>
                    </a:lnTo>
                    <a:cubicBezTo>
                      <a:pt x="3275" y="626"/>
                      <a:pt x="3156" y="284"/>
                      <a:pt x="2951" y="147"/>
                    </a:cubicBezTo>
                    <a:cubicBezTo>
                      <a:pt x="2806" y="44"/>
                      <a:pt x="2678" y="0"/>
                      <a:pt x="2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9"/>
              <p:cNvSpPr/>
              <p:nvPr/>
            </p:nvSpPr>
            <p:spPr>
              <a:xfrm>
                <a:off x="166625" y="89475"/>
                <a:ext cx="648855" cy="525813"/>
              </a:xfrm>
              <a:custGeom>
                <a:avLst/>
                <a:gdLst/>
                <a:ahLst/>
                <a:cxnLst/>
                <a:rect l="l" t="t" r="r" b="b"/>
                <a:pathLst>
                  <a:path w="15131" h="12261" extrusionOk="0">
                    <a:moveTo>
                      <a:pt x="12363" y="431"/>
                    </a:moveTo>
                    <a:cubicBezTo>
                      <a:pt x="12853" y="431"/>
                      <a:pt x="12377" y="1154"/>
                      <a:pt x="12260" y="1354"/>
                    </a:cubicBezTo>
                    <a:cubicBezTo>
                      <a:pt x="11320" y="2892"/>
                      <a:pt x="10022" y="4208"/>
                      <a:pt x="8501" y="5182"/>
                    </a:cubicBezTo>
                    <a:cubicBezTo>
                      <a:pt x="8433" y="5096"/>
                      <a:pt x="8347" y="4994"/>
                      <a:pt x="8245" y="4874"/>
                    </a:cubicBezTo>
                    <a:cubicBezTo>
                      <a:pt x="8706" y="3490"/>
                      <a:pt x="9509" y="2243"/>
                      <a:pt x="10586" y="1252"/>
                    </a:cubicBezTo>
                    <a:cubicBezTo>
                      <a:pt x="11064" y="791"/>
                      <a:pt x="11679" y="500"/>
                      <a:pt x="12328" y="432"/>
                    </a:cubicBezTo>
                    <a:cubicBezTo>
                      <a:pt x="12341" y="431"/>
                      <a:pt x="12352" y="431"/>
                      <a:pt x="12363" y="431"/>
                    </a:cubicBezTo>
                    <a:close/>
                    <a:moveTo>
                      <a:pt x="12978" y="4310"/>
                    </a:moveTo>
                    <a:cubicBezTo>
                      <a:pt x="13405" y="4310"/>
                      <a:pt x="14618" y="4310"/>
                      <a:pt x="14498" y="5062"/>
                    </a:cubicBezTo>
                    <a:cubicBezTo>
                      <a:pt x="14413" y="5575"/>
                      <a:pt x="13747" y="5797"/>
                      <a:pt x="13319" y="5934"/>
                    </a:cubicBezTo>
                    <a:cubicBezTo>
                      <a:pt x="12841" y="6071"/>
                      <a:pt x="12374" y="6122"/>
                      <a:pt x="11911" y="6122"/>
                    </a:cubicBezTo>
                    <a:cubicBezTo>
                      <a:pt x="10936" y="6122"/>
                      <a:pt x="9982" y="5896"/>
                      <a:pt x="8997" y="5780"/>
                    </a:cubicBezTo>
                    <a:lnTo>
                      <a:pt x="8723" y="5438"/>
                    </a:lnTo>
                    <a:cubicBezTo>
                      <a:pt x="9253" y="5165"/>
                      <a:pt x="9765" y="4806"/>
                      <a:pt x="10193" y="4362"/>
                    </a:cubicBezTo>
                    <a:lnTo>
                      <a:pt x="10193" y="4362"/>
                    </a:lnTo>
                    <a:cubicBezTo>
                      <a:pt x="10161" y="4474"/>
                      <a:pt x="10248" y="4585"/>
                      <a:pt x="10358" y="4585"/>
                    </a:cubicBezTo>
                    <a:cubicBezTo>
                      <a:pt x="10365" y="4585"/>
                      <a:pt x="10373" y="4585"/>
                      <a:pt x="10381" y="4584"/>
                    </a:cubicBezTo>
                    <a:cubicBezTo>
                      <a:pt x="11252" y="4498"/>
                      <a:pt x="12089" y="4310"/>
                      <a:pt x="12978" y="4310"/>
                    </a:cubicBezTo>
                    <a:close/>
                    <a:moveTo>
                      <a:pt x="6615" y="4147"/>
                    </a:moveTo>
                    <a:cubicBezTo>
                      <a:pt x="6893" y="4147"/>
                      <a:pt x="7362" y="4582"/>
                      <a:pt x="7886" y="5216"/>
                    </a:cubicBezTo>
                    <a:cubicBezTo>
                      <a:pt x="7801" y="5301"/>
                      <a:pt x="7766" y="5421"/>
                      <a:pt x="7681" y="5506"/>
                    </a:cubicBezTo>
                    <a:cubicBezTo>
                      <a:pt x="7578" y="5626"/>
                      <a:pt x="7442" y="5729"/>
                      <a:pt x="7305" y="5814"/>
                    </a:cubicBezTo>
                    <a:cubicBezTo>
                      <a:pt x="7189" y="5866"/>
                      <a:pt x="6976" y="5946"/>
                      <a:pt x="6805" y="5946"/>
                    </a:cubicBezTo>
                    <a:cubicBezTo>
                      <a:pt x="6749" y="5946"/>
                      <a:pt x="6698" y="5938"/>
                      <a:pt x="6656" y="5917"/>
                    </a:cubicBezTo>
                    <a:cubicBezTo>
                      <a:pt x="6646" y="5910"/>
                      <a:pt x="6637" y="5907"/>
                      <a:pt x="6628" y="5907"/>
                    </a:cubicBezTo>
                    <a:cubicBezTo>
                      <a:pt x="6588" y="5907"/>
                      <a:pt x="6560" y="5960"/>
                      <a:pt x="6587" y="6002"/>
                    </a:cubicBezTo>
                    <a:cubicBezTo>
                      <a:pt x="6688" y="6094"/>
                      <a:pt x="6819" y="6126"/>
                      <a:pt x="6955" y="6126"/>
                    </a:cubicBezTo>
                    <a:cubicBezTo>
                      <a:pt x="7072" y="6126"/>
                      <a:pt x="7194" y="6102"/>
                      <a:pt x="7305" y="6070"/>
                    </a:cubicBezTo>
                    <a:cubicBezTo>
                      <a:pt x="7476" y="6019"/>
                      <a:pt x="7647" y="5917"/>
                      <a:pt x="7801" y="5797"/>
                    </a:cubicBezTo>
                    <a:cubicBezTo>
                      <a:pt x="7920" y="5711"/>
                      <a:pt x="8023" y="5592"/>
                      <a:pt x="8091" y="5472"/>
                    </a:cubicBezTo>
                    <a:cubicBezTo>
                      <a:pt x="8381" y="5848"/>
                      <a:pt x="8706" y="6275"/>
                      <a:pt x="8997" y="6702"/>
                    </a:cubicBezTo>
                    <a:cubicBezTo>
                      <a:pt x="8928" y="6754"/>
                      <a:pt x="8860" y="6822"/>
                      <a:pt x="8792" y="6890"/>
                    </a:cubicBezTo>
                    <a:cubicBezTo>
                      <a:pt x="8638" y="6993"/>
                      <a:pt x="8484" y="7113"/>
                      <a:pt x="8313" y="7198"/>
                    </a:cubicBezTo>
                    <a:cubicBezTo>
                      <a:pt x="8194" y="7283"/>
                      <a:pt x="8057" y="7352"/>
                      <a:pt x="7920" y="7403"/>
                    </a:cubicBezTo>
                    <a:cubicBezTo>
                      <a:pt x="7877" y="7416"/>
                      <a:pt x="7848" y="7422"/>
                      <a:pt x="7828" y="7422"/>
                    </a:cubicBezTo>
                    <a:cubicBezTo>
                      <a:pt x="7769" y="7422"/>
                      <a:pt x="7801" y="7365"/>
                      <a:pt x="7852" y="7249"/>
                    </a:cubicBezTo>
                    <a:cubicBezTo>
                      <a:pt x="7888" y="7213"/>
                      <a:pt x="7856" y="7177"/>
                      <a:pt x="7822" y="7177"/>
                    </a:cubicBezTo>
                    <a:cubicBezTo>
                      <a:pt x="7808" y="7177"/>
                      <a:pt x="7793" y="7183"/>
                      <a:pt x="7783" y="7198"/>
                    </a:cubicBezTo>
                    <a:cubicBezTo>
                      <a:pt x="7732" y="7283"/>
                      <a:pt x="7647" y="7403"/>
                      <a:pt x="7715" y="7523"/>
                    </a:cubicBezTo>
                    <a:cubicBezTo>
                      <a:pt x="7737" y="7573"/>
                      <a:pt x="7793" y="7590"/>
                      <a:pt x="7857" y="7590"/>
                    </a:cubicBezTo>
                    <a:cubicBezTo>
                      <a:pt x="7945" y="7590"/>
                      <a:pt x="8049" y="7559"/>
                      <a:pt x="8108" y="7540"/>
                    </a:cubicBezTo>
                    <a:cubicBezTo>
                      <a:pt x="8347" y="7454"/>
                      <a:pt x="8569" y="7335"/>
                      <a:pt x="8774" y="7198"/>
                    </a:cubicBezTo>
                    <a:cubicBezTo>
                      <a:pt x="8911" y="7130"/>
                      <a:pt x="9048" y="7027"/>
                      <a:pt x="9167" y="6925"/>
                    </a:cubicBezTo>
                    <a:cubicBezTo>
                      <a:pt x="9492" y="7386"/>
                      <a:pt x="9800" y="7864"/>
                      <a:pt x="10039" y="8257"/>
                    </a:cubicBezTo>
                    <a:cubicBezTo>
                      <a:pt x="9885" y="8428"/>
                      <a:pt x="9680" y="8582"/>
                      <a:pt x="9475" y="8684"/>
                    </a:cubicBezTo>
                    <a:cubicBezTo>
                      <a:pt x="9403" y="8709"/>
                      <a:pt x="9326" y="8722"/>
                      <a:pt x="9252" y="8722"/>
                    </a:cubicBezTo>
                    <a:cubicBezTo>
                      <a:pt x="9065" y="8722"/>
                      <a:pt x="8897" y="8637"/>
                      <a:pt x="8860" y="8428"/>
                    </a:cubicBezTo>
                    <a:cubicBezTo>
                      <a:pt x="8852" y="8398"/>
                      <a:pt x="8825" y="8385"/>
                      <a:pt x="8798" y="8385"/>
                    </a:cubicBezTo>
                    <a:cubicBezTo>
                      <a:pt x="8764" y="8385"/>
                      <a:pt x="8731" y="8407"/>
                      <a:pt x="8740" y="8445"/>
                    </a:cubicBezTo>
                    <a:cubicBezTo>
                      <a:pt x="8772" y="8806"/>
                      <a:pt x="9004" y="8945"/>
                      <a:pt x="9286" y="8945"/>
                    </a:cubicBezTo>
                    <a:cubicBezTo>
                      <a:pt x="9606" y="8945"/>
                      <a:pt x="9991" y="8767"/>
                      <a:pt x="10227" y="8531"/>
                    </a:cubicBezTo>
                    <a:cubicBezTo>
                      <a:pt x="10449" y="8907"/>
                      <a:pt x="10620" y="9197"/>
                      <a:pt x="10671" y="9317"/>
                    </a:cubicBezTo>
                    <a:cubicBezTo>
                      <a:pt x="10756" y="9522"/>
                      <a:pt x="10842" y="9727"/>
                      <a:pt x="10910" y="9949"/>
                    </a:cubicBezTo>
                    <a:cubicBezTo>
                      <a:pt x="10937" y="10058"/>
                      <a:pt x="11084" y="10979"/>
                      <a:pt x="10694" y="10979"/>
                    </a:cubicBezTo>
                    <a:cubicBezTo>
                      <a:pt x="10594" y="10979"/>
                      <a:pt x="10459" y="10919"/>
                      <a:pt x="10278" y="10769"/>
                    </a:cubicBezTo>
                    <a:cubicBezTo>
                      <a:pt x="9783" y="10376"/>
                      <a:pt x="9441" y="9761"/>
                      <a:pt x="9048" y="9265"/>
                    </a:cubicBezTo>
                    <a:cubicBezTo>
                      <a:pt x="8587" y="8650"/>
                      <a:pt x="8057" y="8104"/>
                      <a:pt x="7578" y="7540"/>
                    </a:cubicBezTo>
                    <a:cubicBezTo>
                      <a:pt x="7613" y="7420"/>
                      <a:pt x="7664" y="7300"/>
                      <a:pt x="7715" y="7198"/>
                    </a:cubicBezTo>
                    <a:cubicBezTo>
                      <a:pt x="7784" y="7049"/>
                      <a:pt x="7622" y="6916"/>
                      <a:pt x="7478" y="6916"/>
                    </a:cubicBezTo>
                    <a:cubicBezTo>
                      <a:pt x="7406" y="6916"/>
                      <a:pt x="7339" y="6948"/>
                      <a:pt x="7305" y="7027"/>
                    </a:cubicBezTo>
                    <a:cubicBezTo>
                      <a:pt x="7288" y="7061"/>
                      <a:pt x="7271" y="7113"/>
                      <a:pt x="7254" y="7147"/>
                    </a:cubicBezTo>
                    <a:cubicBezTo>
                      <a:pt x="6639" y="6344"/>
                      <a:pt x="6194" y="5455"/>
                      <a:pt x="6297" y="4276"/>
                    </a:cubicBezTo>
                    <a:lnTo>
                      <a:pt x="6297" y="4276"/>
                    </a:lnTo>
                    <a:cubicBezTo>
                      <a:pt x="6310" y="4280"/>
                      <a:pt x="6324" y="4283"/>
                      <a:pt x="6338" y="4283"/>
                    </a:cubicBezTo>
                    <a:cubicBezTo>
                      <a:pt x="6380" y="4283"/>
                      <a:pt x="6425" y="4263"/>
                      <a:pt x="6451" y="4225"/>
                    </a:cubicBezTo>
                    <a:cubicBezTo>
                      <a:pt x="6494" y="4172"/>
                      <a:pt x="6549" y="4147"/>
                      <a:pt x="6615" y="4147"/>
                    </a:cubicBezTo>
                    <a:close/>
                    <a:moveTo>
                      <a:pt x="5130" y="6023"/>
                    </a:moveTo>
                    <a:cubicBezTo>
                      <a:pt x="5560" y="6023"/>
                      <a:pt x="5941" y="6076"/>
                      <a:pt x="6229" y="6190"/>
                    </a:cubicBezTo>
                    <a:lnTo>
                      <a:pt x="6280" y="6190"/>
                    </a:lnTo>
                    <a:cubicBezTo>
                      <a:pt x="6485" y="6685"/>
                      <a:pt x="6758" y="7147"/>
                      <a:pt x="7083" y="7591"/>
                    </a:cubicBezTo>
                    <a:cubicBezTo>
                      <a:pt x="6468" y="9146"/>
                      <a:pt x="5716" y="11247"/>
                      <a:pt x="4093" y="11726"/>
                    </a:cubicBezTo>
                    <a:cubicBezTo>
                      <a:pt x="4469" y="10051"/>
                      <a:pt x="5033" y="8462"/>
                      <a:pt x="6348" y="7283"/>
                    </a:cubicBezTo>
                    <a:cubicBezTo>
                      <a:pt x="6522" y="7137"/>
                      <a:pt x="6372" y="6917"/>
                      <a:pt x="6193" y="6917"/>
                    </a:cubicBezTo>
                    <a:cubicBezTo>
                      <a:pt x="6142" y="6917"/>
                      <a:pt x="6089" y="6935"/>
                      <a:pt x="6041" y="6976"/>
                    </a:cubicBezTo>
                    <a:cubicBezTo>
                      <a:pt x="5323" y="7574"/>
                      <a:pt x="4417" y="8001"/>
                      <a:pt x="3563" y="8377"/>
                    </a:cubicBezTo>
                    <a:cubicBezTo>
                      <a:pt x="3252" y="8513"/>
                      <a:pt x="2090" y="8903"/>
                      <a:pt x="1287" y="8903"/>
                    </a:cubicBezTo>
                    <a:cubicBezTo>
                      <a:pt x="678" y="8903"/>
                      <a:pt x="276" y="8679"/>
                      <a:pt x="607" y="7950"/>
                    </a:cubicBezTo>
                    <a:cubicBezTo>
                      <a:pt x="1135" y="6799"/>
                      <a:pt x="3488" y="6023"/>
                      <a:pt x="5130" y="6023"/>
                    </a:cubicBezTo>
                    <a:close/>
                    <a:moveTo>
                      <a:pt x="12417" y="0"/>
                    </a:moveTo>
                    <a:cubicBezTo>
                      <a:pt x="11956" y="0"/>
                      <a:pt x="11377" y="209"/>
                      <a:pt x="11167" y="295"/>
                    </a:cubicBezTo>
                    <a:cubicBezTo>
                      <a:pt x="9646" y="961"/>
                      <a:pt x="8433" y="2926"/>
                      <a:pt x="7886" y="4498"/>
                    </a:cubicBezTo>
                    <a:cubicBezTo>
                      <a:pt x="7468" y="4080"/>
                      <a:pt x="6963" y="3670"/>
                      <a:pt x="6591" y="3670"/>
                    </a:cubicBezTo>
                    <a:cubicBezTo>
                      <a:pt x="6416" y="3670"/>
                      <a:pt x="6270" y="3761"/>
                      <a:pt x="6177" y="3986"/>
                    </a:cubicBezTo>
                    <a:cubicBezTo>
                      <a:pt x="6160" y="4003"/>
                      <a:pt x="6160" y="4020"/>
                      <a:pt x="6160" y="4054"/>
                    </a:cubicBezTo>
                    <a:cubicBezTo>
                      <a:pt x="6109" y="4054"/>
                      <a:pt x="6075" y="4088"/>
                      <a:pt x="6075" y="4122"/>
                    </a:cubicBezTo>
                    <a:cubicBezTo>
                      <a:pt x="5955" y="4720"/>
                      <a:pt x="5989" y="5336"/>
                      <a:pt x="6177" y="5917"/>
                    </a:cubicBezTo>
                    <a:cubicBezTo>
                      <a:pt x="5856" y="5771"/>
                      <a:pt x="5490" y="5714"/>
                      <a:pt x="5109" y="5714"/>
                    </a:cubicBezTo>
                    <a:cubicBezTo>
                      <a:pt x="4234" y="5714"/>
                      <a:pt x="3274" y="6015"/>
                      <a:pt x="2572" y="6241"/>
                    </a:cubicBezTo>
                    <a:cubicBezTo>
                      <a:pt x="1598" y="6549"/>
                      <a:pt x="214" y="7130"/>
                      <a:pt x="95" y="8274"/>
                    </a:cubicBezTo>
                    <a:cubicBezTo>
                      <a:pt x="1" y="9084"/>
                      <a:pt x="447" y="9380"/>
                      <a:pt x="1141" y="9380"/>
                    </a:cubicBezTo>
                    <a:cubicBezTo>
                      <a:pt x="2218" y="9380"/>
                      <a:pt x="3892" y="8666"/>
                      <a:pt x="5067" y="8052"/>
                    </a:cubicBezTo>
                    <a:lnTo>
                      <a:pt x="5067" y="8052"/>
                    </a:lnTo>
                    <a:cubicBezTo>
                      <a:pt x="4264" y="9197"/>
                      <a:pt x="3871" y="10564"/>
                      <a:pt x="3563" y="11965"/>
                    </a:cubicBezTo>
                    <a:cubicBezTo>
                      <a:pt x="3532" y="12120"/>
                      <a:pt x="3655" y="12260"/>
                      <a:pt x="3806" y="12260"/>
                    </a:cubicBezTo>
                    <a:cubicBezTo>
                      <a:pt x="3821" y="12260"/>
                      <a:pt x="3837" y="12259"/>
                      <a:pt x="3854" y="12255"/>
                    </a:cubicBezTo>
                    <a:cubicBezTo>
                      <a:pt x="5836" y="11982"/>
                      <a:pt x="6707" y="9761"/>
                      <a:pt x="7390" y="8001"/>
                    </a:cubicBezTo>
                    <a:cubicBezTo>
                      <a:pt x="8023" y="8770"/>
                      <a:pt x="8740" y="9505"/>
                      <a:pt x="9287" y="10256"/>
                    </a:cubicBezTo>
                    <a:cubicBezTo>
                      <a:pt x="9554" y="10617"/>
                      <a:pt x="10094" y="11439"/>
                      <a:pt x="10670" y="11439"/>
                    </a:cubicBezTo>
                    <a:cubicBezTo>
                      <a:pt x="10721" y="11439"/>
                      <a:pt x="10773" y="11432"/>
                      <a:pt x="10825" y="11418"/>
                    </a:cubicBezTo>
                    <a:cubicBezTo>
                      <a:pt x="11320" y="11282"/>
                      <a:pt x="11491" y="10564"/>
                      <a:pt x="11406" y="10120"/>
                    </a:cubicBezTo>
                    <a:cubicBezTo>
                      <a:pt x="11149" y="8753"/>
                      <a:pt x="10278" y="7437"/>
                      <a:pt x="9390" y="6275"/>
                    </a:cubicBezTo>
                    <a:lnTo>
                      <a:pt x="9390" y="6275"/>
                    </a:lnTo>
                    <a:cubicBezTo>
                      <a:pt x="9868" y="6378"/>
                      <a:pt x="10346" y="6429"/>
                      <a:pt x="10842" y="6446"/>
                    </a:cubicBezTo>
                    <a:cubicBezTo>
                      <a:pt x="11178" y="6479"/>
                      <a:pt x="11576" y="6508"/>
                      <a:pt x="11991" y="6508"/>
                    </a:cubicBezTo>
                    <a:cubicBezTo>
                      <a:pt x="12885" y="6508"/>
                      <a:pt x="13858" y="6373"/>
                      <a:pt x="14464" y="5848"/>
                    </a:cubicBezTo>
                    <a:cubicBezTo>
                      <a:pt x="15062" y="5318"/>
                      <a:pt x="15131" y="4379"/>
                      <a:pt x="14276" y="4071"/>
                    </a:cubicBezTo>
                    <a:cubicBezTo>
                      <a:pt x="13802" y="3896"/>
                      <a:pt x="13240" y="3824"/>
                      <a:pt x="12663" y="3824"/>
                    </a:cubicBezTo>
                    <a:cubicBezTo>
                      <a:pt x="11889" y="3824"/>
                      <a:pt x="11087" y="3954"/>
                      <a:pt x="10432" y="4140"/>
                    </a:cubicBezTo>
                    <a:cubicBezTo>
                      <a:pt x="10722" y="3849"/>
                      <a:pt x="10996" y="3559"/>
                      <a:pt x="11235" y="3302"/>
                    </a:cubicBezTo>
                    <a:cubicBezTo>
                      <a:pt x="11918" y="2602"/>
                      <a:pt x="12978" y="1594"/>
                      <a:pt x="13046" y="551"/>
                    </a:cubicBezTo>
                    <a:cubicBezTo>
                      <a:pt x="13069" y="130"/>
                      <a:pt x="12779" y="0"/>
                      <a:pt x="12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792"/>
        <p:cNvGrpSpPr/>
        <p:nvPr/>
      </p:nvGrpSpPr>
      <p:grpSpPr>
        <a:xfrm>
          <a:off x="0" y="0"/>
          <a:ext cx="0" cy="0"/>
          <a:chOff x="0" y="0"/>
          <a:chExt cx="0" cy="0"/>
        </a:xfrm>
      </p:grpSpPr>
      <p:pic>
        <p:nvPicPr>
          <p:cNvPr id="793" name="Google Shape;793;p40"/>
          <p:cNvPicPr preferRelativeResize="0"/>
          <p:nvPr/>
        </p:nvPicPr>
        <p:blipFill>
          <a:blip r:embed="rId2">
            <a:alphaModFix/>
          </a:blip>
          <a:stretch>
            <a:fillRect/>
          </a:stretch>
        </p:blipFill>
        <p:spPr>
          <a:xfrm>
            <a:off x="0" y="4465"/>
            <a:ext cx="9144003" cy="5134572"/>
          </a:xfrm>
          <a:prstGeom prst="rect">
            <a:avLst/>
          </a:prstGeom>
          <a:noFill/>
          <a:ln>
            <a:noFill/>
          </a:ln>
        </p:spPr>
      </p:pic>
      <p:sp>
        <p:nvSpPr>
          <p:cNvPr id="794" name="Google Shape;794;p40"/>
          <p:cNvSpPr/>
          <p:nvPr/>
        </p:nvSpPr>
        <p:spPr>
          <a:xfrm>
            <a:off x="548100" y="397750"/>
            <a:ext cx="8057499" cy="4393115"/>
          </a:xfrm>
          <a:custGeom>
            <a:avLst/>
            <a:gdLst/>
            <a:ahLst/>
            <a:cxnLst/>
            <a:rect l="l" t="t" r="r" b="b"/>
            <a:pathLst>
              <a:path w="41127" h="54561" extrusionOk="0">
                <a:moveTo>
                  <a:pt x="0" y="0"/>
                </a:moveTo>
                <a:lnTo>
                  <a:pt x="0" y="53822"/>
                </a:lnTo>
                <a:cubicBezTo>
                  <a:pt x="0" y="53822"/>
                  <a:pt x="2239" y="53172"/>
                  <a:pt x="3605" y="53036"/>
                </a:cubicBezTo>
                <a:cubicBezTo>
                  <a:pt x="4955" y="52916"/>
                  <a:pt x="6322" y="52540"/>
                  <a:pt x="6647" y="52540"/>
                </a:cubicBezTo>
                <a:cubicBezTo>
                  <a:pt x="7467" y="52608"/>
                  <a:pt x="8304" y="52745"/>
                  <a:pt x="9124" y="52916"/>
                </a:cubicBezTo>
                <a:cubicBezTo>
                  <a:pt x="10423" y="53172"/>
                  <a:pt x="10286" y="53292"/>
                  <a:pt x="11158" y="53292"/>
                </a:cubicBezTo>
                <a:cubicBezTo>
                  <a:pt x="12029" y="53292"/>
                  <a:pt x="12764" y="53036"/>
                  <a:pt x="13635" y="53036"/>
                </a:cubicBezTo>
                <a:cubicBezTo>
                  <a:pt x="14506" y="53036"/>
                  <a:pt x="14387" y="53292"/>
                  <a:pt x="15241" y="54214"/>
                </a:cubicBezTo>
                <a:cubicBezTo>
                  <a:pt x="15474" y="54465"/>
                  <a:pt x="15644" y="54560"/>
                  <a:pt x="15786" y="54560"/>
                </a:cubicBezTo>
                <a:cubicBezTo>
                  <a:pt x="16175" y="54560"/>
                  <a:pt x="16345" y="53843"/>
                  <a:pt x="16984" y="53668"/>
                </a:cubicBezTo>
                <a:cubicBezTo>
                  <a:pt x="17357" y="53558"/>
                  <a:pt x="17593" y="53517"/>
                  <a:pt x="17827" y="53517"/>
                </a:cubicBezTo>
                <a:cubicBezTo>
                  <a:pt x="18140" y="53517"/>
                  <a:pt x="18451" y="53590"/>
                  <a:pt x="19086" y="53668"/>
                </a:cubicBezTo>
                <a:cubicBezTo>
                  <a:pt x="19186" y="53679"/>
                  <a:pt x="19284" y="53683"/>
                  <a:pt x="19381" y="53683"/>
                </a:cubicBezTo>
                <a:cubicBezTo>
                  <a:pt x="20178" y="53683"/>
                  <a:pt x="20868" y="53356"/>
                  <a:pt x="21654" y="53356"/>
                </a:cubicBezTo>
                <a:cubicBezTo>
                  <a:pt x="21829" y="53356"/>
                  <a:pt x="22009" y="53372"/>
                  <a:pt x="22195" y="53411"/>
                </a:cubicBezTo>
                <a:cubicBezTo>
                  <a:pt x="22616" y="53509"/>
                  <a:pt x="22878" y="53549"/>
                  <a:pt x="23121" y="53549"/>
                </a:cubicBezTo>
                <a:cubicBezTo>
                  <a:pt x="23520" y="53549"/>
                  <a:pt x="23870" y="53440"/>
                  <a:pt x="24792" y="53292"/>
                </a:cubicBezTo>
                <a:cubicBezTo>
                  <a:pt x="25447" y="53179"/>
                  <a:pt x="25741" y="53093"/>
                  <a:pt x="25949" y="53093"/>
                </a:cubicBezTo>
                <a:cubicBezTo>
                  <a:pt x="26213" y="53093"/>
                  <a:pt x="26339" y="53232"/>
                  <a:pt x="26894" y="53634"/>
                </a:cubicBezTo>
                <a:cubicBezTo>
                  <a:pt x="27168" y="53832"/>
                  <a:pt x="27377" y="53913"/>
                  <a:pt x="27557" y="53913"/>
                </a:cubicBezTo>
                <a:cubicBezTo>
                  <a:pt x="28026" y="53913"/>
                  <a:pt x="28296" y="53361"/>
                  <a:pt x="29013" y="52916"/>
                </a:cubicBezTo>
                <a:cubicBezTo>
                  <a:pt x="29390" y="52681"/>
                  <a:pt x="29748" y="52626"/>
                  <a:pt x="30136" y="52626"/>
                </a:cubicBezTo>
                <a:cubicBezTo>
                  <a:pt x="30488" y="52626"/>
                  <a:pt x="30865" y="52672"/>
                  <a:pt x="31304" y="52672"/>
                </a:cubicBezTo>
                <a:cubicBezTo>
                  <a:pt x="31651" y="52672"/>
                  <a:pt x="32037" y="52643"/>
                  <a:pt x="32481" y="52540"/>
                </a:cubicBezTo>
                <a:cubicBezTo>
                  <a:pt x="33017" y="52415"/>
                  <a:pt x="33195" y="52373"/>
                  <a:pt x="33218" y="52373"/>
                </a:cubicBezTo>
                <a:cubicBezTo>
                  <a:pt x="33263" y="52373"/>
                  <a:pt x="32686" y="52540"/>
                  <a:pt x="33096" y="52540"/>
                </a:cubicBezTo>
                <a:cubicBezTo>
                  <a:pt x="33711" y="52540"/>
                  <a:pt x="35078" y="52301"/>
                  <a:pt x="35693" y="52164"/>
                </a:cubicBezTo>
                <a:cubicBezTo>
                  <a:pt x="35741" y="52155"/>
                  <a:pt x="35792" y="52151"/>
                  <a:pt x="35848" y="52151"/>
                </a:cubicBezTo>
                <a:cubicBezTo>
                  <a:pt x="36378" y="52151"/>
                  <a:pt x="37245" y="52527"/>
                  <a:pt x="38096" y="52527"/>
                </a:cubicBezTo>
                <a:cubicBezTo>
                  <a:pt x="38335" y="52527"/>
                  <a:pt x="38574" y="52497"/>
                  <a:pt x="38803" y="52420"/>
                </a:cubicBezTo>
                <a:cubicBezTo>
                  <a:pt x="39118" y="52314"/>
                  <a:pt x="39255" y="52268"/>
                  <a:pt x="39308" y="52268"/>
                </a:cubicBezTo>
                <a:cubicBezTo>
                  <a:pt x="39441" y="52268"/>
                  <a:pt x="39046" y="52561"/>
                  <a:pt x="39657" y="52916"/>
                </a:cubicBezTo>
                <a:cubicBezTo>
                  <a:pt x="39948" y="53081"/>
                  <a:pt x="40208" y="53136"/>
                  <a:pt x="40426" y="53136"/>
                </a:cubicBezTo>
                <a:cubicBezTo>
                  <a:pt x="40861" y="53136"/>
                  <a:pt x="41127" y="52916"/>
                  <a:pt x="41127" y="52916"/>
                </a:cubicBezTo>
                <a:lnTo>
                  <a:pt x="41127"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0"/>
          <p:cNvSpPr/>
          <p:nvPr/>
        </p:nvSpPr>
        <p:spPr>
          <a:xfrm flipH="1">
            <a:off x="7647250" y="134625"/>
            <a:ext cx="1356082" cy="1286487"/>
          </a:xfrm>
          <a:custGeom>
            <a:avLst/>
            <a:gdLst/>
            <a:ahLst/>
            <a:cxnLst/>
            <a:rect l="l" t="t" r="r" b="b"/>
            <a:pathLst>
              <a:path w="16660" h="15805" extrusionOk="0">
                <a:moveTo>
                  <a:pt x="13106" y="0"/>
                </a:moveTo>
                <a:lnTo>
                  <a:pt x="12456" y="581"/>
                </a:lnTo>
                <a:lnTo>
                  <a:pt x="667" y="11294"/>
                </a:lnTo>
                <a:lnTo>
                  <a:pt x="0" y="11892"/>
                </a:lnTo>
                <a:lnTo>
                  <a:pt x="889" y="11995"/>
                </a:lnTo>
                <a:lnTo>
                  <a:pt x="889" y="12883"/>
                </a:lnTo>
                <a:lnTo>
                  <a:pt x="1777" y="12969"/>
                </a:lnTo>
                <a:lnTo>
                  <a:pt x="1777" y="13857"/>
                </a:lnTo>
                <a:lnTo>
                  <a:pt x="2666" y="13942"/>
                </a:lnTo>
                <a:lnTo>
                  <a:pt x="2666" y="14831"/>
                </a:lnTo>
                <a:lnTo>
                  <a:pt x="3554" y="14916"/>
                </a:lnTo>
                <a:lnTo>
                  <a:pt x="3554" y="15805"/>
                </a:lnTo>
                <a:lnTo>
                  <a:pt x="4204" y="15207"/>
                </a:lnTo>
                <a:lnTo>
                  <a:pt x="15993" y="4494"/>
                </a:lnTo>
                <a:lnTo>
                  <a:pt x="16660" y="3896"/>
                </a:lnTo>
                <a:lnTo>
                  <a:pt x="15771" y="3810"/>
                </a:lnTo>
                <a:lnTo>
                  <a:pt x="15771" y="2922"/>
                </a:lnTo>
                <a:lnTo>
                  <a:pt x="14883" y="2819"/>
                </a:lnTo>
                <a:lnTo>
                  <a:pt x="14883" y="1948"/>
                </a:lnTo>
                <a:lnTo>
                  <a:pt x="13994" y="1845"/>
                </a:lnTo>
                <a:lnTo>
                  <a:pt x="13994" y="974"/>
                </a:lnTo>
                <a:lnTo>
                  <a:pt x="13106" y="872"/>
                </a:lnTo>
                <a:lnTo>
                  <a:pt x="13106" y="0"/>
                </a:lnTo>
                <a:close/>
              </a:path>
            </a:pathLst>
          </a:custGeom>
          <a:solidFill>
            <a:schemeClr val="accent3"/>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0"/>
          <p:cNvSpPr/>
          <p:nvPr/>
        </p:nvSpPr>
        <p:spPr>
          <a:xfrm flipH="1">
            <a:off x="-68975" y="4053925"/>
            <a:ext cx="1356082" cy="1286487"/>
          </a:xfrm>
          <a:custGeom>
            <a:avLst/>
            <a:gdLst/>
            <a:ahLst/>
            <a:cxnLst/>
            <a:rect l="l" t="t" r="r" b="b"/>
            <a:pathLst>
              <a:path w="16660" h="15805" extrusionOk="0">
                <a:moveTo>
                  <a:pt x="13106" y="0"/>
                </a:moveTo>
                <a:lnTo>
                  <a:pt x="12456" y="581"/>
                </a:lnTo>
                <a:lnTo>
                  <a:pt x="667" y="11294"/>
                </a:lnTo>
                <a:lnTo>
                  <a:pt x="0" y="11892"/>
                </a:lnTo>
                <a:lnTo>
                  <a:pt x="889" y="11995"/>
                </a:lnTo>
                <a:lnTo>
                  <a:pt x="889" y="12883"/>
                </a:lnTo>
                <a:lnTo>
                  <a:pt x="1777" y="12969"/>
                </a:lnTo>
                <a:lnTo>
                  <a:pt x="1777" y="13857"/>
                </a:lnTo>
                <a:lnTo>
                  <a:pt x="2666" y="13942"/>
                </a:lnTo>
                <a:lnTo>
                  <a:pt x="2666" y="14831"/>
                </a:lnTo>
                <a:lnTo>
                  <a:pt x="3554" y="14916"/>
                </a:lnTo>
                <a:lnTo>
                  <a:pt x="3554" y="15805"/>
                </a:lnTo>
                <a:lnTo>
                  <a:pt x="4204" y="15207"/>
                </a:lnTo>
                <a:lnTo>
                  <a:pt x="15993" y="4494"/>
                </a:lnTo>
                <a:lnTo>
                  <a:pt x="16660" y="3896"/>
                </a:lnTo>
                <a:lnTo>
                  <a:pt x="15771" y="3810"/>
                </a:lnTo>
                <a:lnTo>
                  <a:pt x="15771" y="2922"/>
                </a:lnTo>
                <a:lnTo>
                  <a:pt x="14883" y="2819"/>
                </a:lnTo>
                <a:lnTo>
                  <a:pt x="14883" y="1948"/>
                </a:lnTo>
                <a:lnTo>
                  <a:pt x="13994" y="1845"/>
                </a:lnTo>
                <a:lnTo>
                  <a:pt x="13994" y="974"/>
                </a:lnTo>
                <a:lnTo>
                  <a:pt x="13106" y="872"/>
                </a:lnTo>
                <a:lnTo>
                  <a:pt x="13106" y="0"/>
                </a:lnTo>
                <a:close/>
              </a:path>
            </a:pathLst>
          </a:custGeom>
          <a:solidFill>
            <a:schemeClr val="accent3"/>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0"/>
          <p:cNvSpPr/>
          <p:nvPr/>
        </p:nvSpPr>
        <p:spPr>
          <a:xfrm rot="1636678">
            <a:off x="8438129" y="4684126"/>
            <a:ext cx="511736" cy="357502"/>
          </a:xfrm>
          <a:custGeom>
            <a:avLst/>
            <a:gdLst/>
            <a:ahLst/>
            <a:cxnLst/>
            <a:rect l="l" t="t" r="r" b="b"/>
            <a:pathLst>
              <a:path w="8551" h="5974" extrusionOk="0">
                <a:moveTo>
                  <a:pt x="6633" y="457"/>
                </a:moveTo>
                <a:cubicBezTo>
                  <a:pt x="6673" y="457"/>
                  <a:pt x="6715" y="459"/>
                  <a:pt x="6757" y="463"/>
                </a:cubicBezTo>
                <a:cubicBezTo>
                  <a:pt x="7970" y="566"/>
                  <a:pt x="7816" y="2343"/>
                  <a:pt x="7406" y="3043"/>
                </a:cubicBezTo>
                <a:cubicBezTo>
                  <a:pt x="6688" y="4273"/>
                  <a:pt x="4911" y="5179"/>
                  <a:pt x="3579" y="5469"/>
                </a:cubicBezTo>
                <a:cubicBezTo>
                  <a:pt x="3367" y="5515"/>
                  <a:pt x="3143" y="5539"/>
                  <a:pt x="2916" y="5539"/>
                </a:cubicBezTo>
                <a:cubicBezTo>
                  <a:pt x="2043" y="5539"/>
                  <a:pt x="1133" y="5183"/>
                  <a:pt x="794" y="4342"/>
                </a:cubicBezTo>
                <a:cubicBezTo>
                  <a:pt x="332" y="3197"/>
                  <a:pt x="1768" y="2992"/>
                  <a:pt x="2724" y="2924"/>
                </a:cubicBezTo>
                <a:cubicBezTo>
                  <a:pt x="2878" y="3026"/>
                  <a:pt x="3066" y="3094"/>
                  <a:pt x="3271" y="3094"/>
                </a:cubicBezTo>
                <a:cubicBezTo>
                  <a:pt x="3277" y="3095"/>
                  <a:pt x="3283" y="3095"/>
                  <a:pt x="3288" y="3095"/>
                </a:cubicBezTo>
                <a:cubicBezTo>
                  <a:pt x="3480" y="3095"/>
                  <a:pt x="3539" y="2819"/>
                  <a:pt x="3357" y="2753"/>
                </a:cubicBezTo>
                <a:cubicBezTo>
                  <a:pt x="2690" y="2462"/>
                  <a:pt x="2553" y="1916"/>
                  <a:pt x="2964" y="1300"/>
                </a:cubicBezTo>
                <a:cubicBezTo>
                  <a:pt x="3150" y="1038"/>
                  <a:pt x="3354" y="934"/>
                  <a:pt x="3561" y="934"/>
                </a:cubicBezTo>
                <a:cubicBezTo>
                  <a:pt x="4093" y="934"/>
                  <a:pt x="4636" y="1626"/>
                  <a:pt x="4894" y="2069"/>
                </a:cubicBezTo>
                <a:cubicBezTo>
                  <a:pt x="4938" y="2149"/>
                  <a:pt x="5015" y="2186"/>
                  <a:pt x="5093" y="2186"/>
                </a:cubicBezTo>
                <a:cubicBezTo>
                  <a:pt x="5197" y="2186"/>
                  <a:pt x="5302" y="2119"/>
                  <a:pt x="5321" y="2001"/>
                </a:cubicBezTo>
                <a:cubicBezTo>
                  <a:pt x="5403" y="1252"/>
                  <a:pt x="5825" y="457"/>
                  <a:pt x="6633" y="457"/>
                </a:cubicBezTo>
                <a:close/>
                <a:moveTo>
                  <a:pt x="6518" y="0"/>
                </a:moveTo>
                <a:cubicBezTo>
                  <a:pt x="6495" y="0"/>
                  <a:pt x="6472" y="1"/>
                  <a:pt x="6449" y="2"/>
                </a:cubicBezTo>
                <a:cubicBezTo>
                  <a:pt x="5680" y="36"/>
                  <a:pt x="5202" y="719"/>
                  <a:pt x="4980" y="1403"/>
                </a:cubicBezTo>
                <a:cubicBezTo>
                  <a:pt x="4605" y="929"/>
                  <a:pt x="4082" y="491"/>
                  <a:pt x="3547" y="491"/>
                </a:cubicBezTo>
                <a:cubicBezTo>
                  <a:pt x="3251" y="491"/>
                  <a:pt x="2952" y="625"/>
                  <a:pt x="2673" y="959"/>
                </a:cubicBezTo>
                <a:cubicBezTo>
                  <a:pt x="2297" y="1403"/>
                  <a:pt x="2178" y="2103"/>
                  <a:pt x="2434" y="2582"/>
                </a:cubicBezTo>
                <a:cubicBezTo>
                  <a:pt x="2397" y="2581"/>
                  <a:pt x="2361" y="2580"/>
                  <a:pt x="2324" y="2580"/>
                </a:cubicBezTo>
                <a:cubicBezTo>
                  <a:pt x="1208" y="2580"/>
                  <a:pt x="0" y="3086"/>
                  <a:pt x="298" y="4376"/>
                </a:cubicBezTo>
                <a:cubicBezTo>
                  <a:pt x="578" y="5564"/>
                  <a:pt x="1722" y="5974"/>
                  <a:pt x="2850" y="5974"/>
                </a:cubicBezTo>
                <a:cubicBezTo>
                  <a:pt x="3377" y="5974"/>
                  <a:pt x="3901" y="5884"/>
                  <a:pt x="4330" y="5743"/>
                </a:cubicBezTo>
                <a:cubicBezTo>
                  <a:pt x="6159" y="5162"/>
                  <a:pt x="8551" y="3573"/>
                  <a:pt x="8124" y="1369"/>
                </a:cubicBezTo>
                <a:cubicBezTo>
                  <a:pt x="7991" y="572"/>
                  <a:pt x="7309" y="0"/>
                  <a:pt x="6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3">
  <p:cSld name="BLANK_1_1_1">
    <p:bg>
      <p:bgPr>
        <a:solidFill>
          <a:schemeClr val="accent3"/>
        </a:solidFill>
        <a:effectLst/>
      </p:bgPr>
    </p:bg>
    <p:spTree>
      <p:nvGrpSpPr>
        <p:cNvPr id="1" name="Shape 798"/>
        <p:cNvGrpSpPr/>
        <p:nvPr/>
      </p:nvGrpSpPr>
      <p:grpSpPr>
        <a:xfrm>
          <a:off x="0" y="0"/>
          <a:ext cx="0" cy="0"/>
          <a:chOff x="0" y="0"/>
          <a:chExt cx="0" cy="0"/>
        </a:xfrm>
      </p:grpSpPr>
      <p:pic>
        <p:nvPicPr>
          <p:cNvPr id="799" name="Google Shape;799;p41"/>
          <p:cNvPicPr preferRelativeResize="0"/>
          <p:nvPr/>
        </p:nvPicPr>
        <p:blipFill>
          <a:blip r:embed="rId2">
            <a:alphaModFix/>
          </a:blip>
          <a:stretch>
            <a:fillRect/>
          </a:stretch>
        </p:blipFill>
        <p:spPr>
          <a:xfrm>
            <a:off x="0" y="4465"/>
            <a:ext cx="9144003" cy="5134572"/>
          </a:xfrm>
          <a:prstGeom prst="rect">
            <a:avLst/>
          </a:prstGeom>
          <a:noFill/>
          <a:ln>
            <a:noFill/>
          </a:ln>
        </p:spPr>
      </p:pic>
      <p:grpSp>
        <p:nvGrpSpPr>
          <p:cNvPr id="800" name="Google Shape;800;p41"/>
          <p:cNvGrpSpPr/>
          <p:nvPr/>
        </p:nvGrpSpPr>
        <p:grpSpPr>
          <a:xfrm rot="2962997">
            <a:off x="3110121" y="3205874"/>
            <a:ext cx="2217990" cy="2815021"/>
            <a:chOff x="1154976" y="632775"/>
            <a:chExt cx="2502430" cy="3877954"/>
          </a:xfrm>
        </p:grpSpPr>
        <p:sp>
          <p:nvSpPr>
            <p:cNvPr id="801" name="Google Shape;801;p41"/>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1"/>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3" name="Google Shape;803;p41"/>
          <p:cNvSpPr/>
          <p:nvPr/>
        </p:nvSpPr>
        <p:spPr>
          <a:xfrm>
            <a:off x="603300" y="1036925"/>
            <a:ext cx="7937408" cy="3442526"/>
          </a:xfrm>
          <a:custGeom>
            <a:avLst/>
            <a:gdLst/>
            <a:ahLst/>
            <a:cxnLst/>
            <a:rect l="l" t="t" r="r" b="b"/>
            <a:pathLst>
              <a:path w="41127" h="54561" extrusionOk="0">
                <a:moveTo>
                  <a:pt x="0" y="0"/>
                </a:moveTo>
                <a:lnTo>
                  <a:pt x="0" y="53822"/>
                </a:lnTo>
                <a:cubicBezTo>
                  <a:pt x="0" y="53822"/>
                  <a:pt x="2239" y="53172"/>
                  <a:pt x="3605" y="53036"/>
                </a:cubicBezTo>
                <a:cubicBezTo>
                  <a:pt x="4955" y="52916"/>
                  <a:pt x="6322" y="52540"/>
                  <a:pt x="6647" y="52540"/>
                </a:cubicBezTo>
                <a:cubicBezTo>
                  <a:pt x="7467" y="52608"/>
                  <a:pt x="8304" y="52745"/>
                  <a:pt x="9124" y="52916"/>
                </a:cubicBezTo>
                <a:cubicBezTo>
                  <a:pt x="10423" y="53172"/>
                  <a:pt x="10286" y="53292"/>
                  <a:pt x="11158" y="53292"/>
                </a:cubicBezTo>
                <a:cubicBezTo>
                  <a:pt x="12029" y="53292"/>
                  <a:pt x="12764" y="53036"/>
                  <a:pt x="13635" y="53036"/>
                </a:cubicBezTo>
                <a:cubicBezTo>
                  <a:pt x="14506" y="53036"/>
                  <a:pt x="14387" y="53292"/>
                  <a:pt x="15241" y="54214"/>
                </a:cubicBezTo>
                <a:cubicBezTo>
                  <a:pt x="15474" y="54465"/>
                  <a:pt x="15644" y="54560"/>
                  <a:pt x="15786" y="54560"/>
                </a:cubicBezTo>
                <a:cubicBezTo>
                  <a:pt x="16175" y="54560"/>
                  <a:pt x="16345" y="53843"/>
                  <a:pt x="16984" y="53668"/>
                </a:cubicBezTo>
                <a:cubicBezTo>
                  <a:pt x="17357" y="53558"/>
                  <a:pt x="17593" y="53517"/>
                  <a:pt x="17827" y="53517"/>
                </a:cubicBezTo>
                <a:cubicBezTo>
                  <a:pt x="18140" y="53517"/>
                  <a:pt x="18451" y="53590"/>
                  <a:pt x="19086" y="53668"/>
                </a:cubicBezTo>
                <a:cubicBezTo>
                  <a:pt x="19186" y="53679"/>
                  <a:pt x="19284" y="53683"/>
                  <a:pt x="19381" y="53683"/>
                </a:cubicBezTo>
                <a:cubicBezTo>
                  <a:pt x="20178" y="53683"/>
                  <a:pt x="20868" y="53356"/>
                  <a:pt x="21654" y="53356"/>
                </a:cubicBezTo>
                <a:cubicBezTo>
                  <a:pt x="21829" y="53356"/>
                  <a:pt x="22009" y="53372"/>
                  <a:pt x="22195" y="53411"/>
                </a:cubicBezTo>
                <a:cubicBezTo>
                  <a:pt x="22616" y="53509"/>
                  <a:pt x="22878" y="53549"/>
                  <a:pt x="23121" y="53549"/>
                </a:cubicBezTo>
                <a:cubicBezTo>
                  <a:pt x="23520" y="53549"/>
                  <a:pt x="23870" y="53440"/>
                  <a:pt x="24792" y="53292"/>
                </a:cubicBezTo>
                <a:cubicBezTo>
                  <a:pt x="25447" y="53179"/>
                  <a:pt x="25741" y="53093"/>
                  <a:pt x="25949" y="53093"/>
                </a:cubicBezTo>
                <a:cubicBezTo>
                  <a:pt x="26213" y="53093"/>
                  <a:pt x="26339" y="53232"/>
                  <a:pt x="26894" y="53634"/>
                </a:cubicBezTo>
                <a:cubicBezTo>
                  <a:pt x="27168" y="53832"/>
                  <a:pt x="27377" y="53913"/>
                  <a:pt x="27557" y="53913"/>
                </a:cubicBezTo>
                <a:cubicBezTo>
                  <a:pt x="28026" y="53913"/>
                  <a:pt x="28296" y="53361"/>
                  <a:pt x="29013" y="52916"/>
                </a:cubicBezTo>
                <a:cubicBezTo>
                  <a:pt x="29390" y="52681"/>
                  <a:pt x="29748" y="52626"/>
                  <a:pt x="30136" y="52626"/>
                </a:cubicBezTo>
                <a:cubicBezTo>
                  <a:pt x="30488" y="52626"/>
                  <a:pt x="30865" y="52672"/>
                  <a:pt x="31304" y="52672"/>
                </a:cubicBezTo>
                <a:cubicBezTo>
                  <a:pt x="31651" y="52672"/>
                  <a:pt x="32037" y="52643"/>
                  <a:pt x="32481" y="52540"/>
                </a:cubicBezTo>
                <a:cubicBezTo>
                  <a:pt x="33017" y="52415"/>
                  <a:pt x="33195" y="52373"/>
                  <a:pt x="33218" y="52373"/>
                </a:cubicBezTo>
                <a:cubicBezTo>
                  <a:pt x="33263" y="52373"/>
                  <a:pt x="32686" y="52540"/>
                  <a:pt x="33096" y="52540"/>
                </a:cubicBezTo>
                <a:cubicBezTo>
                  <a:pt x="33711" y="52540"/>
                  <a:pt x="35078" y="52301"/>
                  <a:pt x="35693" y="52164"/>
                </a:cubicBezTo>
                <a:cubicBezTo>
                  <a:pt x="35741" y="52155"/>
                  <a:pt x="35792" y="52151"/>
                  <a:pt x="35848" y="52151"/>
                </a:cubicBezTo>
                <a:cubicBezTo>
                  <a:pt x="36378" y="52151"/>
                  <a:pt x="37245" y="52527"/>
                  <a:pt x="38096" y="52527"/>
                </a:cubicBezTo>
                <a:cubicBezTo>
                  <a:pt x="38335" y="52527"/>
                  <a:pt x="38574" y="52497"/>
                  <a:pt x="38803" y="52420"/>
                </a:cubicBezTo>
                <a:cubicBezTo>
                  <a:pt x="39118" y="52314"/>
                  <a:pt x="39255" y="52268"/>
                  <a:pt x="39308" y="52268"/>
                </a:cubicBezTo>
                <a:cubicBezTo>
                  <a:pt x="39441" y="52268"/>
                  <a:pt x="39046" y="52561"/>
                  <a:pt x="39657" y="52916"/>
                </a:cubicBezTo>
                <a:cubicBezTo>
                  <a:pt x="39948" y="53081"/>
                  <a:pt x="40208" y="53136"/>
                  <a:pt x="40426" y="53136"/>
                </a:cubicBezTo>
                <a:cubicBezTo>
                  <a:pt x="40861" y="53136"/>
                  <a:pt x="41127" y="52916"/>
                  <a:pt x="41127" y="52916"/>
                </a:cubicBezTo>
                <a:lnTo>
                  <a:pt x="41127"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1"/>
          <p:cNvSpPr/>
          <p:nvPr/>
        </p:nvSpPr>
        <p:spPr>
          <a:xfrm rot="-7040502">
            <a:off x="-571568" y="100053"/>
            <a:ext cx="2373845" cy="1283487"/>
          </a:xfrm>
          <a:custGeom>
            <a:avLst/>
            <a:gdLst/>
            <a:ahLst/>
            <a:cxnLst/>
            <a:rect l="l" t="t" r="r" b="b"/>
            <a:pathLst>
              <a:path w="39861" h="14798" extrusionOk="0">
                <a:moveTo>
                  <a:pt x="6936" y="69"/>
                </a:moveTo>
                <a:cubicBezTo>
                  <a:pt x="6915" y="69"/>
                  <a:pt x="6895" y="70"/>
                  <a:pt x="6877" y="71"/>
                </a:cubicBezTo>
                <a:lnTo>
                  <a:pt x="6877" y="71"/>
                </a:lnTo>
                <a:cubicBezTo>
                  <a:pt x="6893" y="71"/>
                  <a:pt x="6913" y="70"/>
                  <a:pt x="6936" y="69"/>
                </a:cubicBezTo>
                <a:close/>
                <a:moveTo>
                  <a:pt x="20263" y="411"/>
                </a:moveTo>
                <a:cubicBezTo>
                  <a:pt x="20297" y="428"/>
                  <a:pt x="20263" y="445"/>
                  <a:pt x="20177" y="445"/>
                </a:cubicBezTo>
                <a:cubicBezTo>
                  <a:pt x="20229" y="428"/>
                  <a:pt x="20041" y="428"/>
                  <a:pt x="19921" y="411"/>
                </a:cubicBezTo>
                <a:close/>
                <a:moveTo>
                  <a:pt x="36431" y="851"/>
                </a:moveTo>
                <a:cubicBezTo>
                  <a:pt x="36441" y="852"/>
                  <a:pt x="36451" y="854"/>
                  <a:pt x="36461" y="855"/>
                </a:cubicBezTo>
                <a:cubicBezTo>
                  <a:pt x="36450" y="853"/>
                  <a:pt x="36440" y="852"/>
                  <a:pt x="36431" y="851"/>
                </a:cubicBezTo>
                <a:close/>
                <a:moveTo>
                  <a:pt x="27217" y="1026"/>
                </a:moveTo>
                <a:cubicBezTo>
                  <a:pt x="27217" y="1039"/>
                  <a:pt x="27226" y="1042"/>
                  <a:pt x="27238" y="1043"/>
                </a:cubicBezTo>
                <a:lnTo>
                  <a:pt x="27238" y="1043"/>
                </a:lnTo>
                <a:cubicBezTo>
                  <a:pt x="27232" y="1037"/>
                  <a:pt x="27225" y="1031"/>
                  <a:pt x="27217" y="1026"/>
                </a:cubicBezTo>
                <a:close/>
                <a:moveTo>
                  <a:pt x="39725" y="2147"/>
                </a:moveTo>
                <a:cubicBezTo>
                  <a:pt x="39724" y="2149"/>
                  <a:pt x="39724" y="2151"/>
                  <a:pt x="39724" y="2154"/>
                </a:cubicBezTo>
                <a:lnTo>
                  <a:pt x="39725" y="2147"/>
                </a:lnTo>
                <a:close/>
                <a:moveTo>
                  <a:pt x="39656" y="3504"/>
                </a:moveTo>
                <a:lnTo>
                  <a:pt x="39707" y="3811"/>
                </a:lnTo>
                <a:cubicBezTo>
                  <a:pt x="39693" y="3853"/>
                  <a:pt x="39679" y="3884"/>
                  <a:pt x="39655" y="3884"/>
                </a:cubicBezTo>
                <a:cubicBezTo>
                  <a:pt x="39650" y="3884"/>
                  <a:pt x="39645" y="3883"/>
                  <a:pt x="39639" y="3879"/>
                </a:cubicBezTo>
                <a:lnTo>
                  <a:pt x="39656" y="3504"/>
                </a:lnTo>
                <a:close/>
                <a:moveTo>
                  <a:pt x="221" y="5212"/>
                </a:moveTo>
                <a:lnTo>
                  <a:pt x="221" y="5246"/>
                </a:lnTo>
                <a:cubicBezTo>
                  <a:pt x="221" y="5247"/>
                  <a:pt x="222" y="5247"/>
                  <a:pt x="223" y="5247"/>
                </a:cubicBezTo>
                <a:lnTo>
                  <a:pt x="223" y="5247"/>
                </a:lnTo>
                <a:cubicBezTo>
                  <a:pt x="222" y="5236"/>
                  <a:pt x="221" y="5224"/>
                  <a:pt x="221" y="5212"/>
                </a:cubicBezTo>
                <a:close/>
                <a:moveTo>
                  <a:pt x="39604" y="5656"/>
                </a:moveTo>
                <a:cubicBezTo>
                  <a:pt x="39639" y="5725"/>
                  <a:pt x="39656" y="5793"/>
                  <a:pt x="39656" y="5861"/>
                </a:cubicBezTo>
                <a:lnTo>
                  <a:pt x="39604" y="5981"/>
                </a:lnTo>
                <a:lnTo>
                  <a:pt x="39604" y="5656"/>
                </a:lnTo>
                <a:close/>
                <a:moveTo>
                  <a:pt x="11288" y="13594"/>
                </a:moveTo>
                <a:lnTo>
                  <a:pt x="11288" y="13594"/>
                </a:lnTo>
                <a:cubicBezTo>
                  <a:pt x="11266" y="13596"/>
                  <a:pt x="11245" y="13599"/>
                  <a:pt x="11224" y="13602"/>
                </a:cubicBezTo>
                <a:cubicBezTo>
                  <a:pt x="11240" y="13602"/>
                  <a:pt x="11266" y="13598"/>
                  <a:pt x="11288" y="13594"/>
                </a:cubicBezTo>
                <a:close/>
                <a:moveTo>
                  <a:pt x="39126" y="13482"/>
                </a:moveTo>
                <a:cubicBezTo>
                  <a:pt x="39143" y="13499"/>
                  <a:pt x="39160" y="13567"/>
                  <a:pt x="39160" y="13738"/>
                </a:cubicBezTo>
                <a:cubicBezTo>
                  <a:pt x="39152" y="13747"/>
                  <a:pt x="39139" y="13751"/>
                  <a:pt x="39126" y="13751"/>
                </a:cubicBezTo>
                <a:cubicBezTo>
                  <a:pt x="39113" y="13751"/>
                  <a:pt x="39100" y="13747"/>
                  <a:pt x="39092" y="13738"/>
                </a:cubicBezTo>
                <a:lnTo>
                  <a:pt x="39126" y="13482"/>
                </a:lnTo>
                <a:close/>
                <a:moveTo>
                  <a:pt x="5432" y="1"/>
                </a:moveTo>
                <a:lnTo>
                  <a:pt x="5432" y="1"/>
                </a:lnTo>
                <a:cubicBezTo>
                  <a:pt x="5073" y="18"/>
                  <a:pt x="4731" y="35"/>
                  <a:pt x="4373" y="69"/>
                </a:cubicBezTo>
                <a:cubicBezTo>
                  <a:pt x="3997" y="121"/>
                  <a:pt x="3638" y="172"/>
                  <a:pt x="3262" y="223"/>
                </a:cubicBezTo>
                <a:cubicBezTo>
                  <a:pt x="3283" y="222"/>
                  <a:pt x="3302" y="221"/>
                  <a:pt x="3319" y="221"/>
                </a:cubicBezTo>
                <a:cubicBezTo>
                  <a:pt x="3527" y="221"/>
                  <a:pt x="3467" y="311"/>
                  <a:pt x="3262" y="343"/>
                </a:cubicBezTo>
                <a:lnTo>
                  <a:pt x="3177" y="274"/>
                </a:lnTo>
                <a:lnTo>
                  <a:pt x="3177" y="274"/>
                </a:lnTo>
                <a:cubicBezTo>
                  <a:pt x="3040" y="343"/>
                  <a:pt x="3399" y="274"/>
                  <a:pt x="3125" y="377"/>
                </a:cubicBezTo>
                <a:cubicBezTo>
                  <a:pt x="3101" y="378"/>
                  <a:pt x="3079" y="379"/>
                  <a:pt x="3060" y="379"/>
                </a:cubicBezTo>
                <a:cubicBezTo>
                  <a:pt x="2865" y="379"/>
                  <a:pt x="2934" y="305"/>
                  <a:pt x="3074" y="274"/>
                </a:cubicBezTo>
                <a:lnTo>
                  <a:pt x="3074" y="274"/>
                </a:lnTo>
                <a:lnTo>
                  <a:pt x="2749" y="343"/>
                </a:lnTo>
                <a:cubicBezTo>
                  <a:pt x="2732" y="308"/>
                  <a:pt x="2801" y="291"/>
                  <a:pt x="2818" y="257"/>
                </a:cubicBezTo>
                <a:lnTo>
                  <a:pt x="2818" y="257"/>
                </a:lnTo>
                <a:cubicBezTo>
                  <a:pt x="2770" y="285"/>
                  <a:pt x="2670" y="287"/>
                  <a:pt x="2556" y="287"/>
                </a:cubicBezTo>
                <a:cubicBezTo>
                  <a:pt x="2527" y="287"/>
                  <a:pt x="2497" y="287"/>
                  <a:pt x="2468" y="287"/>
                </a:cubicBezTo>
                <a:cubicBezTo>
                  <a:pt x="2318" y="287"/>
                  <a:pt x="2160" y="291"/>
                  <a:pt x="2066" y="343"/>
                </a:cubicBezTo>
                <a:lnTo>
                  <a:pt x="2049" y="326"/>
                </a:lnTo>
                <a:lnTo>
                  <a:pt x="1195" y="326"/>
                </a:lnTo>
                <a:cubicBezTo>
                  <a:pt x="1109" y="326"/>
                  <a:pt x="973" y="291"/>
                  <a:pt x="870" y="274"/>
                </a:cubicBezTo>
                <a:lnTo>
                  <a:pt x="511" y="240"/>
                </a:lnTo>
                <a:cubicBezTo>
                  <a:pt x="506" y="238"/>
                  <a:pt x="503" y="237"/>
                  <a:pt x="500" y="237"/>
                </a:cubicBezTo>
                <a:cubicBezTo>
                  <a:pt x="481" y="237"/>
                  <a:pt x="492" y="277"/>
                  <a:pt x="477" y="291"/>
                </a:cubicBezTo>
                <a:lnTo>
                  <a:pt x="477" y="377"/>
                </a:lnTo>
                <a:cubicBezTo>
                  <a:pt x="477" y="445"/>
                  <a:pt x="477" y="514"/>
                  <a:pt x="460" y="565"/>
                </a:cubicBezTo>
                <a:cubicBezTo>
                  <a:pt x="460" y="701"/>
                  <a:pt x="443" y="821"/>
                  <a:pt x="426" y="958"/>
                </a:cubicBezTo>
                <a:cubicBezTo>
                  <a:pt x="494" y="992"/>
                  <a:pt x="460" y="1214"/>
                  <a:pt x="494" y="1385"/>
                </a:cubicBezTo>
                <a:cubicBezTo>
                  <a:pt x="426" y="1829"/>
                  <a:pt x="340" y="2325"/>
                  <a:pt x="289" y="2854"/>
                </a:cubicBezTo>
                <a:cubicBezTo>
                  <a:pt x="289" y="3059"/>
                  <a:pt x="303" y="3083"/>
                  <a:pt x="321" y="3083"/>
                </a:cubicBezTo>
                <a:cubicBezTo>
                  <a:pt x="327" y="3083"/>
                  <a:pt x="333" y="3081"/>
                  <a:pt x="338" y="3081"/>
                </a:cubicBezTo>
                <a:cubicBezTo>
                  <a:pt x="351" y="3081"/>
                  <a:pt x="364" y="3090"/>
                  <a:pt x="374" y="3145"/>
                </a:cubicBezTo>
                <a:cubicBezTo>
                  <a:pt x="320" y="3158"/>
                  <a:pt x="288" y="3503"/>
                  <a:pt x="268" y="3503"/>
                </a:cubicBezTo>
                <a:cubicBezTo>
                  <a:pt x="263" y="3503"/>
                  <a:pt x="258" y="3479"/>
                  <a:pt x="255" y="3418"/>
                </a:cubicBezTo>
                <a:cubicBezTo>
                  <a:pt x="221" y="4067"/>
                  <a:pt x="204" y="4255"/>
                  <a:pt x="221" y="5076"/>
                </a:cubicBezTo>
                <a:cubicBezTo>
                  <a:pt x="249" y="5006"/>
                  <a:pt x="265" y="4925"/>
                  <a:pt x="279" y="4925"/>
                </a:cubicBezTo>
                <a:cubicBezTo>
                  <a:pt x="283" y="4925"/>
                  <a:pt x="286" y="4929"/>
                  <a:pt x="289" y="4939"/>
                </a:cubicBezTo>
                <a:cubicBezTo>
                  <a:pt x="289" y="5070"/>
                  <a:pt x="242" y="5247"/>
                  <a:pt x="223" y="5247"/>
                </a:cubicBezTo>
                <a:cubicBezTo>
                  <a:pt x="223" y="5247"/>
                  <a:pt x="223" y="5247"/>
                  <a:pt x="223" y="5247"/>
                </a:cubicBezTo>
                <a:lnTo>
                  <a:pt x="223" y="5247"/>
                </a:lnTo>
                <a:cubicBezTo>
                  <a:pt x="265" y="6165"/>
                  <a:pt x="0" y="7340"/>
                  <a:pt x="135" y="8049"/>
                </a:cubicBezTo>
                <a:lnTo>
                  <a:pt x="135" y="8014"/>
                </a:lnTo>
                <a:lnTo>
                  <a:pt x="204" y="8766"/>
                </a:lnTo>
                <a:cubicBezTo>
                  <a:pt x="204" y="8858"/>
                  <a:pt x="200" y="8890"/>
                  <a:pt x="195" y="8890"/>
                </a:cubicBezTo>
                <a:cubicBezTo>
                  <a:pt x="183" y="8890"/>
                  <a:pt x="161" y="8748"/>
                  <a:pt x="140" y="8748"/>
                </a:cubicBezTo>
                <a:cubicBezTo>
                  <a:pt x="132" y="8748"/>
                  <a:pt x="125" y="8767"/>
                  <a:pt x="118" y="8817"/>
                </a:cubicBezTo>
                <a:cubicBezTo>
                  <a:pt x="238" y="9638"/>
                  <a:pt x="152" y="10099"/>
                  <a:pt x="255" y="10782"/>
                </a:cubicBezTo>
                <a:cubicBezTo>
                  <a:pt x="101" y="11312"/>
                  <a:pt x="409" y="12628"/>
                  <a:pt x="426" y="13345"/>
                </a:cubicBezTo>
                <a:lnTo>
                  <a:pt x="460" y="13294"/>
                </a:lnTo>
                <a:cubicBezTo>
                  <a:pt x="494" y="13362"/>
                  <a:pt x="511" y="13431"/>
                  <a:pt x="494" y="13516"/>
                </a:cubicBezTo>
                <a:cubicBezTo>
                  <a:pt x="494" y="13619"/>
                  <a:pt x="511" y="13704"/>
                  <a:pt x="528" y="13807"/>
                </a:cubicBezTo>
                <a:cubicBezTo>
                  <a:pt x="541" y="13767"/>
                  <a:pt x="514" y="13576"/>
                  <a:pt x="524" y="13576"/>
                </a:cubicBezTo>
                <a:cubicBezTo>
                  <a:pt x="527" y="13576"/>
                  <a:pt x="534" y="13593"/>
                  <a:pt x="545" y="13636"/>
                </a:cubicBezTo>
                <a:cubicBezTo>
                  <a:pt x="545" y="13670"/>
                  <a:pt x="562" y="13704"/>
                  <a:pt x="580" y="13755"/>
                </a:cubicBezTo>
                <a:lnTo>
                  <a:pt x="597" y="13807"/>
                </a:lnTo>
                <a:cubicBezTo>
                  <a:pt x="597" y="13824"/>
                  <a:pt x="631" y="13824"/>
                  <a:pt x="648" y="13841"/>
                </a:cubicBezTo>
                <a:cubicBezTo>
                  <a:pt x="716" y="13875"/>
                  <a:pt x="785" y="13926"/>
                  <a:pt x="853" y="13960"/>
                </a:cubicBezTo>
                <a:cubicBezTo>
                  <a:pt x="887" y="13977"/>
                  <a:pt x="938" y="13977"/>
                  <a:pt x="973" y="13995"/>
                </a:cubicBezTo>
                <a:lnTo>
                  <a:pt x="1075" y="14012"/>
                </a:lnTo>
                <a:lnTo>
                  <a:pt x="1246" y="14046"/>
                </a:lnTo>
                <a:cubicBezTo>
                  <a:pt x="1348" y="14054"/>
                  <a:pt x="1455" y="14059"/>
                  <a:pt x="1562" y="14059"/>
                </a:cubicBezTo>
                <a:cubicBezTo>
                  <a:pt x="1669" y="14059"/>
                  <a:pt x="1776" y="14054"/>
                  <a:pt x="1878" y="14046"/>
                </a:cubicBezTo>
                <a:cubicBezTo>
                  <a:pt x="2288" y="14029"/>
                  <a:pt x="2681" y="13977"/>
                  <a:pt x="3091" y="13943"/>
                </a:cubicBezTo>
                <a:cubicBezTo>
                  <a:pt x="3484" y="13892"/>
                  <a:pt x="3877" y="13858"/>
                  <a:pt x="4253" y="13841"/>
                </a:cubicBezTo>
                <a:lnTo>
                  <a:pt x="4526" y="13841"/>
                </a:lnTo>
                <a:lnTo>
                  <a:pt x="4800" y="13875"/>
                </a:lnTo>
                <a:cubicBezTo>
                  <a:pt x="5005" y="13892"/>
                  <a:pt x="5210" y="13909"/>
                  <a:pt x="5398" y="13926"/>
                </a:cubicBezTo>
                <a:cubicBezTo>
                  <a:pt x="5420" y="13927"/>
                  <a:pt x="5441" y="13927"/>
                  <a:pt x="5461" y="13927"/>
                </a:cubicBezTo>
                <a:cubicBezTo>
                  <a:pt x="5877" y="13927"/>
                  <a:pt x="5822" y="13797"/>
                  <a:pt x="6152" y="13797"/>
                </a:cubicBezTo>
                <a:cubicBezTo>
                  <a:pt x="6232" y="13797"/>
                  <a:pt x="6336" y="13804"/>
                  <a:pt x="6474" y="13824"/>
                </a:cubicBezTo>
                <a:lnTo>
                  <a:pt x="6252" y="13892"/>
                </a:lnTo>
                <a:cubicBezTo>
                  <a:pt x="7431" y="13807"/>
                  <a:pt x="8661" y="13789"/>
                  <a:pt x="9789" y="13584"/>
                </a:cubicBezTo>
                <a:lnTo>
                  <a:pt x="9789" y="13584"/>
                </a:lnTo>
                <a:cubicBezTo>
                  <a:pt x="9738" y="13619"/>
                  <a:pt x="9669" y="13636"/>
                  <a:pt x="9618" y="13636"/>
                </a:cubicBezTo>
                <a:cubicBezTo>
                  <a:pt x="9789" y="13636"/>
                  <a:pt x="9960" y="13636"/>
                  <a:pt x="10131" y="13602"/>
                </a:cubicBezTo>
                <a:cubicBezTo>
                  <a:pt x="10319" y="13567"/>
                  <a:pt x="10472" y="13550"/>
                  <a:pt x="10472" y="13516"/>
                </a:cubicBezTo>
                <a:cubicBezTo>
                  <a:pt x="10643" y="13516"/>
                  <a:pt x="10507" y="13567"/>
                  <a:pt x="10626" y="13584"/>
                </a:cubicBezTo>
                <a:cubicBezTo>
                  <a:pt x="10644" y="13586"/>
                  <a:pt x="10662" y="13586"/>
                  <a:pt x="10682" y="13586"/>
                </a:cubicBezTo>
                <a:cubicBezTo>
                  <a:pt x="10831" y="13586"/>
                  <a:pt x="11021" y="13550"/>
                  <a:pt x="11163" y="13550"/>
                </a:cubicBezTo>
                <a:cubicBezTo>
                  <a:pt x="11233" y="13550"/>
                  <a:pt x="11291" y="13559"/>
                  <a:pt x="11327" y="13584"/>
                </a:cubicBezTo>
                <a:cubicBezTo>
                  <a:pt x="11336" y="13584"/>
                  <a:pt x="11315" y="13590"/>
                  <a:pt x="11288" y="13594"/>
                </a:cubicBezTo>
                <a:lnTo>
                  <a:pt x="11288" y="13594"/>
                </a:lnTo>
                <a:cubicBezTo>
                  <a:pt x="11329" y="13591"/>
                  <a:pt x="11371" y="13589"/>
                  <a:pt x="11414" y="13589"/>
                </a:cubicBezTo>
                <a:cubicBezTo>
                  <a:pt x="11481" y="13589"/>
                  <a:pt x="11549" y="13593"/>
                  <a:pt x="11617" y="13602"/>
                </a:cubicBezTo>
                <a:cubicBezTo>
                  <a:pt x="11754" y="13602"/>
                  <a:pt x="11856" y="13602"/>
                  <a:pt x="11788" y="13567"/>
                </a:cubicBezTo>
                <a:lnTo>
                  <a:pt x="11788" y="13567"/>
                </a:lnTo>
                <a:cubicBezTo>
                  <a:pt x="12198" y="13636"/>
                  <a:pt x="12591" y="13619"/>
                  <a:pt x="12916" y="13721"/>
                </a:cubicBezTo>
                <a:cubicBezTo>
                  <a:pt x="12941" y="13715"/>
                  <a:pt x="12970" y="13713"/>
                  <a:pt x="13001" y="13713"/>
                </a:cubicBezTo>
                <a:cubicBezTo>
                  <a:pt x="13186" y="13713"/>
                  <a:pt x="13456" y="13802"/>
                  <a:pt x="13605" y="13802"/>
                </a:cubicBezTo>
                <a:cubicBezTo>
                  <a:pt x="13650" y="13802"/>
                  <a:pt x="13684" y="13793"/>
                  <a:pt x="13702" y="13772"/>
                </a:cubicBezTo>
                <a:lnTo>
                  <a:pt x="13702" y="13772"/>
                </a:lnTo>
                <a:cubicBezTo>
                  <a:pt x="13650" y="13875"/>
                  <a:pt x="14419" y="13995"/>
                  <a:pt x="14693" y="13995"/>
                </a:cubicBezTo>
                <a:cubicBezTo>
                  <a:pt x="14607" y="14012"/>
                  <a:pt x="14915" y="14063"/>
                  <a:pt x="14812" y="14097"/>
                </a:cubicBezTo>
                <a:cubicBezTo>
                  <a:pt x="14997" y="14128"/>
                  <a:pt x="15169" y="14152"/>
                  <a:pt x="15270" y="14152"/>
                </a:cubicBezTo>
                <a:cubicBezTo>
                  <a:pt x="15337" y="14152"/>
                  <a:pt x="15373" y="14141"/>
                  <a:pt x="15359" y="14114"/>
                </a:cubicBezTo>
                <a:lnTo>
                  <a:pt x="15359" y="14114"/>
                </a:lnTo>
                <a:cubicBezTo>
                  <a:pt x="15889" y="14336"/>
                  <a:pt x="16504" y="14182"/>
                  <a:pt x="16811" y="14387"/>
                </a:cubicBezTo>
                <a:cubicBezTo>
                  <a:pt x="17273" y="14405"/>
                  <a:pt x="17717" y="14405"/>
                  <a:pt x="18144" y="14422"/>
                </a:cubicBezTo>
                <a:lnTo>
                  <a:pt x="19391" y="14456"/>
                </a:lnTo>
                <a:cubicBezTo>
                  <a:pt x="19382" y="14485"/>
                  <a:pt x="19305" y="14493"/>
                  <a:pt x="19201" y="14493"/>
                </a:cubicBezTo>
                <a:cubicBezTo>
                  <a:pt x="19053" y="14493"/>
                  <a:pt x="18849" y="14476"/>
                  <a:pt x="18703" y="14476"/>
                </a:cubicBezTo>
                <a:cubicBezTo>
                  <a:pt x="18588" y="14476"/>
                  <a:pt x="18509" y="14487"/>
                  <a:pt x="18520" y="14524"/>
                </a:cubicBezTo>
                <a:cubicBezTo>
                  <a:pt x="18992" y="14524"/>
                  <a:pt x="19340" y="14506"/>
                  <a:pt x="19710" y="14506"/>
                </a:cubicBezTo>
                <a:cubicBezTo>
                  <a:pt x="19956" y="14506"/>
                  <a:pt x="20212" y="14514"/>
                  <a:pt x="20519" y="14541"/>
                </a:cubicBezTo>
                <a:cubicBezTo>
                  <a:pt x="20724" y="14575"/>
                  <a:pt x="20400" y="14575"/>
                  <a:pt x="20331" y="14593"/>
                </a:cubicBezTo>
                <a:cubicBezTo>
                  <a:pt x="21057" y="14593"/>
                  <a:pt x="21724" y="14680"/>
                  <a:pt x="22373" y="14680"/>
                </a:cubicBezTo>
                <a:cubicBezTo>
                  <a:pt x="22427" y="14680"/>
                  <a:pt x="22481" y="14679"/>
                  <a:pt x="22535" y="14678"/>
                </a:cubicBezTo>
                <a:lnTo>
                  <a:pt x="22535" y="14678"/>
                </a:lnTo>
                <a:cubicBezTo>
                  <a:pt x="22484" y="14695"/>
                  <a:pt x="22433" y="14695"/>
                  <a:pt x="22399" y="14695"/>
                </a:cubicBezTo>
                <a:cubicBezTo>
                  <a:pt x="22477" y="14695"/>
                  <a:pt x="22566" y="14706"/>
                  <a:pt x="22625" y="14706"/>
                </a:cubicBezTo>
                <a:cubicBezTo>
                  <a:pt x="22669" y="14706"/>
                  <a:pt x="22696" y="14700"/>
                  <a:pt x="22689" y="14678"/>
                </a:cubicBezTo>
                <a:lnTo>
                  <a:pt x="22552" y="14678"/>
                </a:lnTo>
                <a:cubicBezTo>
                  <a:pt x="22359" y="14614"/>
                  <a:pt x="23031" y="14564"/>
                  <a:pt x="23123" y="14530"/>
                </a:cubicBezTo>
                <a:lnTo>
                  <a:pt x="23123" y="14530"/>
                </a:lnTo>
                <a:cubicBezTo>
                  <a:pt x="22922" y="14659"/>
                  <a:pt x="23811" y="14595"/>
                  <a:pt x="23441" y="14746"/>
                </a:cubicBezTo>
                <a:cubicBezTo>
                  <a:pt x="23526" y="14746"/>
                  <a:pt x="23646" y="14712"/>
                  <a:pt x="23629" y="14678"/>
                </a:cubicBezTo>
                <a:lnTo>
                  <a:pt x="23629" y="14678"/>
                </a:lnTo>
                <a:cubicBezTo>
                  <a:pt x="23766" y="14695"/>
                  <a:pt x="23800" y="14712"/>
                  <a:pt x="23663" y="14746"/>
                </a:cubicBezTo>
                <a:cubicBezTo>
                  <a:pt x="24088" y="14746"/>
                  <a:pt x="24023" y="14709"/>
                  <a:pt x="24275" y="14709"/>
                </a:cubicBezTo>
                <a:cubicBezTo>
                  <a:pt x="24318" y="14709"/>
                  <a:pt x="24368" y="14710"/>
                  <a:pt x="24432" y="14712"/>
                </a:cubicBezTo>
                <a:cubicBezTo>
                  <a:pt x="24432" y="14729"/>
                  <a:pt x="24329" y="14729"/>
                  <a:pt x="24295" y="14763"/>
                </a:cubicBezTo>
                <a:cubicBezTo>
                  <a:pt x="24500" y="14725"/>
                  <a:pt x="24705" y="14706"/>
                  <a:pt x="24910" y="14706"/>
                </a:cubicBezTo>
                <a:cubicBezTo>
                  <a:pt x="24979" y="14706"/>
                  <a:pt x="25047" y="14708"/>
                  <a:pt x="25115" y="14712"/>
                </a:cubicBezTo>
                <a:cubicBezTo>
                  <a:pt x="25098" y="14729"/>
                  <a:pt x="25115" y="14746"/>
                  <a:pt x="25064" y="14746"/>
                </a:cubicBezTo>
                <a:cubicBezTo>
                  <a:pt x="25606" y="14746"/>
                  <a:pt x="26010" y="14671"/>
                  <a:pt x="26555" y="14671"/>
                </a:cubicBezTo>
                <a:cubicBezTo>
                  <a:pt x="26646" y="14671"/>
                  <a:pt x="26741" y="14673"/>
                  <a:pt x="26841" y="14678"/>
                </a:cubicBezTo>
                <a:cubicBezTo>
                  <a:pt x="26619" y="14780"/>
                  <a:pt x="27080" y="14695"/>
                  <a:pt x="27114" y="14798"/>
                </a:cubicBezTo>
                <a:lnTo>
                  <a:pt x="27490" y="14746"/>
                </a:lnTo>
                <a:lnTo>
                  <a:pt x="27337" y="14712"/>
                </a:lnTo>
                <a:cubicBezTo>
                  <a:pt x="27647" y="14712"/>
                  <a:pt x="27916" y="14642"/>
                  <a:pt x="28180" y="14642"/>
                </a:cubicBezTo>
                <a:cubicBezTo>
                  <a:pt x="28206" y="14642"/>
                  <a:pt x="28233" y="14642"/>
                  <a:pt x="28259" y="14644"/>
                </a:cubicBezTo>
                <a:lnTo>
                  <a:pt x="28037" y="14729"/>
                </a:lnTo>
                <a:lnTo>
                  <a:pt x="28652" y="14678"/>
                </a:lnTo>
                <a:lnTo>
                  <a:pt x="28293" y="14661"/>
                </a:lnTo>
                <a:cubicBezTo>
                  <a:pt x="28635" y="14610"/>
                  <a:pt x="28259" y="14558"/>
                  <a:pt x="28703" y="14558"/>
                </a:cubicBezTo>
                <a:cubicBezTo>
                  <a:pt x="28874" y="14558"/>
                  <a:pt x="29045" y="14575"/>
                  <a:pt x="29216" y="14593"/>
                </a:cubicBezTo>
                <a:cubicBezTo>
                  <a:pt x="29404" y="14541"/>
                  <a:pt x="29592" y="14524"/>
                  <a:pt x="29780" y="14524"/>
                </a:cubicBezTo>
                <a:cubicBezTo>
                  <a:pt x="29848" y="14558"/>
                  <a:pt x="29746" y="14627"/>
                  <a:pt x="29780" y="14644"/>
                </a:cubicBezTo>
                <a:cubicBezTo>
                  <a:pt x="29947" y="14560"/>
                  <a:pt x="30538" y="14591"/>
                  <a:pt x="30740" y="14513"/>
                </a:cubicBezTo>
                <a:lnTo>
                  <a:pt x="30740" y="14513"/>
                </a:lnTo>
                <a:cubicBezTo>
                  <a:pt x="30700" y="14533"/>
                  <a:pt x="30689" y="14575"/>
                  <a:pt x="30720" y="14575"/>
                </a:cubicBezTo>
                <a:lnTo>
                  <a:pt x="30856" y="14507"/>
                </a:lnTo>
                <a:cubicBezTo>
                  <a:pt x="31010" y="14524"/>
                  <a:pt x="31027" y="14541"/>
                  <a:pt x="31010" y="14575"/>
                </a:cubicBezTo>
                <a:cubicBezTo>
                  <a:pt x="31436" y="14575"/>
                  <a:pt x="30945" y="14488"/>
                  <a:pt x="31297" y="14488"/>
                </a:cubicBezTo>
                <a:cubicBezTo>
                  <a:pt x="31326" y="14488"/>
                  <a:pt x="31361" y="14489"/>
                  <a:pt x="31403" y="14490"/>
                </a:cubicBezTo>
                <a:cubicBezTo>
                  <a:pt x="31369" y="14507"/>
                  <a:pt x="31335" y="14507"/>
                  <a:pt x="31301" y="14524"/>
                </a:cubicBezTo>
                <a:cubicBezTo>
                  <a:pt x="31756" y="14524"/>
                  <a:pt x="32188" y="14465"/>
                  <a:pt x="32606" y="14465"/>
                </a:cubicBezTo>
                <a:cubicBezTo>
                  <a:pt x="32690" y="14465"/>
                  <a:pt x="32773" y="14467"/>
                  <a:pt x="32855" y="14473"/>
                </a:cubicBezTo>
                <a:cubicBezTo>
                  <a:pt x="33009" y="14558"/>
                  <a:pt x="32428" y="14490"/>
                  <a:pt x="32599" y="14575"/>
                </a:cubicBezTo>
                <a:cubicBezTo>
                  <a:pt x="33029" y="14535"/>
                  <a:pt x="33460" y="14519"/>
                  <a:pt x="33890" y="14519"/>
                </a:cubicBezTo>
                <a:cubicBezTo>
                  <a:pt x="34195" y="14519"/>
                  <a:pt x="34499" y="14527"/>
                  <a:pt x="34803" y="14541"/>
                </a:cubicBezTo>
                <a:lnTo>
                  <a:pt x="34649" y="14524"/>
                </a:lnTo>
                <a:cubicBezTo>
                  <a:pt x="34673" y="14497"/>
                  <a:pt x="34712" y="14487"/>
                  <a:pt x="34763" y="14487"/>
                </a:cubicBezTo>
                <a:cubicBezTo>
                  <a:pt x="34927" y="14487"/>
                  <a:pt x="35212" y="14594"/>
                  <a:pt x="35477" y="14594"/>
                </a:cubicBezTo>
                <a:cubicBezTo>
                  <a:pt x="35486" y="14594"/>
                  <a:pt x="35496" y="14593"/>
                  <a:pt x="35505" y="14593"/>
                </a:cubicBezTo>
                <a:lnTo>
                  <a:pt x="35505" y="14593"/>
                </a:lnTo>
                <a:cubicBezTo>
                  <a:pt x="35431" y="14599"/>
                  <a:pt x="35403" y="14644"/>
                  <a:pt x="35435" y="14644"/>
                </a:cubicBezTo>
                <a:cubicBezTo>
                  <a:pt x="35999" y="14695"/>
                  <a:pt x="36580" y="14712"/>
                  <a:pt x="37161" y="14712"/>
                </a:cubicBezTo>
                <a:lnTo>
                  <a:pt x="37076" y="14729"/>
                </a:lnTo>
                <a:cubicBezTo>
                  <a:pt x="37349" y="14780"/>
                  <a:pt x="37827" y="14780"/>
                  <a:pt x="38135" y="14798"/>
                </a:cubicBezTo>
                <a:cubicBezTo>
                  <a:pt x="38238" y="14763"/>
                  <a:pt x="38408" y="14780"/>
                  <a:pt x="38306" y="14729"/>
                </a:cubicBezTo>
                <a:lnTo>
                  <a:pt x="38306" y="14729"/>
                </a:lnTo>
                <a:cubicBezTo>
                  <a:pt x="38408" y="14746"/>
                  <a:pt x="38528" y="14763"/>
                  <a:pt x="38648" y="14780"/>
                </a:cubicBezTo>
                <a:cubicBezTo>
                  <a:pt x="38750" y="14780"/>
                  <a:pt x="38860" y="14788"/>
                  <a:pt x="38973" y="14788"/>
                </a:cubicBezTo>
                <a:cubicBezTo>
                  <a:pt x="39029" y="14788"/>
                  <a:pt x="39086" y="14786"/>
                  <a:pt x="39143" y="14780"/>
                </a:cubicBezTo>
                <a:cubicBezTo>
                  <a:pt x="39160" y="14627"/>
                  <a:pt x="39177" y="14456"/>
                  <a:pt x="39177" y="14302"/>
                </a:cubicBezTo>
                <a:cubicBezTo>
                  <a:pt x="39177" y="14200"/>
                  <a:pt x="39194" y="14080"/>
                  <a:pt x="39194" y="13977"/>
                </a:cubicBezTo>
                <a:cubicBezTo>
                  <a:pt x="39194" y="13550"/>
                  <a:pt x="39246" y="13106"/>
                  <a:pt x="39331" y="12696"/>
                </a:cubicBezTo>
                <a:cubicBezTo>
                  <a:pt x="39331" y="12776"/>
                  <a:pt x="39331" y="12877"/>
                  <a:pt x="39339" y="12877"/>
                </a:cubicBezTo>
                <a:cubicBezTo>
                  <a:pt x="39341" y="12877"/>
                  <a:pt x="39344" y="12869"/>
                  <a:pt x="39348" y="12850"/>
                </a:cubicBezTo>
                <a:lnTo>
                  <a:pt x="39382" y="12132"/>
                </a:lnTo>
                <a:lnTo>
                  <a:pt x="39382" y="12132"/>
                </a:lnTo>
                <a:cubicBezTo>
                  <a:pt x="39331" y="12183"/>
                  <a:pt x="39348" y="12218"/>
                  <a:pt x="39297" y="12371"/>
                </a:cubicBezTo>
                <a:cubicBezTo>
                  <a:pt x="39263" y="12218"/>
                  <a:pt x="39263" y="12064"/>
                  <a:pt x="39280" y="11893"/>
                </a:cubicBezTo>
                <a:lnTo>
                  <a:pt x="39280" y="11893"/>
                </a:lnTo>
                <a:cubicBezTo>
                  <a:pt x="39280" y="11995"/>
                  <a:pt x="39288" y="12033"/>
                  <a:pt x="39301" y="12033"/>
                </a:cubicBezTo>
                <a:cubicBezTo>
                  <a:pt x="39329" y="12033"/>
                  <a:pt x="39376" y="11855"/>
                  <a:pt x="39399" y="11773"/>
                </a:cubicBezTo>
                <a:lnTo>
                  <a:pt x="39399" y="11773"/>
                </a:lnTo>
                <a:cubicBezTo>
                  <a:pt x="39397" y="11776"/>
                  <a:pt x="39394" y="11777"/>
                  <a:pt x="39392" y="11777"/>
                </a:cubicBezTo>
                <a:cubicBezTo>
                  <a:pt x="39380" y="11777"/>
                  <a:pt x="39368" y="11753"/>
                  <a:pt x="39356" y="11753"/>
                </a:cubicBezTo>
                <a:cubicBezTo>
                  <a:pt x="39353" y="11753"/>
                  <a:pt x="39351" y="11754"/>
                  <a:pt x="39348" y="11756"/>
                </a:cubicBezTo>
                <a:cubicBezTo>
                  <a:pt x="39485" y="11380"/>
                  <a:pt x="39246" y="11671"/>
                  <a:pt x="39348" y="11175"/>
                </a:cubicBezTo>
                <a:lnTo>
                  <a:pt x="39348" y="11175"/>
                </a:lnTo>
                <a:lnTo>
                  <a:pt x="39382" y="11192"/>
                </a:lnTo>
                <a:cubicBezTo>
                  <a:pt x="39365" y="11004"/>
                  <a:pt x="39365" y="10816"/>
                  <a:pt x="39382" y="10629"/>
                </a:cubicBezTo>
                <a:cubicBezTo>
                  <a:pt x="39391" y="10618"/>
                  <a:pt x="39398" y="10613"/>
                  <a:pt x="39402" y="10613"/>
                </a:cubicBezTo>
                <a:cubicBezTo>
                  <a:pt x="39435" y="10613"/>
                  <a:pt x="39389" y="10834"/>
                  <a:pt x="39434" y="10834"/>
                </a:cubicBezTo>
                <a:cubicBezTo>
                  <a:pt x="39468" y="10543"/>
                  <a:pt x="39365" y="10253"/>
                  <a:pt x="39434" y="9996"/>
                </a:cubicBezTo>
                <a:lnTo>
                  <a:pt x="39434" y="9996"/>
                </a:lnTo>
                <a:lnTo>
                  <a:pt x="39434" y="10423"/>
                </a:lnTo>
                <a:cubicBezTo>
                  <a:pt x="39502" y="10253"/>
                  <a:pt x="39536" y="10082"/>
                  <a:pt x="39536" y="9894"/>
                </a:cubicBezTo>
                <a:lnTo>
                  <a:pt x="39536" y="9911"/>
                </a:lnTo>
                <a:lnTo>
                  <a:pt x="39587" y="9552"/>
                </a:lnTo>
                <a:cubicBezTo>
                  <a:pt x="39434" y="9176"/>
                  <a:pt x="39587" y="8817"/>
                  <a:pt x="39519" y="8322"/>
                </a:cubicBezTo>
                <a:lnTo>
                  <a:pt x="39519" y="8322"/>
                </a:lnTo>
                <a:cubicBezTo>
                  <a:pt x="39545" y="8502"/>
                  <a:pt x="39558" y="8556"/>
                  <a:pt x="39569" y="8556"/>
                </a:cubicBezTo>
                <a:cubicBezTo>
                  <a:pt x="39585" y="8556"/>
                  <a:pt x="39594" y="8437"/>
                  <a:pt x="39627" y="8437"/>
                </a:cubicBezTo>
                <a:cubicBezTo>
                  <a:pt x="39631" y="8437"/>
                  <a:pt x="39634" y="8438"/>
                  <a:pt x="39639" y="8442"/>
                </a:cubicBezTo>
                <a:cubicBezTo>
                  <a:pt x="39653" y="8325"/>
                  <a:pt x="39680" y="8171"/>
                  <a:pt x="39698" y="8171"/>
                </a:cubicBezTo>
                <a:cubicBezTo>
                  <a:pt x="39702" y="8171"/>
                  <a:pt x="39704" y="8175"/>
                  <a:pt x="39707" y="8185"/>
                </a:cubicBezTo>
                <a:cubicBezTo>
                  <a:pt x="39673" y="7946"/>
                  <a:pt x="39775" y="7792"/>
                  <a:pt x="39707" y="7468"/>
                </a:cubicBezTo>
                <a:cubicBezTo>
                  <a:pt x="39738" y="7452"/>
                  <a:pt x="39727" y="7255"/>
                  <a:pt x="39762" y="7255"/>
                </a:cubicBezTo>
                <a:cubicBezTo>
                  <a:pt x="39766" y="7255"/>
                  <a:pt x="39770" y="7258"/>
                  <a:pt x="39775" y="7263"/>
                </a:cubicBezTo>
                <a:cubicBezTo>
                  <a:pt x="39775" y="7187"/>
                  <a:pt x="39773" y="7159"/>
                  <a:pt x="39769" y="7159"/>
                </a:cubicBezTo>
                <a:cubicBezTo>
                  <a:pt x="39758" y="7159"/>
                  <a:pt x="39738" y="7331"/>
                  <a:pt x="39725" y="7331"/>
                </a:cubicBezTo>
                <a:cubicBezTo>
                  <a:pt x="39725" y="7331"/>
                  <a:pt x="39724" y="7331"/>
                  <a:pt x="39724" y="7331"/>
                </a:cubicBezTo>
                <a:cubicBezTo>
                  <a:pt x="39656" y="6870"/>
                  <a:pt x="39861" y="6237"/>
                  <a:pt x="39758" y="5571"/>
                </a:cubicBezTo>
                <a:cubicBezTo>
                  <a:pt x="39741" y="5024"/>
                  <a:pt x="39673" y="4905"/>
                  <a:pt x="39639" y="4460"/>
                </a:cubicBezTo>
                <a:lnTo>
                  <a:pt x="39639" y="4324"/>
                </a:lnTo>
                <a:cubicBezTo>
                  <a:pt x="39644" y="4308"/>
                  <a:pt x="39649" y="4301"/>
                  <a:pt x="39655" y="4301"/>
                </a:cubicBezTo>
                <a:cubicBezTo>
                  <a:pt x="39683" y="4301"/>
                  <a:pt x="39707" y="4495"/>
                  <a:pt x="39707" y="4495"/>
                </a:cubicBezTo>
                <a:cubicBezTo>
                  <a:pt x="39741" y="4238"/>
                  <a:pt x="39741" y="3982"/>
                  <a:pt x="39724" y="3709"/>
                </a:cubicBezTo>
                <a:lnTo>
                  <a:pt x="39724" y="3709"/>
                </a:lnTo>
                <a:cubicBezTo>
                  <a:pt x="39729" y="3728"/>
                  <a:pt x="39734" y="3737"/>
                  <a:pt x="39739" y="3737"/>
                </a:cubicBezTo>
                <a:cubicBezTo>
                  <a:pt x="39752" y="3737"/>
                  <a:pt x="39768" y="3684"/>
                  <a:pt x="39792" y="3623"/>
                </a:cubicBezTo>
                <a:cubicBezTo>
                  <a:pt x="39792" y="3418"/>
                  <a:pt x="39707" y="3487"/>
                  <a:pt x="39741" y="3196"/>
                </a:cubicBezTo>
                <a:lnTo>
                  <a:pt x="39741" y="3196"/>
                </a:lnTo>
                <a:cubicBezTo>
                  <a:pt x="39775" y="3264"/>
                  <a:pt x="39809" y="3333"/>
                  <a:pt x="39827" y="3418"/>
                </a:cubicBezTo>
                <a:cubicBezTo>
                  <a:pt x="39809" y="3162"/>
                  <a:pt x="39775" y="2906"/>
                  <a:pt x="39741" y="2632"/>
                </a:cubicBezTo>
                <a:cubicBezTo>
                  <a:pt x="39748" y="2623"/>
                  <a:pt x="39754" y="2619"/>
                  <a:pt x="39759" y="2619"/>
                </a:cubicBezTo>
                <a:cubicBezTo>
                  <a:pt x="39797" y="2619"/>
                  <a:pt x="39812" y="2799"/>
                  <a:pt x="39827" y="2888"/>
                </a:cubicBezTo>
                <a:cubicBezTo>
                  <a:pt x="39809" y="2581"/>
                  <a:pt x="39792" y="2103"/>
                  <a:pt x="39741" y="2017"/>
                </a:cubicBezTo>
                <a:lnTo>
                  <a:pt x="39725" y="2147"/>
                </a:lnTo>
                <a:lnTo>
                  <a:pt x="39725" y="2147"/>
                </a:lnTo>
                <a:cubicBezTo>
                  <a:pt x="39726" y="2143"/>
                  <a:pt x="39729" y="2140"/>
                  <a:pt x="39733" y="2140"/>
                </a:cubicBezTo>
                <a:cubicBezTo>
                  <a:pt x="39748" y="2140"/>
                  <a:pt x="39775" y="2172"/>
                  <a:pt x="39775" y="2222"/>
                </a:cubicBezTo>
                <a:cubicBezTo>
                  <a:pt x="39827" y="2496"/>
                  <a:pt x="39758" y="2598"/>
                  <a:pt x="39741" y="2615"/>
                </a:cubicBezTo>
                <a:lnTo>
                  <a:pt x="39724" y="2427"/>
                </a:lnTo>
                <a:lnTo>
                  <a:pt x="39724" y="2427"/>
                </a:lnTo>
                <a:cubicBezTo>
                  <a:pt x="39587" y="2615"/>
                  <a:pt x="39741" y="3196"/>
                  <a:pt x="39724" y="3572"/>
                </a:cubicBezTo>
                <a:lnTo>
                  <a:pt x="39639" y="3452"/>
                </a:lnTo>
                <a:lnTo>
                  <a:pt x="39639" y="1590"/>
                </a:lnTo>
                <a:cubicBezTo>
                  <a:pt x="39280" y="1556"/>
                  <a:pt x="38921" y="1522"/>
                  <a:pt x="38579" y="1470"/>
                </a:cubicBezTo>
                <a:lnTo>
                  <a:pt x="38528" y="1470"/>
                </a:lnTo>
                <a:cubicBezTo>
                  <a:pt x="38562" y="1453"/>
                  <a:pt x="38579" y="1419"/>
                  <a:pt x="38596" y="1368"/>
                </a:cubicBezTo>
                <a:cubicBezTo>
                  <a:pt x="38631" y="1385"/>
                  <a:pt x="38665" y="1402"/>
                  <a:pt x="38716" y="1402"/>
                </a:cubicBezTo>
                <a:lnTo>
                  <a:pt x="38818" y="1334"/>
                </a:lnTo>
                <a:lnTo>
                  <a:pt x="38596" y="1334"/>
                </a:lnTo>
                <a:cubicBezTo>
                  <a:pt x="38562" y="1282"/>
                  <a:pt x="38460" y="1231"/>
                  <a:pt x="38186" y="1146"/>
                </a:cubicBezTo>
                <a:lnTo>
                  <a:pt x="37759" y="1146"/>
                </a:lnTo>
                <a:lnTo>
                  <a:pt x="37640" y="1077"/>
                </a:lnTo>
                <a:lnTo>
                  <a:pt x="37998" y="1129"/>
                </a:lnTo>
                <a:cubicBezTo>
                  <a:pt x="37883" y="1090"/>
                  <a:pt x="37758" y="1071"/>
                  <a:pt x="37638" y="1071"/>
                </a:cubicBezTo>
                <a:cubicBezTo>
                  <a:pt x="37598" y="1071"/>
                  <a:pt x="37558" y="1073"/>
                  <a:pt x="37520" y="1077"/>
                </a:cubicBezTo>
                <a:cubicBezTo>
                  <a:pt x="37469" y="1043"/>
                  <a:pt x="37417" y="1009"/>
                  <a:pt x="37349" y="992"/>
                </a:cubicBezTo>
                <a:lnTo>
                  <a:pt x="36922" y="1026"/>
                </a:lnTo>
                <a:cubicBezTo>
                  <a:pt x="36888" y="975"/>
                  <a:pt x="37127" y="975"/>
                  <a:pt x="36854" y="907"/>
                </a:cubicBezTo>
                <a:cubicBezTo>
                  <a:pt x="36662" y="907"/>
                  <a:pt x="36977" y="1011"/>
                  <a:pt x="36756" y="1011"/>
                </a:cubicBezTo>
                <a:cubicBezTo>
                  <a:pt x="36740" y="1011"/>
                  <a:pt x="36721" y="1010"/>
                  <a:pt x="36700" y="1009"/>
                </a:cubicBezTo>
                <a:cubicBezTo>
                  <a:pt x="36512" y="924"/>
                  <a:pt x="36580" y="889"/>
                  <a:pt x="36324" y="889"/>
                </a:cubicBezTo>
                <a:cubicBezTo>
                  <a:pt x="36311" y="864"/>
                  <a:pt x="36336" y="849"/>
                  <a:pt x="36390" y="849"/>
                </a:cubicBezTo>
                <a:cubicBezTo>
                  <a:pt x="36402" y="849"/>
                  <a:pt x="36415" y="849"/>
                  <a:pt x="36431" y="851"/>
                </a:cubicBezTo>
                <a:lnTo>
                  <a:pt x="36431" y="851"/>
                </a:lnTo>
                <a:cubicBezTo>
                  <a:pt x="36203" y="820"/>
                  <a:pt x="35990" y="804"/>
                  <a:pt x="35777" y="804"/>
                </a:cubicBezTo>
                <a:cubicBezTo>
                  <a:pt x="35572" y="701"/>
                  <a:pt x="35060" y="701"/>
                  <a:pt x="35094" y="582"/>
                </a:cubicBezTo>
                <a:lnTo>
                  <a:pt x="35094" y="582"/>
                </a:lnTo>
                <a:cubicBezTo>
                  <a:pt x="35000" y="590"/>
                  <a:pt x="34906" y="595"/>
                  <a:pt x="34810" y="595"/>
                </a:cubicBezTo>
                <a:cubicBezTo>
                  <a:pt x="34714" y="595"/>
                  <a:pt x="34615" y="590"/>
                  <a:pt x="34513" y="582"/>
                </a:cubicBezTo>
                <a:cubicBezTo>
                  <a:pt x="34889" y="514"/>
                  <a:pt x="33795" y="479"/>
                  <a:pt x="33898" y="377"/>
                </a:cubicBezTo>
                <a:lnTo>
                  <a:pt x="33898" y="377"/>
                </a:lnTo>
                <a:cubicBezTo>
                  <a:pt x="33822" y="396"/>
                  <a:pt x="33714" y="402"/>
                  <a:pt x="33587" y="402"/>
                </a:cubicBezTo>
                <a:cubicBezTo>
                  <a:pt x="33381" y="402"/>
                  <a:pt x="33126" y="386"/>
                  <a:pt x="32879" y="386"/>
                </a:cubicBezTo>
                <a:cubicBezTo>
                  <a:pt x="32727" y="386"/>
                  <a:pt x="32578" y="392"/>
                  <a:pt x="32445" y="411"/>
                </a:cubicBezTo>
                <a:cubicBezTo>
                  <a:pt x="32459" y="404"/>
                  <a:pt x="32473" y="397"/>
                  <a:pt x="32488" y="392"/>
                </a:cubicBezTo>
                <a:lnTo>
                  <a:pt x="32488" y="392"/>
                </a:lnTo>
                <a:cubicBezTo>
                  <a:pt x="32512" y="393"/>
                  <a:pt x="32537" y="394"/>
                  <a:pt x="32565" y="394"/>
                </a:cubicBezTo>
                <a:cubicBezTo>
                  <a:pt x="32550" y="389"/>
                  <a:pt x="32536" y="387"/>
                  <a:pt x="32524" y="387"/>
                </a:cubicBezTo>
                <a:cubicBezTo>
                  <a:pt x="32511" y="387"/>
                  <a:pt x="32499" y="389"/>
                  <a:pt x="32488" y="392"/>
                </a:cubicBezTo>
                <a:lnTo>
                  <a:pt x="32488" y="392"/>
                </a:lnTo>
                <a:cubicBezTo>
                  <a:pt x="32277" y="384"/>
                  <a:pt x="32204" y="341"/>
                  <a:pt x="32035" y="326"/>
                </a:cubicBezTo>
                <a:cubicBezTo>
                  <a:pt x="32018" y="411"/>
                  <a:pt x="31591" y="462"/>
                  <a:pt x="31369" y="548"/>
                </a:cubicBezTo>
                <a:cubicBezTo>
                  <a:pt x="31044" y="479"/>
                  <a:pt x="31557" y="411"/>
                  <a:pt x="31454" y="326"/>
                </a:cubicBezTo>
                <a:lnTo>
                  <a:pt x="31454" y="326"/>
                </a:lnTo>
                <a:cubicBezTo>
                  <a:pt x="31471" y="394"/>
                  <a:pt x="30890" y="462"/>
                  <a:pt x="31010" y="514"/>
                </a:cubicBezTo>
                <a:cubicBezTo>
                  <a:pt x="30754" y="496"/>
                  <a:pt x="30788" y="514"/>
                  <a:pt x="30651" y="462"/>
                </a:cubicBezTo>
                <a:cubicBezTo>
                  <a:pt x="30634" y="582"/>
                  <a:pt x="30429" y="514"/>
                  <a:pt x="30224" y="633"/>
                </a:cubicBezTo>
                <a:cubicBezTo>
                  <a:pt x="29985" y="633"/>
                  <a:pt x="30019" y="588"/>
                  <a:pt x="29952" y="588"/>
                </a:cubicBezTo>
                <a:cubicBezTo>
                  <a:pt x="29918" y="588"/>
                  <a:pt x="29860" y="599"/>
                  <a:pt x="29729" y="633"/>
                </a:cubicBezTo>
                <a:cubicBezTo>
                  <a:pt x="29541" y="633"/>
                  <a:pt x="29882" y="531"/>
                  <a:pt x="29882" y="531"/>
                </a:cubicBezTo>
                <a:lnTo>
                  <a:pt x="29882" y="531"/>
                </a:lnTo>
                <a:cubicBezTo>
                  <a:pt x="29489" y="599"/>
                  <a:pt x="29712" y="650"/>
                  <a:pt x="29643" y="719"/>
                </a:cubicBezTo>
                <a:cubicBezTo>
                  <a:pt x="29517" y="747"/>
                  <a:pt x="29442" y="757"/>
                  <a:pt x="29397" y="757"/>
                </a:cubicBezTo>
                <a:cubicBezTo>
                  <a:pt x="29275" y="757"/>
                  <a:pt x="29362" y="684"/>
                  <a:pt x="29250" y="684"/>
                </a:cubicBezTo>
                <a:cubicBezTo>
                  <a:pt x="29011" y="753"/>
                  <a:pt x="28772" y="838"/>
                  <a:pt x="28533" y="889"/>
                </a:cubicBezTo>
                <a:cubicBezTo>
                  <a:pt x="28516" y="889"/>
                  <a:pt x="28464" y="889"/>
                  <a:pt x="28516" y="855"/>
                </a:cubicBezTo>
                <a:lnTo>
                  <a:pt x="28516" y="855"/>
                </a:lnTo>
                <a:cubicBezTo>
                  <a:pt x="28225" y="975"/>
                  <a:pt x="27610" y="958"/>
                  <a:pt x="27251" y="1043"/>
                </a:cubicBezTo>
                <a:cubicBezTo>
                  <a:pt x="27247" y="1043"/>
                  <a:pt x="27242" y="1043"/>
                  <a:pt x="27238" y="1043"/>
                </a:cubicBezTo>
                <a:lnTo>
                  <a:pt x="27238" y="1043"/>
                </a:lnTo>
                <a:cubicBezTo>
                  <a:pt x="27273" y="1076"/>
                  <a:pt x="27283" y="1117"/>
                  <a:pt x="27268" y="1146"/>
                </a:cubicBezTo>
                <a:cubicBezTo>
                  <a:pt x="27154" y="1146"/>
                  <a:pt x="27048" y="1168"/>
                  <a:pt x="26970" y="1168"/>
                </a:cubicBezTo>
                <a:cubicBezTo>
                  <a:pt x="26930" y="1168"/>
                  <a:pt x="26898" y="1163"/>
                  <a:pt x="26875" y="1146"/>
                </a:cubicBezTo>
                <a:cubicBezTo>
                  <a:pt x="26926" y="1146"/>
                  <a:pt x="26978" y="1129"/>
                  <a:pt x="27046" y="1112"/>
                </a:cubicBezTo>
                <a:lnTo>
                  <a:pt x="27046" y="1112"/>
                </a:lnTo>
                <a:lnTo>
                  <a:pt x="26858" y="1129"/>
                </a:lnTo>
                <a:cubicBezTo>
                  <a:pt x="26687" y="1043"/>
                  <a:pt x="27114" y="1112"/>
                  <a:pt x="27114" y="1043"/>
                </a:cubicBezTo>
                <a:lnTo>
                  <a:pt x="27114" y="1043"/>
                </a:lnTo>
                <a:cubicBezTo>
                  <a:pt x="26887" y="1076"/>
                  <a:pt x="26659" y="1088"/>
                  <a:pt x="26432" y="1088"/>
                </a:cubicBezTo>
                <a:cubicBezTo>
                  <a:pt x="26301" y="1088"/>
                  <a:pt x="26169" y="1084"/>
                  <a:pt x="26038" y="1077"/>
                </a:cubicBezTo>
                <a:cubicBezTo>
                  <a:pt x="26012" y="1035"/>
                  <a:pt x="26175" y="1035"/>
                  <a:pt x="26299" y="1035"/>
                </a:cubicBezTo>
                <a:cubicBezTo>
                  <a:pt x="26422" y="1035"/>
                  <a:pt x="26508" y="1035"/>
                  <a:pt x="26328" y="992"/>
                </a:cubicBezTo>
                <a:lnTo>
                  <a:pt x="26328" y="992"/>
                </a:lnTo>
                <a:cubicBezTo>
                  <a:pt x="26465" y="1009"/>
                  <a:pt x="26602" y="1026"/>
                  <a:pt x="26756" y="1043"/>
                </a:cubicBezTo>
                <a:cubicBezTo>
                  <a:pt x="26626" y="989"/>
                  <a:pt x="26641" y="980"/>
                  <a:pt x="26687" y="980"/>
                </a:cubicBezTo>
                <a:cubicBezTo>
                  <a:pt x="26707" y="980"/>
                  <a:pt x="26732" y="982"/>
                  <a:pt x="26755" y="982"/>
                </a:cubicBezTo>
                <a:cubicBezTo>
                  <a:pt x="26810" y="982"/>
                  <a:pt x="26846" y="972"/>
                  <a:pt x="26721" y="907"/>
                </a:cubicBezTo>
                <a:cubicBezTo>
                  <a:pt x="26158" y="872"/>
                  <a:pt x="26089" y="924"/>
                  <a:pt x="25525" y="838"/>
                </a:cubicBezTo>
                <a:lnTo>
                  <a:pt x="25525" y="838"/>
                </a:lnTo>
                <a:cubicBezTo>
                  <a:pt x="25406" y="872"/>
                  <a:pt x="25560" y="907"/>
                  <a:pt x="25440" y="941"/>
                </a:cubicBezTo>
                <a:cubicBezTo>
                  <a:pt x="24646" y="924"/>
                  <a:pt x="24829" y="684"/>
                  <a:pt x="24284" y="684"/>
                </a:cubicBezTo>
                <a:cubicBezTo>
                  <a:pt x="24266" y="684"/>
                  <a:pt x="24247" y="684"/>
                  <a:pt x="24227" y="684"/>
                </a:cubicBezTo>
                <a:cubicBezTo>
                  <a:pt x="24124" y="727"/>
                  <a:pt x="24018" y="748"/>
                  <a:pt x="23911" y="748"/>
                </a:cubicBezTo>
                <a:cubicBezTo>
                  <a:pt x="23804" y="748"/>
                  <a:pt x="23697" y="727"/>
                  <a:pt x="23595" y="684"/>
                </a:cubicBezTo>
                <a:lnTo>
                  <a:pt x="23748" y="616"/>
                </a:lnTo>
                <a:cubicBezTo>
                  <a:pt x="23626" y="597"/>
                  <a:pt x="23543" y="591"/>
                  <a:pt x="23480" y="591"/>
                </a:cubicBezTo>
                <a:cubicBezTo>
                  <a:pt x="23357" y="591"/>
                  <a:pt x="23315" y="615"/>
                  <a:pt x="23224" y="615"/>
                </a:cubicBezTo>
                <a:cubicBezTo>
                  <a:pt x="23153" y="615"/>
                  <a:pt x="23052" y="600"/>
                  <a:pt x="22860" y="548"/>
                </a:cubicBezTo>
                <a:cubicBezTo>
                  <a:pt x="22875" y="545"/>
                  <a:pt x="22895" y="544"/>
                  <a:pt x="22917" y="544"/>
                </a:cubicBezTo>
                <a:cubicBezTo>
                  <a:pt x="23026" y="544"/>
                  <a:pt x="23200" y="568"/>
                  <a:pt x="23215" y="568"/>
                </a:cubicBezTo>
                <a:cubicBezTo>
                  <a:pt x="23218" y="568"/>
                  <a:pt x="23214" y="567"/>
                  <a:pt x="23202" y="565"/>
                </a:cubicBezTo>
                <a:cubicBezTo>
                  <a:pt x="23085" y="526"/>
                  <a:pt x="23017" y="514"/>
                  <a:pt x="22969" y="514"/>
                </a:cubicBezTo>
                <a:cubicBezTo>
                  <a:pt x="22894" y="514"/>
                  <a:pt x="22865" y="543"/>
                  <a:pt x="22774" y="543"/>
                </a:cubicBezTo>
                <a:cubicBezTo>
                  <a:pt x="22743" y="543"/>
                  <a:pt x="22705" y="539"/>
                  <a:pt x="22655" y="531"/>
                </a:cubicBezTo>
                <a:lnTo>
                  <a:pt x="22604" y="445"/>
                </a:lnTo>
                <a:cubicBezTo>
                  <a:pt x="22141" y="395"/>
                  <a:pt x="21669" y="363"/>
                  <a:pt x="21201" y="363"/>
                </a:cubicBezTo>
                <a:cubicBezTo>
                  <a:pt x="21030" y="363"/>
                  <a:pt x="20859" y="368"/>
                  <a:pt x="20690" y="377"/>
                </a:cubicBezTo>
                <a:cubicBezTo>
                  <a:pt x="20724" y="360"/>
                  <a:pt x="20827" y="326"/>
                  <a:pt x="20690" y="308"/>
                </a:cubicBezTo>
                <a:lnTo>
                  <a:pt x="18110" y="377"/>
                </a:lnTo>
                <a:lnTo>
                  <a:pt x="17820" y="479"/>
                </a:lnTo>
                <a:cubicBezTo>
                  <a:pt x="17734" y="479"/>
                  <a:pt x="17683" y="462"/>
                  <a:pt x="17751" y="445"/>
                </a:cubicBezTo>
                <a:cubicBezTo>
                  <a:pt x="17444" y="445"/>
                  <a:pt x="17734" y="479"/>
                  <a:pt x="17597" y="531"/>
                </a:cubicBezTo>
                <a:cubicBezTo>
                  <a:pt x="17562" y="539"/>
                  <a:pt x="17530" y="542"/>
                  <a:pt x="17503" y="542"/>
                </a:cubicBezTo>
                <a:cubicBezTo>
                  <a:pt x="17414" y="542"/>
                  <a:pt x="17382" y="506"/>
                  <a:pt x="17461" y="479"/>
                </a:cubicBezTo>
                <a:lnTo>
                  <a:pt x="17461" y="479"/>
                </a:lnTo>
                <a:cubicBezTo>
                  <a:pt x="16777" y="633"/>
                  <a:pt x="16077" y="719"/>
                  <a:pt x="15359" y="736"/>
                </a:cubicBezTo>
                <a:lnTo>
                  <a:pt x="15479" y="701"/>
                </a:lnTo>
                <a:cubicBezTo>
                  <a:pt x="15088" y="701"/>
                  <a:pt x="15001" y="847"/>
                  <a:pt x="14707" y="847"/>
                </a:cubicBezTo>
                <a:cubicBezTo>
                  <a:pt x="14666" y="847"/>
                  <a:pt x="14622" y="844"/>
                  <a:pt x="14573" y="838"/>
                </a:cubicBezTo>
                <a:lnTo>
                  <a:pt x="14641" y="821"/>
                </a:lnTo>
                <a:lnTo>
                  <a:pt x="14641" y="821"/>
                </a:lnTo>
                <a:cubicBezTo>
                  <a:pt x="14346" y="826"/>
                  <a:pt x="14042" y="833"/>
                  <a:pt x="13740" y="833"/>
                </a:cubicBezTo>
                <a:cubicBezTo>
                  <a:pt x="13064" y="833"/>
                  <a:pt x="12404" y="799"/>
                  <a:pt x="11908" y="633"/>
                </a:cubicBezTo>
                <a:cubicBezTo>
                  <a:pt x="11885" y="646"/>
                  <a:pt x="11848" y="651"/>
                  <a:pt x="11801" y="651"/>
                </a:cubicBezTo>
                <a:cubicBezTo>
                  <a:pt x="11604" y="651"/>
                  <a:pt x="11233" y="558"/>
                  <a:pt x="11025" y="558"/>
                </a:cubicBezTo>
                <a:cubicBezTo>
                  <a:pt x="10953" y="558"/>
                  <a:pt x="10901" y="569"/>
                  <a:pt x="10883" y="599"/>
                </a:cubicBezTo>
                <a:cubicBezTo>
                  <a:pt x="10507" y="462"/>
                  <a:pt x="10131" y="377"/>
                  <a:pt x="9738" y="291"/>
                </a:cubicBezTo>
                <a:cubicBezTo>
                  <a:pt x="9703" y="286"/>
                  <a:pt x="9671" y="283"/>
                  <a:pt x="9640" y="283"/>
                </a:cubicBezTo>
                <a:cubicBezTo>
                  <a:pt x="9505" y="283"/>
                  <a:pt x="9397" y="328"/>
                  <a:pt x="9225" y="328"/>
                </a:cubicBezTo>
                <a:cubicBezTo>
                  <a:pt x="9203" y="328"/>
                  <a:pt x="9181" y="327"/>
                  <a:pt x="9157" y="326"/>
                </a:cubicBezTo>
                <a:lnTo>
                  <a:pt x="9157" y="257"/>
                </a:lnTo>
                <a:lnTo>
                  <a:pt x="8798" y="291"/>
                </a:lnTo>
                <a:lnTo>
                  <a:pt x="8627" y="189"/>
                </a:lnTo>
                <a:lnTo>
                  <a:pt x="8388" y="189"/>
                </a:lnTo>
                <a:cubicBezTo>
                  <a:pt x="8473" y="206"/>
                  <a:pt x="8593" y="240"/>
                  <a:pt x="8576" y="257"/>
                </a:cubicBezTo>
                <a:cubicBezTo>
                  <a:pt x="8251" y="257"/>
                  <a:pt x="7944" y="189"/>
                  <a:pt x="7636" y="86"/>
                </a:cubicBezTo>
                <a:cubicBezTo>
                  <a:pt x="7346" y="86"/>
                  <a:pt x="7038" y="86"/>
                  <a:pt x="6731" y="103"/>
                </a:cubicBezTo>
                <a:cubicBezTo>
                  <a:pt x="6744" y="90"/>
                  <a:pt x="6802" y="76"/>
                  <a:pt x="6877" y="71"/>
                </a:cubicBezTo>
                <a:lnTo>
                  <a:pt x="6877" y="71"/>
                </a:lnTo>
                <a:cubicBezTo>
                  <a:pt x="6874" y="71"/>
                  <a:pt x="6873" y="71"/>
                  <a:pt x="6871" y="71"/>
                </a:cubicBezTo>
                <a:cubicBezTo>
                  <a:pt x="6688" y="71"/>
                  <a:pt x="6825" y="11"/>
                  <a:pt x="6645" y="11"/>
                </a:cubicBezTo>
                <a:cubicBezTo>
                  <a:pt x="6612" y="11"/>
                  <a:pt x="6568" y="13"/>
                  <a:pt x="6508" y="18"/>
                </a:cubicBezTo>
                <a:cubicBezTo>
                  <a:pt x="6560" y="52"/>
                  <a:pt x="6474" y="69"/>
                  <a:pt x="6457" y="86"/>
                </a:cubicBezTo>
                <a:cubicBezTo>
                  <a:pt x="6225" y="53"/>
                  <a:pt x="5994" y="34"/>
                  <a:pt x="5757" y="34"/>
                </a:cubicBezTo>
                <a:cubicBezTo>
                  <a:pt x="5628" y="34"/>
                  <a:pt x="5497" y="40"/>
                  <a:pt x="5364" y="52"/>
                </a:cubicBezTo>
                <a:lnTo>
                  <a:pt x="5432" y="1"/>
                </a:ln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5" name="Google Shape;805;p41"/>
          <p:cNvGrpSpPr/>
          <p:nvPr/>
        </p:nvGrpSpPr>
        <p:grpSpPr>
          <a:xfrm rot="1413176">
            <a:off x="190324" y="183533"/>
            <a:ext cx="850046" cy="1116502"/>
            <a:chOff x="181724" y="3902898"/>
            <a:chExt cx="850038" cy="1116492"/>
          </a:xfrm>
        </p:grpSpPr>
        <p:grpSp>
          <p:nvGrpSpPr>
            <p:cNvPr id="806" name="Google Shape;806;p41"/>
            <p:cNvGrpSpPr/>
            <p:nvPr/>
          </p:nvGrpSpPr>
          <p:grpSpPr>
            <a:xfrm>
              <a:off x="181724" y="3902898"/>
              <a:ext cx="850038" cy="1116492"/>
              <a:chOff x="181724" y="3902898"/>
              <a:chExt cx="850038" cy="1116492"/>
            </a:xfrm>
          </p:grpSpPr>
          <p:sp>
            <p:nvSpPr>
              <p:cNvPr id="807" name="Google Shape;807;p41"/>
              <p:cNvSpPr/>
              <p:nvPr/>
            </p:nvSpPr>
            <p:spPr>
              <a:xfrm rot="-572741">
                <a:off x="257958" y="3970491"/>
                <a:ext cx="530901" cy="540560"/>
              </a:xfrm>
              <a:custGeom>
                <a:avLst/>
                <a:gdLst/>
                <a:ahLst/>
                <a:cxnLst/>
                <a:rect l="l" t="t" r="r" b="b"/>
                <a:pathLst>
                  <a:path w="8993" h="9157" extrusionOk="0">
                    <a:moveTo>
                      <a:pt x="7831" y="0"/>
                    </a:moveTo>
                    <a:cubicBezTo>
                      <a:pt x="7594" y="0"/>
                      <a:pt x="7348" y="161"/>
                      <a:pt x="7251" y="377"/>
                    </a:cubicBezTo>
                    <a:cubicBezTo>
                      <a:pt x="7205" y="367"/>
                      <a:pt x="7160" y="362"/>
                      <a:pt x="7115" y="362"/>
                    </a:cubicBezTo>
                    <a:cubicBezTo>
                      <a:pt x="6929" y="362"/>
                      <a:pt x="6760" y="447"/>
                      <a:pt x="6636" y="599"/>
                    </a:cubicBezTo>
                    <a:cubicBezTo>
                      <a:pt x="6584" y="582"/>
                      <a:pt x="6516" y="547"/>
                      <a:pt x="6448" y="530"/>
                    </a:cubicBezTo>
                    <a:cubicBezTo>
                      <a:pt x="6404" y="522"/>
                      <a:pt x="6361" y="518"/>
                      <a:pt x="6318" y="518"/>
                    </a:cubicBezTo>
                    <a:cubicBezTo>
                      <a:pt x="6010" y="518"/>
                      <a:pt x="5743" y="728"/>
                      <a:pt x="5713" y="1043"/>
                    </a:cubicBezTo>
                    <a:cubicBezTo>
                      <a:pt x="5694" y="1041"/>
                      <a:pt x="5674" y="1040"/>
                      <a:pt x="5655" y="1040"/>
                    </a:cubicBezTo>
                    <a:cubicBezTo>
                      <a:pt x="5339" y="1040"/>
                      <a:pt x="5080" y="1301"/>
                      <a:pt x="5064" y="1607"/>
                    </a:cubicBezTo>
                    <a:cubicBezTo>
                      <a:pt x="4984" y="1573"/>
                      <a:pt x="4899" y="1555"/>
                      <a:pt x="4813" y="1555"/>
                    </a:cubicBezTo>
                    <a:cubicBezTo>
                      <a:pt x="4642" y="1555"/>
                      <a:pt x="4471" y="1624"/>
                      <a:pt x="4346" y="1761"/>
                    </a:cubicBezTo>
                    <a:cubicBezTo>
                      <a:pt x="4124" y="1504"/>
                      <a:pt x="3919" y="1265"/>
                      <a:pt x="3697" y="1026"/>
                    </a:cubicBezTo>
                    <a:cubicBezTo>
                      <a:pt x="3592" y="912"/>
                      <a:pt x="3455" y="863"/>
                      <a:pt x="3316" y="863"/>
                    </a:cubicBezTo>
                    <a:cubicBezTo>
                      <a:pt x="2954" y="863"/>
                      <a:pt x="2580" y="1195"/>
                      <a:pt x="2740" y="1590"/>
                    </a:cubicBezTo>
                    <a:cubicBezTo>
                      <a:pt x="2877" y="1897"/>
                      <a:pt x="3013" y="2205"/>
                      <a:pt x="3150" y="2529"/>
                    </a:cubicBezTo>
                    <a:cubicBezTo>
                      <a:pt x="2894" y="2239"/>
                      <a:pt x="2638" y="1966"/>
                      <a:pt x="2347" y="1709"/>
                    </a:cubicBezTo>
                    <a:cubicBezTo>
                      <a:pt x="2241" y="1613"/>
                      <a:pt x="2105" y="1570"/>
                      <a:pt x="1969" y="1570"/>
                    </a:cubicBezTo>
                    <a:cubicBezTo>
                      <a:pt x="1623" y="1570"/>
                      <a:pt x="1277" y="1851"/>
                      <a:pt x="1424" y="2256"/>
                    </a:cubicBezTo>
                    <a:cubicBezTo>
                      <a:pt x="1869" y="3350"/>
                      <a:pt x="2381" y="4409"/>
                      <a:pt x="2945" y="5451"/>
                    </a:cubicBezTo>
                    <a:cubicBezTo>
                      <a:pt x="2723" y="5280"/>
                      <a:pt x="2484" y="5109"/>
                      <a:pt x="2245" y="4956"/>
                    </a:cubicBezTo>
                    <a:cubicBezTo>
                      <a:pt x="2157" y="4906"/>
                      <a:pt x="2069" y="4874"/>
                      <a:pt x="1975" y="4874"/>
                    </a:cubicBezTo>
                    <a:cubicBezTo>
                      <a:pt x="1941" y="4874"/>
                      <a:pt x="1905" y="4878"/>
                      <a:pt x="1869" y="4887"/>
                    </a:cubicBezTo>
                    <a:lnTo>
                      <a:pt x="1749" y="4665"/>
                    </a:lnTo>
                    <a:cubicBezTo>
                      <a:pt x="1650" y="4490"/>
                      <a:pt x="1482" y="4414"/>
                      <a:pt x="1313" y="4414"/>
                    </a:cubicBezTo>
                    <a:cubicBezTo>
                      <a:pt x="986" y="4414"/>
                      <a:pt x="652" y="4693"/>
                      <a:pt x="775" y="5075"/>
                    </a:cubicBezTo>
                    <a:cubicBezTo>
                      <a:pt x="826" y="5195"/>
                      <a:pt x="861" y="5314"/>
                      <a:pt x="895" y="5434"/>
                    </a:cubicBezTo>
                    <a:lnTo>
                      <a:pt x="758" y="5297"/>
                    </a:lnTo>
                    <a:cubicBezTo>
                      <a:pt x="680" y="5220"/>
                      <a:pt x="572" y="5183"/>
                      <a:pt x="462" y="5183"/>
                    </a:cubicBezTo>
                    <a:cubicBezTo>
                      <a:pt x="234" y="5183"/>
                      <a:pt x="0" y="5340"/>
                      <a:pt x="23" y="5605"/>
                    </a:cubicBezTo>
                    <a:cubicBezTo>
                      <a:pt x="75" y="6032"/>
                      <a:pt x="245" y="6442"/>
                      <a:pt x="502" y="6767"/>
                    </a:cubicBezTo>
                    <a:cubicBezTo>
                      <a:pt x="586" y="6863"/>
                      <a:pt x="695" y="6917"/>
                      <a:pt x="806" y="6917"/>
                    </a:cubicBezTo>
                    <a:cubicBezTo>
                      <a:pt x="853" y="6917"/>
                      <a:pt x="900" y="6907"/>
                      <a:pt x="946" y="6886"/>
                    </a:cubicBezTo>
                    <a:cubicBezTo>
                      <a:pt x="1254" y="7279"/>
                      <a:pt x="1493" y="7724"/>
                      <a:pt x="1698" y="8185"/>
                    </a:cubicBezTo>
                    <a:cubicBezTo>
                      <a:pt x="1776" y="8369"/>
                      <a:pt x="1912" y="8444"/>
                      <a:pt x="2056" y="8444"/>
                    </a:cubicBezTo>
                    <a:cubicBezTo>
                      <a:pt x="2260" y="8444"/>
                      <a:pt x="2479" y="8293"/>
                      <a:pt x="2569" y="8082"/>
                    </a:cubicBezTo>
                    <a:cubicBezTo>
                      <a:pt x="2774" y="8390"/>
                      <a:pt x="2996" y="8697"/>
                      <a:pt x="3236" y="8988"/>
                    </a:cubicBezTo>
                    <a:cubicBezTo>
                      <a:pt x="3335" y="9106"/>
                      <a:pt x="3462" y="9157"/>
                      <a:pt x="3590" y="9157"/>
                    </a:cubicBezTo>
                    <a:cubicBezTo>
                      <a:pt x="3924" y="9157"/>
                      <a:pt x="4265" y="8816"/>
                      <a:pt x="4141" y="8458"/>
                    </a:cubicBezTo>
                    <a:cubicBezTo>
                      <a:pt x="4056" y="8185"/>
                      <a:pt x="3953" y="7912"/>
                      <a:pt x="3851" y="7638"/>
                    </a:cubicBezTo>
                    <a:lnTo>
                      <a:pt x="3851" y="7638"/>
                    </a:lnTo>
                    <a:lnTo>
                      <a:pt x="4056" y="7826"/>
                    </a:lnTo>
                    <a:cubicBezTo>
                      <a:pt x="4163" y="7914"/>
                      <a:pt x="4302" y="7954"/>
                      <a:pt x="4441" y="7954"/>
                    </a:cubicBezTo>
                    <a:cubicBezTo>
                      <a:pt x="4789" y="7954"/>
                      <a:pt x="5137" y="7700"/>
                      <a:pt x="4978" y="7296"/>
                    </a:cubicBezTo>
                    <a:cubicBezTo>
                      <a:pt x="4790" y="6801"/>
                      <a:pt x="4585" y="6323"/>
                      <a:pt x="4346" y="5844"/>
                    </a:cubicBezTo>
                    <a:lnTo>
                      <a:pt x="4346" y="5844"/>
                    </a:lnTo>
                    <a:cubicBezTo>
                      <a:pt x="4705" y="6323"/>
                      <a:pt x="5115" y="6750"/>
                      <a:pt x="5542" y="7160"/>
                    </a:cubicBezTo>
                    <a:cubicBezTo>
                      <a:pt x="5653" y="7271"/>
                      <a:pt x="5786" y="7319"/>
                      <a:pt x="5917" y="7319"/>
                    </a:cubicBezTo>
                    <a:cubicBezTo>
                      <a:pt x="6229" y="7319"/>
                      <a:pt x="6525" y="7043"/>
                      <a:pt x="6465" y="6681"/>
                    </a:cubicBezTo>
                    <a:lnTo>
                      <a:pt x="6465" y="6681"/>
                    </a:lnTo>
                    <a:cubicBezTo>
                      <a:pt x="6704" y="7023"/>
                      <a:pt x="6943" y="7348"/>
                      <a:pt x="7200" y="7672"/>
                    </a:cubicBezTo>
                    <a:cubicBezTo>
                      <a:pt x="7299" y="7800"/>
                      <a:pt x="7428" y="7853"/>
                      <a:pt x="7558" y="7853"/>
                    </a:cubicBezTo>
                    <a:cubicBezTo>
                      <a:pt x="7830" y="7853"/>
                      <a:pt x="8110" y="7619"/>
                      <a:pt x="8156" y="7331"/>
                    </a:cubicBezTo>
                    <a:cubicBezTo>
                      <a:pt x="8191" y="7338"/>
                      <a:pt x="8226" y="7341"/>
                      <a:pt x="8259" y="7341"/>
                    </a:cubicBezTo>
                    <a:cubicBezTo>
                      <a:pt x="8641" y="7341"/>
                      <a:pt x="8943" y="6916"/>
                      <a:pt x="8754" y="6476"/>
                    </a:cubicBezTo>
                    <a:cubicBezTo>
                      <a:pt x="8379" y="5588"/>
                      <a:pt x="7934" y="4716"/>
                      <a:pt x="7422" y="3879"/>
                    </a:cubicBezTo>
                    <a:cubicBezTo>
                      <a:pt x="7644" y="3708"/>
                      <a:pt x="7712" y="3401"/>
                      <a:pt x="7610" y="3144"/>
                    </a:cubicBezTo>
                    <a:cubicBezTo>
                      <a:pt x="7473" y="2871"/>
                      <a:pt x="7370" y="2598"/>
                      <a:pt x="7268" y="2324"/>
                    </a:cubicBezTo>
                    <a:cubicBezTo>
                      <a:pt x="7405" y="2273"/>
                      <a:pt x="7507" y="2205"/>
                      <a:pt x="7593" y="2085"/>
                    </a:cubicBezTo>
                    <a:cubicBezTo>
                      <a:pt x="7695" y="2171"/>
                      <a:pt x="7780" y="2256"/>
                      <a:pt x="7883" y="2341"/>
                    </a:cubicBezTo>
                    <a:cubicBezTo>
                      <a:pt x="7993" y="2446"/>
                      <a:pt x="8132" y="2493"/>
                      <a:pt x="8271" y="2493"/>
                    </a:cubicBezTo>
                    <a:cubicBezTo>
                      <a:pt x="8631" y="2493"/>
                      <a:pt x="8992" y="2184"/>
                      <a:pt x="8857" y="1778"/>
                    </a:cubicBezTo>
                    <a:cubicBezTo>
                      <a:pt x="8772" y="1555"/>
                      <a:pt x="8686" y="1333"/>
                      <a:pt x="8601" y="1111"/>
                    </a:cubicBezTo>
                    <a:cubicBezTo>
                      <a:pt x="8566" y="770"/>
                      <a:pt x="8413" y="445"/>
                      <a:pt x="8208" y="189"/>
                    </a:cubicBezTo>
                    <a:cubicBezTo>
                      <a:pt x="8106" y="56"/>
                      <a:pt x="7970" y="0"/>
                      <a:pt x="78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1"/>
              <p:cNvSpPr/>
              <p:nvPr/>
            </p:nvSpPr>
            <p:spPr>
              <a:xfrm rot="-572741">
                <a:off x="535668" y="4556036"/>
                <a:ext cx="266129" cy="184772"/>
              </a:xfrm>
              <a:custGeom>
                <a:avLst/>
                <a:gdLst/>
                <a:ahLst/>
                <a:cxnLst/>
                <a:rect l="l" t="t" r="r" b="b"/>
                <a:pathLst>
                  <a:path w="4508" h="3130" extrusionOk="0">
                    <a:moveTo>
                      <a:pt x="1426" y="0"/>
                    </a:moveTo>
                    <a:cubicBezTo>
                      <a:pt x="967" y="0"/>
                      <a:pt x="686" y="660"/>
                      <a:pt x="1163" y="978"/>
                    </a:cubicBezTo>
                    <a:cubicBezTo>
                      <a:pt x="1385" y="1115"/>
                      <a:pt x="1607" y="1269"/>
                      <a:pt x="1829" y="1422"/>
                    </a:cubicBezTo>
                    <a:cubicBezTo>
                      <a:pt x="1402" y="1252"/>
                      <a:pt x="958" y="1132"/>
                      <a:pt x="514" y="1064"/>
                    </a:cubicBezTo>
                    <a:cubicBezTo>
                      <a:pt x="496" y="1061"/>
                      <a:pt x="478" y="1060"/>
                      <a:pt x="461" y="1060"/>
                    </a:cubicBezTo>
                    <a:cubicBezTo>
                      <a:pt x="139" y="1060"/>
                      <a:pt x="0" y="1498"/>
                      <a:pt x="309" y="1627"/>
                    </a:cubicBezTo>
                    <a:cubicBezTo>
                      <a:pt x="1453" y="2191"/>
                      <a:pt x="2615" y="2687"/>
                      <a:pt x="3811" y="3114"/>
                    </a:cubicBezTo>
                    <a:cubicBezTo>
                      <a:pt x="3853" y="3125"/>
                      <a:pt x="3894" y="3130"/>
                      <a:pt x="3934" y="3130"/>
                    </a:cubicBezTo>
                    <a:cubicBezTo>
                      <a:pt x="4267" y="3130"/>
                      <a:pt x="4507" y="2768"/>
                      <a:pt x="4324" y="2448"/>
                    </a:cubicBezTo>
                    <a:lnTo>
                      <a:pt x="4307" y="2430"/>
                    </a:lnTo>
                    <a:cubicBezTo>
                      <a:pt x="4495" y="2208"/>
                      <a:pt x="4495" y="1867"/>
                      <a:pt x="4307" y="1645"/>
                    </a:cubicBezTo>
                    <a:cubicBezTo>
                      <a:pt x="3948" y="1217"/>
                      <a:pt x="3777" y="636"/>
                      <a:pt x="3213" y="431"/>
                    </a:cubicBezTo>
                    <a:cubicBezTo>
                      <a:pt x="3168" y="414"/>
                      <a:pt x="3121" y="406"/>
                      <a:pt x="3076" y="406"/>
                    </a:cubicBezTo>
                    <a:cubicBezTo>
                      <a:pt x="2900" y="406"/>
                      <a:pt x="2738" y="528"/>
                      <a:pt x="2684" y="705"/>
                    </a:cubicBezTo>
                    <a:cubicBezTo>
                      <a:pt x="2376" y="466"/>
                      <a:pt x="2051" y="243"/>
                      <a:pt x="1693" y="73"/>
                    </a:cubicBezTo>
                    <a:cubicBezTo>
                      <a:pt x="1600" y="22"/>
                      <a:pt x="1510" y="0"/>
                      <a:pt x="14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1"/>
              <p:cNvSpPr/>
              <p:nvPr/>
            </p:nvSpPr>
            <p:spPr>
              <a:xfrm rot="-572741">
                <a:off x="753579" y="4382593"/>
                <a:ext cx="229351" cy="229341"/>
              </a:xfrm>
              <a:custGeom>
                <a:avLst/>
                <a:gdLst/>
                <a:ahLst/>
                <a:cxnLst/>
                <a:rect l="l" t="t" r="r" b="b"/>
                <a:pathLst>
                  <a:path w="3885" h="3885" extrusionOk="0">
                    <a:moveTo>
                      <a:pt x="3162" y="1"/>
                    </a:moveTo>
                    <a:cubicBezTo>
                      <a:pt x="3029" y="1"/>
                      <a:pt x="2899" y="44"/>
                      <a:pt x="2801" y="142"/>
                    </a:cubicBezTo>
                    <a:cubicBezTo>
                      <a:pt x="1878" y="1082"/>
                      <a:pt x="955" y="2005"/>
                      <a:pt x="238" y="3098"/>
                    </a:cubicBezTo>
                    <a:cubicBezTo>
                      <a:pt x="1" y="3474"/>
                      <a:pt x="332" y="3884"/>
                      <a:pt x="703" y="3884"/>
                    </a:cubicBezTo>
                    <a:cubicBezTo>
                      <a:pt x="787" y="3884"/>
                      <a:pt x="873" y="3863"/>
                      <a:pt x="955" y="3816"/>
                    </a:cubicBezTo>
                    <a:cubicBezTo>
                      <a:pt x="1280" y="3645"/>
                      <a:pt x="1588" y="3440"/>
                      <a:pt x="1861" y="3218"/>
                    </a:cubicBezTo>
                    <a:cubicBezTo>
                      <a:pt x="1895" y="3183"/>
                      <a:pt x="1929" y="3132"/>
                      <a:pt x="1963" y="3081"/>
                    </a:cubicBezTo>
                    <a:cubicBezTo>
                      <a:pt x="2459" y="2739"/>
                      <a:pt x="2869" y="2295"/>
                      <a:pt x="3177" y="1782"/>
                    </a:cubicBezTo>
                    <a:cubicBezTo>
                      <a:pt x="3296" y="1731"/>
                      <a:pt x="3399" y="1629"/>
                      <a:pt x="3450" y="1492"/>
                    </a:cubicBezTo>
                    <a:cubicBezTo>
                      <a:pt x="3467" y="1407"/>
                      <a:pt x="3484" y="1321"/>
                      <a:pt x="3467" y="1236"/>
                    </a:cubicBezTo>
                    <a:cubicBezTo>
                      <a:pt x="3552" y="1048"/>
                      <a:pt x="3638" y="877"/>
                      <a:pt x="3723" y="689"/>
                    </a:cubicBezTo>
                    <a:cubicBezTo>
                      <a:pt x="3885" y="304"/>
                      <a:pt x="3514" y="1"/>
                      <a:pt x="31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1"/>
              <p:cNvSpPr/>
              <p:nvPr/>
            </p:nvSpPr>
            <p:spPr>
              <a:xfrm rot="-572741">
                <a:off x="261183" y="3953169"/>
                <a:ext cx="691122" cy="1015948"/>
              </a:xfrm>
              <a:custGeom>
                <a:avLst/>
                <a:gdLst/>
                <a:ahLst/>
                <a:cxnLst/>
                <a:rect l="l" t="t" r="r" b="b"/>
                <a:pathLst>
                  <a:path w="11707" h="17210" extrusionOk="0">
                    <a:moveTo>
                      <a:pt x="7971" y="601"/>
                    </a:moveTo>
                    <a:cubicBezTo>
                      <a:pt x="8633" y="601"/>
                      <a:pt x="9201" y="1037"/>
                      <a:pt x="9014" y="1974"/>
                    </a:cubicBezTo>
                    <a:cubicBezTo>
                      <a:pt x="8843" y="2828"/>
                      <a:pt x="7852" y="3529"/>
                      <a:pt x="7186" y="3990"/>
                    </a:cubicBezTo>
                    <a:cubicBezTo>
                      <a:pt x="7045" y="4130"/>
                      <a:pt x="7161" y="4356"/>
                      <a:pt x="7337" y="4356"/>
                    </a:cubicBezTo>
                    <a:cubicBezTo>
                      <a:pt x="7355" y="4356"/>
                      <a:pt x="7372" y="4354"/>
                      <a:pt x="7391" y="4349"/>
                    </a:cubicBezTo>
                    <a:cubicBezTo>
                      <a:pt x="7510" y="4281"/>
                      <a:pt x="7630" y="4195"/>
                      <a:pt x="7749" y="4127"/>
                    </a:cubicBezTo>
                    <a:cubicBezTo>
                      <a:pt x="8313" y="4503"/>
                      <a:pt x="8911" y="4657"/>
                      <a:pt x="9253" y="5306"/>
                    </a:cubicBezTo>
                    <a:cubicBezTo>
                      <a:pt x="9458" y="5750"/>
                      <a:pt x="9407" y="6280"/>
                      <a:pt x="9116" y="6673"/>
                    </a:cubicBezTo>
                    <a:cubicBezTo>
                      <a:pt x="8730" y="7222"/>
                      <a:pt x="8162" y="7418"/>
                      <a:pt x="7556" y="7418"/>
                    </a:cubicBezTo>
                    <a:cubicBezTo>
                      <a:pt x="6956" y="7418"/>
                      <a:pt x="6320" y="7227"/>
                      <a:pt x="5784" y="6997"/>
                    </a:cubicBezTo>
                    <a:lnTo>
                      <a:pt x="5802" y="6997"/>
                    </a:lnTo>
                    <a:cubicBezTo>
                      <a:pt x="5682" y="6656"/>
                      <a:pt x="5426" y="6399"/>
                      <a:pt x="5101" y="6297"/>
                    </a:cubicBezTo>
                    <a:cubicBezTo>
                      <a:pt x="5082" y="6287"/>
                      <a:pt x="5063" y="6283"/>
                      <a:pt x="5045" y="6283"/>
                    </a:cubicBezTo>
                    <a:cubicBezTo>
                      <a:pt x="4936" y="6283"/>
                      <a:pt x="4864" y="6443"/>
                      <a:pt x="4981" y="6502"/>
                    </a:cubicBezTo>
                    <a:cubicBezTo>
                      <a:pt x="5135" y="6570"/>
                      <a:pt x="5255" y="6690"/>
                      <a:pt x="5357" y="6809"/>
                    </a:cubicBezTo>
                    <a:cubicBezTo>
                      <a:pt x="5238" y="6844"/>
                      <a:pt x="5204" y="6980"/>
                      <a:pt x="5306" y="7049"/>
                    </a:cubicBezTo>
                    <a:cubicBezTo>
                      <a:pt x="5357" y="7083"/>
                      <a:pt x="5409" y="7117"/>
                      <a:pt x="5477" y="7168"/>
                    </a:cubicBezTo>
                    <a:cubicBezTo>
                      <a:pt x="5530" y="7960"/>
                      <a:pt x="4374" y="8968"/>
                      <a:pt x="3606" y="8968"/>
                    </a:cubicBezTo>
                    <a:cubicBezTo>
                      <a:pt x="3131" y="8968"/>
                      <a:pt x="2804" y="8584"/>
                      <a:pt x="2999" y="7527"/>
                    </a:cubicBezTo>
                    <a:cubicBezTo>
                      <a:pt x="3041" y="7390"/>
                      <a:pt x="2927" y="7263"/>
                      <a:pt x="2793" y="7263"/>
                    </a:cubicBezTo>
                    <a:cubicBezTo>
                      <a:pt x="2760" y="7263"/>
                      <a:pt x="2725" y="7271"/>
                      <a:pt x="2692" y="7288"/>
                    </a:cubicBezTo>
                    <a:cubicBezTo>
                      <a:pt x="2411" y="7426"/>
                      <a:pt x="2146" y="7490"/>
                      <a:pt x="1903" y="7490"/>
                    </a:cubicBezTo>
                    <a:cubicBezTo>
                      <a:pt x="1067" y="7490"/>
                      <a:pt x="497" y="6743"/>
                      <a:pt x="471" y="5750"/>
                    </a:cubicBezTo>
                    <a:cubicBezTo>
                      <a:pt x="440" y="4718"/>
                      <a:pt x="1021" y="4351"/>
                      <a:pt x="1730" y="4351"/>
                    </a:cubicBezTo>
                    <a:cubicBezTo>
                      <a:pt x="2219" y="4351"/>
                      <a:pt x="2769" y="4525"/>
                      <a:pt x="3222" y="4776"/>
                    </a:cubicBezTo>
                    <a:lnTo>
                      <a:pt x="3273" y="4793"/>
                    </a:lnTo>
                    <a:cubicBezTo>
                      <a:pt x="3299" y="4805"/>
                      <a:pt x="3324" y="4811"/>
                      <a:pt x="3348" y="4811"/>
                    </a:cubicBezTo>
                    <a:cubicBezTo>
                      <a:pt x="3526" y="4811"/>
                      <a:pt x="3625" y="4506"/>
                      <a:pt x="3444" y="4400"/>
                    </a:cubicBezTo>
                    <a:cubicBezTo>
                      <a:pt x="3375" y="4366"/>
                      <a:pt x="3307" y="4332"/>
                      <a:pt x="3222" y="4298"/>
                    </a:cubicBezTo>
                    <a:cubicBezTo>
                      <a:pt x="2213" y="3655"/>
                      <a:pt x="3176" y="1441"/>
                      <a:pt x="4306" y="1441"/>
                    </a:cubicBezTo>
                    <a:cubicBezTo>
                      <a:pt x="4708" y="1441"/>
                      <a:pt x="5131" y="1722"/>
                      <a:pt x="5494" y="2452"/>
                    </a:cubicBezTo>
                    <a:cubicBezTo>
                      <a:pt x="5529" y="2529"/>
                      <a:pt x="5589" y="2560"/>
                      <a:pt x="5652" y="2560"/>
                    </a:cubicBezTo>
                    <a:cubicBezTo>
                      <a:pt x="5745" y="2560"/>
                      <a:pt x="5846" y="2493"/>
                      <a:pt x="5887" y="2401"/>
                    </a:cubicBezTo>
                    <a:cubicBezTo>
                      <a:pt x="6092" y="1923"/>
                      <a:pt x="6382" y="1496"/>
                      <a:pt x="6758" y="1120"/>
                    </a:cubicBezTo>
                    <a:cubicBezTo>
                      <a:pt x="7085" y="780"/>
                      <a:pt x="7548" y="601"/>
                      <a:pt x="7971" y="601"/>
                    </a:cubicBezTo>
                    <a:close/>
                    <a:moveTo>
                      <a:pt x="10788" y="9374"/>
                    </a:moveTo>
                    <a:cubicBezTo>
                      <a:pt x="10993" y="9374"/>
                      <a:pt x="10599" y="10507"/>
                      <a:pt x="10534" y="10620"/>
                    </a:cubicBezTo>
                    <a:cubicBezTo>
                      <a:pt x="10244" y="10944"/>
                      <a:pt x="9902" y="11235"/>
                      <a:pt x="9543" y="11474"/>
                    </a:cubicBezTo>
                    <a:cubicBezTo>
                      <a:pt x="9270" y="11645"/>
                      <a:pt x="8980" y="11850"/>
                      <a:pt x="8672" y="12021"/>
                    </a:cubicBezTo>
                    <a:cubicBezTo>
                      <a:pt x="9065" y="10944"/>
                      <a:pt x="9697" y="9970"/>
                      <a:pt x="10739" y="9389"/>
                    </a:cubicBezTo>
                    <a:cubicBezTo>
                      <a:pt x="10759" y="9379"/>
                      <a:pt x="10775" y="9374"/>
                      <a:pt x="10788" y="9374"/>
                    </a:cubicBezTo>
                    <a:close/>
                    <a:moveTo>
                      <a:pt x="5163" y="10615"/>
                    </a:moveTo>
                    <a:cubicBezTo>
                      <a:pt x="5544" y="10615"/>
                      <a:pt x="6039" y="10764"/>
                      <a:pt x="6126" y="10808"/>
                    </a:cubicBezTo>
                    <a:cubicBezTo>
                      <a:pt x="6536" y="11064"/>
                      <a:pt x="6912" y="11354"/>
                      <a:pt x="7237" y="11696"/>
                    </a:cubicBezTo>
                    <a:cubicBezTo>
                      <a:pt x="7425" y="11867"/>
                      <a:pt x="7596" y="12055"/>
                      <a:pt x="7766" y="12243"/>
                    </a:cubicBezTo>
                    <a:cubicBezTo>
                      <a:pt x="7801" y="12328"/>
                      <a:pt x="7835" y="12397"/>
                      <a:pt x="7869" y="12482"/>
                    </a:cubicBezTo>
                    <a:cubicBezTo>
                      <a:pt x="7869" y="12550"/>
                      <a:pt x="7886" y="12602"/>
                      <a:pt x="7954" y="12653"/>
                    </a:cubicBezTo>
                    <a:cubicBezTo>
                      <a:pt x="7972" y="12687"/>
                      <a:pt x="7972" y="12704"/>
                      <a:pt x="7989" y="12738"/>
                    </a:cubicBezTo>
                    <a:cubicBezTo>
                      <a:pt x="7954" y="12875"/>
                      <a:pt x="7920" y="13029"/>
                      <a:pt x="7886" y="13165"/>
                    </a:cubicBezTo>
                    <a:cubicBezTo>
                      <a:pt x="6827" y="12738"/>
                      <a:pt x="5477" y="12226"/>
                      <a:pt x="4862" y="11269"/>
                    </a:cubicBezTo>
                    <a:cubicBezTo>
                      <a:pt x="4534" y="10756"/>
                      <a:pt x="4794" y="10615"/>
                      <a:pt x="5163" y="10615"/>
                    </a:cubicBezTo>
                    <a:close/>
                    <a:moveTo>
                      <a:pt x="8067" y="0"/>
                    </a:moveTo>
                    <a:cubicBezTo>
                      <a:pt x="7155" y="0"/>
                      <a:pt x="6168" y="1030"/>
                      <a:pt x="5682" y="1872"/>
                    </a:cubicBezTo>
                    <a:cubicBezTo>
                      <a:pt x="5288" y="1258"/>
                      <a:pt x="4829" y="1013"/>
                      <a:pt x="4381" y="1013"/>
                    </a:cubicBezTo>
                    <a:cubicBezTo>
                      <a:pt x="3156" y="1013"/>
                      <a:pt x="2007" y="2844"/>
                      <a:pt x="2470" y="4007"/>
                    </a:cubicBezTo>
                    <a:cubicBezTo>
                      <a:pt x="2227" y="3946"/>
                      <a:pt x="1986" y="3913"/>
                      <a:pt x="1755" y="3913"/>
                    </a:cubicBezTo>
                    <a:cubicBezTo>
                      <a:pt x="836" y="3913"/>
                      <a:pt x="84" y="4435"/>
                      <a:pt x="44" y="5733"/>
                    </a:cubicBezTo>
                    <a:cubicBezTo>
                      <a:pt x="0" y="7012"/>
                      <a:pt x="839" y="7880"/>
                      <a:pt x="1910" y="7880"/>
                    </a:cubicBezTo>
                    <a:cubicBezTo>
                      <a:pt x="2112" y="7880"/>
                      <a:pt x="2323" y="7849"/>
                      <a:pt x="2538" y="7783"/>
                    </a:cubicBezTo>
                    <a:lnTo>
                      <a:pt x="2538" y="7783"/>
                    </a:lnTo>
                    <a:cubicBezTo>
                      <a:pt x="2413" y="8930"/>
                      <a:pt x="2842" y="9352"/>
                      <a:pt x="3426" y="9352"/>
                    </a:cubicBezTo>
                    <a:cubicBezTo>
                      <a:pt x="4358" y="9352"/>
                      <a:pt x="5686" y="8280"/>
                      <a:pt x="5802" y="7356"/>
                    </a:cubicBezTo>
                    <a:cubicBezTo>
                      <a:pt x="5921" y="7425"/>
                      <a:pt x="6058" y="7476"/>
                      <a:pt x="6177" y="7527"/>
                    </a:cubicBezTo>
                    <a:cubicBezTo>
                      <a:pt x="6177" y="7544"/>
                      <a:pt x="6177" y="7578"/>
                      <a:pt x="6177" y="7612"/>
                    </a:cubicBezTo>
                    <a:cubicBezTo>
                      <a:pt x="6519" y="8877"/>
                      <a:pt x="6912" y="10124"/>
                      <a:pt x="7391" y="11337"/>
                    </a:cubicBezTo>
                    <a:cubicBezTo>
                      <a:pt x="6779" y="10702"/>
                      <a:pt x="6055" y="10148"/>
                      <a:pt x="5401" y="10148"/>
                    </a:cubicBezTo>
                    <a:cubicBezTo>
                      <a:pt x="5104" y="10148"/>
                      <a:pt x="4822" y="10262"/>
                      <a:pt x="4571" y="10534"/>
                    </a:cubicBezTo>
                    <a:cubicBezTo>
                      <a:pt x="3358" y="11850"/>
                      <a:pt x="7220" y="13336"/>
                      <a:pt x="7937" y="13644"/>
                    </a:cubicBezTo>
                    <a:cubicBezTo>
                      <a:pt x="7969" y="13662"/>
                      <a:pt x="8003" y="13671"/>
                      <a:pt x="8035" y="13671"/>
                    </a:cubicBezTo>
                    <a:cubicBezTo>
                      <a:pt x="8124" y="13671"/>
                      <a:pt x="8207" y="13607"/>
                      <a:pt x="8245" y="13507"/>
                    </a:cubicBezTo>
                    <a:lnTo>
                      <a:pt x="8279" y="13336"/>
                    </a:lnTo>
                    <a:cubicBezTo>
                      <a:pt x="9048" y="14823"/>
                      <a:pt x="10039" y="16173"/>
                      <a:pt x="11355" y="17181"/>
                    </a:cubicBezTo>
                    <a:cubicBezTo>
                      <a:pt x="11385" y="17201"/>
                      <a:pt x="11417" y="17210"/>
                      <a:pt x="11449" y="17210"/>
                    </a:cubicBezTo>
                    <a:cubicBezTo>
                      <a:pt x="11580" y="17210"/>
                      <a:pt x="11707" y="17062"/>
                      <a:pt x="11679" y="16924"/>
                    </a:cubicBezTo>
                    <a:cubicBezTo>
                      <a:pt x="11628" y="16685"/>
                      <a:pt x="11543" y="16463"/>
                      <a:pt x="11389" y="16258"/>
                    </a:cubicBezTo>
                    <a:cubicBezTo>
                      <a:pt x="11360" y="16200"/>
                      <a:pt x="11310" y="16176"/>
                      <a:pt x="11258" y="16176"/>
                    </a:cubicBezTo>
                    <a:cubicBezTo>
                      <a:pt x="11156" y="16176"/>
                      <a:pt x="11047" y="16270"/>
                      <a:pt x="11081" y="16395"/>
                    </a:cubicBezTo>
                    <a:cubicBezTo>
                      <a:pt x="11081" y="16395"/>
                      <a:pt x="11081" y="16395"/>
                      <a:pt x="11081" y="16412"/>
                    </a:cubicBezTo>
                    <a:cubicBezTo>
                      <a:pt x="10022" y="15438"/>
                      <a:pt x="9168" y="14259"/>
                      <a:pt x="8552" y="12960"/>
                    </a:cubicBezTo>
                    <a:cubicBezTo>
                      <a:pt x="8570" y="12926"/>
                      <a:pt x="8570" y="12892"/>
                      <a:pt x="8552" y="12875"/>
                    </a:cubicBezTo>
                    <a:cubicBezTo>
                      <a:pt x="8518" y="12807"/>
                      <a:pt x="8484" y="12755"/>
                      <a:pt x="8433" y="12687"/>
                    </a:cubicBezTo>
                    <a:cubicBezTo>
                      <a:pt x="8433" y="12670"/>
                      <a:pt x="8433" y="12653"/>
                      <a:pt x="8450" y="12619"/>
                    </a:cubicBezTo>
                    <a:cubicBezTo>
                      <a:pt x="9236" y="12362"/>
                      <a:pt x="10107" y="11611"/>
                      <a:pt x="10637" y="11115"/>
                    </a:cubicBezTo>
                    <a:cubicBezTo>
                      <a:pt x="11286" y="10517"/>
                      <a:pt x="11525" y="9748"/>
                      <a:pt x="11115" y="8962"/>
                    </a:cubicBezTo>
                    <a:cubicBezTo>
                      <a:pt x="11068" y="8891"/>
                      <a:pt x="10988" y="8853"/>
                      <a:pt x="10910" y="8853"/>
                    </a:cubicBezTo>
                    <a:cubicBezTo>
                      <a:pt x="10875" y="8853"/>
                      <a:pt x="10840" y="8861"/>
                      <a:pt x="10808" y="8877"/>
                    </a:cubicBezTo>
                    <a:cubicBezTo>
                      <a:pt x="9424" y="9492"/>
                      <a:pt x="8638" y="10756"/>
                      <a:pt x="8159" y="12140"/>
                    </a:cubicBezTo>
                    <a:cubicBezTo>
                      <a:pt x="7510" y="10654"/>
                      <a:pt x="7015" y="9082"/>
                      <a:pt x="6502" y="7630"/>
                    </a:cubicBezTo>
                    <a:lnTo>
                      <a:pt x="6502" y="7630"/>
                    </a:lnTo>
                    <a:cubicBezTo>
                      <a:pt x="6832" y="7728"/>
                      <a:pt x="7173" y="7782"/>
                      <a:pt x="7508" y="7782"/>
                    </a:cubicBezTo>
                    <a:cubicBezTo>
                      <a:pt x="8281" y="7782"/>
                      <a:pt x="9020" y="7491"/>
                      <a:pt x="9509" y="6775"/>
                    </a:cubicBezTo>
                    <a:cubicBezTo>
                      <a:pt x="10295" y="5630"/>
                      <a:pt x="9321" y="4161"/>
                      <a:pt x="8125" y="3819"/>
                    </a:cubicBezTo>
                    <a:cubicBezTo>
                      <a:pt x="9099" y="3033"/>
                      <a:pt x="9919" y="1872"/>
                      <a:pt x="9185" y="710"/>
                    </a:cubicBezTo>
                    <a:cubicBezTo>
                      <a:pt x="8860" y="202"/>
                      <a:pt x="8471" y="0"/>
                      <a:pt x="8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1" name="Google Shape;811;p41"/>
            <p:cNvSpPr/>
            <p:nvPr/>
          </p:nvSpPr>
          <p:spPr>
            <a:xfrm rot="-321182">
              <a:off x="453297" y="4166216"/>
              <a:ext cx="153609" cy="146814"/>
            </a:xfrm>
            <a:custGeom>
              <a:avLst/>
              <a:gdLst/>
              <a:ahLst/>
              <a:cxnLst/>
              <a:rect l="l" t="t" r="r" b="b"/>
              <a:pathLst>
                <a:path w="2602" h="2487" extrusionOk="0">
                  <a:moveTo>
                    <a:pt x="1653" y="602"/>
                  </a:moveTo>
                  <a:cubicBezTo>
                    <a:pt x="1747" y="602"/>
                    <a:pt x="1841" y="614"/>
                    <a:pt x="1935" y="640"/>
                  </a:cubicBezTo>
                  <a:cubicBezTo>
                    <a:pt x="1949" y="645"/>
                    <a:pt x="1962" y="647"/>
                    <a:pt x="1973" y="647"/>
                  </a:cubicBezTo>
                  <a:cubicBezTo>
                    <a:pt x="2004" y="647"/>
                    <a:pt x="2025" y="631"/>
                    <a:pt x="2038" y="606"/>
                  </a:cubicBezTo>
                  <a:lnTo>
                    <a:pt x="2072" y="657"/>
                  </a:lnTo>
                  <a:cubicBezTo>
                    <a:pt x="2157" y="1101"/>
                    <a:pt x="2021" y="1546"/>
                    <a:pt x="1730" y="1870"/>
                  </a:cubicBezTo>
                  <a:cubicBezTo>
                    <a:pt x="1586" y="2014"/>
                    <a:pt x="1328" y="2101"/>
                    <a:pt x="1084" y="2101"/>
                  </a:cubicBezTo>
                  <a:cubicBezTo>
                    <a:pt x="777" y="2101"/>
                    <a:pt x="492" y="1964"/>
                    <a:pt x="483" y="1631"/>
                  </a:cubicBezTo>
                  <a:cubicBezTo>
                    <a:pt x="483" y="1221"/>
                    <a:pt x="825" y="879"/>
                    <a:pt x="1201" y="708"/>
                  </a:cubicBezTo>
                  <a:cubicBezTo>
                    <a:pt x="1235" y="708"/>
                    <a:pt x="1269" y="708"/>
                    <a:pt x="1303" y="691"/>
                  </a:cubicBezTo>
                  <a:cubicBezTo>
                    <a:pt x="1320" y="674"/>
                    <a:pt x="1354" y="657"/>
                    <a:pt x="1371" y="640"/>
                  </a:cubicBezTo>
                  <a:cubicBezTo>
                    <a:pt x="1465" y="614"/>
                    <a:pt x="1559" y="602"/>
                    <a:pt x="1653" y="602"/>
                  </a:cubicBezTo>
                  <a:close/>
                  <a:moveTo>
                    <a:pt x="1820" y="0"/>
                  </a:moveTo>
                  <a:cubicBezTo>
                    <a:pt x="1569" y="0"/>
                    <a:pt x="1302" y="131"/>
                    <a:pt x="1132" y="367"/>
                  </a:cubicBezTo>
                  <a:cubicBezTo>
                    <a:pt x="620" y="555"/>
                    <a:pt x="244" y="982"/>
                    <a:pt x="107" y="1511"/>
                  </a:cubicBezTo>
                  <a:cubicBezTo>
                    <a:pt x="0" y="2163"/>
                    <a:pt x="576" y="2486"/>
                    <a:pt x="1144" y="2486"/>
                  </a:cubicBezTo>
                  <a:cubicBezTo>
                    <a:pt x="1395" y="2486"/>
                    <a:pt x="1644" y="2423"/>
                    <a:pt x="1833" y="2297"/>
                  </a:cubicBezTo>
                  <a:cubicBezTo>
                    <a:pt x="2380" y="1939"/>
                    <a:pt x="2602" y="1135"/>
                    <a:pt x="2448" y="520"/>
                  </a:cubicBezTo>
                  <a:cubicBezTo>
                    <a:pt x="2358" y="161"/>
                    <a:pt x="2098" y="0"/>
                    <a:pt x="1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1"/>
          <p:cNvGrpSpPr/>
          <p:nvPr/>
        </p:nvGrpSpPr>
        <p:grpSpPr>
          <a:xfrm>
            <a:off x="8193350" y="216813"/>
            <a:ext cx="1290421" cy="820102"/>
            <a:chOff x="7685850" y="32550"/>
            <a:chExt cx="1290421" cy="820102"/>
          </a:xfrm>
        </p:grpSpPr>
        <p:sp>
          <p:nvSpPr>
            <p:cNvPr id="813" name="Google Shape;813;p41"/>
            <p:cNvSpPr/>
            <p:nvPr/>
          </p:nvSpPr>
          <p:spPr>
            <a:xfrm>
              <a:off x="7685850" y="397672"/>
              <a:ext cx="148531" cy="61160"/>
            </a:xfrm>
            <a:custGeom>
              <a:avLst/>
              <a:gdLst/>
              <a:ahLst/>
              <a:cxnLst/>
              <a:rect l="l" t="t" r="r" b="b"/>
              <a:pathLst>
                <a:path w="2997" h="1234" extrusionOk="0">
                  <a:moveTo>
                    <a:pt x="231" y="0"/>
                  </a:moveTo>
                  <a:cubicBezTo>
                    <a:pt x="53" y="0"/>
                    <a:pt x="1" y="287"/>
                    <a:pt x="203" y="334"/>
                  </a:cubicBezTo>
                  <a:cubicBezTo>
                    <a:pt x="972" y="693"/>
                    <a:pt x="1775" y="983"/>
                    <a:pt x="2595" y="1222"/>
                  </a:cubicBezTo>
                  <a:cubicBezTo>
                    <a:pt x="2623" y="1230"/>
                    <a:pt x="2649" y="1233"/>
                    <a:pt x="2674" y="1233"/>
                  </a:cubicBezTo>
                  <a:cubicBezTo>
                    <a:pt x="2934" y="1233"/>
                    <a:pt x="2997" y="853"/>
                    <a:pt x="2731" y="744"/>
                  </a:cubicBezTo>
                  <a:cubicBezTo>
                    <a:pt x="1928" y="436"/>
                    <a:pt x="1125" y="197"/>
                    <a:pt x="288" y="9"/>
                  </a:cubicBezTo>
                  <a:cubicBezTo>
                    <a:pt x="268" y="3"/>
                    <a:pt x="249" y="0"/>
                    <a:pt x="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1"/>
            <p:cNvSpPr/>
            <p:nvPr/>
          </p:nvSpPr>
          <p:spPr>
            <a:xfrm>
              <a:off x="7911750" y="507105"/>
              <a:ext cx="136340" cy="55262"/>
            </a:xfrm>
            <a:custGeom>
              <a:avLst/>
              <a:gdLst/>
              <a:ahLst/>
              <a:cxnLst/>
              <a:rect l="l" t="t" r="r" b="b"/>
              <a:pathLst>
                <a:path w="2751" h="1115" extrusionOk="0">
                  <a:moveTo>
                    <a:pt x="313" y="1"/>
                  </a:moveTo>
                  <a:cubicBezTo>
                    <a:pt x="76" y="1"/>
                    <a:pt x="0" y="353"/>
                    <a:pt x="241" y="450"/>
                  </a:cubicBezTo>
                  <a:cubicBezTo>
                    <a:pt x="907" y="655"/>
                    <a:pt x="1557" y="928"/>
                    <a:pt x="2240" y="1099"/>
                  </a:cubicBezTo>
                  <a:cubicBezTo>
                    <a:pt x="2275" y="1110"/>
                    <a:pt x="2308" y="1115"/>
                    <a:pt x="2339" y="1115"/>
                  </a:cubicBezTo>
                  <a:cubicBezTo>
                    <a:pt x="2643" y="1115"/>
                    <a:pt x="2750" y="628"/>
                    <a:pt x="2394" y="535"/>
                  </a:cubicBezTo>
                  <a:cubicBezTo>
                    <a:pt x="1744" y="313"/>
                    <a:pt x="1044" y="176"/>
                    <a:pt x="360" y="5"/>
                  </a:cubicBezTo>
                  <a:cubicBezTo>
                    <a:pt x="344" y="2"/>
                    <a:pt x="328"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1"/>
            <p:cNvSpPr/>
            <p:nvPr/>
          </p:nvSpPr>
          <p:spPr>
            <a:xfrm>
              <a:off x="8149198" y="577880"/>
              <a:ext cx="137331" cy="63985"/>
            </a:xfrm>
            <a:custGeom>
              <a:avLst/>
              <a:gdLst/>
              <a:ahLst/>
              <a:cxnLst/>
              <a:rect l="l" t="t" r="r" b="b"/>
              <a:pathLst>
                <a:path w="2771" h="1291" extrusionOk="0">
                  <a:moveTo>
                    <a:pt x="321" y="0"/>
                  </a:moveTo>
                  <a:cubicBezTo>
                    <a:pt x="119" y="0"/>
                    <a:pt x="1" y="330"/>
                    <a:pt x="217" y="423"/>
                  </a:cubicBezTo>
                  <a:cubicBezTo>
                    <a:pt x="900" y="730"/>
                    <a:pt x="1584" y="1038"/>
                    <a:pt x="2284" y="1277"/>
                  </a:cubicBezTo>
                  <a:cubicBezTo>
                    <a:pt x="2311" y="1286"/>
                    <a:pt x="2338" y="1291"/>
                    <a:pt x="2363" y="1291"/>
                  </a:cubicBezTo>
                  <a:cubicBezTo>
                    <a:pt x="2612" y="1291"/>
                    <a:pt x="2770" y="873"/>
                    <a:pt x="2507" y="764"/>
                  </a:cubicBezTo>
                  <a:cubicBezTo>
                    <a:pt x="1806" y="474"/>
                    <a:pt x="1105" y="235"/>
                    <a:pt x="388" y="13"/>
                  </a:cubicBezTo>
                  <a:cubicBezTo>
                    <a:pt x="365" y="4"/>
                    <a:pt x="342" y="0"/>
                    <a:pt x="3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1"/>
            <p:cNvSpPr/>
            <p:nvPr/>
          </p:nvSpPr>
          <p:spPr>
            <a:xfrm>
              <a:off x="8377526" y="679878"/>
              <a:ext cx="140651" cy="62003"/>
            </a:xfrm>
            <a:custGeom>
              <a:avLst/>
              <a:gdLst/>
              <a:ahLst/>
              <a:cxnLst/>
              <a:rect l="l" t="t" r="r" b="b"/>
              <a:pathLst>
                <a:path w="2838" h="1251" extrusionOk="0">
                  <a:moveTo>
                    <a:pt x="418" y="0"/>
                  </a:moveTo>
                  <a:cubicBezTo>
                    <a:pt x="182" y="0"/>
                    <a:pt x="1" y="371"/>
                    <a:pt x="274" y="483"/>
                  </a:cubicBezTo>
                  <a:cubicBezTo>
                    <a:pt x="924" y="774"/>
                    <a:pt x="1624" y="1013"/>
                    <a:pt x="2308" y="1235"/>
                  </a:cubicBezTo>
                  <a:cubicBezTo>
                    <a:pt x="2344" y="1246"/>
                    <a:pt x="2378" y="1250"/>
                    <a:pt x="2410" y="1250"/>
                  </a:cubicBezTo>
                  <a:cubicBezTo>
                    <a:pt x="2741" y="1250"/>
                    <a:pt x="2837" y="728"/>
                    <a:pt x="2479" y="603"/>
                  </a:cubicBezTo>
                  <a:cubicBezTo>
                    <a:pt x="1812" y="381"/>
                    <a:pt x="1146" y="176"/>
                    <a:pt x="462" y="5"/>
                  </a:cubicBezTo>
                  <a:cubicBezTo>
                    <a:pt x="447" y="2"/>
                    <a:pt x="433" y="0"/>
                    <a:pt x="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1"/>
            <p:cNvSpPr/>
            <p:nvPr/>
          </p:nvSpPr>
          <p:spPr>
            <a:xfrm>
              <a:off x="8587616" y="783214"/>
              <a:ext cx="142485" cy="69437"/>
            </a:xfrm>
            <a:custGeom>
              <a:avLst/>
              <a:gdLst/>
              <a:ahLst/>
              <a:cxnLst/>
              <a:rect l="l" t="t" r="r" b="b"/>
              <a:pathLst>
                <a:path w="2875" h="1401" extrusionOk="0">
                  <a:moveTo>
                    <a:pt x="332" y="1"/>
                  </a:moveTo>
                  <a:cubicBezTo>
                    <a:pt x="115" y="1"/>
                    <a:pt x="0" y="343"/>
                    <a:pt x="256" y="449"/>
                  </a:cubicBezTo>
                  <a:cubicBezTo>
                    <a:pt x="905" y="825"/>
                    <a:pt x="1589" y="1132"/>
                    <a:pt x="2289" y="1388"/>
                  </a:cubicBezTo>
                  <a:cubicBezTo>
                    <a:pt x="2319" y="1397"/>
                    <a:pt x="2347" y="1401"/>
                    <a:pt x="2375" y="1401"/>
                  </a:cubicBezTo>
                  <a:cubicBezTo>
                    <a:pt x="2686" y="1401"/>
                    <a:pt x="2875" y="913"/>
                    <a:pt x="2545" y="756"/>
                  </a:cubicBezTo>
                  <a:cubicBezTo>
                    <a:pt x="1879" y="449"/>
                    <a:pt x="1161" y="192"/>
                    <a:pt x="427" y="21"/>
                  </a:cubicBezTo>
                  <a:cubicBezTo>
                    <a:pt x="394" y="7"/>
                    <a:pt x="362" y="1"/>
                    <a:pt x="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1"/>
            <p:cNvSpPr/>
            <p:nvPr/>
          </p:nvSpPr>
          <p:spPr>
            <a:xfrm>
              <a:off x="7896683" y="331904"/>
              <a:ext cx="202552" cy="93971"/>
            </a:xfrm>
            <a:custGeom>
              <a:avLst/>
              <a:gdLst/>
              <a:ahLst/>
              <a:cxnLst/>
              <a:rect l="l" t="t" r="r" b="b"/>
              <a:pathLst>
                <a:path w="4087" h="1896" extrusionOk="0">
                  <a:moveTo>
                    <a:pt x="382" y="0"/>
                  </a:moveTo>
                  <a:cubicBezTo>
                    <a:pt x="78" y="0"/>
                    <a:pt x="0" y="497"/>
                    <a:pt x="323" y="636"/>
                  </a:cubicBezTo>
                  <a:cubicBezTo>
                    <a:pt x="1382" y="1063"/>
                    <a:pt x="2441" y="1558"/>
                    <a:pt x="3535" y="1883"/>
                  </a:cubicBezTo>
                  <a:cubicBezTo>
                    <a:pt x="3565" y="1892"/>
                    <a:pt x="3594" y="1896"/>
                    <a:pt x="3622" y="1896"/>
                  </a:cubicBezTo>
                  <a:cubicBezTo>
                    <a:pt x="3914" y="1896"/>
                    <a:pt x="4086" y="1442"/>
                    <a:pt x="3774" y="1302"/>
                  </a:cubicBezTo>
                  <a:cubicBezTo>
                    <a:pt x="2732" y="789"/>
                    <a:pt x="1587" y="414"/>
                    <a:pt x="494" y="21"/>
                  </a:cubicBezTo>
                  <a:cubicBezTo>
                    <a:pt x="454" y="7"/>
                    <a:pt x="417" y="0"/>
                    <a:pt x="3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1"/>
            <p:cNvSpPr/>
            <p:nvPr/>
          </p:nvSpPr>
          <p:spPr>
            <a:xfrm>
              <a:off x="8209662" y="472759"/>
              <a:ext cx="172717" cy="67108"/>
            </a:xfrm>
            <a:custGeom>
              <a:avLst/>
              <a:gdLst/>
              <a:ahLst/>
              <a:cxnLst/>
              <a:rect l="l" t="t" r="r" b="b"/>
              <a:pathLst>
                <a:path w="3485" h="1354" extrusionOk="0">
                  <a:moveTo>
                    <a:pt x="328" y="1"/>
                  </a:moveTo>
                  <a:cubicBezTo>
                    <a:pt x="71" y="1"/>
                    <a:pt x="0" y="401"/>
                    <a:pt x="278" y="493"/>
                  </a:cubicBezTo>
                  <a:cubicBezTo>
                    <a:pt x="1133" y="784"/>
                    <a:pt x="1987" y="1194"/>
                    <a:pt x="2893" y="1348"/>
                  </a:cubicBezTo>
                  <a:cubicBezTo>
                    <a:pt x="2913" y="1352"/>
                    <a:pt x="2934" y="1354"/>
                    <a:pt x="2954" y="1354"/>
                  </a:cubicBezTo>
                  <a:cubicBezTo>
                    <a:pt x="3252" y="1354"/>
                    <a:pt x="3485" y="909"/>
                    <a:pt x="3149" y="750"/>
                  </a:cubicBezTo>
                  <a:cubicBezTo>
                    <a:pt x="2295" y="374"/>
                    <a:pt x="1321" y="237"/>
                    <a:pt x="415" y="15"/>
                  </a:cubicBezTo>
                  <a:cubicBezTo>
                    <a:pt x="384" y="5"/>
                    <a:pt x="355" y="1"/>
                    <a:pt x="3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1"/>
            <p:cNvSpPr/>
            <p:nvPr/>
          </p:nvSpPr>
          <p:spPr>
            <a:xfrm>
              <a:off x="8468967" y="557064"/>
              <a:ext cx="123950" cy="56749"/>
            </a:xfrm>
            <a:custGeom>
              <a:avLst/>
              <a:gdLst/>
              <a:ahLst/>
              <a:cxnLst/>
              <a:rect l="l" t="t" r="r" b="b"/>
              <a:pathLst>
                <a:path w="2501" h="1145" extrusionOk="0">
                  <a:moveTo>
                    <a:pt x="349" y="0"/>
                  </a:moveTo>
                  <a:cubicBezTo>
                    <a:pt x="148" y="0"/>
                    <a:pt x="1" y="304"/>
                    <a:pt x="224" y="415"/>
                  </a:cubicBezTo>
                  <a:cubicBezTo>
                    <a:pt x="770" y="655"/>
                    <a:pt x="1300" y="996"/>
                    <a:pt x="1864" y="1133"/>
                  </a:cubicBezTo>
                  <a:cubicBezTo>
                    <a:pt x="1893" y="1141"/>
                    <a:pt x="1922" y="1145"/>
                    <a:pt x="1950" y="1145"/>
                  </a:cubicBezTo>
                  <a:cubicBezTo>
                    <a:pt x="2281" y="1145"/>
                    <a:pt x="2501" y="624"/>
                    <a:pt x="2154" y="467"/>
                  </a:cubicBezTo>
                  <a:cubicBezTo>
                    <a:pt x="1590" y="227"/>
                    <a:pt x="975" y="159"/>
                    <a:pt x="394" y="5"/>
                  </a:cubicBezTo>
                  <a:cubicBezTo>
                    <a:pt x="379" y="2"/>
                    <a:pt x="364" y="0"/>
                    <a:pt x="3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1"/>
            <p:cNvSpPr/>
            <p:nvPr/>
          </p:nvSpPr>
          <p:spPr>
            <a:xfrm>
              <a:off x="8636137" y="643153"/>
              <a:ext cx="141989" cy="81382"/>
            </a:xfrm>
            <a:custGeom>
              <a:avLst/>
              <a:gdLst/>
              <a:ahLst/>
              <a:cxnLst/>
              <a:rect l="l" t="t" r="r" b="b"/>
              <a:pathLst>
                <a:path w="2865" h="1642" extrusionOk="0">
                  <a:moveTo>
                    <a:pt x="387" y="0"/>
                  </a:moveTo>
                  <a:cubicBezTo>
                    <a:pt x="150" y="0"/>
                    <a:pt x="1" y="382"/>
                    <a:pt x="251" y="507"/>
                  </a:cubicBezTo>
                  <a:cubicBezTo>
                    <a:pt x="610" y="678"/>
                    <a:pt x="951" y="848"/>
                    <a:pt x="1293" y="1053"/>
                  </a:cubicBezTo>
                  <a:cubicBezTo>
                    <a:pt x="1327" y="1105"/>
                    <a:pt x="1361" y="1139"/>
                    <a:pt x="1413" y="1173"/>
                  </a:cubicBezTo>
                  <a:lnTo>
                    <a:pt x="2130" y="1583"/>
                  </a:lnTo>
                  <a:cubicBezTo>
                    <a:pt x="2198" y="1624"/>
                    <a:pt x="2265" y="1642"/>
                    <a:pt x="2328" y="1642"/>
                  </a:cubicBezTo>
                  <a:cubicBezTo>
                    <a:pt x="2657" y="1642"/>
                    <a:pt x="2865" y="1149"/>
                    <a:pt x="2506" y="934"/>
                  </a:cubicBezTo>
                  <a:cubicBezTo>
                    <a:pt x="1874" y="558"/>
                    <a:pt x="1173" y="233"/>
                    <a:pt x="456" y="11"/>
                  </a:cubicBezTo>
                  <a:cubicBezTo>
                    <a:pt x="432" y="4"/>
                    <a:pt x="409"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1"/>
            <p:cNvSpPr/>
            <p:nvPr/>
          </p:nvSpPr>
          <p:spPr>
            <a:xfrm>
              <a:off x="7867492" y="150160"/>
              <a:ext cx="150861" cy="72857"/>
            </a:xfrm>
            <a:custGeom>
              <a:avLst/>
              <a:gdLst/>
              <a:ahLst/>
              <a:cxnLst/>
              <a:rect l="l" t="t" r="r" b="b"/>
              <a:pathLst>
                <a:path w="3044" h="1470" extrusionOk="0">
                  <a:moveTo>
                    <a:pt x="419" y="0"/>
                  </a:moveTo>
                  <a:cubicBezTo>
                    <a:pt x="158" y="0"/>
                    <a:pt x="0" y="420"/>
                    <a:pt x="280" y="544"/>
                  </a:cubicBezTo>
                  <a:cubicBezTo>
                    <a:pt x="1031" y="868"/>
                    <a:pt x="1783" y="1176"/>
                    <a:pt x="2552" y="1449"/>
                  </a:cubicBezTo>
                  <a:cubicBezTo>
                    <a:pt x="2590" y="1463"/>
                    <a:pt x="2626" y="1469"/>
                    <a:pt x="2659" y="1469"/>
                  </a:cubicBezTo>
                  <a:cubicBezTo>
                    <a:pt x="2954" y="1469"/>
                    <a:pt x="3044" y="972"/>
                    <a:pt x="2706" y="834"/>
                  </a:cubicBezTo>
                  <a:cubicBezTo>
                    <a:pt x="1988" y="544"/>
                    <a:pt x="1253" y="253"/>
                    <a:pt x="502" y="14"/>
                  </a:cubicBezTo>
                  <a:cubicBezTo>
                    <a:pt x="473" y="5"/>
                    <a:pt x="445" y="0"/>
                    <a:pt x="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1"/>
            <p:cNvSpPr/>
            <p:nvPr/>
          </p:nvSpPr>
          <p:spPr>
            <a:xfrm>
              <a:off x="8160696" y="292155"/>
              <a:ext cx="178020" cy="81332"/>
            </a:xfrm>
            <a:custGeom>
              <a:avLst/>
              <a:gdLst/>
              <a:ahLst/>
              <a:cxnLst/>
              <a:rect l="l" t="t" r="r" b="b"/>
              <a:pathLst>
                <a:path w="3592" h="1641" extrusionOk="0">
                  <a:moveTo>
                    <a:pt x="316" y="1"/>
                  </a:moveTo>
                  <a:cubicBezTo>
                    <a:pt x="67" y="1"/>
                    <a:pt x="1" y="408"/>
                    <a:pt x="275" y="515"/>
                  </a:cubicBezTo>
                  <a:cubicBezTo>
                    <a:pt x="1198" y="874"/>
                    <a:pt x="2104" y="1318"/>
                    <a:pt x="3060" y="1626"/>
                  </a:cubicBezTo>
                  <a:cubicBezTo>
                    <a:pt x="3096" y="1636"/>
                    <a:pt x="3130" y="1641"/>
                    <a:pt x="3162" y="1641"/>
                  </a:cubicBezTo>
                  <a:cubicBezTo>
                    <a:pt x="3493" y="1641"/>
                    <a:pt x="3591" y="1117"/>
                    <a:pt x="3248" y="976"/>
                  </a:cubicBezTo>
                  <a:cubicBezTo>
                    <a:pt x="2326" y="600"/>
                    <a:pt x="1352" y="327"/>
                    <a:pt x="412" y="19"/>
                  </a:cubicBezTo>
                  <a:cubicBezTo>
                    <a:pt x="378" y="7"/>
                    <a:pt x="345"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1"/>
            <p:cNvSpPr/>
            <p:nvPr/>
          </p:nvSpPr>
          <p:spPr>
            <a:xfrm>
              <a:off x="8437297" y="392320"/>
              <a:ext cx="164291" cy="78259"/>
            </a:xfrm>
            <a:custGeom>
              <a:avLst/>
              <a:gdLst/>
              <a:ahLst/>
              <a:cxnLst/>
              <a:rect l="l" t="t" r="r" b="b"/>
              <a:pathLst>
                <a:path w="3315" h="1579" extrusionOk="0">
                  <a:moveTo>
                    <a:pt x="389" y="0"/>
                  </a:moveTo>
                  <a:cubicBezTo>
                    <a:pt x="144" y="0"/>
                    <a:pt x="0" y="404"/>
                    <a:pt x="247" y="527"/>
                  </a:cubicBezTo>
                  <a:cubicBezTo>
                    <a:pt x="1085" y="869"/>
                    <a:pt x="1871" y="1330"/>
                    <a:pt x="2742" y="1569"/>
                  </a:cubicBezTo>
                  <a:cubicBezTo>
                    <a:pt x="2767" y="1576"/>
                    <a:pt x="2792" y="1579"/>
                    <a:pt x="2816" y="1579"/>
                  </a:cubicBezTo>
                  <a:cubicBezTo>
                    <a:pt x="3118" y="1579"/>
                    <a:pt x="3315" y="1111"/>
                    <a:pt x="2998" y="937"/>
                  </a:cubicBezTo>
                  <a:cubicBezTo>
                    <a:pt x="2195" y="527"/>
                    <a:pt x="1307" y="322"/>
                    <a:pt x="470" y="15"/>
                  </a:cubicBezTo>
                  <a:cubicBezTo>
                    <a:pt x="442" y="5"/>
                    <a:pt x="415"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1"/>
            <p:cNvSpPr/>
            <p:nvPr/>
          </p:nvSpPr>
          <p:spPr>
            <a:xfrm>
              <a:off x="8664585" y="500315"/>
              <a:ext cx="209193" cy="101851"/>
            </a:xfrm>
            <a:custGeom>
              <a:avLst/>
              <a:gdLst/>
              <a:ahLst/>
              <a:cxnLst/>
              <a:rect l="l" t="t" r="r" b="b"/>
              <a:pathLst>
                <a:path w="4221" h="2055" extrusionOk="0">
                  <a:moveTo>
                    <a:pt x="411" y="1"/>
                  </a:moveTo>
                  <a:cubicBezTo>
                    <a:pt x="147" y="1"/>
                    <a:pt x="1" y="448"/>
                    <a:pt x="275" y="569"/>
                  </a:cubicBezTo>
                  <a:cubicBezTo>
                    <a:pt x="1334" y="1031"/>
                    <a:pt x="2376" y="1492"/>
                    <a:pt x="3401" y="2005"/>
                  </a:cubicBezTo>
                  <a:cubicBezTo>
                    <a:pt x="3471" y="2039"/>
                    <a:pt x="3539" y="2055"/>
                    <a:pt x="3603" y="2055"/>
                  </a:cubicBezTo>
                  <a:cubicBezTo>
                    <a:pt x="3980" y="2055"/>
                    <a:pt x="4221" y="1523"/>
                    <a:pt x="3812" y="1304"/>
                  </a:cubicBezTo>
                  <a:cubicBezTo>
                    <a:pt x="3624" y="1202"/>
                    <a:pt x="3436" y="1082"/>
                    <a:pt x="3231" y="997"/>
                  </a:cubicBezTo>
                  <a:cubicBezTo>
                    <a:pt x="3175" y="963"/>
                    <a:pt x="3106" y="945"/>
                    <a:pt x="3036" y="945"/>
                  </a:cubicBezTo>
                  <a:cubicBezTo>
                    <a:pt x="2998" y="945"/>
                    <a:pt x="2959" y="950"/>
                    <a:pt x="2923" y="962"/>
                  </a:cubicBezTo>
                  <a:cubicBezTo>
                    <a:pt x="2120" y="655"/>
                    <a:pt x="1317" y="347"/>
                    <a:pt x="514" y="23"/>
                  </a:cubicBezTo>
                  <a:cubicBezTo>
                    <a:pt x="478" y="8"/>
                    <a:pt x="444" y="1"/>
                    <a:pt x="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1"/>
            <p:cNvSpPr/>
            <p:nvPr/>
          </p:nvSpPr>
          <p:spPr>
            <a:xfrm>
              <a:off x="8046061" y="32550"/>
              <a:ext cx="155767" cy="82323"/>
            </a:xfrm>
            <a:custGeom>
              <a:avLst/>
              <a:gdLst/>
              <a:ahLst/>
              <a:cxnLst/>
              <a:rect l="l" t="t" r="r" b="b"/>
              <a:pathLst>
                <a:path w="3143" h="1661" extrusionOk="0">
                  <a:moveTo>
                    <a:pt x="432" y="1"/>
                  </a:moveTo>
                  <a:cubicBezTo>
                    <a:pt x="201" y="1"/>
                    <a:pt x="0" y="340"/>
                    <a:pt x="213" y="525"/>
                  </a:cubicBezTo>
                  <a:cubicBezTo>
                    <a:pt x="880" y="1088"/>
                    <a:pt x="1683" y="1481"/>
                    <a:pt x="2537" y="1652"/>
                  </a:cubicBezTo>
                  <a:cubicBezTo>
                    <a:pt x="2564" y="1658"/>
                    <a:pt x="2591" y="1660"/>
                    <a:pt x="2616" y="1660"/>
                  </a:cubicBezTo>
                  <a:cubicBezTo>
                    <a:pt x="3002" y="1660"/>
                    <a:pt x="3142" y="1082"/>
                    <a:pt x="2725" y="986"/>
                  </a:cubicBezTo>
                  <a:cubicBezTo>
                    <a:pt x="1956" y="815"/>
                    <a:pt x="1222" y="508"/>
                    <a:pt x="572" y="46"/>
                  </a:cubicBezTo>
                  <a:cubicBezTo>
                    <a:pt x="526" y="15"/>
                    <a:pt x="479" y="1"/>
                    <a:pt x="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1"/>
            <p:cNvSpPr/>
            <p:nvPr/>
          </p:nvSpPr>
          <p:spPr>
            <a:xfrm>
              <a:off x="8355769" y="186935"/>
              <a:ext cx="177474" cy="75831"/>
            </a:xfrm>
            <a:custGeom>
              <a:avLst/>
              <a:gdLst/>
              <a:ahLst/>
              <a:cxnLst/>
              <a:rect l="l" t="t" r="r" b="b"/>
              <a:pathLst>
                <a:path w="3581" h="1530" extrusionOk="0">
                  <a:moveTo>
                    <a:pt x="411" y="0"/>
                  </a:moveTo>
                  <a:cubicBezTo>
                    <a:pt x="115" y="0"/>
                    <a:pt x="1" y="440"/>
                    <a:pt x="321" y="536"/>
                  </a:cubicBezTo>
                  <a:cubicBezTo>
                    <a:pt x="1209" y="776"/>
                    <a:pt x="2046" y="1083"/>
                    <a:pt x="2866" y="1493"/>
                  </a:cubicBezTo>
                  <a:cubicBezTo>
                    <a:pt x="2921" y="1518"/>
                    <a:pt x="2974" y="1529"/>
                    <a:pt x="3025" y="1529"/>
                  </a:cubicBezTo>
                  <a:cubicBezTo>
                    <a:pt x="3358" y="1529"/>
                    <a:pt x="3581" y="1056"/>
                    <a:pt x="3225" y="878"/>
                  </a:cubicBezTo>
                  <a:cubicBezTo>
                    <a:pt x="2354" y="434"/>
                    <a:pt x="1431" y="143"/>
                    <a:pt x="474" y="7"/>
                  </a:cubicBezTo>
                  <a:cubicBezTo>
                    <a:pt x="452" y="2"/>
                    <a:pt x="431"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1"/>
            <p:cNvSpPr/>
            <p:nvPr/>
          </p:nvSpPr>
          <p:spPr>
            <a:xfrm>
              <a:off x="8603079" y="282590"/>
              <a:ext cx="139065" cy="60119"/>
            </a:xfrm>
            <a:custGeom>
              <a:avLst/>
              <a:gdLst/>
              <a:ahLst/>
              <a:cxnLst/>
              <a:rect l="l" t="t" r="r" b="b"/>
              <a:pathLst>
                <a:path w="2806" h="1213" extrusionOk="0">
                  <a:moveTo>
                    <a:pt x="463" y="1"/>
                  </a:moveTo>
                  <a:cubicBezTo>
                    <a:pt x="187" y="1"/>
                    <a:pt x="0" y="410"/>
                    <a:pt x="303" y="537"/>
                  </a:cubicBezTo>
                  <a:cubicBezTo>
                    <a:pt x="901" y="828"/>
                    <a:pt x="1533" y="1050"/>
                    <a:pt x="2182" y="1203"/>
                  </a:cubicBezTo>
                  <a:cubicBezTo>
                    <a:pt x="2207" y="1209"/>
                    <a:pt x="2232" y="1212"/>
                    <a:pt x="2256" y="1212"/>
                  </a:cubicBezTo>
                  <a:cubicBezTo>
                    <a:pt x="2578" y="1212"/>
                    <a:pt x="2805" y="714"/>
                    <a:pt x="2455" y="571"/>
                  </a:cubicBezTo>
                  <a:cubicBezTo>
                    <a:pt x="1823" y="315"/>
                    <a:pt x="1191" y="127"/>
                    <a:pt x="525" y="7"/>
                  </a:cubicBezTo>
                  <a:cubicBezTo>
                    <a:pt x="504" y="3"/>
                    <a:pt x="483" y="1"/>
                    <a:pt x="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1"/>
            <p:cNvSpPr/>
            <p:nvPr/>
          </p:nvSpPr>
          <p:spPr>
            <a:xfrm>
              <a:off x="8814160" y="392964"/>
              <a:ext cx="162111" cy="79449"/>
            </a:xfrm>
            <a:custGeom>
              <a:avLst/>
              <a:gdLst/>
              <a:ahLst/>
              <a:cxnLst/>
              <a:rect l="l" t="t" r="r" b="b"/>
              <a:pathLst>
                <a:path w="3271" h="1603" extrusionOk="0">
                  <a:moveTo>
                    <a:pt x="389" y="0"/>
                  </a:moveTo>
                  <a:cubicBezTo>
                    <a:pt x="71" y="0"/>
                    <a:pt x="0" y="550"/>
                    <a:pt x="332" y="617"/>
                  </a:cubicBezTo>
                  <a:cubicBezTo>
                    <a:pt x="1101" y="771"/>
                    <a:pt x="1853" y="1095"/>
                    <a:pt x="2502" y="1539"/>
                  </a:cubicBezTo>
                  <a:cubicBezTo>
                    <a:pt x="2574" y="1583"/>
                    <a:pt x="2644" y="1603"/>
                    <a:pt x="2710" y="1603"/>
                  </a:cubicBezTo>
                  <a:cubicBezTo>
                    <a:pt x="3052" y="1603"/>
                    <a:pt x="3271" y="1083"/>
                    <a:pt x="2912" y="839"/>
                  </a:cubicBezTo>
                  <a:cubicBezTo>
                    <a:pt x="2160" y="360"/>
                    <a:pt x="1306" y="70"/>
                    <a:pt x="418" y="2"/>
                  </a:cubicBezTo>
                  <a:cubicBezTo>
                    <a:pt x="408" y="1"/>
                    <a:pt x="398"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0" name="Google Shape;830;p41"/>
          <p:cNvSpPr/>
          <p:nvPr/>
        </p:nvSpPr>
        <p:spPr>
          <a:xfrm rot="10800000">
            <a:off x="8296350" y="4361522"/>
            <a:ext cx="766116" cy="589721"/>
          </a:xfrm>
          <a:custGeom>
            <a:avLst/>
            <a:gdLst/>
            <a:ahLst/>
            <a:cxnLst/>
            <a:rect l="l" t="t" r="r" b="b"/>
            <a:pathLst>
              <a:path w="11757" h="9050" extrusionOk="0">
                <a:moveTo>
                  <a:pt x="2980" y="1"/>
                </a:moveTo>
                <a:cubicBezTo>
                  <a:pt x="2871" y="1"/>
                  <a:pt x="2760" y="65"/>
                  <a:pt x="2752" y="193"/>
                </a:cubicBezTo>
                <a:cubicBezTo>
                  <a:pt x="2718" y="1082"/>
                  <a:pt x="2701" y="1970"/>
                  <a:pt x="2718" y="2876"/>
                </a:cubicBezTo>
                <a:cubicBezTo>
                  <a:pt x="1880" y="2893"/>
                  <a:pt x="1060" y="2910"/>
                  <a:pt x="240" y="2927"/>
                </a:cubicBezTo>
                <a:cubicBezTo>
                  <a:pt x="1" y="2927"/>
                  <a:pt x="52" y="3286"/>
                  <a:pt x="291" y="3286"/>
                </a:cubicBezTo>
                <a:lnTo>
                  <a:pt x="2718" y="3286"/>
                </a:lnTo>
                <a:cubicBezTo>
                  <a:pt x="2752" y="4311"/>
                  <a:pt x="2803" y="5319"/>
                  <a:pt x="2871" y="6327"/>
                </a:cubicBezTo>
                <a:lnTo>
                  <a:pt x="2888" y="6429"/>
                </a:lnTo>
                <a:cubicBezTo>
                  <a:pt x="2888" y="6429"/>
                  <a:pt x="2906" y="6515"/>
                  <a:pt x="2906" y="6532"/>
                </a:cubicBezTo>
                <a:lnTo>
                  <a:pt x="2923" y="6737"/>
                </a:lnTo>
                <a:lnTo>
                  <a:pt x="2923" y="6891"/>
                </a:lnTo>
                <a:cubicBezTo>
                  <a:pt x="2991" y="7660"/>
                  <a:pt x="3042" y="8172"/>
                  <a:pt x="3111" y="8924"/>
                </a:cubicBezTo>
                <a:cubicBezTo>
                  <a:pt x="3118" y="9010"/>
                  <a:pt x="3179" y="9049"/>
                  <a:pt x="3242" y="9049"/>
                </a:cubicBezTo>
                <a:cubicBezTo>
                  <a:pt x="3316" y="9049"/>
                  <a:pt x="3393" y="8992"/>
                  <a:pt x="3384" y="8890"/>
                </a:cubicBezTo>
                <a:cubicBezTo>
                  <a:pt x="3350" y="8138"/>
                  <a:pt x="3333" y="7369"/>
                  <a:pt x="3316" y="6617"/>
                </a:cubicBezTo>
                <a:lnTo>
                  <a:pt x="3316" y="6464"/>
                </a:lnTo>
                <a:lnTo>
                  <a:pt x="3316" y="6293"/>
                </a:lnTo>
                <a:cubicBezTo>
                  <a:pt x="3299" y="5302"/>
                  <a:pt x="3264" y="4311"/>
                  <a:pt x="3264" y="3303"/>
                </a:cubicBezTo>
                <a:cubicBezTo>
                  <a:pt x="4341" y="3303"/>
                  <a:pt x="5434" y="3320"/>
                  <a:pt x="6511" y="3337"/>
                </a:cubicBezTo>
                <a:lnTo>
                  <a:pt x="6989" y="3337"/>
                </a:lnTo>
                <a:cubicBezTo>
                  <a:pt x="8305" y="3354"/>
                  <a:pt x="9603" y="3388"/>
                  <a:pt x="10902" y="3439"/>
                </a:cubicBezTo>
                <a:cubicBezTo>
                  <a:pt x="10953" y="3474"/>
                  <a:pt x="11021" y="3491"/>
                  <a:pt x="11073" y="3491"/>
                </a:cubicBezTo>
                <a:lnTo>
                  <a:pt x="11466" y="3456"/>
                </a:lnTo>
                <a:cubicBezTo>
                  <a:pt x="11756" y="3422"/>
                  <a:pt x="11756" y="2944"/>
                  <a:pt x="11466" y="2927"/>
                </a:cubicBezTo>
                <a:cubicBezTo>
                  <a:pt x="9979" y="2893"/>
                  <a:pt x="8493" y="2876"/>
                  <a:pt x="7006" y="2858"/>
                </a:cubicBezTo>
                <a:lnTo>
                  <a:pt x="3247" y="2858"/>
                </a:lnTo>
                <a:cubicBezTo>
                  <a:pt x="3230" y="1970"/>
                  <a:pt x="3213" y="1082"/>
                  <a:pt x="3196" y="193"/>
                </a:cubicBezTo>
                <a:cubicBezTo>
                  <a:pt x="3196" y="65"/>
                  <a:pt x="3089" y="1"/>
                  <a:pt x="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1" name="Google Shape;831;p41"/>
          <p:cNvGrpSpPr/>
          <p:nvPr/>
        </p:nvGrpSpPr>
        <p:grpSpPr>
          <a:xfrm rot="2962997">
            <a:off x="6077571" y="-1803126"/>
            <a:ext cx="2217990" cy="2815021"/>
            <a:chOff x="1154976" y="632775"/>
            <a:chExt cx="2502430" cy="3877954"/>
          </a:xfrm>
        </p:grpSpPr>
        <p:sp>
          <p:nvSpPr>
            <p:cNvPr id="832" name="Google Shape;832;p41"/>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1"/>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4" name="Google Shape;834;p41"/>
          <p:cNvSpPr/>
          <p:nvPr/>
        </p:nvSpPr>
        <p:spPr>
          <a:xfrm rot="-1227209">
            <a:off x="2644605" y="102336"/>
            <a:ext cx="652111" cy="509772"/>
          </a:xfrm>
          <a:custGeom>
            <a:avLst/>
            <a:gdLst/>
            <a:ahLst/>
            <a:cxnLst/>
            <a:rect l="l" t="t" r="r" b="b"/>
            <a:pathLst>
              <a:path w="14097" h="11020" extrusionOk="0">
                <a:moveTo>
                  <a:pt x="2488" y="425"/>
                </a:moveTo>
                <a:cubicBezTo>
                  <a:pt x="3103" y="425"/>
                  <a:pt x="3764" y="811"/>
                  <a:pt x="4255" y="1099"/>
                </a:cubicBezTo>
                <a:cubicBezTo>
                  <a:pt x="5502" y="1902"/>
                  <a:pt x="6613" y="2910"/>
                  <a:pt x="7501" y="4089"/>
                </a:cubicBezTo>
                <a:cubicBezTo>
                  <a:pt x="7541" y="4159"/>
                  <a:pt x="7610" y="4194"/>
                  <a:pt x="7681" y="4194"/>
                </a:cubicBezTo>
                <a:cubicBezTo>
                  <a:pt x="7731" y="4194"/>
                  <a:pt x="7783" y="4176"/>
                  <a:pt x="7826" y="4140"/>
                </a:cubicBezTo>
                <a:cubicBezTo>
                  <a:pt x="8618" y="3415"/>
                  <a:pt x="9600" y="2967"/>
                  <a:pt x="10605" y="2967"/>
                </a:cubicBezTo>
                <a:cubicBezTo>
                  <a:pt x="11138" y="2967"/>
                  <a:pt x="11678" y="3093"/>
                  <a:pt x="12200" y="3372"/>
                </a:cubicBezTo>
                <a:cubicBezTo>
                  <a:pt x="13789" y="4209"/>
                  <a:pt x="13635" y="5986"/>
                  <a:pt x="12781" y="7284"/>
                </a:cubicBezTo>
                <a:cubicBezTo>
                  <a:pt x="11294" y="9540"/>
                  <a:pt x="7621" y="10206"/>
                  <a:pt x="5126" y="10599"/>
                </a:cubicBezTo>
                <a:cubicBezTo>
                  <a:pt x="3845" y="9933"/>
                  <a:pt x="2939" y="8429"/>
                  <a:pt x="2273" y="7250"/>
                </a:cubicBezTo>
                <a:cubicBezTo>
                  <a:pt x="1487" y="5866"/>
                  <a:pt x="752" y="4158"/>
                  <a:pt x="820" y="2534"/>
                </a:cubicBezTo>
                <a:cubicBezTo>
                  <a:pt x="855" y="1680"/>
                  <a:pt x="1265" y="689"/>
                  <a:pt x="2153" y="467"/>
                </a:cubicBezTo>
                <a:cubicBezTo>
                  <a:pt x="2262" y="438"/>
                  <a:pt x="2374" y="425"/>
                  <a:pt x="2488" y="425"/>
                </a:cubicBezTo>
                <a:close/>
                <a:moveTo>
                  <a:pt x="2342" y="1"/>
                </a:moveTo>
                <a:cubicBezTo>
                  <a:pt x="1645" y="1"/>
                  <a:pt x="1054" y="369"/>
                  <a:pt x="701" y="1321"/>
                </a:cubicBezTo>
                <a:cubicBezTo>
                  <a:pt x="0" y="3235"/>
                  <a:pt x="803" y="5234"/>
                  <a:pt x="1658" y="6943"/>
                </a:cubicBezTo>
                <a:cubicBezTo>
                  <a:pt x="2358" y="8327"/>
                  <a:pt x="3452" y="10086"/>
                  <a:pt x="4938" y="10787"/>
                </a:cubicBezTo>
                <a:cubicBezTo>
                  <a:pt x="4938" y="10914"/>
                  <a:pt x="5041" y="11011"/>
                  <a:pt x="5165" y="11011"/>
                </a:cubicBezTo>
                <a:cubicBezTo>
                  <a:pt x="5175" y="11011"/>
                  <a:pt x="5184" y="11010"/>
                  <a:pt x="5194" y="11009"/>
                </a:cubicBezTo>
                <a:lnTo>
                  <a:pt x="5382" y="10975"/>
                </a:lnTo>
                <a:lnTo>
                  <a:pt x="5519" y="11009"/>
                </a:lnTo>
                <a:cubicBezTo>
                  <a:pt x="5530" y="11017"/>
                  <a:pt x="5542" y="11020"/>
                  <a:pt x="5554" y="11020"/>
                </a:cubicBezTo>
                <a:cubicBezTo>
                  <a:pt x="5597" y="11020"/>
                  <a:pt x="5639" y="10977"/>
                  <a:pt x="5639" y="10924"/>
                </a:cubicBezTo>
                <a:cubicBezTo>
                  <a:pt x="8714" y="10428"/>
                  <a:pt x="13140" y="9352"/>
                  <a:pt x="13823" y="5883"/>
                </a:cubicBezTo>
                <a:cubicBezTo>
                  <a:pt x="14096" y="4516"/>
                  <a:pt x="13191" y="3337"/>
                  <a:pt x="11995" y="2825"/>
                </a:cubicBezTo>
                <a:cubicBezTo>
                  <a:pt x="11549" y="2630"/>
                  <a:pt x="11092" y="2543"/>
                  <a:pt x="10637" y="2543"/>
                </a:cubicBezTo>
                <a:cubicBezTo>
                  <a:pt x="9575" y="2543"/>
                  <a:pt x="8532" y="3019"/>
                  <a:pt x="7706" y="3713"/>
                </a:cubicBezTo>
                <a:cubicBezTo>
                  <a:pt x="6741" y="2538"/>
                  <a:pt x="4172" y="1"/>
                  <a:pt x="2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1A8B913E-E5E5-4CB4-B1A5-1B2AB2FBFF6F}" type="datetimeFigureOut">
              <a:rPr lang="en-US" smtClean="0"/>
              <a:t>9/1/2021</a:t>
            </a:fld>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4B16596C-025C-48BD-ADA8-1B5F048FD3FC}" type="slidenum">
              <a:rPr lang="en-US" smtClean="0"/>
              <a:t>‹#›</a:t>
            </a:fld>
            <a:endParaRPr lang="en-US"/>
          </a:p>
        </p:txBody>
      </p:sp>
    </p:spTree>
    <p:extLst>
      <p:ext uri="{BB962C8B-B14F-4D97-AF65-F5344CB8AC3E}">
        <p14:creationId xmlns:p14="http://schemas.microsoft.com/office/powerpoint/2010/main" val="1224621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4075" y="537875"/>
            <a:ext cx="7695900" cy="4797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000"/>
              <a:buFont typeface="Patrick Hand"/>
              <a:buNone/>
              <a:defRPr sz="3000">
                <a:solidFill>
                  <a:schemeClr val="dk1"/>
                </a:solidFill>
                <a:latin typeface="Patrick Hand"/>
                <a:ea typeface="Patrick Hand"/>
                <a:cs typeface="Patrick Hand"/>
                <a:sym typeface="Patrick Hand"/>
              </a:defRPr>
            </a:lvl1pPr>
            <a:lvl2pPr lvl="1"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2pPr>
            <a:lvl3pPr lvl="2"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3pPr>
            <a:lvl4pPr lvl="3"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4pPr>
            <a:lvl5pPr lvl="4"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5pPr>
            <a:lvl6pPr lvl="5"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6pPr>
            <a:lvl7pPr lvl="6"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7pPr>
            <a:lvl8pPr lvl="7"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8pPr>
            <a:lvl9pPr lvl="8" rtl="0">
              <a:lnSpc>
                <a:spcPct val="100000"/>
              </a:lnSpc>
              <a:spcBef>
                <a:spcPts val="0"/>
              </a:spcBef>
              <a:spcAft>
                <a:spcPts val="0"/>
              </a:spcAft>
              <a:buClr>
                <a:schemeClr val="accent1"/>
              </a:buClr>
              <a:buSzPts val="2500"/>
              <a:buFont typeface="Patrick Hand"/>
              <a:buNone/>
              <a:defRPr sz="2500">
                <a:solidFill>
                  <a:schemeClr val="accent1"/>
                </a:solidFill>
                <a:latin typeface="Patrick Hand"/>
                <a:ea typeface="Patrick Hand"/>
                <a:cs typeface="Patrick Hand"/>
                <a:sym typeface="Patrick Hand"/>
              </a:defRPr>
            </a:lvl9pPr>
          </a:lstStyle>
          <a:p>
            <a:endParaRPr/>
          </a:p>
        </p:txBody>
      </p:sp>
      <p:sp>
        <p:nvSpPr>
          <p:cNvPr id="7" name="Google Shape;7;p1"/>
          <p:cNvSpPr txBox="1">
            <a:spLocks noGrp="1"/>
          </p:cNvSpPr>
          <p:nvPr>
            <p:ph type="body" idx="1"/>
          </p:nvPr>
        </p:nvSpPr>
        <p:spPr>
          <a:xfrm>
            <a:off x="724075" y="1152475"/>
            <a:ext cx="7695900" cy="34560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marL="914400" lvl="1"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00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59" r:id="rId5"/>
    <p:sldLayoutId id="2147483660" r:id="rId6"/>
    <p:sldLayoutId id="2147483661" r:id="rId7"/>
    <p:sldLayoutId id="2147483670" r:id="rId8"/>
    <p:sldLayoutId id="2147483684" r:id="rId9"/>
    <p:sldLayoutId id="2147483685" r:id="rId10"/>
    <p:sldLayoutId id="2147483686" r:id="rId11"/>
    <p:sldLayoutId id="2147483687" r:id="rId12"/>
    <p:sldLayoutId id="214748369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3D1"/>
        </a:solidFill>
        <a:effectLst/>
      </p:bgPr>
    </p:bg>
    <p:spTree>
      <p:nvGrpSpPr>
        <p:cNvPr id="1" name="Shape 842"/>
        <p:cNvGrpSpPr/>
        <p:nvPr/>
      </p:nvGrpSpPr>
      <p:grpSpPr>
        <a:xfrm>
          <a:off x="0" y="0"/>
          <a:ext cx="0" cy="0"/>
          <a:chOff x="0" y="0"/>
          <a:chExt cx="0" cy="0"/>
        </a:xfrm>
      </p:grpSpPr>
      <p:grpSp>
        <p:nvGrpSpPr>
          <p:cNvPr id="843" name="Google Shape;843;p44"/>
          <p:cNvGrpSpPr/>
          <p:nvPr/>
        </p:nvGrpSpPr>
        <p:grpSpPr>
          <a:xfrm rot="-2703707">
            <a:off x="4320622" y="-1183710"/>
            <a:ext cx="2625210" cy="3331685"/>
            <a:chOff x="1154976" y="632775"/>
            <a:chExt cx="2502430" cy="3877954"/>
          </a:xfrm>
        </p:grpSpPr>
        <p:sp>
          <p:nvSpPr>
            <p:cNvPr id="844" name="Google Shape;844;p44"/>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4"/>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 name="Google Shape;846;p44"/>
          <p:cNvGrpSpPr/>
          <p:nvPr/>
        </p:nvGrpSpPr>
        <p:grpSpPr>
          <a:xfrm rot="-901627">
            <a:off x="806262" y="2456101"/>
            <a:ext cx="2625237" cy="3331746"/>
            <a:chOff x="1154976" y="632775"/>
            <a:chExt cx="2502430" cy="3877954"/>
          </a:xfrm>
        </p:grpSpPr>
        <p:sp>
          <p:nvSpPr>
            <p:cNvPr id="847" name="Google Shape;847;p44"/>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4"/>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 name="Google Shape;849;p44"/>
          <p:cNvSpPr/>
          <p:nvPr/>
        </p:nvSpPr>
        <p:spPr>
          <a:xfrm rot="199701">
            <a:off x="1427915" y="657127"/>
            <a:ext cx="6823485" cy="3738323"/>
          </a:xfrm>
          <a:custGeom>
            <a:avLst/>
            <a:gdLst/>
            <a:ahLst/>
            <a:cxnLst/>
            <a:rect l="l" t="t" r="r" b="b"/>
            <a:pathLst>
              <a:path w="43844" h="29834" extrusionOk="0">
                <a:moveTo>
                  <a:pt x="41668" y="12451"/>
                </a:moveTo>
                <a:cubicBezTo>
                  <a:pt x="41665" y="12451"/>
                  <a:pt x="41661" y="12452"/>
                  <a:pt x="41656" y="12457"/>
                </a:cubicBezTo>
                <a:cubicBezTo>
                  <a:pt x="41661" y="12480"/>
                  <a:pt x="41665" y="12503"/>
                  <a:pt x="41669" y="12526"/>
                </a:cubicBezTo>
                <a:lnTo>
                  <a:pt x="41669" y="12526"/>
                </a:lnTo>
                <a:cubicBezTo>
                  <a:pt x="41699" y="12521"/>
                  <a:pt x="41691" y="12451"/>
                  <a:pt x="41668" y="12451"/>
                </a:cubicBezTo>
                <a:close/>
                <a:moveTo>
                  <a:pt x="310" y="14449"/>
                </a:moveTo>
                <a:cubicBezTo>
                  <a:pt x="315" y="14449"/>
                  <a:pt x="320" y="14451"/>
                  <a:pt x="325" y="14456"/>
                </a:cubicBezTo>
                <a:lnTo>
                  <a:pt x="325" y="14815"/>
                </a:lnTo>
                <a:cubicBezTo>
                  <a:pt x="325" y="14798"/>
                  <a:pt x="291" y="14712"/>
                  <a:pt x="274" y="14473"/>
                </a:cubicBezTo>
                <a:cubicBezTo>
                  <a:pt x="286" y="14461"/>
                  <a:pt x="298" y="14449"/>
                  <a:pt x="310" y="14449"/>
                </a:cubicBezTo>
                <a:close/>
                <a:moveTo>
                  <a:pt x="222" y="16528"/>
                </a:moveTo>
                <a:cubicBezTo>
                  <a:pt x="182" y="16550"/>
                  <a:pt x="169" y="16627"/>
                  <a:pt x="211" y="16627"/>
                </a:cubicBezTo>
                <a:cubicBezTo>
                  <a:pt x="215" y="16627"/>
                  <a:pt x="218" y="16627"/>
                  <a:pt x="222" y="16626"/>
                </a:cubicBezTo>
                <a:cubicBezTo>
                  <a:pt x="222" y="16593"/>
                  <a:pt x="222" y="16560"/>
                  <a:pt x="222" y="16528"/>
                </a:cubicBezTo>
                <a:close/>
                <a:moveTo>
                  <a:pt x="43142" y="21770"/>
                </a:moveTo>
                <a:lnTo>
                  <a:pt x="43142" y="21770"/>
                </a:lnTo>
                <a:cubicBezTo>
                  <a:pt x="43143" y="21775"/>
                  <a:pt x="43143" y="21780"/>
                  <a:pt x="43143" y="21786"/>
                </a:cubicBezTo>
                <a:cubicBezTo>
                  <a:pt x="43143" y="21780"/>
                  <a:pt x="43143" y="21775"/>
                  <a:pt x="43142" y="21770"/>
                </a:cubicBezTo>
                <a:close/>
                <a:moveTo>
                  <a:pt x="923" y="25237"/>
                </a:moveTo>
                <a:cubicBezTo>
                  <a:pt x="923" y="25374"/>
                  <a:pt x="940" y="25528"/>
                  <a:pt x="940" y="25664"/>
                </a:cubicBezTo>
                <a:cubicBezTo>
                  <a:pt x="906" y="25579"/>
                  <a:pt x="889" y="25476"/>
                  <a:pt x="872" y="25391"/>
                </a:cubicBezTo>
                <a:lnTo>
                  <a:pt x="923" y="25237"/>
                </a:lnTo>
                <a:close/>
                <a:moveTo>
                  <a:pt x="43432" y="27146"/>
                </a:moveTo>
                <a:lnTo>
                  <a:pt x="43432" y="27146"/>
                </a:lnTo>
                <a:cubicBezTo>
                  <a:pt x="43398" y="27147"/>
                  <a:pt x="43358" y="27149"/>
                  <a:pt x="43314" y="27151"/>
                </a:cubicBezTo>
                <a:cubicBezTo>
                  <a:pt x="43352" y="27151"/>
                  <a:pt x="43392" y="27149"/>
                  <a:pt x="43432" y="27146"/>
                </a:cubicBezTo>
                <a:close/>
                <a:moveTo>
                  <a:pt x="26706" y="27813"/>
                </a:moveTo>
                <a:cubicBezTo>
                  <a:pt x="26721" y="27813"/>
                  <a:pt x="26738" y="27814"/>
                  <a:pt x="26757" y="27817"/>
                </a:cubicBezTo>
                <a:cubicBezTo>
                  <a:pt x="26706" y="27817"/>
                  <a:pt x="26928" y="27851"/>
                  <a:pt x="27082" y="27886"/>
                </a:cubicBezTo>
                <a:lnTo>
                  <a:pt x="26655" y="27851"/>
                </a:lnTo>
                <a:cubicBezTo>
                  <a:pt x="26627" y="27838"/>
                  <a:pt x="26644" y="27813"/>
                  <a:pt x="26706" y="27813"/>
                </a:cubicBezTo>
                <a:close/>
                <a:moveTo>
                  <a:pt x="38359" y="1"/>
                </a:moveTo>
                <a:cubicBezTo>
                  <a:pt x="36479" y="69"/>
                  <a:pt x="34668" y="718"/>
                  <a:pt x="32754" y="770"/>
                </a:cubicBezTo>
                <a:cubicBezTo>
                  <a:pt x="32840" y="753"/>
                  <a:pt x="32891" y="718"/>
                  <a:pt x="32960" y="684"/>
                </a:cubicBezTo>
                <a:cubicBezTo>
                  <a:pt x="31541" y="513"/>
                  <a:pt x="30072" y="155"/>
                  <a:pt x="28637" y="155"/>
                </a:cubicBezTo>
                <a:cubicBezTo>
                  <a:pt x="28722" y="120"/>
                  <a:pt x="28790" y="120"/>
                  <a:pt x="28876" y="120"/>
                </a:cubicBezTo>
                <a:cubicBezTo>
                  <a:pt x="28773" y="86"/>
                  <a:pt x="28671" y="69"/>
                  <a:pt x="28568" y="69"/>
                </a:cubicBezTo>
                <a:lnTo>
                  <a:pt x="28175" y="69"/>
                </a:lnTo>
                <a:cubicBezTo>
                  <a:pt x="28022" y="69"/>
                  <a:pt x="27868" y="103"/>
                  <a:pt x="27731" y="155"/>
                </a:cubicBezTo>
                <a:cubicBezTo>
                  <a:pt x="27700" y="157"/>
                  <a:pt x="27676" y="158"/>
                  <a:pt x="27658" y="158"/>
                </a:cubicBezTo>
                <a:cubicBezTo>
                  <a:pt x="27546" y="158"/>
                  <a:pt x="27644" y="118"/>
                  <a:pt x="27526" y="103"/>
                </a:cubicBezTo>
                <a:cubicBezTo>
                  <a:pt x="27502" y="101"/>
                  <a:pt x="27477" y="100"/>
                  <a:pt x="27452" y="100"/>
                </a:cubicBezTo>
                <a:cubicBezTo>
                  <a:pt x="27188" y="100"/>
                  <a:pt x="26855" y="231"/>
                  <a:pt x="26671" y="231"/>
                </a:cubicBezTo>
                <a:cubicBezTo>
                  <a:pt x="26645" y="231"/>
                  <a:pt x="26623" y="229"/>
                  <a:pt x="26603" y="223"/>
                </a:cubicBezTo>
                <a:cubicBezTo>
                  <a:pt x="26586" y="223"/>
                  <a:pt x="26638" y="206"/>
                  <a:pt x="26689" y="189"/>
                </a:cubicBezTo>
                <a:lnTo>
                  <a:pt x="26689" y="189"/>
                </a:lnTo>
                <a:cubicBezTo>
                  <a:pt x="25630" y="445"/>
                  <a:pt x="24553" y="599"/>
                  <a:pt x="23460" y="650"/>
                </a:cubicBezTo>
                <a:cubicBezTo>
                  <a:pt x="22863" y="650"/>
                  <a:pt x="22276" y="578"/>
                  <a:pt x="21684" y="578"/>
                </a:cubicBezTo>
                <a:cubicBezTo>
                  <a:pt x="21462" y="578"/>
                  <a:pt x="21240" y="588"/>
                  <a:pt x="21016" y="616"/>
                </a:cubicBezTo>
                <a:cubicBezTo>
                  <a:pt x="19860" y="761"/>
                  <a:pt x="18532" y="1443"/>
                  <a:pt x="17303" y="1443"/>
                </a:cubicBezTo>
                <a:cubicBezTo>
                  <a:pt x="17079" y="1443"/>
                  <a:pt x="16858" y="1420"/>
                  <a:pt x="16642" y="1368"/>
                </a:cubicBezTo>
                <a:lnTo>
                  <a:pt x="15395" y="1299"/>
                </a:lnTo>
                <a:cubicBezTo>
                  <a:pt x="15004" y="1299"/>
                  <a:pt x="12776" y="1384"/>
                  <a:pt x="12764" y="1485"/>
                </a:cubicBezTo>
                <a:lnTo>
                  <a:pt x="12764" y="1485"/>
                </a:lnTo>
                <a:cubicBezTo>
                  <a:pt x="12762" y="1454"/>
                  <a:pt x="12729" y="1443"/>
                  <a:pt x="12695" y="1443"/>
                </a:cubicBezTo>
                <a:cubicBezTo>
                  <a:pt x="12676" y="1443"/>
                  <a:pt x="12657" y="1447"/>
                  <a:pt x="12644" y="1453"/>
                </a:cubicBezTo>
                <a:cubicBezTo>
                  <a:pt x="12593" y="1453"/>
                  <a:pt x="12541" y="1487"/>
                  <a:pt x="12490" y="1487"/>
                </a:cubicBezTo>
                <a:lnTo>
                  <a:pt x="12712" y="1504"/>
                </a:lnTo>
                <a:cubicBezTo>
                  <a:pt x="12490" y="1624"/>
                  <a:pt x="12251" y="1692"/>
                  <a:pt x="11995" y="1727"/>
                </a:cubicBezTo>
                <a:cubicBezTo>
                  <a:pt x="11662" y="1688"/>
                  <a:pt x="11328" y="1671"/>
                  <a:pt x="10994" y="1671"/>
                </a:cubicBezTo>
                <a:cubicBezTo>
                  <a:pt x="9116" y="1671"/>
                  <a:pt x="7227" y="2216"/>
                  <a:pt x="5399" y="2564"/>
                </a:cubicBezTo>
                <a:cubicBezTo>
                  <a:pt x="5416" y="2581"/>
                  <a:pt x="5450" y="2581"/>
                  <a:pt x="5484" y="2614"/>
                </a:cubicBezTo>
                <a:lnTo>
                  <a:pt x="5484" y="2614"/>
                </a:lnTo>
                <a:cubicBezTo>
                  <a:pt x="5478" y="2610"/>
                  <a:pt x="5460" y="2608"/>
                  <a:pt x="5432" y="2608"/>
                </a:cubicBezTo>
                <a:cubicBezTo>
                  <a:pt x="5044" y="2608"/>
                  <a:pt x="2680" y="2978"/>
                  <a:pt x="2426" y="3025"/>
                </a:cubicBezTo>
                <a:cubicBezTo>
                  <a:pt x="1470" y="3196"/>
                  <a:pt x="752" y="3674"/>
                  <a:pt x="581" y="4700"/>
                </a:cubicBezTo>
                <a:lnTo>
                  <a:pt x="410" y="5332"/>
                </a:lnTo>
                <a:cubicBezTo>
                  <a:pt x="393" y="5998"/>
                  <a:pt x="376" y="6682"/>
                  <a:pt x="325" y="7348"/>
                </a:cubicBezTo>
                <a:cubicBezTo>
                  <a:pt x="342" y="7348"/>
                  <a:pt x="342" y="7280"/>
                  <a:pt x="359" y="7263"/>
                </a:cubicBezTo>
                <a:lnTo>
                  <a:pt x="359" y="7263"/>
                </a:lnTo>
                <a:cubicBezTo>
                  <a:pt x="359" y="7621"/>
                  <a:pt x="328" y="7980"/>
                  <a:pt x="266" y="8324"/>
                </a:cubicBezTo>
                <a:lnTo>
                  <a:pt x="266" y="8324"/>
                </a:lnTo>
                <a:cubicBezTo>
                  <a:pt x="261" y="8321"/>
                  <a:pt x="256" y="8319"/>
                  <a:pt x="251" y="8319"/>
                </a:cubicBezTo>
                <a:cubicBezTo>
                  <a:pt x="247" y="8319"/>
                  <a:pt x="243" y="8320"/>
                  <a:pt x="239" y="8322"/>
                </a:cubicBezTo>
                <a:cubicBezTo>
                  <a:pt x="205" y="8322"/>
                  <a:pt x="205" y="8373"/>
                  <a:pt x="205" y="8424"/>
                </a:cubicBezTo>
                <a:cubicBezTo>
                  <a:pt x="205" y="9176"/>
                  <a:pt x="205" y="9928"/>
                  <a:pt x="222" y="10680"/>
                </a:cubicBezTo>
                <a:lnTo>
                  <a:pt x="188" y="10560"/>
                </a:lnTo>
                <a:cubicBezTo>
                  <a:pt x="154" y="10953"/>
                  <a:pt x="154" y="11602"/>
                  <a:pt x="137" y="12030"/>
                </a:cubicBezTo>
                <a:cubicBezTo>
                  <a:pt x="164" y="12124"/>
                  <a:pt x="159" y="12293"/>
                  <a:pt x="181" y="12293"/>
                </a:cubicBezTo>
                <a:cubicBezTo>
                  <a:pt x="187" y="12293"/>
                  <a:pt x="194" y="12281"/>
                  <a:pt x="205" y="12252"/>
                </a:cubicBezTo>
                <a:lnTo>
                  <a:pt x="205" y="12252"/>
                </a:lnTo>
                <a:cubicBezTo>
                  <a:pt x="0" y="12850"/>
                  <a:pt x="171" y="13670"/>
                  <a:pt x="205" y="14302"/>
                </a:cubicBezTo>
                <a:cubicBezTo>
                  <a:pt x="238" y="15038"/>
                  <a:pt x="224" y="15790"/>
                  <a:pt x="222" y="16528"/>
                </a:cubicBezTo>
                <a:lnTo>
                  <a:pt x="222" y="16528"/>
                </a:lnTo>
                <a:cubicBezTo>
                  <a:pt x="229" y="16524"/>
                  <a:pt x="237" y="16522"/>
                  <a:pt x="245" y="16522"/>
                </a:cubicBezTo>
                <a:cubicBezTo>
                  <a:pt x="249" y="16522"/>
                  <a:pt x="252" y="16522"/>
                  <a:pt x="256" y="16523"/>
                </a:cubicBezTo>
                <a:cubicBezTo>
                  <a:pt x="308" y="16557"/>
                  <a:pt x="325" y="16626"/>
                  <a:pt x="342" y="16694"/>
                </a:cubicBezTo>
                <a:lnTo>
                  <a:pt x="462" y="19548"/>
                </a:lnTo>
                <a:lnTo>
                  <a:pt x="427" y="19155"/>
                </a:lnTo>
                <a:lnTo>
                  <a:pt x="427" y="19155"/>
                </a:lnTo>
                <a:cubicBezTo>
                  <a:pt x="309" y="20032"/>
                  <a:pt x="358" y="20926"/>
                  <a:pt x="557" y="21788"/>
                </a:cubicBezTo>
                <a:lnTo>
                  <a:pt x="557" y="21788"/>
                </a:lnTo>
                <a:cubicBezTo>
                  <a:pt x="542" y="21796"/>
                  <a:pt x="530" y="21825"/>
                  <a:pt x="530" y="21854"/>
                </a:cubicBezTo>
                <a:cubicBezTo>
                  <a:pt x="598" y="24520"/>
                  <a:pt x="837" y="27185"/>
                  <a:pt x="1196" y="29833"/>
                </a:cubicBezTo>
                <a:lnTo>
                  <a:pt x="3691" y="29560"/>
                </a:lnTo>
                <a:cubicBezTo>
                  <a:pt x="5519" y="29287"/>
                  <a:pt x="7364" y="28996"/>
                  <a:pt x="9227" y="28979"/>
                </a:cubicBezTo>
                <a:lnTo>
                  <a:pt x="10320" y="28979"/>
                </a:lnTo>
                <a:cubicBezTo>
                  <a:pt x="10730" y="28979"/>
                  <a:pt x="11123" y="28979"/>
                  <a:pt x="11516" y="28996"/>
                </a:cubicBezTo>
                <a:cubicBezTo>
                  <a:pt x="11928" y="29020"/>
                  <a:pt x="12337" y="29032"/>
                  <a:pt x="12746" y="29032"/>
                </a:cubicBezTo>
                <a:cubicBezTo>
                  <a:pt x="13491" y="29032"/>
                  <a:pt x="14235" y="28994"/>
                  <a:pt x="14985" y="28928"/>
                </a:cubicBezTo>
                <a:cubicBezTo>
                  <a:pt x="16078" y="28825"/>
                  <a:pt x="17155" y="28723"/>
                  <a:pt x="18248" y="28552"/>
                </a:cubicBezTo>
                <a:lnTo>
                  <a:pt x="20931" y="28091"/>
                </a:lnTo>
                <a:cubicBezTo>
                  <a:pt x="21751" y="27937"/>
                  <a:pt x="22571" y="27834"/>
                  <a:pt x="23408" y="27749"/>
                </a:cubicBezTo>
                <a:lnTo>
                  <a:pt x="23408" y="27749"/>
                </a:lnTo>
                <a:lnTo>
                  <a:pt x="23084" y="27834"/>
                </a:lnTo>
                <a:cubicBezTo>
                  <a:pt x="23491" y="27741"/>
                  <a:pt x="23907" y="27705"/>
                  <a:pt x="24324" y="27705"/>
                </a:cubicBezTo>
                <a:cubicBezTo>
                  <a:pt x="24974" y="27705"/>
                  <a:pt x="25627" y="27792"/>
                  <a:pt x="26262" y="27886"/>
                </a:cubicBezTo>
                <a:cubicBezTo>
                  <a:pt x="26911" y="27976"/>
                  <a:pt x="27855" y="28205"/>
                  <a:pt x="28639" y="28205"/>
                </a:cubicBezTo>
                <a:cubicBezTo>
                  <a:pt x="28887" y="28205"/>
                  <a:pt x="29119" y="28182"/>
                  <a:pt x="29320" y="28125"/>
                </a:cubicBezTo>
                <a:lnTo>
                  <a:pt x="29696" y="28005"/>
                </a:lnTo>
                <a:cubicBezTo>
                  <a:pt x="29781" y="28005"/>
                  <a:pt x="29867" y="28022"/>
                  <a:pt x="29764" y="28056"/>
                </a:cubicBezTo>
                <a:cubicBezTo>
                  <a:pt x="30174" y="28056"/>
                  <a:pt x="29781" y="28005"/>
                  <a:pt x="29969" y="27937"/>
                </a:cubicBezTo>
                <a:cubicBezTo>
                  <a:pt x="30022" y="27933"/>
                  <a:pt x="30067" y="27931"/>
                  <a:pt x="30103" y="27931"/>
                </a:cubicBezTo>
                <a:cubicBezTo>
                  <a:pt x="30220" y="27931"/>
                  <a:pt x="30245" y="27953"/>
                  <a:pt x="30140" y="28005"/>
                </a:cubicBezTo>
                <a:cubicBezTo>
                  <a:pt x="31302" y="27629"/>
                  <a:pt x="32498" y="27356"/>
                  <a:pt x="33660" y="26946"/>
                </a:cubicBezTo>
                <a:cubicBezTo>
                  <a:pt x="33711" y="26946"/>
                  <a:pt x="33626" y="26980"/>
                  <a:pt x="33626" y="26980"/>
                </a:cubicBezTo>
                <a:cubicBezTo>
                  <a:pt x="34428" y="26773"/>
                  <a:pt x="35298" y="26596"/>
                  <a:pt x="36148" y="26596"/>
                </a:cubicBezTo>
                <a:cubicBezTo>
                  <a:pt x="36421" y="26596"/>
                  <a:pt x="36692" y="26614"/>
                  <a:pt x="36958" y="26655"/>
                </a:cubicBezTo>
                <a:cubicBezTo>
                  <a:pt x="37042" y="26597"/>
                  <a:pt x="37201" y="26578"/>
                  <a:pt x="37380" y="26578"/>
                </a:cubicBezTo>
                <a:cubicBezTo>
                  <a:pt x="37670" y="26578"/>
                  <a:pt x="38012" y="26628"/>
                  <a:pt x="38171" y="26638"/>
                </a:cubicBezTo>
                <a:cubicBezTo>
                  <a:pt x="38735" y="26690"/>
                  <a:pt x="39486" y="26877"/>
                  <a:pt x="40136" y="26912"/>
                </a:cubicBezTo>
                <a:lnTo>
                  <a:pt x="41298" y="26997"/>
                </a:lnTo>
                <a:lnTo>
                  <a:pt x="41298" y="26997"/>
                </a:lnTo>
                <a:lnTo>
                  <a:pt x="41127" y="26963"/>
                </a:lnTo>
                <a:cubicBezTo>
                  <a:pt x="41167" y="26958"/>
                  <a:pt x="41206" y="26956"/>
                  <a:pt x="41245" y="26956"/>
                </a:cubicBezTo>
                <a:cubicBezTo>
                  <a:pt x="41596" y="26956"/>
                  <a:pt x="41923" y="27135"/>
                  <a:pt x="42250" y="27135"/>
                </a:cubicBezTo>
                <a:cubicBezTo>
                  <a:pt x="42263" y="27135"/>
                  <a:pt x="42276" y="27134"/>
                  <a:pt x="42289" y="27134"/>
                </a:cubicBezTo>
                <a:cubicBezTo>
                  <a:pt x="42477" y="27134"/>
                  <a:pt x="42664" y="27134"/>
                  <a:pt x="42852" y="27117"/>
                </a:cubicBezTo>
                <a:lnTo>
                  <a:pt x="43245" y="27117"/>
                </a:lnTo>
                <a:lnTo>
                  <a:pt x="43690" y="27100"/>
                </a:lnTo>
                <a:lnTo>
                  <a:pt x="43690" y="27100"/>
                </a:lnTo>
                <a:cubicBezTo>
                  <a:pt x="43608" y="27123"/>
                  <a:pt x="43519" y="27138"/>
                  <a:pt x="43432" y="27146"/>
                </a:cubicBezTo>
                <a:lnTo>
                  <a:pt x="43432" y="27146"/>
                </a:lnTo>
                <a:cubicBezTo>
                  <a:pt x="43471" y="27144"/>
                  <a:pt x="43504" y="27144"/>
                  <a:pt x="43532" y="27144"/>
                </a:cubicBezTo>
                <a:cubicBezTo>
                  <a:pt x="43661" y="27144"/>
                  <a:pt x="43693" y="27156"/>
                  <a:pt x="43741" y="27168"/>
                </a:cubicBezTo>
                <a:cubicBezTo>
                  <a:pt x="43758" y="27185"/>
                  <a:pt x="43775" y="27185"/>
                  <a:pt x="43792" y="27185"/>
                </a:cubicBezTo>
                <a:lnTo>
                  <a:pt x="43843" y="27185"/>
                </a:lnTo>
                <a:lnTo>
                  <a:pt x="43843" y="27168"/>
                </a:lnTo>
                <a:cubicBezTo>
                  <a:pt x="43843" y="27083"/>
                  <a:pt x="43826" y="26929"/>
                  <a:pt x="43775" y="26638"/>
                </a:cubicBezTo>
                <a:cubicBezTo>
                  <a:pt x="43775" y="26670"/>
                  <a:pt x="43771" y="26682"/>
                  <a:pt x="43766" y="26682"/>
                </a:cubicBezTo>
                <a:cubicBezTo>
                  <a:pt x="43746" y="26682"/>
                  <a:pt x="43703" y="26545"/>
                  <a:pt x="43690" y="26519"/>
                </a:cubicBezTo>
                <a:cubicBezTo>
                  <a:pt x="43690" y="26194"/>
                  <a:pt x="43673" y="26023"/>
                  <a:pt x="43638" y="25733"/>
                </a:cubicBezTo>
                <a:cubicBezTo>
                  <a:pt x="43621" y="25442"/>
                  <a:pt x="43570" y="25169"/>
                  <a:pt x="43536" y="24913"/>
                </a:cubicBezTo>
                <a:lnTo>
                  <a:pt x="43536" y="24913"/>
                </a:lnTo>
                <a:lnTo>
                  <a:pt x="43604" y="24998"/>
                </a:lnTo>
                <a:cubicBezTo>
                  <a:pt x="43416" y="24742"/>
                  <a:pt x="43468" y="23853"/>
                  <a:pt x="43416" y="23512"/>
                </a:cubicBezTo>
                <a:cubicBezTo>
                  <a:pt x="43348" y="23033"/>
                  <a:pt x="43280" y="22555"/>
                  <a:pt x="43211" y="22076"/>
                </a:cubicBezTo>
                <a:cubicBezTo>
                  <a:pt x="43211" y="22162"/>
                  <a:pt x="43194" y="22230"/>
                  <a:pt x="43177" y="22298"/>
                </a:cubicBezTo>
                <a:cubicBezTo>
                  <a:pt x="43075" y="22196"/>
                  <a:pt x="43057" y="22059"/>
                  <a:pt x="43126" y="21940"/>
                </a:cubicBezTo>
                <a:cubicBezTo>
                  <a:pt x="43023" y="21854"/>
                  <a:pt x="42989" y="21700"/>
                  <a:pt x="43057" y="21598"/>
                </a:cubicBezTo>
                <a:lnTo>
                  <a:pt x="43057" y="21598"/>
                </a:lnTo>
                <a:cubicBezTo>
                  <a:pt x="43105" y="21630"/>
                  <a:pt x="43138" y="21692"/>
                  <a:pt x="43142" y="21770"/>
                </a:cubicBezTo>
                <a:lnTo>
                  <a:pt x="43142" y="21770"/>
                </a:lnTo>
                <a:cubicBezTo>
                  <a:pt x="43106" y="20391"/>
                  <a:pt x="42766" y="19013"/>
                  <a:pt x="42545" y="17668"/>
                </a:cubicBezTo>
                <a:cubicBezTo>
                  <a:pt x="42258" y="15949"/>
                  <a:pt x="41988" y="14229"/>
                  <a:pt x="41669" y="12526"/>
                </a:cubicBezTo>
                <a:lnTo>
                  <a:pt x="41669" y="12526"/>
                </a:lnTo>
                <a:cubicBezTo>
                  <a:pt x="41668" y="12527"/>
                  <a:pt x="41667" y="12527"/>
                  <a:pt x="41666" y="12527"/>
                </a:cubicBezTo>
                <a:cubicBezTo>
                  <a:pt x="41663" y="12527"/>
                  <a:pt x="41660" y="12526"/>
                  <a:pt x="41656" y="12525"/>
                </a:cubicBezTo>
                <a:cubicBezTo>
                  <a:pt x="41588" y="12525"/>
                  <a:pt x="41571" y="12457"/>
                  <a:pt x="41571" y="12388"/>
                </a:cubicBezTo>
                <a:cubicBezTo>
                  <a:pt x="41349" y="9296"/>
                  <a:pt x="40853" y="6032"/>
                  <a:pt x="40409" y="2940"/>
                </a:cubicBezTo>
                <a:cubicBezTo>
                  <a:pt x="40358" y="2615"/>
                  <a:pt x="40307" y="2273"/>
                  <a:pt x="40272" y="1966"/>
                </a:cubicBezTo>
                <a:cubicBezTo>
                  <a:pt x="40238" y="1658"/>
                  <a:pt x="40221" y="1351"/>
                  <a:pt x="40187" y="1060"/>
                </a:cubicBezTo>
                <a:lnTo>
                  <a:pt x="40153" y="1129"/>
                </a:lnTo>
                <a:cubicBezTo>
                  <a:pt x="40119" y="1026"/>
                  <a:pt x="40084" y="906"/>
                  <a:pt x="40050" y="804"/>
                </a:cubicBezTo>
                <a:cubicBezTo>
                  <a:pt x="40033" y="684"/>
                  <a:pt x="39982" y="582"/>
                  <a:pt x="39914" y="479"/>
                </a:cubicBezTo>
                <a:lnTo>
                  <a:pt x="39914" y="479"/>
                </a:lnTo>
                <a:cubicBezTo>
                  <a:pt x="39927" y="533"/>
                  <a:pt x="40034" y="742"/>
                  <a:pt x="40015" y="742"/>
                </a:cubicBezTo>
                <a:cubicBezTo>
                  <a:pt x="40010" y="742"/>
                  <a:pt x="39995" y="726"/>
                  <a:pt x="39965" y="684"/>
                </a:cubicBezTo>
                <a:cubicBezTo>
                  <a:pt x="39879" y="513"/>
                  <a:pt x="39743" y="394"/>
                  <a:pt x="39572" y="291"/>
                </a:cubicBezTo>
                <a:cubicBezTo>
                  <a:pt x="39452" y="223"/>
                  <a:pt x="39316" y="172"/>
                  <a:pt x="39179" y="138"/>
                </a:cubicBezTo>
                <a:cubicBezTo>
                  <a:pt x="38923" y="35"/>
                  <a:pt x="38649" y="1"/>
                  <a:pt x="38359" y="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44"/>
          <p:cNvGrpSpPr/>
          <p:nvPr/>
        </p:nvGrpSpPr>
        <p:grpSpPr>
          <a:xfrm rot="-510657">
            <a:off x="6643337" y="364924"/>
            <a:ext cx="1456376" cy="1571997"/>
            <a:chOff x="5860698" y="467267"/>
            <a:chExt cx="1358169" cy="1465993"/>
          </a:xfrm>
        </p:grpSpPr>
        <p:sp>
          <p:nvSpPr>
            <p:cNvPr id="851" name="Google Shape;851;p44"/>
            <p:cNvSpPr/>
            <p:nvPr/>
          </p:nvSpPr>
          <p:spPr>
            <a:xfrm rot="5400000">
              <a:off x="5806786" y="521179"/>
              <a:ext cx="1465993" cy="1358169"/>
            </a:xfrm>
            <a:custGeom>
              <a:avLst/>
              <a:gdLst/>
              <a:ahLst/>
              <a:cxnLst/>
              <a:rect l="l" t="t" r="r" b="b"/>
              <a:pathLst>
                <a:path w="16968" h="15720" extrusionOk="0">
                  <a:moveTo>
                    <a:pt x="13021" y="0"/>
                  </a:moveTo>
                  <a:lnTo>
                    <a:pt x="1" y="11055"/>
                  </a:lnTo>
                  <a:lnTo>
                    <a:pt x="3948" y="15719"/>
                  </a:lnTo>
                  <a:lnTo>
                    <a:pt x="16967" y="4665"/>
                  </a:lnTo>
                  <a:lnTo>
                    <a:pt x="13021" y="0"/>
                  </a:lnTo>
                  <a:close/>
                </a:path>
              </a:pathLst>
            </a:custGeom>
            <a:solidFill>
              <a:schemeClr val="accent3"/>
            </a:solidFill>
            <a:ln>
              <a:noFill/>
            </a:ln>
            <a:effectLst>
              <a:outerShdw blurRad="57150" dist="19050" dir="5400000" algn="bl" rotWithShape="0">
                <a:schemeClr val="dk2">
                  <a:alpha val="5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4"/>
            <p:cNvSpPr/>
            <p:nvPr/>
          </p:nvSpPr>
          <p:spPr>
            <a:xfrm rot="5400000">
              <a:off x="5859532" y="622739"/>
              <a:ext cx="1345468" cy="1111936"/>
            </a:xfrm>
            <a:custGeom>
              <a:avLst/>
              <a:gdLst/>
              <a:ahLst/>
              <a:cxnLst/>
              <a:rect l="l" t="t" r="r" b="b"/>
              <a:pathLst>
                <a:path w="15573" h="12870" extrusionOk="0">
                  <a:moveTo>
                    <a:pt x="12974" y="0"/>
                  </a:moveTo>
                  <a:cubicBezTo>
                    <a:pt x="12953" y="0"/>
                    <a:pt x="12931" y="9"/>
                    <a:pt x="12914" y="26"/>
                  </a:cubicBezTo>
                  <a:lnTo>
                    <a:pt x="12607" y="197"/>
                  </a:lnTo>
                  <a:cubicBezTo>
                    <a:pt x="12419" y="282"/>
                    <a:pt x="12248" y="402"/>
                    <a:pt x="12094" y="538"/>
                  </a:cubicBezTo>
                  <a:cubicBezTo>
                    <a:pt x="12026" y="607"/>
                    <a:pt x="11957" y="692"/>
                    <a:pt x="12026" y="812"/>
                  </a:cubicBezTo>
                  <a:cubicBezTo>
                    <a:pt x="12076" y="887"/>
                    <a:pt x="12153" y="934"/>
                    <a:pt x="12238" y="934"/>
                  </a:cubicBezTo>
                  <a:cubicBezTo>
                    <a:pt x="12269" y="934"/>
                    <a:pt x="12301" y="928"/>
                    <a:pt x="12333" y="914"/>
                  </a:cubicBezTo>
                  <a:cubicBezTo>
                    <a:pt x="12402" y="880"/>
                    <a:pt x="12470" y="846"/>
                    <a:pt x="12521" y="795"/>
                  </a:cubicBezTo>
                  <a:cubicBezTo>
                    <a:pt x="12743" y="590"/>
                    <a:pt x="12914" y="367"/>
                    <a:pt x="13051" y="128"/>
                  </a:cubicBezTo>
                  <a:cubicBezTo>
                    <a:pt x="13068" y="94"/>
                    <a:pt x="13068" y="43"/>
                    <a:pt x="13034" y="26"/>
                  </a:cubicBezTo>
                  <a:cubicBezTo>
                    <a:pt x="13017" y="9"/>
                    <a:pt x="12995" y="0"/>
                    <a:pt x="12974" y="0"/>
                  </a:cubicBezTo>
                  <a:close/>
                  <a:moveTo>
                    <a:pt x="10496" y="630"/>
                  </a:moveTo>
                  <a:cubicBezTo>
                    <a:pt x="10482" y="630"/>
                    <a:pt x="10468" y="634"/>
                    <a:pt x="10454" y="641"/>
                  </a:cubicBezTo>
                  <a:cubicBezTo>
                    <a:pt x="10198" y="726"/>
                    <a:pt x="9941" y="846"/>
                    <a:pt x="9702" y="1017"/>
                  </a:cubicBezTo>
                  <a:cubicBezTo>
                    <a:pt x="9548" y="1153"/>
                    <a:pt x="9497" y="1358"/>
                    <a:pt x="9582" y="1478"/>
                  </a:cubicBezTo>
                  <a:cubicBezTo>
                    <a:pt x="9622" y="1518"/>
                    <a:pt x="9674" y="1539"/>
                    <a:pt x="9736" y="1539"/>
                  </a:cubicBezTo>
                  <a:cubicBezTo>
                    <a:pt x="9835" y="1539"/>
                    <a:pt x="9959" y="1484"/>
                    <a:pt x="10095" y="1358"/>
                  </a:cubicBezTo>
                  <a:cubicBezTo>
                    <a:pt x="10266" y="1171"/>
                    <a:pt x="10403" y="966"/>
                    <a:pt x="10539" y="743"/>
                  </a:cubicBezTo>
                  <a:cubicBezTo>
                    <a:pt x="10573" y="726"/>
                    <a:pt x="10591" y="692"/>
                    <a:pt x="10573" y="658"/>
                  </a:cubicBezTo>
                  <a:lnTo>
                    <a:pt x="10556" y="658"/>
                  </a:lnTo>
                  <a:cubicBezTo>
                    <a:pt x="10536" y="638"/>
                    <a:pt x="10516" y="630"/>
                    <a:pt x="10496" y="630"/>
                  </a:cubicBezTo>
                  <a:close/>
                  <a:moveTo>
                    <a:pt x="13694" y="1501"/>
                  </a:moveTo>
                  <a:cubicBezTo>
                    <a:pt x="13674" y="1501"/>
                    <a:pt x="13653" y="1505"/>
                    <a:pt x="13632" y="1512"/>
                  </a:cubicBezTo>
                  <a:cubicBezTo>
                    <a:pt x="13427" y="1581"/>
                    <a:pt x="13222" y="1649"/>
                    <a:pt x="13034" y="1751"/>
                  </a:cubicBezTo>
                  <a:cubicBezTo>
                    <a:pt x="12914" y="1786"/>
                    <a:pt x="12829" y="1871"/>
                    <a:pt x="12760" y="1957"/>
                  </a:cubicBezTo>
                  <a:cubicBezTo>
                    <a:pt x="12692" y="2059"/>
                    <a:pt x="12675" y="2213"/>
                    <a:pt x="12743" y="2332"/>
                  </a:cubicBezTo>
                  <a:lnTo>
                    <a:pt x="12760" y="2332"/>
                  </a:lnTo>
                  <a:cubicBezTo>
                    <a:pt x="12810" y="2382"/>
                    <a:pt x="12877" y="2409"/>
                    <a:pt x="12948" y="2409"/>
                  </a:cubicBezTo>
                  <a:cubicBezTo>
                    <a:pt x="12999" y="2409"/>
                    <a:pt x="13052" y="2395"/>
                    <a:pt x="13102" y="2367"/>
                  </a:cubicBezTo>
                  <a:cubicBezTo>
                    <a:pt x="13171" y="2332"/>
                    <a:pt x="13222" y="2298"/>
                    <a:pt x="13290" y="2264"/>
                  </a:cubicBezTo>
                  <a:cubicBezTo>
                    <a:pt x="13478" y="2093"/>
                    <a:pt x="13632" y="1888"/>
                    <a:pt x="13751" y="1649"/>
                  </a:cubicBezTo>
                  <a:cubicBezTo>
                    <a:pt x="13769" y="1615"/>
                    <a:pt x="13803" y="1581"/>
                    <a:pt x="13769" y="1529"/>
                  </a:cubicBezTo>
                  <a:cubicBezTo>
                    <a:pt x="13749" y="1509"/>
                    <a:pt x="13723" y="1501"/>
                    <a:pt x="13694" y="1501"/>
                  </a:cubicBezTo>
                  <a:close/>
                  <a:moveTo>
                    <a:pt x="12180" y="1683"/>
                  </a:moveTo>
                  <a:lnTo>
                    <a:pt x="12180" y="1717"/>
                  </a:lnTo>
                  <a:cubicBezTo>
                    <a:pt x="12162" y="1700"/>
                    <a:pt x="12145" y="1692"/>
                    <a:pt x="12128" y="1692"/>
                  </a:cubicBezTo>
                  <a:cubicBezTo>
                    <a:pt x="12111" y="1692"/>
                    <a:pt x="12094" y="1700"/>
                    <a:pt x="12077" y="1717"/>
                  </a:cubicBezTo>
                  <a:lnTo>
                    <a:pt x="11513" y="1939"/>
                  </a:lnTo>
                  <a:cubicBezTo>
                    <a:pt x="11376" y="1991"/>
                    <a:pt x="11240" y="2076"/>
                    <a:pt x="11120" y="2179"/>
                  </a:cubicBezTo>
                  <a:cubicBezTo>
                    <a:pt x="11001" y="2281"/>
                    <a:pt x="10949" y="2469"/>
                    <a:pt x="11018" y="2606"/>
                  </a:cubicBezTo>
                  <a:cubicBezTo>
                    <a:pt x="11080" y="2689"/>
                    <a:pt x="11154" y="2734"/>
                    <a:pt x="11245" y="2734"/>
                  </a:cubicBezTo>
                  <a:cubicBezTo>
                    <a:pt x="11305" y="2734"/>
                    <a:pt x="11371" y="2715"/>
                    <a:pt x="11445" y="2674"/>
                  </a:cubicBezTo>
                  <a:cubicBezTo>
                    <a:pt x="11513" y="2640"/>
                    <a:pt x="11582" y="2589"/>
                    <a:pt x="11616" y="2572"/>
                  </a:cubicBezTo>
                  <a:cubicBezTo>
                    <a:pt x="11838" y="2349"/>
                    <a:pt x="12026" y="2093"/>
                    <a:pt x="12180" y="1837"/>
                  </a:cubicBezTo>
                  <a:cubicBezTo>
                    <a:pt x="12214" y="1786"/>
                    <a:pt x="12214" y="1734"/>
                    <a:pt x="12180" y="1683"/>
                  </a:cubicBezTo>
                  <a:close/>
                  <a:moveTo>
                    <a:pt x="15470" y="1970"/>
                  </a:moveTo>
                  <a:cubicBezTo>
                    <a:pt x="15461" y="1970"/>
                    <a:pt x="15452" y="1971"/>
                    <a:pt x="15443" y="1974"/>
                  </a:cubicBezTo>
                  <a:cubicBezTo>
                    <a:pt x="15153" y="2076"/>
                    <a:pt x="14879" y="2196"/>
                    <a:pt x="14640" y="2367"/>
                  </a:cubicBezTo>
                  <a:cubicBezTo>
                    <a:pt x="14606" y="2401"/>
                    <a:pt x="14572" y="2435"/>
                    <a:pt x="14555" y="2469"/>
                  </a:cubicBezTo>
                  <a:cubicBezTo>
                    <a:pt x="14469" y="2555"/>
                    <a:pt x="14452" y="2708"/>
                    <a:pt x="14520" y="2811"/>
                  </a:cubicBezTo>
                  <a:cubicBezTo>
                    <a:pt x="14580" y="2861"/>
                    <a:pt x="14657" y="2887"/>
                    <a:pt x="14735" y="2887"/>
                  </a:cubicBezTo>
                  <a:cubicBezTo>
                    <a:pt x="14790" y="2887"/>
                    <a:pt x="14846" y="2874"/>
                    <a:pt x="14896" y="2845"/>
                  </a:cubicBezTo>
                  <a:cubicBezTo>
                    <a:pt x="15204" y="2674"/>
                    <a:pt x="15358" y="2349"/>
                    <a:pt x="15528" y="2076"/>
                  </a:cubicBezTo>
                  <a:cubicBezTo>
                    <a:pt x="15573" y="2017"/>
                    <a:pt x="15527" y="1970"/>
                    <a:pt x="15470" y="1970"/>
                  </a:cubicBezTo>
                  <a:close/>
                  <a:moveTo>
                    <a:pt x="9980" y="2270"/>
                  </a:moveTo>
                  <a:cubicBezTo>
                    <a:pt x="9964" y="2270"/>
                    <a:pt x="9945" y="2274"/>
                    <a:pt x="9924" y="2281"/>
                  </a:cubicBezTo>
                  <a:cubicBezTo>
                    <a:pt x="9668" y="2384"/>
                    <a:pt x="9412" y="2520"/>
                    <a:pt x="9189" y="2674"/>
                  </a:cubicBezTo>
                  <a:lnTo>
                    <a:pt x="9104" y="2742"/>
                  </a:lnTo>
                  <a:cubicBezTo>
                    <a:pt x="8984" y="2845"/>
                    <a:pt x="8950" y="2999"/>
                    <a:pt x="9001" y="3135"/>
                  </a:cubicBezTo>
                  <a:cubicBezTo>
                    <a:pt x="9051" y="3205"/>
                    <a:pt x="9124" y="3240"/>
                    <a:pt x="9211" y="3240"/>
                  </a:cubicBezTo>
                  <a:cubicBezTo>
                    <a:pt x="9272" y="3240"/>
                    <a:pt x="9340" y="3222"/>
                    <a:pt x="9412" y="3187"/>
                  </a:cubicBezTo>
                  <a:cubicBezTo>
                    <a:pt x="9514" y="3118"/>
                    <a:pt x="9617" y="3033"/>
                    <a:pt x="9702" y="2930"/>
                  </a:cubicBezTo>
                  <a:cubicBezTo>
                    <a:pt x="9822" y="2794"/>
                    <a:pt x="9941" y="2623"/>
                    <a:pt x="10044" y="2452"/>
                  </a:cubicBezTo>
                  <a:cubicBezTo>
                    <a:pt x="10078" y="2418"/>
                    <a:pt x="10078" y="2349"/>
                    <a:pt x="10044" y="2298"/>
                  </a:cubicBezTo>
                  <a:cubicBezTo>
                    <a:pt x="10024" y="2278"/>
                    <a:pt x="10004" y="2270"/>
                    <a:pt x="9980" y="2270"/>
                  </a:cubicBezTo>
                  <a:close/>
                  <a:moveTo>
                    <a:pt x="8490" y="3280"/>
                  </a:moveTo>
                  <a:cubicBezTo>
                    <a:pt x="8479" y="3280"/>
                    <a:pt x="8467" y="3283"/>
                    <a:pt x="8455" y="3289"/>
                  </a:cubicBezTo>
                  <a:cubicBezTo>
                    <a:pt x="8267" y="3323"/>
                    <a:pt x="8079" y="3392"/>
                    <a:pt x="7925" y="3477"/>
                  </a:cubicBezTo>
                  <a:cubicBezTo>
                    <a:pt x="7771" y="3546"/>
                    <a:pt x="7720" y="3699"/>
                    <a:pt x="7771" y="3853"/>
                  </a:cubicBezTo>
                  <a:cubicBezTo>
                    <a:pt x="7824" y="3941"/>
                    <a:pt x="7890" y="3988"/>
                    <a:pt x="7969" y="3988"/>
                  </a:cubicBezTo>
                  <a:cubicBezTo>
                    <a:pt x="8045" y="3988"/>
                    <a:pt x="8133" y="3945"/>
                    <a:pt x="8233" y="3853"/>
                  </a:cubicBezTo>
                  <a:cubicBezTo>
                    <a:pt x="8369" y="3716"/>
                    <a:pt x="8472" y="3563"/>
                    <a:pt x="8540" y="3392"/>
                  </a:cubicBezTo>
                  <a:cubicBezTo>
                    <a:pt x="8568" y="3336"/>
                    <a:pt x="8539" y="3280"/>
                    <a:pt x="8490" y="3280"/>
                  </a:cubicBezTo>
                  <a:close/>
                  <a:moveTo>
                    <a:pt x="12625" y="3575"/>
                  </a:moveTo>
                  <a:cubicBezTo>
                    <a:pt x="12613" y="3575"/>
                    <a:pt x="12601" y="3577"/>
                    <a:pt x="12590" y="3580"/>
                  </a:cubicBezTo>
                  <a:lnTo>
                    <a:pt x="12607" y="3580"/>
                  </a:lnTo>
                  <a:cubicBezTo>
                    <a:pt x="12367" y="3631"/>
                    <a:pt x="12145" y="3733"/>
                    <a:pt x="11940" y="3853"/>
                  </a:cubicBezTo>
                  <a:lnTo>
                    <a:pt x="11872" y="3921"/>
                  </a:lnTo>
                  <a:cubicBezTo>
                    <a:pt x="11752" y="4007"/>
                    <a:pt x="11718" y="4195"/>
                    <a:pt x="11804" y="4331"/>
                  </a:cubicBezTo>
                  <a:cubicBezTo>
                    <a:pt x="11849" y="4396"/>
                    <a:pt x="11900" y="4430"/>
                    <a:pt x="11966" y="4430"/>
                  </a:cubicBezTo>
                  <a:cubicBezTo>
                    <a:pt x="12023" y="4430"/>
                    <a:pt x="12092" y="4404"/>
                    <a:pt x="12180" y="4349"/>
                  </a:cubicBezTo>
                  <a:cubicBezTo>
                    <a:pt x="12419" y="4178"/>
                    <a:pt x="12607" y="3956"/>
                    <a:pt x="12709" y="3682"/>
                  </a:cubicBezTo>
                  <a:cubicBezTo>
                    <a:pt x="12738" y="3611"/>
                    <a:pt x="12683" y="3575"/>
                    <a:pt x="12625" y="3575"/>
                  </a:cubicBezTo>
                  <a:close/>
                  <a:moveTo>
                    <a:pt x="14105" y="3667"/>
                  </a:moveTo>
                  <a:cubicBezTo>
                    <a:pt x="14085" y="3667"/>
                    <a:pt x="14061" y="3681"/>
                    <a:pt x="14042" y="3699"/>
                  </a:cubicBezTo>
                  <a:cubicBezTo>
                    <a:pt x="13905" y="3768"/>
                    <a:pt x="13769" y="3819"/>
                    <a:pt x="13632" y="3904"/>
                  </a:cubicBezTo>
                  <a:cubicBezTo>
                    <a:pt x="13444" y="3990"/>
                    <a:pt x="13273" y="4109"/>
                    <a:pt x="13136" y="4263"/>
                  </a:cubicBezTo>
                  <a:cubicBezTo>
                    <a:pt x="13051" y="4366"/>
                    <a:pt x="13017" y="4502"/>
                    <a:pt x="13085" y="4605"/>
                  </a:cubicBezTo>
                  <a:cubicBezTo>
                    <a:pt x="13120" y="4676"/>
                    <a:pt x="13188" y="4714"/>
                    <a:pt x="13261" y="4714"/>
                  </a:cubicBezTo>
                  <a:cubicBezTo>
                    <a:pt x="13293" y="4714"/>
                    <a:pt x="13327" y="4706"/>
                    <a:pt x="13358" y="4690"/>
                  </a:cubicBezTo>
                  <a:cubicBezTo>
                    <a:pt x="13444" y="4656"/>
                    <a:pt x="13512" y="4622"/>
                    <a:pt x="13581" y="4554"/>
                  </a:cubicBezTo>
                  <a:cubicBezTo>
                    <a:pt x="13820" y="4331"/>
                    <a:pt x="13939" y="4041"/>
                    <a:pt x="14144" y="3802"/>
                  </a:cubicBezTo>
                  <a:cubicBezTo>
                    <a:pt x="14179" y="3768"/>
                    <a:pt x="14179" y="3716"/>
                    <a:pt x="14144" y="3699"/>
                  </a:cubicBezTo>
                  <a:cubicBezTo>
                    <a:pt x="14137" y="3676"/>
                    <a:pt x="14122" y="3667"/>
                    <a:pt x="14105" y="3667"/>
                  </a:cubicBezTo>
                  <a:close/>
                  <a:moveTo>
                    <a:pt x="6582" y="3954"/>
                  </a:moveTo>
                  <a:cubicBezTo>
                    <a:pt x="6563" y="3954"/>
                    <a:pt x="6544" y="3960"/>
                    <a:pt x="6524" y="3973"/>
                  </a:cubicBezTo>
                  <a:cubicBezTo>
                    <a:pt x="6268" y="4007"/>
                    <a:pt x="6028" y="4144"/>
                    <a:pt x="5823" y="4331"/>
                  </a:cubicBezTo>
                  <a:cubicBezTo>
                    <a:pt x="5687" y="4468"/>
                    <a:pt x="5653" y="4639"/>
                    <a:pt x="5755" y="4742"/>
                  </a:cubicBezTo>
                  <a:cubicBezTo>
                    <a:pt x="5794" y="4794"/>
                    <a:pt x="5853" y="4816"/>
                    <a:pt x="5910" y="4816"/>
                  </a:cubicBezTo>
                  <a:cubicBezTo>
                    <a:pt x="5927" y="4816"/>
                    <a:pt x="5944" y="4814"/>
                    <a:pt x="5960" y="4810"/>
                  </a:cubicBezTo>
                  <a:cubicBezTo>
                    <a:pt x="6063" y="4776"/>
                    <a:pt x="6148" y="4724"/>
                    <a:pt x="6216" y="4656"/>
                  </a:cubicBezTo>
                  <a:cubicBezTo>
                    <a:pt x="6370" y="4485"/>
                    <a:pt x="6507" y="4297"/>
                    <a:pt x="6627" y="4126"/>
                  </a:cubicBezTo>
                  <a:cubicBezTo>
                    <a:pt x="6661" y="4075"/>
                    <a:pt x="6695" y="4041"/>
                    <a:pt x="6661" y="3990"/>
                  </a:cubicBezTo>
                  <a:cubicBezTo>
                    <a:pt x="6640" y="3969"/>
                    <a:pt x="6612" y="3954"/>
                    <a:pt x="6582" y="3954"/>
                  </a:cubicBezTo>
                  <a:close/>
                  <a:moveTo>
                    <a:pt x="11043" y="3793"/>
                  </a:moveTo>
                  <a:cubicBezTo>
                    <a:pt x="11022" y="3793"/>
                    <a:pt x="11001" y="3802"/>
                    <a:pt x="10983" y="3819"/>
                  </a:cubicBezTo>
                  <a:cubicBezTo>
                    <a:pt x="10796" y="3904"/>
                    <a:pt x="10608" y="3973"/>
                    <a:pt x="10437" y="4058"/>
                  </a:cubicBezTo>
                  <a:cubicBezTo>
                    <a:pt x="10266" y="4126"/>
                    <a:pt x="10129" y="4229"/>
                    <a:pt x="10027" y="4349"/>
                  </a:cubicBezTo>
                  <a:cubicBezTo>
                    <a:pt x="9924" y="4451"/>
                    <a:pt x="9907" y="4605"/>
                    <a:pt x="9958" y="4724"/>
                  </a:cubicBezTo>
                  <a:cubicBezTo>
                    <a:pt x="10022" y="4801"/>
                    <a:pt x="10106" y="4840"/>
                    <a:pt x="10194" y="4840"/>
                  </a:cubicBezTo>
                  <a:cubicBezTo>
                    <a:pt x="10223" y="4840"/>
                    <a:pt x="10253" y="4836"/>
                    <a:pt x="10283" y="4827"/>
                  </a:cubicBezTo>
                  <a:cubicBezTo>
                    <a:pt x="10403" y="4793"/>
                    <a:pt x="10488" y="4742"/>
                    <a:pt x="10573" y="4656"/>
                  </a:cubicBezTo>
                  <a:cubicBezTo>
                    <a:pt x="10778" y="4434"/>
                    <a:pt x="10966" y="4178"/>
                    <a:pt x="11103" y="3921"/>
                  </a:cubicBezTo>
                  <a:cubicBezTo>
                    <a:pt x="11137" y="3887"/>
                    <a:pt x="11137" y="3836"/>
                    <a:pt x="11103" y="3819"/>
                  </a:cubicBezTo>
                  <a:cubicBezTo>
                    <a:pt x="11086" y="3802"/>
                    <a:pt x="11065" y="3793"/>
                    <a:pt x="11043" y="3793"/>
                  </a:cubicBezTo>
                  <a:close/>
                  <a:moveTo>
                    <a:pt x="9068" y="4164"/>
                  </a:moveTo>
                  <a:cubicBezTo>
                    <a:pt x="9029" y="4164"/>
                    <a:pt x="8989" y="4185"/>
                    <a:pt x="8950" y="4195"/>
                  </a:cubicBezTo>
                  <a:cubicBezTo>
                    <a:pt x="8831" y="4229"/>
                    <a:pt x="8711" y="4263"/>
                    <a:pt x="8609" y="4314"/>
                  </a:cubicBezTo>
                  <a:cubicBezTo>
                    <a:pt x="8455" y="4383"/>
                    <a:pt x="8318" y="4468"/>
                    <a:pt x="8216" y="4571"/>
                  </a:cubicBezTo>
                  <a:cubicBezTo>
                    <a:pt x="8096" y="4656"/>
                    <a:pt x="8062" y="4827"/>
                    <a:pt x="8130" y="4964"/>
                  </a:cubicBezTo>
                  <a:cubicBezTo>
                    <a:pt x="8185" y="5030"/>
                    <a:pt x="8269" y="5068"/>
                    <a:pt x="8353" y="5068"/>
                  </a:cubicBezTo>
                  <a:cubicBezTo>
                    <a:pt x="8400" y="5068"/>
                    <a:pt x="8447" y="5056"/>
                    <a:pt x="8489" y="5032"/>
                  </a:cubicBezTo>
                  <a:cubicBezTo>
                    <a:pt x="8557" y="5015"/>
                    <a:pt x="8609" y="4981"/>
                    <a:pt x="8660" y="4929"/>
                  </a:cubicBezTo>
                  <a:cubicBezTo>
                    <a:pt x="8831" y="4776"/>
                    <a:pt x="8967" y="4588"/>
                    <a:pt x="9087" y="4400"/>
                  </a:cubicBezTo>
                  <a:cubicBezTo>
                    <a:pt x="9138" y="4349"/>
                    <a:pt x="9207" y="4297"/>
                    <a:pt x="9138" y="4212"/>
                  </a:cubicBezTo>
                  <a:lnTo>
                    <a:pt x="9155" y="4212"/>
                  </a:lnTo>
                  <a:cubicBezTo>
                    <a:pt x="9126" y="4175"/>
                    <a:pt x="9097" y="4164"/>
                    <a:pt x="9068" y="4164"/>
                  </a:cubicBezTo>
                  <a:close/>
                  <a:moveTo>
                    <a:pt x="6870" y="5381"/>
                  </a:moveTo>
                  <a:cubicBezTo>
                    <a:pt x="6843" y="5381"/>
                    <a:pt x="6811" y="5398"/>
                    <a:pt x="6780" y="5408"/>
                  </a:cubicBezTo>
                  <a:lnTo>
                    <a:pt x="6490" y="5510"/>
                  </a:lnTo>
                  <a:cubicBezTo>
                    <a:pt x="6319" y="5579"/>
                    <a:pt x="6148" y="5681"/>
                    <a:pt x="6011" y="5801"/>
                  </a:cubicBezTo>
                  <a:cubicBezTo>
                    <a:pt x="5892" y="5920"/>
                    <a:pt x="5875" y="6108"/>
                    <a:pt x="5977" y="6245"/>
                  </a:cubicBezTo>
                  <a:cubicBezTo>
                    <a:pt x="6019" y="6294"/>
                    <a:pt x="6075" y="6317"/>
                    <a:pt x="6139" y="6317"/>
                  </a:cubicBezTo>
                  <a:cubicBezTo>
                    <a:pt x="6233" y="6317"/>
                    <a:pt x="6344" y="6268"/>
                    <a:pt x="6456" y="6177"/>
                  </a:cubicBezTo>
                  <a:cubicBezTo>
                    <a:pt x="6609" y="5989"/>
                    <a:pt x="6763" y="5784"/>
                    <a:pt x="6917" y="5562"/>
                  </a:cubicBezTo>
                  <a:cubicBezTo>
                    <a:pt x="6951" y="5510"/>
                    <a:pt x="6951" y="5442"/>
                    <a:pt x="6917" y="5408"/>
                  </a:cubicBezTo>
                  <a:cubicBezTo>
                    <a:pt x="6904" y="5388"/>
                    <a:pt x="6888" y="5381"/>
                    <a:pt x="6870" y="5381"/>
                  </a:cubicBezTo>
                  <a:close/>
                  <a:moveTo>
                    <a:pt x="11142" y="5704"/>
                  </a:moveTo>
                  <a:cubicBezTo>
                    <a:pt x="11126" y="5704"/>
                    <a:pt x="11107" y="5708"/>
                    <a:pt x="11086" y="5715"/>
                  </a:cubicBezTo>
                  <a:cubicBezTo>
                    <a:pt x="10898" y="5767"/>
                    <a:pt x="10710" y="5835"/>
                    <a:pt x="10539" y="5920"/>
                  </a:cubicBezTo>
                  <a:cubicBezTo>
                    <a:pt x="10351" y="5989"/>
                    <a:pt x="10232" y="6143"/>
                    <a:pt x="10198" y="6331"/>
                  </a:cubicBezTo>
                  <a:cubicBezTo>
                    <a:pt x="10180" y="6433"/>
                    <a:pt x="10266" y="6536"/>
                    <a:pt x="10368" y="6536"/>
                  </a:cubicBezTo>
                  <a:cubicBezTo>
                    <a:pt x="10505" y="6536"/>
                    <a:pt x="10659" y="6484"/>
                    <a:pt x="10761" y="6399"/>
                  </a:cubicBezTo>
                  <a:cubicBezTo>
                    <a:pt x="10915" y="6211"/>
                    <a:pt x="11052" y="6023"/>
                    <a:pt x="11189" y="5835"/>
                  </a:cubicBezTo>
                  <a:cubicBezTo>
                    <a:pt x="11223" y="5801"/>
                    <a:pt x="11223" y="5750"/>
                    <a:pt x="11206" y="5715"/>
                  </a:cubicBezTo>
                  <a:lnTo>
                    <a:pt x="11206" y="5715"/>
                  </a:lnTo>
                  <a:lnTo>
                    <a:pt x="11206" y="5733"/>
                  </a:lnTo>
                  <a:cubicBezTo>
                    <a:pt x="11186" y="5713"/>
                    <a:pt x="11166" y="5704"/>
                    <a:pt x="11142" y="5704"/>
                  </a:cubicBezTo>
                  <a:close/>
                  <a:moveTo>
                    <a:pt x="4494" y="5623"/>
                  </a:moveTo>
                  <a:cubicBezTo>
                    <a:pt x="4483" y="5623"/>
                    <a:pt x="4470" y="5625"/>
                    <a:pt x="4457" y="5630"/>
                  </a:cubicBezTo>
                  <a:cubicBezTo>
                    <a:pt x="4149" y="5715"/>
                    <a:pt x="3859" y="5886"/>
                    <a:pt x="3602" y="6091"/>
                  </a:cubicBezTo>
                  <a:cubicBezTo>
                    <a:pt x="3500" y="6194"/>
                    <a:pt x="3483" y="6365"/>
                    <a:pt x="3551" y="6501"/>
                  </a:cubicBezTo>
                  <a:cubicBezTo>
                    <a:pt x="3607" y="6548"/>
                    <a:pt x="3679" y="6575"/>
                    <a:pt x="3749" y="6575"/>
                  </a:cubicBezTo>
                  <a:cubicBezTo>
                    <a:pt x="3807" y="6575"/>
                    <a:pt x="3864" y="6557"/>
                    <a:pt x="3910" y="6519"/>
                  </a:cubicBezTo>
                  <a:lnTo>
                    <a:pt x="4064" y="6433"/>
                  </a:lnTo>
                  <a:cubicBezTo>
                    <a:pt x="4234" y="6228"/>
                    <a:pt x="4405" y="6023"/>
                    <a:pt x="4559" y="5784"/>
                  </a:cubicBezTo>
                  <a:cubicBezTo>
                    <a:pt x="4593" y="5767"/>
                    <a:pt x="4610" y="5715"/>
                    <a:pt x="4593" y="5664"/>
                  </a:cubicBezTo>
                  <a:lnTo>
                    <a:pt x="4576" y="5664"/>
                  </a:lnTo>
                  <a:cubicBezTo>
                    <a:pt x="4551" y="5639"/>
                    <a:pt x="4526" y="5623"/>
                    <a:pt x="4494" y="5623"/>
                  </a:cubicBezTo>
                  <a:close/>
                  <a:moveTo>
                    <a:pt x="8932" y="6597"/>
                  </a:moveTo>
                  <a:cubicBezTo>
                    <a:pt x="8920" y="6597"/>
                    <a:pt x="8909" y="6599"/>
                    <a:pt x="8899" y="6604"/>
                  </a:cubicBezTo>
                  <a:cubicBezTo>
                    <a:pt x="8660" y="6689"/>
                    <a:pt x="8421" y="6809"/>
                    <a:pt x="8198" y="6946"/>
                  </a:cubicBezTo>
                  <a:cubicBezTo>
                    <a:pt x="8130" y="7014"/>
                    <a:pt x="8062" y="7082"/>
                    <a:pt x="8010" y="7168"/>
                  </a:cubicBezTo>
                  <a:cubicBezTo>
                    <a:pt x="7959" y="7270"/>
                    <a:pt x="7993" y="7407"/>
                    <a:pt x="8079" y="7475"/>
                  </a:cubicBezTo>
                  <a:cubicBezTo>
                    <a:pt x="8122" y="7510"/>
                    <a:pt x="8173" y="7527"/>
                    <a:pt x="8224" y="7527"/>
                  </a:cubicBezTo>
                  <a:cubicBezTo>
                    <a:pt x="8275" y="7527"/>
                    <a:pt x="8327" y="7510"/>
                    <a:pt x="8369" y="7475"/>
                  </a:cubicBezTo>
                  <a:cubicBezTo>
                    <a:pt x="8626" y="7287"/>
                    <a:pt x="8848" y="7031"/>
                    <a:pt x="9019" y="6758"/>
                  </a:cubicBezTo>
                  <a:cubicBezTo>
                    <a:pt x="9036" y="6706"/>
                    <a:pt x="9036" y="6655"/>
                    <a:pt x="9001" y="6621"/>
                  </a:cubicBezTo>
                  <a:cubicBezTo>
                    <a:pt x="8989" y="6609"/>
                    <a:pt x="8960" y="6597"/>
                    <a:pt x="8932" y="6597"/>
                  </a:cubicBezTo>
                  <a:close/>
                  <a:moveTo>
                    <a:pt x="4241" y="7165"/>
                  </a:moveTo>
                  <a:cubicBezTo>
                    <a:pt x="4220" y="7165"/>
                    <a:pt x="4196" y="7175"/>
                    <a:pt x="4166" y="7185"/>
                  </a:cubicBezTo>
                  <a:cubicBezTo>
                    <a:pt x="4046" y="7236"/>
                    <a:pt x="3910" y="7270"/>
                    <a:pt x="3790" y="7339"/>
                  </a:cubicBezTo>
                  <a:cubicBezTo>
                    <a:pt x="3636" y="7390"/>
                    <a:pt x="3483" y="7475"/>
                    <a:pt x="3363" y="7595"/>
                  </a:cubicBezTo>
                  <a:cubicBezTo>
                    <a:pt x="3261" y="7680"/>
                    <a:pt x="3226" y="7851"/>
                    <a:pt x="3295" y="7971"/>
                  </a:cubicBezTo>
                  <a:cubicBezTo>
                    <a:pt x="3342" y="8054"/>
                    <a:pt x="3431" y="8104"/>
                    <a:pt x="3521" y="8104"/>
                  </a:cubicBezTo>
                  <a:cubicBezTo>
                    <a:pt x="3560" y="8104"/>
                    <a:pt x="3600" y="8094"/>
                    <a:pt x="3636" y="8073"/>
                  </a:cubicBezTo>
                  <a:cubicBezTo>
                    <a:pt x="3705" y="8039"/>
                    <a:pt x="3773" y="8005"/>
                    <a:pt x="3824" y="7954"/>
                  </a:cubicBezTo>
                  <a:cubicBezTo>
                    <a:pt x="4012" y="7766"/>
                    <a:pt x="4166" y="7544"/>
                    <a:pt x="4286" y="7304"/>
                  </a:cubicBezTo>
                  <a:cubicBezTo>
                    <a:pt x="4303" y="7270"/>
                    <a:pt x="4320" y="7219"/>
                    <a:pt x="4286" y="7185"/>
                  </a:cubicBezTo>
                  <a:cubicBezTo>
                    <a:pt x="4271" y="7170"/>
                    <a:pt x="4257" y="7165"/>
                    <a:pt x="4241" y="7165"/>
                  </a:cubicBezTo>
                  <a:close/>
                  <a:moveTo>
                    <a:pt x="10564" y="7251"/>
                  </a:moveTo>
                  <a:cubicBezTo>
                    <a:pt x="10545" y="7251"/>
                    <a:pt x="10525" y="7260"/>
                    <a:pt x="10505" y="7270"/>
                  </a:cubicBezTo>
                  <a:lnTo>
                    <a:pt x="10163" y="7407"/>
                  </a:lnTo>
                  <a:cubicBezTo>
                    <a:pt x="9975" y="7475"/>
                    <a:pt x="9805" y="7561"/>
                    <a:pt x="9634" y="7680"/>
                  </a:cubicBezTo>
                  <a:lnTo>
                    <a:pt x="9634" y="7697"/>
                  </a:lnTo>
                  <a:cubicBezTo>
                    <a:pt x="9617" y="7715"/>
                    <a:pt x="9582" y="7749"/>
                    <a:pt x="9548" y="7766"/>
                  </a:cubicBezTo>
                  <a:cubicBezTo>
                    <a:pt x="9446" y="7851"/>
                    <a:pt x="9429" y="8005"/>
                    <a:pt x="9497" y="8125"/>
                  </a:cubicBezTo>
                  <a:cubicBezTo>
                    <a:pt x="9540" y="8199"/>
                    <a:pt x="9622" y="8240"/>
                    <a:pt x="9707" y="8240"/>
                  </a:cubicBezTo>
                  <a:cubicBezTo>
                    <a:pt x="9758" y="8240"/>
                    <a:pt x="9811" y="8225"/>
                    <a:pt x="9856" y="8193"/>
                  </a:cubicBezTo>
                  <a:cubicBezTo>
                    <a:pt x="9941" y="8159"/>
                    <a:pt x="10027" y="8108"/>
                    <a:pt x="10095" y="8039"/>
                  </a:cubicBezTo>
                  <a:cubicBezTo>
                    <a:pt x="10232" y="7885"/>
                    <a:pt x="10351" y="7697"/>
                    <a:pt x="10488" y="7544"/>
                  </a:cubicBezTo>
                  <a:cubicBezTo>
                    <a:pt x="10539" y="7492"/>
                    <a:pt x="10573" y="7441"/>
                    <a:pt x="10608" y="7373"/>
                  </a:cubicBezTo>
                  <a:cubicBezTo>
                    <a:pt x="10608" y="7339"/>
                    <a:pt x="10642" y="7304"/>
                    <a:pt x="10608" y="7270"/>
                  </a:cubicBezTo>
                  <a:cubicBezTo>
                    <a:pt x="10593" y="7256"/>
                    <a:pt x="10579" y="7251"/>
                    <a:pt x="10564" y="7251"/>
                  </a:cubicBezTo>
                  <a:close/>
                  <a:moveTo>
                    <a:pt x="6446" y="7336"/>
                  </a:moveTo>
                  <a:cubicBezTo>
                    <a:pt x="6427" y="7336"/>
                    <a:pt x="6407" y="7346"/>
                    <a:pt x="6387" y="7356"/>
                  </a:cubicBezTo>
                  <a:cubicBezTo>
                    <a:pt x="6131" y="7424"/>
                    <a:pt x="5875" y="7527"/>
                    <a:pt x="5653" y="7663"/>
                  </a:cubicBezTo>
                  <a:cubicBezTo>
                    <a:pt x="5499" y="7749"/>
                    <a:pt x="5413" y="7885"/>
                    <a:pt x="5379" y="8056"/>
                  </a:cubicBezTo>
                  <a:cubicBezTo>
                    <a:pt x="5365" y="8188"/>
                    <a:pt x="5462" y="8306"/>
                    <a:pt x="5587" y="8306"/>
                  </a:cubicBezTo>
                  <a:cubicBezTo>
                    <a:pt x="5608" y="8306"/>
                    <a:pt x="5630" y="8303"/>
                    <a:pt x="5653" y="8295"/>
                  </a:cubicBezTo>
                  <a:cubicBezTo>
                    <a:pt x="5789" y="8278"/>
                    <a:pt x="5909" y="8210"/>
                    <a:pt x="5994" y="8125"/>
                  </a:cubicBezTo>
                  <a:cubicBezTo>
                    <a:pt x="6182" y="7920"/>
                    <a:pt x="6353" y="7697"/>
                    <a:pt x="6490" y="7458"/>
                  </a:cubicBezTo>
                  <a:cubicBezTo>
                    <a:pt x="6507" y="7424"/>
                    <a:pt x="6507" y="7390"/>
                    <a:pt x="6490" y="7356"/>
                  </a:cubicBezTo>
                  <a:cubicBezTo>
                    <a:pt x="6475" y="7341"/>
                    <a:pt x="6461" y="7336"/>
                    <a:pt x="6446" y="7336"/>
                  </a:cubicBezTo>
                  <a:close/>
                  <a:moveTo>
                    <a:pt x="8471" y="8780"/>
                  </a:moveTo>
                  <a:cubicBezTo>
                    <a:pt x="8456" y="8780"/>
                    <a:pt x="8439" y="8783"/>
                    <a:pt x="8421" y="8791"/>
                  </a:cubicBezTo>
                  <a:cubicBezTo>
                    <a:pt x="8250" y="8842"/>
                    <a:pt x="8079" y="8911"/>
                    <a:pt x="7908" y="8979"/>
                  </a:cubicBezTo>
                  <a:cubicBezTo>
                    <a:pt x="7754" y="9047"/>
                    <a:pt x="7635" y="9133"/>
                    <a:pt x="7515" y="9269"/>
                  </a:cubicBezTo>
                  <a:cubicBezTo>
                    <a:pt x="7412" y="9372"/>
                    <a:pt x="7395" y="9543"/>
                    <a:pt x="7464" y="9679"/>
                  </a:cubicBezTo>
                  <a:cubicBezTo>
                    <a:pt x="7525" y="9741"/>
                    <a:pt x="7605" y="9772"/>
                    <a:pt x="7685" y="9772"/>
                  </a:cubicBezTo>
                  <a:cubicBezTo>
                    <a:pt x="7738" y="9772"/>
                    <a:pt x="7792" y="9758"/>
                    <a:pt x="7840" y="9731"/>
                  </a:cubicBezTo>
                  <a:cubicBezTo>
                    <a:pt x="7891" y="9697"/>
                    <a:pt x="7925" y="9662"/>
                    <a:pt x="7959" y="9645"/>
                  </a:cubicBezTo>
                  <a:cubicBezTo>
                    <a:pt x="8181" y="9406"/>
                    <a:pt x="8369" y="9150"/>
                    <a:pt x="8523" y="8876"/>
                  </a:cubicBezTo>
                  <a:cubicBezTo>
                    <a:pt x="8550" y="8823"/>
                    <a:pt x="8524" y="8780"/>
                    <a:pt x="8471" y="8780"/>
                  </a:cubicBezTo>
                  <a:close/>
                  <a:moveTo>
                    <a:pt x="5494" y="8942"/>
                  </a:moveTo>
                  <a:cubicBezTo>
                    <a:pt x="5485" y="8942"/>
                    <a:pt x="5475" y="8943"/>
                    <a:pt x="5465" y="8945"/>
                  </a:cubicBezTo>
                  <a:cubicBezTo>
                    <a:pt x="5174" y="8996"/>
                    <a:pt x="4918" y="9099"/>
                    <a:pt x="4679" y="9269"/>
                  </a:cubicBezTo>
                  <a:cubicBezTo>
                    <a:pt x="4645" y="9304"/>
                    <a:pt x="4627" y="9338"/>
                    <a:pt x="4593" y="9372"/>
                  </a:cubicBezTo>
                  <a:cubicBezTo>
                    <a:pt x="4474" y="9526"/>
                    <a:pt x="4474" y="9645"/>
                    <a:pt x="4576" y="9765"/>
                  </a:cubicBezTo>
                  <a:cubicBezTo>
                    <a:pt x="4633" y="9832"/>
                    <a:pt x="4712" y="9866"/>
                    <a:pt x="4791" y="9866"/>
                  </a:cubicBezTo>
                  <a:cubicBezTo>
                    <a:pt x="4853" y="9866"/>
                    <a:pt x="4916" y="9844"/>
                    <a:pt x="4969" y="9799"/>
                  </a:cubicBezTo>
                  <a:cubicBezTo>
                    <a:pt x="5072" y="9748"/>
                    <a:pt x="5157" y="9679"/>
                    <a:pt x="5243" y="9594"/>
                  </a:cubicBezTo>
                  <a:cubicBezTo>
                    <a:pt x="5362" y="9440"/>
                    <a:pt x="5465" y="9286"/>
                    <a:pt x="5550" y="9116"/>
                  </a:cubicBezTo>
                  <a:cubicBezTo>
                    <a:pt x="5596" y="9008"/>
                    <a:pt x="5573" y="8942"/>
                    <a:pt x="5494" y="8942"/>
                  </a:cubicBezTo>
                  <a:close/>
                  <a:moveTo>
                    <a:pt x="2492" y="9205"/>
                  </a:moveTo>
                  <a:cubicBezTo>
                    <a:pt x="2475" y="9205"/>
                    <a:pt x="2457" y="9210"/>
                    <a:pt x="2440" y="9218"/>
                  </a:cubicBezTo>
                  <a:cubicBezTo>
                    <a:pt x="2270" y="9304"/>
                    <a:pt x="2082" y="9389"/>
                    <a:pt x="1928" y="9474"/>
                  </a:cubicBezTo>
                  <a:cubicBezTo>
                    <a:pt x="1791" y="9543"/>
                    <a:pt x="1671" y="9645"/>
                    <a:pt x="1586" y="9782"/>
                  </a:cubicBezTo>
                  <a:cubicBezTo>
                    <a:pt x="1535" y="9867"/>
                    <a:pt x="1535" y="9970"/>
                    <a:pt x="1586" y="10055"/>
                  </a:cubicBezTo>
                  <a:cubicBezTo>
                    <a:pt x="1637" y="10119"/>
                    <a:pt x="1706" y="10154"/>
                    <a:pt x="1781" y="10154"/>
                  </a:cubicBezTo>
                  <a:cubicBezTo>
                    <a:pt x="1806" y="10154"/>
                    <a:pt x="1833" y="10150"/>
                    <a:pt x="1859" y="10141"/>
                  </a:cubicBezTo>
                  <a:cubicBezTo>
                    <a:pt x="1945" y="10124"/>
                    <a:pt x="2030" y="10072"/>
                    <a:pt x="2099" y="10021"/>
                  </a:cubicBezTo>
                  <a:cubicBezTo>
                    <a:pt x="2270" y="9799"/>
                    <a:pt x="2423" y="9560"/>
                    <a:pt x="2560" y="9304"/>
                  </a:cubicBezTo>
                  <a:cubicBezTo>
                    <a:pt x="2577" y="9269"/>
                    <a:pt x="2577" y="9235"/>
                    <a:pt x="2543" y="9218"/>
                  </a:cubicBezTo>
                  <a:cubicBezTo>
                    <a:pt x="2526" y="9210"/>
                    <a:pt x="2509" y="9205"/>
                    <a:pt x="2492" y="9205"/>
                  </a:cubicBezTo>
                  <a:close/>
                  <a:moveTo>
                    <a:pt x="1101" y="9478"/>
                  </a:moveTo>
                  <a:cubicBezTo>
                    <a:pt x="1082" y="9478"/>
                    <a:pt x="1061" y="9483"/>
                    <a:pt x="1039" y="9492"/>
                  </a:cubicBezTo>
                  <a:cubicBezTo>
                    <a:pt x="903" y="9543"/>
                    <a:pt x="749" y="9594"/>
                    <a:pt x="612" y="9662"/>
                  </a:cubicBezTo>
                  <a:cubicBezTo>
                    <a:pt x="441" y="9731"/>
                    <a:pt x="270" y="9850"/>
                    <a:pt x="151" y="10004"/>
                  </a:cubicBezTo>
                  <a:cubicBezTo>
                    <a:pt x="0" y="10185"/>
                    <a:pt x="155" y="10446"/>
                    <a:pt x="370" y="10446"/>
                  </a:cubicBezTo>
                  <a:cubicBezTo>
                    <a:pt x="399" y="10446"/>
                    <a:pt x="428" y="10441"/>
                    <a:pt x="458" y="10431"/>
                  </a:cubicBezTo>
                  <a:cubicBezTo>
                    <a:pt x="544" y="10414"/>
                    <a:pt x="629" y="10363"/>
                    <a:pt x="698" y="10295"/>
                  </a:cubicBezTo>
                  <a:cubicBezTo>
                    <a:pt x="903" y="10107"/>
                    <a:pt x="1056" y="9850"/>
                    <a:pt x="1159" y="9577"/>
                  </a:cubicBezTo>
                  <a:cubicBezTo>
                    <a:pt x="1184" y="9514"/>
                    <a:pt x="1153" y="9478"/>
                    <a:pt x="1101" y="9478"/>
                  </a:cubicBezTo>
                  <a:close/>
                  <a:moveTo>
                    <a:pt x="3551" y="9927"/>
                  </a:moveTo>
                  <a:cubicBezTo>
                    <a:pt x="3536" y="9927"/>
                    <a:pt x="3518" y="9930"/>
                    <a:pt x="3500" y="9936"/>
                  </a:cubicBezTo>
                  <a:cubicBezTo>
                    <a:pt x="3158" y="9987"/>
                    <a:pt x="2850" y="10141"/>
                    <a:pt x="2594" y="10363"/>
                  </a:cubicBezTo>
                  <a:cubicBezTo>
                    <a:pt x="2457" y="10483"/>
                    <a:pt x="2423" y="10688"/>
                    <a:pt x="2543" y="10841"/>
                  </a:cubicBezTo>
                  <a:cubicBezTo>
                    <a:pt x="2604" y="10917"/>
                    <a:pt x="2685" y="10956"/>
                    <a:pt x="2779" y="10956"/>
                  </a:cubicBezTo>
                  <a:cubicBezTo>
                    <a:pt x="2896" y="10956"/>
                    <a:pt x="3033" y="10896"/>
                    <a:pt x="3175" y="10773"/>
                  </a:cubicBezTo>
                  <a:cubicBezTo>
                    <a:pt x="3380" y="10568"/>
                    <a:pt x="3534" y="10329"/>
                    <a:pt x="3636" y="10055"/>
                  </a:cubicBezTo>
                  <a:cubicBezTo>
                    <a:pt x="3664" y="9985"/>
                    <a:pt x="3624" y="9927"/>
                    <a:pt x="3551" y="9927"/>
                  </a:cubicBezTo>
                  <a:close/>
                  <a:moveTo>
                    <a:pt x="5837" y="10104"/>
                  </a:moveTo>
                  <a:cubicBezTo>
                    <a:pt x="5827" y="10104"/>
                    <a:pt x="5817" y="10105"/>
                    <a:pt x="5806" y="10107"/>
                  </a:cubicBezTo>
                  <a:cubicBezTo>
                    <a:pt x="5533" y="10158"/>
                    <a:pt x="5260" y="10260"/>
                    <a:pt x="5037" y="10431"/>
                  </a:cubicBezTo>
                  <a:lnTo>
                    <a:pt x="5003" y="10465"/>
                  </a:lnTo>
                  <a:cubicBezTo>
                    <a:pt x="4832" y="10585"/>
                    <a:pt x="4781" y="10824"/>
                    <a:pt x="4901" y="10995"/>
                  </a:cubicBezTo>
                  <a:cubicBezTo>
                    <a:pt x="4948" y="11043"/>
                    <a:pt x="5011" y="11068"/>
                    <a:pt x="5083" y="11068"/>
                  </a:cubicBezTo>
                  <a:cubicBezTo>
                    <a:pt x="5166" y="11068"/>
                    <a:pt x="5261" y="11034"/>
                    <a:pt x="5362" y="10961"/>
                  </a:cubicBezTo>
                  <a:lnTo>
                    <a:pt x="5362" y="10978"/>
                  </a:lnTo>
                  <a:cubicBezTo>
                    <a:pt x="5618" y="10790"/>
                    <a:pt x="5806" y="10517"/>
                    <a:pt x="5926" y="10226"/>
                  </a:cubicBezTo>
                  <a:cubicBezTo>
                    <a:pt x="5957" y="10165"/>
                    <a:pt x="5919" y="10104"/>
                    <a:pt x="5837" y="10104"/>
                  </a:cubicBezTo>
                  <a:close/>
                  <a:moveTo>
                    <a:pt x="5865" y="11565"/>
                  </a:moveTo>
                  <a:cubicBezTo>
                    <a:pt x="5852" y="11565"/>
                    <a:pt x="5838" y="11569"/>
                    <a:pt x="5823" y="11576"/>
                  </a:cubicBezTo>
                  <a:cubicBezTo>
                    <a:pt x="5550" y="11679"/>
                    <a:pt x="5277" y="11832"/>
                    <a:pt x="5037" y="12003"/>
                  </a:cubicBezTo>
                  <a:cubicBezTo>
                    <a:pt x="4952" y="12054"/>
                    <a:pt x="4884" y="12157"/>
                    <a:pt x="4850" y="12259"/>
                  </a:cubicBezTo>
                  <a:cubicBezTo>
                    <a:pt x="4815" y="12345"/>
                    <a:pt x="4832" y="12464"/>
                    <a:pt x="4901" y="12533"/>
                  </a:cubicBezTo>
                  <a:cubicBezTo>
                    <a:pt x="4944" y="12558"/>
                    <a:pt x="4990" y="12571"/>
                    <a:pt x="5037" y="12571"/>
                  </a:cubicBezTo>
                  <a:cubicBezTo>
                    <a:pt x="5084" y="12571"/>
                    <a:pt x="5131" y="12558"/>
                    <a:pt x="5174" y="12533"/>
                  </a:cubicBezTo>
                  <a:cubicBezTo>
                    <a:pt x="5277" y="12482"/>
                    <a:pt x="5379" y="12396"/>
                    <a:pt x="5448" y="12311"/>
                  </a:cubicBezTo>
                  <a:cubicBezTo>
                    <a:pt x="5601" y="12123"/>
                    <a:pt x="5755" y="11918"/>
                    <a:pt x="5892" y="11730"/>
                  </a:cubicBezTo>
                  <a:cubicBezTo>
                    <a:pt x="5926" y="11696"/>
                    <a:pt x="5943" y="11644"/>
                    <a:pt x="5909" y="11593"/>
                  </a:cubicBezTo>
                  <a:cubicBezTo>
                    <a:pt x="5899" y="11573"/>
                    <a:pt x="5883" y="11565"/>
                    <a:pt x="5865" y="11565"/>
                  </a:cubicBezTo>
                  <a:close/>
                  <a:moveTo>
                    <a:pt x="3936" y="11877"/>
                  </a:moveTo>
                  <a:cubicBezTo>
                    <a:pt x="3913" y="11877"/>
                    <a:pt x="3891" y="11885"/>
                    <a:pt x="3876" y="11901"/>
                  </a:cubicBezTo>
                  <a:cubicBezTo>
                    <a:pt x="3705" y="11969"/>
                    <a:pt x="3517" y="12037"/>
                    <a:pt x="3346" y="12140"/>
                  </a:cubicBezTo>
                  <a:cubicBezTo>
                    <a:pt x="3192" y="12208"/>
                    <a:pt x="3073" y="12328"/>
                    <a:pt x="2987" y="12464"/>
                  </a:cubicBezTo>
                  <a:cubicBezTo>
                    <a:pt x="2919" y="12567"/>
                    <a:pt x="2919" y="12704"/>
                    <a:pt x="3004" y="12789"/>
                  </a:cubicBezTo>
                  <a:cubicBezTo>
                    <a:pt x="3058" y="12843"/>
                    <a:pt x="3124" y="12869"/>
                    <a:pt x="3192" y="12869"/>
                  </a:cubicBezTo>
                  <a:cubicBezTo>
                    <a:pt x="3232" y="12869"/>
                    <a:pt x="3273" y="12860"/>
                    <a:pt x="3312" y="12840"/>
                  </a:cubicBezTo>
                  <a:cubicBezTo>
                    <a:pt x="3380" y="12806"/>
                    <a:pt x="3448" y="12772"/>
                    <a:pt x="3500" y="12738"/>
                  </a:cubicBezTo>
                  <a:cubicBezTo>
                    <a:pt x="3705" y="12533"/>
                    <a:pt x="3876" y="12294"/>
                    <a:pt x="4012" y="12037"/>
                  </a:cubicBezTo>
                  <a:cubicBezTo>
                    <a:pt x="4046" y="11986"/>
                    <a:pt x="4046" y="11935"/>
                    <a:pt x="4012" y="11901"/>
                  </a:cubicBezTo>
                  <a:lnTo>
                    <a:pt x="4012" y="11918"/>
                  </a:lnTo>
                  <a:cubicBezTo>
                    <a:pt x="3993" y="11890"/>
                    <a:pt x="3964" y="11877"/>
                    <a:pt x="3936" y="1187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3" name="Google Shape;853;p44"/>
          <p:cNvSpPr txBox="1">
            <a:spLocks noGrp="1"/>
          </p:cNvSpPr>
          <p:nvPr>
            <p:ph type="ctrTitle"/>
          </p:nvPr>
        </p:nvSpPr>
        <p:spPr>
          <a:xfrm>
            <a:off x="1380150" y="1733516"/>
            <a:ext cx="6248495" cy="233431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400" dirty="0" smtClean="0">
                <a:solidFill>
                  <a:srgbClr val="0F4FBE"/>
                </a:solidFill>
                <a:latin typeface="Times New Roman" panose="02020603050405020304" pitchFamily="18" charset="0"/>
                <a:cs typeface="Times New Roman" panose="02020603050405020304" pitchFamily="18" charset="0"/>
              </a:rPr>
              <a:t>CHÀO MỪNG CÁC EM HỌC SINH LỚP</a:t>
            </a:r>
            <a:r>
              <a:rPr lang="vi-VN" sz="4400" dirty="0" smtClean="0">
                <a:solidFill>
                  <a:srgbClr val="0F4FBE"/>
                </a:solidFill>
                <a:latin typeface="Times New Roman" panose="02020603050405020304" pitchFamily="18" charset="0"/>
                <a:cs typeface="Times New Roman" panose="02020603050405020304" pitchFamily="18" charset="0"/>
              </a:rPr>
              <a:t> 10C8</a:t>
            </a:r>
            <a:r>
              <a:rPr lang="en-US" sz="4400" dirty="0" smtClean="0">
                <a:solidFill>
                  <a:srgbClr val="0F4FBE"/>
                </a:solidFill>
                <a:latin typeface="Times New Roman" panose="02020603050405020304" pitchFamily="18" charset="0"/>
                <a:cs typeface="Times New Roman" panose="02020603050405020304" pitchFamily="18" charset="0"/>
              </a:rPr>
              <a:t> </a:t>
            </a:r>
            <a:br>
              <a:rPr lang="en-US" sz="4400" dirty="0" smtClean="0">
                <a:solidFill>
                  <a:srgbClr val="0F4FBE"/>
                </a:solidFill>
                <a:latin typeface="Times New Roman" panose="02020603050405020304" pitchFamily="18" charset="0"/>
                <a:cs typeface="Times New Roman" panose="02020603050405020304" pitchFamily="18" charset="0"/>
              </a:rPr>
            </a:br>
            <a:r>
              <a:rPr lang="en-US" sz="4400" dirty="0" smtClean="0">
                <a:solidFill>
                  <a:srgbClr val="0F4FBE"/>
                </a:solidFill>
                <a:latin typeface="Times New Roman" panose="02020603050405020304" pitchFamily="18" charset="0"/>
                <a:cs typeface="Times New Roman" panose="02020603050405020304" pitchFamily="18" charset="0"/>
              </a:rPr>
              <a:t>TRƯỜNG</a:t>
            </a:r>
            <a:r>
              <a:rPr lang="vi-VN" sz="4400" dirty="0" smtClean="0">
                <a:solidFill>
                  <a:srgbClr val="0F4FBE"/>
                </a:solidFill>
                <a:latin typeface="Times New Roman" panose="02020603050405020304" pitchFamily="18" charset="0"/>
                <a:cs typeface="Times New Roman" panose="02020603050405020304" pitchFamily="18" charset="0"/>
              </a:rPr>
              <a:t> THCS-THPT</a:t>
            </a:r>
            <a:r>
              <a:rPr lang="en-US" sz="4400" dirty="0" smtClean="0">
                <a:solidFill>
                  <a:srgbClr val="0F4FBE"/>
                </a:solidFill>
                <a:latin typeface="Times New Roman" panose="02020603050405020304" pitchFamily="18" charset="0"/>
                <a:cs typeface="Times New Roman" panose="02020603050405020304" pitchFamily="18" charset="0"/>
              </a:rPr>
              <a:t> </a:t>
            </a:r>
            <a:r>
              <a:rPr lang="vi-VN" sz="4400" dirty="0" smtClean="0">
                <a:solidFill>
                  <a:srgbClr val="0F4FBE"/>
                </a:solidFill>
                <a:latin typeface="Times New Roman" panose="02020603050405020304" pitchFamily="18" charset="0"/>
                <a:cs typeface="Times New Roman" panose="02020603050405020304" pitchFamily="18" charset="0"/>
              </a:rPr>
              <a:t>LÊ LỢI</a:t>
            </a:r>
            <a:r>
              <a:rPr lang="en-US" sz="4400" dirty="0" smtClean="0">
                <a:solidFill>
                  <a:srgbClr val="0F4FBE"/>
                </a:solidFill>
                <a:latin typeface="Times New Roman" panose="02020603050405020304" pitchFamily="18" charset="0"/>
                <a:cs typeface="Times New Roman" panose="02020603050405020304" pitchFamily="18" charset="0"/>
              </a:rPr>
              <a:t/>
            </a:r>
            <a:br>
              <a:rPr lang="en-US" sz="4400" dirty="0" smtClean="0">
                <a:solidFill>
                  <a:srgbClr val="0F4FBE"/>
                </a:solidFill>
                <a:latin typeface="Times New Roman" panose="02020603050405020304" pitchFamily="18" charset="0"/>
                <a:cs typeface="Times New Roman" panose="02020603050405020304" pitchFamily="18" charset="0"/>
              </a:rPr>
            </a:br>
            <a:endParaRPr sz="4400" dirty="0">
              <a:solidFill>
                <a:schemeClr val="dk2"/>
              </a:solidFill>
              <a:latin typeface="Times New Roman" panose="02020603050405020304" pitchFamily="18" charset="0"/>
              <a:cs typeface="Times New Roman" panose="02020603050405020304" pitchFamily="18" charset="0"/>
            </a:endParaRPr>
          </a:p>
        </p:txBody>
      </p:sp>
      <p:grpSp>
        <p:nvGrpSpPr>
          <p:cNvPr id="855" name="Google Shape;855;p44"/>
          <p:cNvGrpSpPr/>
          <p:nvPr/>
        </p:nvGrpSpPr>
        <p:grpSpPr>
          <a:xfrm>
            <a:off x="7905701" y="537875"/>
            <a:ext cx="457711" cy="445973"/>
            <a:chOff x="397551" y="281000"/>
            <a:chExt cx="457711" cy="445973"/>
          </a:xfrm>
        </p:grpSpPr>
        <p:sp>
          <p:nvSpPr>
            <p:cNvPr id="856" name="Google Shape;856;p44"/>
            <p:cNvSpPr/>
            <p:nvPr/>
          </p:nvSpPr>
          <p:spPr>
            <a:xfrm>
              <a:off x="424211" y="285308"/>
              <a:ext cx="431051" cy="441665"/>
            </a:xfrm>
            <a:custGeom>
              <a:avLst/>
              <a:gdLst/>
              <a:ahLst/>
              <a:cxnLst/>
              <a:rect l="l" t="t" r="r" b="b"/>
              <a:pathLst>
                <a:path w="6904" h="7074" fill="none" extrusionOk="0">
                  <a:moveTo>
                    <a:pt x="2119" y="4972"/>
                  </a:moveTo>
                  <a:lnTo>
                    <a:pt x="86" y="4972"/>
                  </a:lnTo>
                  <a:lnTo>
                    <a:pt x="0" y="4545"/>
                  </a:lnTo>
                  <a:cubicBezTo>
                    <a:pt x="496" y="4306"/>
                    <a:pt x="974" y="4101"/>
                    <a:pt x="1436" y="3862"/>
                  </a:cubicBezTo>
                  <a:cubicBezTo>
                    <a:pt x="1641" y="3759"/>
                    <a:pt x="1828" y="3639"/>
                    <a:pt x="1999" y="3520"/>
                  </a:cubicBezTo>
                  <a:cubicBezTo>
                    <a:pt x="2153" y="3434"/>
                    <a:pt x="2221" y="3264"/>
                    <a:pt x="2153" y="3093"/>
                  </a:cubicBezTo>
                  <a:cubicBezTo>
                    <a:pt x="2153" y="2956"/>
                    <a:pt x="2102" y="2819"/>
                    <a:pt x="2051" y="2683"/>
                  </a:cubicBezTo>
                  <a:cubicBezTo>
                    <a:pt x="1897" y="2426"/>
                    <a:pt x="1811" y="2119"/>
                    <a:pt x="1811" y="1828"/>
                  </a:cubicBezTo>
                  <a:cubicBezTo>
                    <a:pt x="1726" y="1470"/>
                    <a:pt x="1623" y="1128"/>
                    <a:pt x="1470" y="786"/>
                  </a:cubicBezTo>
                  <a:cubicBezTo>
                    <a:pt x="1384" y="547"/>
                    <a:pt x="1265" y="291"/>
                    <a:pt x="1504" y="17"/>
                  </a:cubicBezTo>
                  <a:cubicBezTo>
                    <a:pt x="1589" y="17"/>
                    <a:pt x="1726" y="0"/>
                    <a:pt x="1863" y="0"/>
                  </a:cubicBezTo>
                  <a:cubicBezTo>
                    <a:pt x="1999" y="0"/>
                    <a:pt x="2136" y="0"/>
                    <a:pt x="2290" y="0"/>
                  </a:cubicBezTo>
                  <a:cubicBezTo>
                    <a:pt x="2341" y="120"/>
                    <a:pt x="2375" y="239"/>
                    <a:pt x="2392" y="376"/>
                  </a:cubicBezTo>
                  <a:cubicBezTo>
                    <a:pt x="2392" y="496"/>
                    <a:pt x="2392" y="581"/>
                    <a:pt x="2512" y="684"/>
                  </a:cubicBezTo>
                  <a:cubicBezTo>
                    <a:pt x="2649" y="786"/>
                    <a:pt x="2666" y="974"/>
                    <a:pt x="2563" y="1128"/>
                  </a:cubicBezTo>
                  <a:cubicBezTo>
                    <a:pt x="2854" y="1589"/>
                    <a:pt x="3127" y="2016"/>
                    <a:pt x="3400" y="2478"/>
                  </a:cubicBezTo>
                  <a:cubicBezTo>
                    <a:pt x="4084" y="2050"/>
                    <a:pt x="4665" y="1470"/>
                    <a:pt x="5109" y="803"/>
                  </a:cubicBezTo>
                  <a:cubicBezTo>
                    <a:pt x="5194" y="615"/>
                    <a:pt x="5382" y="479"/>
                    <a:pt x="5587" y="479"/>
                  </a:cubicBezTo>
                  <a:cubicBezTo>
                    <a:pt x="5827" y="479"/>
                    <a:pt x="5963" y="684"/>
                    <a:pt x="5844" y="889"/>
                  </a:cubicBezTo>
                  <a:cubicBezTo>
                    <a:pt x="5673" y="1196"/>
                    <a:pt x="5485" y="1521"/>
                    <a:pt x="5280" y="1811"/>
                  </a:cubicBezTo>
                  <a:cubicBezTo>
                    <a:pt x="5007" y="2170"/>
                    <a:pt x="4836" y="2614"/>
                    <a:pt x="4784" y="3076"/>
                  </a:cubicBezTo>
                  <a:cubicBezTo>
                    <a:pt x="4767" y="3264"/>
                    <a:pt x="4733" y="3434"/>
                    <a:pt x="4699" y="3657"/>
                  </a:cubicBezTo>
                  <a:cubicBezTo>
                    <a:pt x="4750" y="3708"/>
                    <a:pt x="4784" y="3742"/>
                    <a:pt x="4819" y="3810"/>
                  </a:cubicBezTo>
                  <a:cubicBezTo>
                    <a:pt x="5041" y="4237"/>
                    <a:pt x="5434" y="4443"/>
                    <a:pt x="5861" y="4579"/>
                  </a:cubicBezTo>
                  <a:cubicBezTo>
                    <a:pt x="6100" y="4665"/>
                    <a:pt x="6356" y="4750"/>
                    <a:pt x="6596" y="4853"/>
                  </a:cubicBezTo>
                  <a:cubicBezTo>
                    <a:pt x="6647" y="4870"/>
                    <a:pt x="6698" y="4904"/>
                    <a:pt x="6749" y="4938"/>
                  </a:cubicBezTo>
                  <a:cubicBezTo>
                    <a:pt x="6801" y="4989"/>
                    <a:pt x="6852" y="5058"/>
                    <a:pt x="6903" y="5126"/>
                  </a:cubicBezTo>
                  <a:cubicBezTo>
                    <a:pt x="6818" y="5382"/>
                    <a:pt x="6544" y="5536"/>
                    <a:pt x="6288" y="5468"/>
                  </a:cubicBezTo>
                  <a:cubicBezTo>
                    <a:pt x="6134" y="5468"/>
                    <a:pt x="5998" y="5451"/>
                    <a:pt x="5861" y="5416"/>
                  </a:cubicBezTo>
                  <a:cubicBezTo>
                    <a:pt x="5297" y="5263"/>
                    <a:pt x="4733" y="5211"/>
                    <a:pt x="4152" y="5263"/>
                  </a:cubicBezTo>
                  <a:cubicBezTo>
                    <a:pt x="3998" y="5690"/>
                    <a:pt x="3845" y="6100"/>
                    <a:pt x="3708" y="6510"/>
                  </a:cubicBezTo>
                  <a:cubicBezTo>
                    <a:pt x="3623" y="6766"/>
                    <a:pt x="3452" y="6971"/>
                    <a:pt x="3212" y="7074"/>
                  </a:cubicBezTo>
                  <a:lnTo>
                    <a:pt x="2734" y="6852"/>
                  </a:lnTo>
                  <a:cubicBezTo>
                    <a:pt x="2632" y="6424"/>
                    <a:pt x="2529" y="5997"/>
                    <a:pt x="2461" y="5570"/>
                  </a:cubicBezTo>
                  <a:cubicBezTo>
                    <a:pt x="2444" y="5314"/>
                    <a:pt x="2324" y="5109"/>
                    <a:pt x="2119" y="4972"/>
                  </a:cubicBezTo>
                  <a:close/>
                </a:path>
              </a:pathLst>
            </a:custGeom>
            <a:solidFill>
              <a:schemeClr val="accent2"/>
            </a:solid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4"/>
            <p:cNvSpPr/>
            <p:nvPr/>
          </p:nvSpPr>
          <p:spPr>
            <a:xfrm>
              <a:off x="397551" y="281000"/>
              <a:ext cx="430989" cy="443850"/>
            </a:xfrm>
            <a:custGeom>
              <a:avLst/>
              <a:gdLst/>
              <a:ahLst/>
              <a:cxnLst/>
              <a:rect l="l" t="t" r="r" b="b"/>
              <a:pathLst>
                <a:path w="6903" h="7109" extrusionOk="0">
                  <a:moveTo>
                    <a:pt x="2119" y="4990"/>
                  </a:moveTo>
                  <a:lnTo>
                    <a:pt x="86" y="4990"/>
                  </a:lnTo>
                  <a:cubicBezTo>
                    <a:pt x="51" y="4836"/>
                    <a:pt x="17" y="4699"/>
                    <a:pt x="0" y="4563"/>
                  </a:cubicBezTo>
                  <a:cubicBezTo>
                    <a:pt x="496" y="4324"/>
                    <a:pt x="974" y="4101"/>
                    <a:pt x="1435" y="3879"/>
                  </a:cubicBezTo>
                  <a:cubicBezTo>
                    <a:pt x="1640" y="3777"/>
                    <a:pt x="1828" y="3657"/>
                    <a:pt x="2016" y="3538"/>
                  </a:cubicBezTo>
                  <a:cubicBezTo>
                    <a:pt x="2153" y="3435"/>
                    <a:pt x="2221" y="3264"/>
                    <a:pt x="2170" y="3110"/>
                  </a:cubicBezTo>
                  <a:cubicBezTo>
                    <a:pt x="2153" y="2957"/>
                    <a:pt x="2119" y="2820"/>
                    <a:pt x="2068" y="2700"/>
                  </a:cubicBezTo>
                  <a:cubicBezTo>
                    <a:pt x="1914" y="2427"/>
                    <a:pt x="1828" y="2137"/>
                    <a:pt x="1828" y="1829"/>
                  </a:cubicBezTo>
                  <a:cubicBezTo>
                    <a:pt x="1743" y="1470"/>
                    <a:pt x="1640" y="1128"/>
                    <a:pt x="1487" y="804"/>
                  </a:cubicBezTo>
                  <a:cubicBezTo>
                    <a:pt x="1401" y="548"/>
                    <a:pt x="1264" y="308"/>
                    <a:pt x="1521" y="18"/>
                  </a:cubicBezTo>
                  <a:cubicBezTo>
                    <a:pt x="1606" y="18"/>
                    <a:pt x="1743" y="18"/>
                    <a:pt x="1880" y="18"/>
                  </a:cubicBezTo>
                  <a:cubicBezTo>
                    <a:pt x="2016" y="1"/>
                    <a:pt x="2153" y="18"/>
                    <a:pt x="2307" y="18"/>
                  </a:cubicBezTo>
                  <a:cubicBezTo>
                    <a:pt x="2358" y="137"/>
                    <a:pt x="2392" y="257"/>
                    <a:pt x="2409" y="394"/>
                  </a:cubicBezTo>
                  <a:cubicBezTo>
                    <a:pt x="2409" y="513"/>
                    <a:pt x="2409" y="599"/>
                    <a:pt x="2529" y="701"/>
                  </a:cubicBezTo>
                  <a:cubicBezTo>
                    <a:pt x="2648" y="804"/>
                    <a:pt x="2683" y="992"/>
                    <a:pt x="2580" y="1128"/>
                  </a:cubicBezTo>
                  <a:lnTo>
                    <a:pt x="3417" y="2478"/>
                  </a:lnTo>
                  <a:cubicBezTo>
                    <a:pt x="4101" y="2068"/>
                    <a:pt x="4682" y="1487"/>
                    <a:pt x="5126" y="804"/>
                  </a:cubicBezTo>
                  <a:cubicBezTo>
                    <a:pt x="5211" y="616"/>
                    <a:pt x="5399" y="496"/>
                    <a:pt x="5604" y="496"/>
                  </a:cubicBezTo>
                  <a:cubicBezTo>
                    <a:pt x="5844" y="496"/>
                    <a:pt x="5980" y="684"/>
                    <a:pt x="5861" y="906"/>
                  </a:cubicBezTo>
                  <a:cubicBezTo>
                    <a:pt x="5673" y="1214"/>
                    <a:pt x="5502" y="1521"/>
                    <a:pt x="5297" y="1812"/>
                  </a:cubicBezTo>
                  <a:cubicBezTo>
                    <a:pt x="5006" y="2188"/>
                    <a:pt x="4836" y="2632"/>
                    <a:pt x="4784" y="3110"/>
                  </a:cubicBezTo>
                  <a:cubicBezTo>
                    <a:pt x="4767" y="3281"/>
                    <a:pt x="4733" y="3469"/>
                    <a:pt x="4699" y="3691"/>
                  </a:cubicBezTo>
                  <a:cubicBezTo>
                    <a:pt x="4750" y="3726"/>
                    <a:pt x="4784" y="3777"/>
                    <a:pt x="4818" y="3828"/>
                  </a:cubicBezTo>
                  <a:cubicBezTo>
                    <a:pt x="5041" y="4255"/>
                    <a:pt x="5434" y="4460"/>
                    <a:pt x="5861" y="4597"/>
                  </a:cubicBezTo>
                  <a:cubicBezTo>
                    <a:pt x="6100" y="4682"/>
                    <a:pt x="6356" y="4785"/>
                    <a:pt x="6595" y="4870"/>
                  </a:cubicBezTo>
                  <a:cubicBezTo>
                    <a:pt x="6647" y="4887"/>
                    <a:pt x="6698" y="4922"/>
                    <a:pt x="6749" y="4956"/>
                  </a:cubicBezTo>
                  <a:cubicBezTo>
                    <a:pt x="6800" y="5024"/>
                    <a:pt x="6852" y="5092"/>
                    <a:pt x="6903" y="5161"/>
                  </a:cubicBezTo>
                  <a:cubicBezTo>
                    <a:pt x="6818" y="5417"/>
                    <a:pt x="6544" y="5571"/>
                    <a:pt x="6288" y="5502"/>
                  </a:cubicBezTo>
                  <a:cubicBezTo>
                    <a:pt x="6134" y="5485"/>
                    <a:pt x="5997" y="5468"/>
                    <a:pt x="5861" y="5434"/>
                  </a:cubicBezTo>
                  <a:cubicBezTo>
                    <a:pt x="5297" y="5297"/>
                    <a:pt x="4733" y="5229"/>
                    <a:pt x="4152" y="5297"/>
                  </a:cubicBezTo>
                  <a:cubicBezTo>
                    <a:pt x="3998" y="5708"/>
                    <a:pt x="3845" y="6118"/>
                    <a:pt x="3708" y="6545"/>
                  </a:cubicBezTo>
                  <a:cubicBezTo>
                    <a:pt x="3622" y="6784"/>
                    <a:pt x="3452" y="6989"/>
                    <a:pt x="3212" y="7109"/>
                  </a:cubicBezTo>
                  <a:lnTo>
                    <a:pt x="2734" y="6869"/>
                  </a:lnTo>
                  <a:cubicBezTo>
                    <a:pt x="2631" y="6442"/>
                    <a:pt x="2529" y="6015"/>
                    <a:pt x="2461" y="5588"/>
                  </a:cubicBezTo>
                  <a:cubicBezTo>
                    <a:pt x="2443" y="5349"/>
                    <a:pt x="2324" y="5127"/>
                    <a:pt x="2119" y="4990"/>
                  </a:cubicBezTo>
                  <a:close/>
                  <a:moveTo>
                    <a:pt x="1760" y="4563"/>
                  </a:moveTo>
                  <a:cubicBezTo>
                    <a:pt x="1931" y="4460"/>
                    <a:pt x="2153" y="4477"/>
                    <a:pt x="2102" y="4204"/>
                  </a:cubicBezTo>
                  <a:cubicBezTo>
                    <a:pt x="2102" y="4170"/>
                    <a:pt x="2068" y="4153"/>
                    <a:pt x="2033" y="4153"/>
                  </a:cubicBezTo>
                  <a:cubicBezTo>
                    <a:pt x="1863" y="4170"/>
                    <a:pt x="1743" y="4289"/>
                    <a:pt x="1726" y="4443"/>
                  </a:cubicBezTo>
                  <a:cubicBezTo>
                    <a:pt x="1709" y="4460"/>
                    <a:pt x="1726" y="4477"/>
                    <a:pt x="1760" y="45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8" name="Google Shape;858;p44"/>
          <p:cNvSpPr/>
          <p:nvPr/>
        </p:nvSpPr>
        <p:spPr>
          <a:xfrm rot="401238">
            <a:off x="446761" y="1702763"/>
            <a:ext cx="738466" cy="487120"/>
          </a:xfrm>
          <a:custGeom>
            <a:avLst/>
            <a:gdLst/>
            <a:ahLst/>
            <a:cxnLst/>
            <a:rect l="l" t="t" r="r" b="b"/>
            <a:pathLst>
              <a:path w="13089" h="8634" extrusionOk="0">
                <a:moveTo>
                  <a:pt x="6169" y="1"/>
                </a:moveTo>
                <a:cubicBezTo>
                  <a:pt x="5874" y="1"/>
                  <a:pt x="5550" y="66"/>
                  <a:pt x="5195" y="210"/>
                </a:cubicBezTo>
                <a:cubicBezTo>
                  <a:pt x="3674" y="825"/>
                  <a:pt x="2973" y="2585"/>
                  <a:pt x="3657" y="4071"/>
                </a:cubicBezTo>
                <a:cubicBezTo>
                  <a:pt x="3195" y="3886"/>
                  <a:pt x="2712" y="3759"/>
                  <a:pt x="2237" y="3759"/>
                </a:cubicBezTo>
                <a:cubicBezTo>
                  <a:pt x="1746" y="3759"/>
                  <a:pt x="1263" y="3895"/>
                  <a:pt x="821" y="4242"/>
                </a:cubicBezTo>
                <a:cubicBezTo>
                  <a:pt x="0" y="4874"/>
                  <a:pt x="18" y="6105"/>
                  <a:pt x="411" y="6976"/>
                </a:cubicBezTo>
                <a:cubicBezTo>
                  <a:pt x="991" y="8240"/>
                  <a:pt x="2495" y="8633"/>
                  <a:pt x="3759" y="8633"/>
                </a:cubicBezTo>
                <a:cubicBezTo>
                  <a:pt x="6117" y="8633"/>
                  <a:pt x="8868" y="7779"/>
                  <a:pt x="10748" y="6344"/>
                </a:cubicBezTo>
                <a:cubicBezTo>
                  <a:pt x="10791" y="6301"/>
                  <a:pt x="10749" y="6233"/>
                  <a:pt x="10694" y="6233"/>
                </a:cubicBezTo>
                <a:cubicBezTo>
                  <a:pt x="10684" y="6233"/>
                  <a:pt x="10673" y="6236"/>
                  <a:pt x="10662" y="6241"/>
                </a:cubicBezTo>
                <a:cubicBezTo>
                  <a:pt x="8971" y="7010"/>
                  <a:pt x="7330" y="7711"/>
                  <a:pt x="5485" y="8069"/>
                </a:cubicBezTo>
                <a:cubicBezTo>
                  <a:pt x="4937" y="8169"/>
                  <a:pt x="4348" y="8247"/>
                  <a:pt x="3765" y="8247"/>
                </a:cubicBezTo>
                <a:cubicBezTo>
                  <a:pt x="2841" y="8247"/>
                  <a:pt x="1933" y="8049"/>
                  <a:pt x="1231" y="7420"/>
                </a:cubicBezTo>
                <a:cubicBezTo>
                  <a:pt x="530" y="6788"/>
                  <a:pt x="342" y="5780"/>
                  <a:pt x="769" y="4943"/>
                </a:cubicBezTo>
                <a:cubicBezTo>
                  <a:pt x="1079" y="4372"/>
                  <a:pt x="1598" y="4172"/>
                  <a:pt x="2161" y="4172"/>
                </a:cubicBezTo>
                <a:cubicBezTo>
                  <a:pt x="2811" y="4172"/>
                  <a:pt x="3520" y="4438"/>
                  <a:pt x="4033" y="4703"/>
                </a:cubicBezTo>
                <a:cubicBezTo>
                  <a:pt x="4059" y="4714"/>
                  <a:pt x="4087" y="4719"/>
                  <a:pt x="4115" y="4719"/>
                </a:cubicBezTo>
                <a:cubicBezTo>
                  <a:pt x="4269" y="4719"/>
                  <a:pt x="4422" y="4574"/>
                  <a:pt x="4306" y="4430"/>
                </a:cubicBezTo>
                <a:cubicBezTo>
                  <a:pt x="3384" y="3114"/>
                  <a:pt x="3742" y="1525"/>
                  <a:pt x="5126" y="688"/>
                </a:cubicBezTo>
                <a:cubicBezTo>
                  <a:pt x="5494" y="470"/>
                  <a:pt x="5828" y="374"/>
                  <a:pt x="6128" y="374"/>
                </a:cubicBezTo>
                <a:cubicBezTo>
                  <a:pt x="7303" y="374"/>
                  <a:pt x="7949" y="1841"/>
                  <a:pt x="8031" y="3080"/>
                </a:cubicBezTo>
                <a:cubicBezTo>
                  <a:pt x="8041" y="3209"/>
                  <a:pt x="8155" y="3292"/>
                  <a:pt x="8258" y="3292"/>
                </a:cubicBezTo>
                <a:cubicBezTo>
                  <a:pt x="8333" y="3292"/>
                  <a:pt x="8403" y="3249"/>
                  <a:pt x="8424" y="3149"/>
                </a:cubicBezTo>
                <a:cubicBezTo>
                  <a:pt x="8685" y="2117"/>
                  <a:pt x="9911" y="1189"/>
                  <a:pt x="10960" y="1189"/>
                </a:cubicBezTo>
                <a:cubicBezTo>
                  <a:pt x="11561" y="1189"/>
                  <a:pt x="12103" y="1494"/>
                  <a:pt x="12371" y="2260"/>
                </a:cubicBezTo>
                <a:cubicBezTo>
                  <a:pt x="12747" y="3302"/>
                  <a:pt x="10628" y="5917"/>
                  <a:pt x="9603" y="6087"/>
                </a:cubicBezTo>
                <a:cubicBezTo>
                  <a:pt x="9415" y="6122"/>
                  <a:pt x="9449" y="6429"/>
                  <a:pt x="9637" y="6429"/>
                </a:cubicBezTo>
                <a:cubicBezTo>
                  <a:pt x="10509" y="6429"/>
                  <a:pt x="11329" y="5233"/>
                  <a:pt x="11790" y="4635"/>
                </a:cubicBezTo>
                <a:cubicBezTo>
                  <a:pt x="12473" y="3764"/>
                  <a:pt x="13089" y="2739"/>
                  <a:pt x="12576" y="1679"/>
                </a:cubicBezTo>
                <a:cubicBezTo>
                  <a:pt x="12245" y="992"/>
                  <a:pt x="11699" y="720"/>
                  <a:pt x="11096" y="720"/>
                </a:cubicBezTo>
                <a:cubicBezTo>
                  <a:pt x="10081" y="720"/>
                  <a:pt x="8907" y="1494"/>
                  <a:pt x="8339" y="2363"/>
                </a:cubicBezTo>
                <a:cubicBezTo>
                  <a:pt x="8091" y="1099"/>
                  <a:pt x="7380" y="1"/>
                  <a:pt x="6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4"/>
          <p:cNvSpPr/>
          <p:nvPr/>
        </p:nvSpPr>
        <p:spPr>
          <a:xfrm>
            <a:off x="1187982" y="724789"/>
            <a:ext cx="565585" cy="395120"/>
          </a:xfrm>
          <a:custGeom>
            <a:avLst/>
            <a:gdLst/>
            <a:ahLst/>
            <a:cxnLst/>
            <a:rect l="l" t="t" r="r" b="b"/>
            <a:pathLst>
              <a:path w="8551" h="5974" extrusionOk="0">
                <a:moveTo>
                  <a:pt x="6633" y="457"/>
                </a:moveTo>
                <a:cubicBezTo>
                  <a:pt x="6673" y="457"/>
                  <a:pt x="6715" y="459"/>
                  <a:pt x="6757" y="463"/>
                </a:cubicBezTo>
                <a:cubicBezTo>
                  <a:pt x="7970" y="566"/>
                  <a:pt x="7816" y="2343"/>
                  <a:pt x="7406" y="3043"/>
                </a:cubicBezTo>
                <a:cubicBezTo>
                  <a:pt x="6688" y="4273"/>
                  <a:pt x="4911" y="5179"/>
                  <a:pt x="3579" y="5469"/>
                </a:cubicBezTo>
                <a:cubicBezTo>
                  <a:pt x="3367" y="5515"/>
                  <a:pt x="3143" y="5539"/>
                  <a:pt x="2916" y="5539"/>
                </a:cubicBezTo>
                <a:cubicBezTo>
                  <a:pt x="2043" y="5539"/>
                  <a:pt x="1133" y="5183"/>
                  <a:pt x="794" y="4342"/>
                </a:cubicBezTo>
                <a:cubicBezTo>
                  <a:pt x="332" y="3197"/>
                  <a:pt x="1768" y="2992"/>
                  <a:pt x="2724" y="2924"/>
                </a:cubicBezTo>
                <a:cubicBezTo>
                  <a:pt x="2878" y="3026"/>
                  <a:pt x="3066" y="3094"/>
                  <a:pt x="3271" y="3094"/>
                </a:cubicBezTo>
                <a:cubicBezTo>
                  <a:pt x="3277" y="3095"/>
                  <a:pt x="3283" y="3095"/>
                  <a:pt x="3288" y="3095"/>
                </a:cubicBezTo>
                <a:cubicBezTo>
                  <a:pt x="3480" y="3095"/>
                  <a:pt x="3539" y="2819"/>
                  <a:pt x="3357" y="2753"/>
                </a:cubicBezTo>
                <a:cubicBezTo>
                  <a:pt x="2690" y="2462"/>
                  <a:pt x="2553" y="1916"/>
                  <a:pt x="2964" y="1300"/>
                </a:cubicBezTo>
                <a:cubicBezTo>
                  <a:pt x="3150" y="1038"/>
                  <a:pt x="3354" y="934"/>
                  <a:pt x="3561" y="934"/>
                </a:cubicBezTo>
                <a:cubicBezTo>
                  <a:pt x="4093" y="934"/>
                  <a:pt x="4636" y="1626"/>
                  <a:pt x="4894" y="2069"/>
                </a:cubicBezTo>
                <a:cubicBezTo>
                  <a:pt x="4938" y="2149"/>
                  <a:pt x="5015" y="2186"/>
                  <a:pt x="5093" y="2186"/>
                </a:cubicBezTo>
                <a:cubicBezTo>
                  <a:pt x="5197" y="2186"/>
                  <a:pt x="5302" y="2119"/>
                  <a:pt x="5321" y="2001"/>
                </a:cubicBezTo>
                <a:cubicBezTo>
                  <a:pt x="5403" y="1252"/>
                  <a:pt x="5825" y="457"/>
                  <a:pt x="6633" y="457"/>
                </a:cubicBezTo>
                <a:close/>
                <a:moveTo>
                  <a:pt x="6518" y="0"/>
                </a:moveTo>
                <a:cubicBezTo>
                  <a:pt x="6495" y="0"/>
                  <a:pt x="6472" y="1"/>
                  <a:pt x="6449" y="2"/>
                </a:cubicBezTo>
                <a:cubicBezTo>
                  <a:pt x="5680" y="36"/>
                  <a:pt x="5202" y="719"/>
                  <a:pt x="4980" y="1403"/>
                </a:cubicBezTo>
                <a:cubicBezTo>
                  <a:pt x="4605" y="929"/>
                  <a:pt x="4082" y="491"/>
                  <a:pt x="3547" y="491"/>
                </a:cubicBezTo>
                <a:cubicBezTo>
                  <a:pt x="3251" y="491"/>
                  <a:pt x="2952" y="625"/>
                  <a:pt x="2673" y="959"/>
                </a:cubicBezTo>
                <a:cubicBezTo>
                  <a:pt x="2297" y="1403"/>
                  <a:pt x="2178" y="2103"/>
                  <a:pt x="2434" y="2582"/>
                </a:cubicBezTo>
                <a:cubicBezTo>
                  <a:pt x="2397" y="2581"/>
                  <a:pt x="2361" y="2580"/>
                  <a:pt x="2324" y="2580"/>
                </a:cubicBezTo>
                <a:cubicBezTo>
                  <a:pt x="1208" y="2580"/>
                  <a:pt x="0" y="3086"/>
                  <a:pt x="298" y="4376"/>
                </a:cubicBezTo>
                <a:cubicBezTo>
                  <a:pt x="578" y="5564"/>
                  <a:pt x="1722" y="5974"/>
                  <a:pt x="2850" y="5974"/>
                </a:cubicBezTo>
                <a:cubicBezTo>
                  <a:pt x="3377" y="5974"/>
                  <a:pt x="3901" y="5884"/>
                  <a:pt x="4330" y="5743"/>
                </a:cubicBezTo>
                <a:cubicBezTo>
                  <a:pt x="6159" y="5162"/>
                  <a:pt x="8551" y="3573"/>
                  <a:pt x="8124" y="1369"/>
                </a:cubicBezTo>
                <a:cubicBezTo>
                  <a:pt x="7991" y="572"/>
                  <a:pt x="7309" y="0"/>
                  <a:pt x="6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0" name="Google Shape;860;p44"/>
          <p:cNvGrpSpPr/>
          <p:nvPr/>
        </p:nvGrpSpPr>
        <p:grpSpPr>
          <a:xfrm>
            <a:off x="1413102" y="3071235"/>
            <a:ext cx="850038" cy="1116492"/>
            <a:chOff x="181724" y="3902898"/>
            <a:chExt cx="850038" cy="1116492"/>
          </a:xfrm>
        </p:grpSpPr>
        <p:grpSp>
          <p:nvGrpSpPr>
            <p:cNvPr id="861" name="Google Shape;861;p44"/>
            <p:cNvGrpSpPr/>
            <p:nvPr/>
          </p:nvGrpSpPr>
          <p:grpSpPr>
            <a:xfrm>
              <a:off x="181724" y="3902898"/>
              <a:ext cx="850038" cy="1116492"/>
              <a:chOff x="181724" y="3902898"/>
              <a:chExt cx="850038" cy="1116492"/>
            </a:xfrm>
          </p:grpSpPr>
          <p:sp>
            <p:nvSpPr>
              <p:cNvPr id="862" name="Google Shape;862;p44"/>
              <p:cNvSpPr/>
              <p:nvPr/>
            </p:nvSpPr>
            <p:spPr>
              <a:xfrm rot="-572741">
                <a:off x="257958" y="3970491"/>
                <a:ext cx="530901" cy="540560"/>
              </a:xfrm>
              <a:custGeom>
                <a:avLst/>
                <a:gdLst/>
                <a:ahLst/>
                <a:cxnLst/>
                <a:rect l="l" t="t" r="r" b="b"/>
                <a:pathLst>
                  <a:path w="8993" h="9157" extrusionOk="0">
                    <a:moveTo>
                      <a:pt x="7831" y="0"/>
                    </a:moveTo>
                    <a:cubicBezTo>
                      <a:pt x="7594" y="0"/>
                      <a:pt x="7348" y="161"/>
                      <a:pt x="7251" y="377"/>
                    </a:cubicBezTo>
                    <a:cubicBezTo>
                      <a:pt x="7205" y="367"/>
                      <a:pt x="7160" y="362"/>
                      <a:pt x="7115" y="362"/>
                    </a:cubicBezTo>
                    <a:cubicBezTo>
                      <a:pt x="6929" y="362"/>
                      <a:pt x="6760" y="447"/>
                      <a:pt x="6636" y="599"/>
                    </a:cubicBezTo>
                    <a:cubicBezTo>
                      <a:pt x="6584" y="582"/>
                      <a:pt x="6516" y="547"/>
                      <a:pt x="6448" y="530"/>
                    </a:cubicBezTo>
                    <a:cubicBezTo>
                      <a:pt x="6404" y="522"/>
                      <a:pt x="6361" y="518"/>
                      <a:pt x="6318" y="518"/>
                    </a:cubicBezTo>
                    <a:cubicBezTo>
                      <a:pt x="6010" y="518"/>
                      <a:pt x="5743" y="728"/>
                      <a:pt x="5713" y="1043"/>
                    </a:cubicBezTo>
                    <a:cubicBezTo>
                      <a:pt x="5694" y="1041"/>
                      <a:pt x="5674" y="1040"/>
                      <a:pt x="5655" y="1040"/>
                    </a:cubicBezTo>
                    <a:cubicBezTo>
                      <a:pt x="5339" y="1040"/>
                      <a:pt x="5080" y="1301"/>
                      <a:pt x="5064" y="1607"/>
                    </a:cubicBezTo>
                    <a:cubicBezTo>
                      <a:pt x="4984" y="1573"/>
                      <a:pt x="4899" y="1555"/>
                      <a:pt x="4813" y="1555"/>
                    </a:cubicBezTo>
                    <a:cubicBezTo>
                      <a:pt x="4642" y="1555"/>
                      <a:pt x="4471" y="1624"/>
                      <a:pt x="4346" y="1761"/>
                    </a:cubicBezTo>
                    <a:cubicBezTo>
                      <a:pt x="4124" y="1504"/>
                      <a:pt x="3919" y="1265"/>
                      <a:pt x="3697" y="1026"/>
                    </a:cubicBezTo>
                    <a:cubicBezTo>
                      <a:pt x="3592" y="912"/>
                      <a:pt x="3455" y="863"/>
                      <a:pt x="3316" y="863"/>
                    </a:cubicBezTo>
                    <a:cubicBezTo>
                      <a:pt x="2954" y="863"/>
                      <a:pt x="2580" y="1195"/>
                      <a:pt x="2740" y="1590"/>
                    </a:cubicBezTo>
                    <a:cubicBezTo>
                      <a:pt x="2877" y="1897"/>
                      <a:pt x="3013" y="2205"/>
                      <a:pt x="3150" y="2529"/>
                    </a:cubicBezTo>
                    <a:cubicBezTo>
                      <a:pt x="2894" y="2239"/>
                      <a:pt x="2638" y="1966"/>
                      <a:pt x="2347" y="1709"/>
                    </a:cubicBezTo>
                    <a:cubicBezTo>
                      <a:pt x="2241" y="1613"/>
                      <a:pt x="2105" y="1570"/>
                      <a:pt x="1969" y="1570"/>
                    </a:cubicBezTo>
                    <a:cubicBezTo>
                      <a:pt x="1623" y="1570"/>
                      <a:pt x="1277" y="1851"/>
                      <a:pt x="1424" y="2256"/>
                    </a:cubicBezTo>
                    <a:cubicBezTo>
                      <a:pt x="1869" y="3350"/>
                      <a:pt x="2381" y="4409"/>
                      <a:pt x="2945" y="5451"/>
                    </a:cubicBezTo>
                    <a:cubicBezTo>
                      <a:pt x="2723" y="5280"/>
                      <a:pt x="2484" y="5109"/>
                      <a:pt x="2245" y="4956"/>
                    </a:cubicBezTo>
                    <a:cubicBezTo>
                      <a:pt x="2157" y="4906"/>
                      <a:pt x="2069" y="4874"/>
                      <a:pt x="1975" y="4874"/>
                    </a:cubicBezTo>
                    <a:cubicBezTo>
                      <a:pt x="1941" y="4874"/>
                      <a:pt x="1905" y="4878"/>
                      <a:pt x="1869" y="4887"/>
                    </a:cubicBezTo>
                    <a:lnTo>
                      <a:pt x="1749" y="4665"/>
                    </a:lnTo>
                    <a:cubicBezTo>
                      <a:pt x="1650" y="4490"/>
                      <a:pt x="1482" y="4414"/>
                      <a:pt x="1313" y="4414"/>
                    </a:cubicBezTo>
                    <a:cubicBezTo>
                      <a:pt x="986" y="4414"/>
                      <a:pt x="652" y="4693"/>
                      <a:pt x="775" y="5075"/>
                    </a:cubicBezTo>
                    <a:cubicBezTo>
                      <a:pt x="826" y="5195"/>
                      <a:pt x="861" y="5314"/>
                      <a:pt x="895" y="5434"/>
                    </a:cubicBezTo>
                    <a:lnTo>
                      <a:pt x="758" y="5297"/>
                    </a:lnTo>
                    <a:cubicBezTo>
                      <a:pt x="680" y="5220"/>
                      <a:pt x="572" y="5183"/>
                      <a:pt x="462" y="5183"/>
                    </a:cubicBezTo>
                    <a:cubicBezTo>
                      <a:pt x="234" y="5183"/>
                      <a:pt x="0" y="5340"/>
                      <a:pt x="23" y="5605"/>
                    </a:cubicBezTo>
                    <a:cubicBezTo>
                      <a:pt x="75" y="6032"/>
                      <a:pt x="245" y="6442"/>
                      <a:pt x="502" y="6767"/>
                    </a:cubicBezTo>
                    <a:cubicBezTo>
                      <a:pt x="586" y="6863"/>
                      <a:pt x="695" y="6917"/>
                      <a:pt x="806" y="6917"/>
                    </a:cubicBezTo>
                    <a:cubicBezTo>
                      <a:pt x="853" y="6917"/>
                      <a:pt x="900" y="6907"/>
                      <a:pt x="946" y="6886"/>
                    </a:cubicBezTo>
                    <a:cubicBezTo>
                      <a:pt x="1254" y="7279"/>
                      <a:pt x="1493" y="7724"/>
                      <a:pt x="1698" y="8185"/>
                    </a:cubicBezTo>
                    <a:cubicBezTo>
                      <a:pt x="1776" y="8369"/>
                      <a:pt x="1912" y="8444"/>
                      <a:pt x="2056" y="8444"/>
                    </a:cubicBezTo>
                    <a:cubicBezTo>
                      <a:pt x="2260" y="8444"/>
                      <a:pt x="2479" y="8293"/>
                      <a:pt x="2569" y="8082"/>
                    </a:cubicBezTo>
                    <a:cubicBezTo>
                      <a:pt x="2774" y="8390"/>
                      <a:pt x="2996" y="8697"/>
                      <a:pt x="3236" y="8988"/>
                    </a:cubicBezTo>
                    <a:cubicBezTo>
                      <a:pt x="3335" y="9106"/>
                      <a:pt x="3462" y="9157"/>
                      <a:pt x="3590" y="9157"/>
                    </a:cubicBezTo>
                    <a:cubicBezTo>
                      <a:pt x="3924" y="9157"/>
                      <a:pt x="4265" y="8816"/>
                      <a:pt x="4141" y="8458"/>
                    </a:cubicBezTo>
                    <a:cubicBezTo>
                      <a:pt x="4056" y="8185"/>
                      <a:pt x="3953" y="7912"/>
                      <a:pt x="3851" y="7638"/>
                    </a:cubicBezTo>
                    <a:lnTo>
                      <a:pt x="3851" y="7638"/>
                    </a:lnTo>
                    <a:lnTo>
                      <a:pt x="4056" y="7826"/>
                    </a:lnTo>
                    <a:cubicBezTo>
                      <a:pt x="4163" y="7914"/>
                      <a:pt x="4302" y="7954"/>
                      <a:pt x="4441" y="7954"/>
                    </a:cubicBezTo>
                    <a:cubicBezTo>
                      <a:pt x="4789" y="7954"/>
                      <a:pt x="5137" y="7700"/>
                      <a:pt x="4978" y="7296"/>
                    </a:cubicBezTo>
                    <a:cubicBezTo>
                      <a:pt x="4790" y="6801"/>
                      <a:pt x="4585" y="6323"/>
                      <a:pt x="4346" y="5844"/>
                    </a:cubicBezTo>
                    <a:lnTo>
                      <a:pt x="4346" y="5844"/>
                    </a:lnTo>
                    <a:cubicBezTo>
                      <a:pt x="4705" y="6323"/>
                      <a:pt x="5115" y="6750"/>
                      <a:pt x="5542" y="7160"/>
                    </a:cubicBezTo>
                    <a:cubicBezTo>
                      <a:pt x="5653" y="7271"/>
                      <a:pt x="5786" y="7319"/>
                      <a:pt x="5917" y="7319"/>
                    </a:cubicBezTo>
                    <a:cubicBezTo>
                      <a:pt x="6229" y="7319"/>
                      <a:pt x="6525" y="7043"/>
                      <a:pt x="6465" y="6681"/>
                    </a:cubicBezTo>
                    <a:lnTo>
                      <a:pt x="6465" y="6681"/>
                    </a:lnTo>
                    <a:cubicBezTo>
                      <a:pt x="6704" y="7023"/>
                      <a:pt x="6943" y="7348"/>
                      <a:pt x="7200" y="7672"/>
                    </a:cubicBezTo>
                    <a:cubicBezTo>
                      <a:pt x="7299" y="7800"/>
                      <a:pt x="7428" y="7853"/>
                      <a:pt x="7558" y="7853"/>
                    </a:cubicBezTo>
                    <a:cubicBezTo>
                      <a:pt x="7830" y="7853"/>
                      <a:pt x="8110" y="7619"/>
                      <a:pt x="8156" y="7331"/>
                    </a:cubicBezTo>
                    <a:cubicBezTo>
                      <a:pt x="8191" y="7338"/>
                      <a:pt x="8226" y="7341"/>
                      <a:pt x="8259" y="7341"/>
                    </a:cubicBezTo>
                    <a:cubicBezTo>
                      <a:pt x="8641" y="7341"/>
                      <a:pt x="8943" y="6916"/>
                      <a:pt x="8754" y="6476"/>
                    </a:cubicBezTo>
                    <a:cubicBezTo>
                      <a:pt x="8379" y="5588"/>
                      <a:pt x="7934" y="4716"/>
                      <a:pt x="7422" y="3879"/>
                    </a:cubicBezTo>
                    <a:cubicBezTo>
                      <a:pt x="7644" y="3708"/>
                      <a:pt x="7712" y="3401"/>
                      <a:pt x="7610" y="3144"/>
                    </a:cubicBezTo>
                    <a:cubicBezTo>
                      <a:pt x="7473" y="2871"/>
                      <a:pt x="7370" y="2598"/>
                      <a:pt x="7268" y="2324"/>
                    </a:cubicBezTo>
                    <a:cubicBezTo>
                      <a:pt x="7405" y="2273"/>
                      <a:pt x="7507" y="2205"/>
                      <a:pt x="7593" y="2085"/>
                    </a:cubicBezTo>
                    <a:cubicBezTo>
                      <a:pt x="7695" y="2171"/>
                      <a:pt x="7780" y="2256"/>
                      <a:pt x="7883" y="2341"/>
                    </a:cubicBezTo>
                    <a:cubicBezTo>
                      <a:pt x="7993" y="2446"/>
                      <a:pt x="8132" y="2493"/>
                      <a:pt x="8271" y="2493"/>
                    </a:cubicBezTo>
                    <a:cubicBezTo>
                      <a:pt x="8631" y="2493"/>
                      <a:pt x="8992" y="2184"/>
                      <a:pt x="8857" y="1778"/>
                    </a:cubicBezTo>
                    <a:cubicBezTo>
                      <a:pt x="8772" y="1555"/>
                      <a:pt x="8686" y="1333"/>
                      <a:pt x="8601" y="1111"/>
                    </a:cubicBezTo>
                    <a:cubicBezTo>
                      <a:pt x="8566" y="770"/>
                      <a:pt x="8413" y="445"/>
                      <a:pt x="8208" y="189"/>
                    </a:cubicBezTo>
                    <a:cubicBezTo>
                      <a:pt x="8106" y="56"/>
                      <a:pt x="7970" y="0"/>
                      <a:pt x="78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4"/>
              <p:cNvSpPr/>
              <p:nvPr/>
            </p:nvSpPr>
            <p:spPr>
              <a:xfrm rot="-572741">
                <a:off x="535668" y="4556036"/>
                <a:ext cx="266129" cy="184772"/>
              </a:xfrm>
              <a:custGeom>
                <a:avLst/>
                <a:gdLst/>
                <a:ahLst/>
                <a:cxnLst/>
                <a:rect l="l" t="t" r="r" b="b"/>
                <a:pathLst>
                  <a:path w="4508" h="3130" extrusionOk="0">
                    <a:moveTo>
                      <a:pt x="1426" y="0"/>
                    </a:moveTo>
                    <a:cubicBezTo>
                      <a:pt x="967" y="0"/>
                      <a:pt x="686" y="660"/>
                      <a:pt x="1163" y="978"/>
                    </a:cubicBezTo>
                    <a:cubicBezTo>
                      <a:pt x="1385" y="1115"/>
                      <a:pt x="1607" y="1269"/>
                      <a:pt x="1829" y="1422"/>
                    </a:cubicBezTo>
                    <a:cubicBezTo>
                      <a:pt x="1402" y="1252"/>
                      <a:pt x="958" y="1132"/>
                      <a:pt x="514" y="1064"/>
                    </a:cubicBezTo>
                    <a:cubicBezTo>
                      <a:pt x="496" y="1061"/>
                      <a:pt x="478" y="1060"/>
                      <a:pt x="461" y="1060"/>
                    </a:cubicBezTo>
                    <a:cubicBezTo>
                      <a:pt x="139" y="1060"/>
                      <a:pt x="0" y="1498"/>
                      <a:pt x="309" y="1627"/>
                    </a:cubicBezTo>
                    <a:cubicBezTo>
                      <a:pt x="1453" y="2191"/>
                      <a:pt x="2615" y="2687"/>
                      <a:pt x="3811" y="3114"/>
                    </a:cubicBezTo>
                    <a:cubicBezTo>
                      <a:pt x="3853" y="3125"/>
                      <a:pt x="3894" y="3130"/>
                      <a:pt x="3934" y="3130"/>
                    </a:cubicBezTo>
                    <a:cubicBezTo>
                      <a:pt x="4267" y="3130"/>
                      <a:pt x="4507" y="2768"/>
                      <a:pt x="4324" y="2448"/>
                    </a:cubicBezTo>
                    <a:lnTo>
                      <a:pt x="4307" y="2430"/>
                    </a:lnTo>
                    <a:cubicBezTo>
                      <a:pt x="4495" y="2208"/>
                      <a:pt x="4495" y="1867"/>
                      <a:pt x="4307" y="1645"/>
                    </a:cubicBezTo>
                    <a:cubicBezTo>
                      <a:pt x="3948" y="1217"/>
                      <a:pt x="3777" y="636"/>
                      <a:pt x="3213" y="431"/>
                    </a:cubicBezTo>
                    <a:cubicBezTo>
                      <a:pt x="3168" y="414"/>
                      <a:pt x="3121" y="406"/>
                      <a:pt x="3076" y="406"/>
                    </a:cubicBezTo>
                    <a:cubicBezTo>
                      <a:pt x="2900" y="406"/>
                      <a:pt x="2738" y="528"/>
                      <a:pt x="2684" y="705"/>
                    </a:cubicBezTo>
                    <a:cubicBezTo>
                      <a:pt x="2376" y="466"/>
                      <a:pt x="2051" y="243"/>
                      <a:pt x="1693" y="73"/>
                    </a:cubicBezTo>
                    <a:cubicBezTo>
                      <a:pt x="1600" y="22"/>
                      <a:pt x="1510" y="0"/>
                      <a:pt x="14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4"/>
              <p:cNvSpPr/>
              <p:nvPr/>
            </p:nvSpPr>
            <p:spPr>
              <a:xfrm rot="-572741">
                <a:off x="753579" y="4382593"/>
                <a:ext cx="229351" cy="229341"/>
              </a:xfrm>
              <a:custGeom>
                <a:avLst/>
                <a:gdLst/>
                <a:ahLst/>
                <a:cxnLst/>
                <a:rect l="l" t="t" r="r" b="b"/>
                <a:pathLst>
                  <a:path w="3885" h="3885" extrusionOk="0">
                    <a:moveTo>
                      <a:pt x="3162" y="1"/>
                    </a:moveTo>
                    <a:cubicBezTo>
                      <a:pt x="3029" y="1"/>
                      <a:pt x="2899" y="44"/>
                      <a:pt x="2801" y="142"/>
                    </a:cubicBezTo>
                    <a:cubicBezTo>
                      <a:pt x="1878" y="1082"/>
                      <a:pt x="955" y="2005"/>
                      <a:pt x="238" y="3098"/>
                    </a:cubicBezTo>
                    <a:cubicBezTo>
                      <a:pt x="1" y="3474"/>
                      <a:pt x="332" y="3884"/>
                      <a:pt x="703" y="3884"/>
                    </a:cubicBezTo>
                    <a:cubicBezTo>
                      <a:pt x="787" y="3884"/>
                      <a:pt x="873" y="3863"/>
                      <a:pt x="955" y="3816"/>
                    </a:cubicBezTo>
                    <a:cubicBezTo>
                      <a:pt x="1280" y="3645"/>
                      <a:pt x="1588" y="3440"/>
                      <a:pt x="1861" y="3218"/>
                    </a:cubicBezTo>
                    <a:cubicBezTo>
                      <a:pt x="1895" y="3183"/>
                      <a:pt x="1929" y="3132"/>
                      <a:pt x="1963" y="3081"/>
                    </a:cubicBezTo>
                    <a:cubicBezTo>
                      <a:pt x="2459" y="2739"/>
                      <a:pt x="2869" y="2295"/>
                      <a:pt x="3177" y="1782"/>
                    </a:cubicBezTo>
                    <a:cubicBezTo>
                      <a:pt x="3296" y="1731"/>
                      <a:pt x="3399" y="1629"/>
                      <a:pt x="3450" y="1492"/>
                    </a:cubicBezTo>
                    <a:cubicBezTo>
                      <a:pt x="3467" y="1407"/>
                      <a:pt x="3484" y="1321"/>
                      <a:pt x="3467" y="1236"/>
                    </a:cubicBezTo>
                    <a:cubicBezTo>
                      <a:pt x="3552" y="1048"/>
                      <a:pt x="3638" y="877"/>
                      <a:pt x="3723" y="689"/>
                    </a:cubicBezTo>
                    <a:cubicBezTo>
                      <a:pt x="3885" y="304"/>
                      <a:pt x="3514" y="1"/>
                      <a:pt x="31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4"/>
              <p:cNvSpPr/>
              <p:nvPr/>
            </p:nvSpPr>
            <p:spPr>
              <a:xfrm rot="-572741">
                <a:off x="261183" y="3953169"/>
                <a:ext cx="691122" cy="1015948"/>
              </a:xfrm>
              <a:custGeom>
                <a:avLst/>
                <a:gdLst/>
                <a:ahLst/>
                <a:cxnLst/>
                <a:rect l="l" t="t" r="r" b="b"/>
                <a:pathLst>
                  <a:path w="11707" h="17210" extrusionOk="0">
                    <a:moveTo>
                      <a:pt x="7971" y="601"/>
                    </a:moveTo>
                    <a:cubicBezTo>
                      <a:pt x="8633" y="601"/>
                      <a:pt x="9201" y="1037"/>
                      <a:pt x="9014" y="1974"/>
                    </a:cubicBezTo>
                    <a:cubicBezTo>
                      <a:pt x="8843" y="2828"/>
                      <a:pt x="7852" y="3529"/>
                      <a:pt x="7186" y="3990"/>
                    </a:cubicBezTo>
                    <a:cubicBezTo>
                      <a:pt x="7045" y="4130"/>
                      <a:pt x="7161" y="4356"/>
                      <a:pt x="7337" y="4356"/>
                    </a:cubicBezTo>
                    <a:cubicBezTo>
                      <a:pt x="7355" y="4356"/>
                      <a:pt x="7372" y="4354"/>
                      <a:pt x="7391" y="4349"/>
                    </a:cubicBezTo>
                    <a:cubicBezTo>
                      <a:pt x="7510" y="4281"/>
                      <a:pt x="7630" y="4195"/>
                      <a:pt x="7749" y="4127"/>
                    </a:cubicBezTo>
                    <a:cubicBezTo>
                      <a:pt x="8313" y="4503"/>
                      <a:pt x="8911" y="4657"/>
                      <a:pt x="9253" y="5306"/>
                    </a:cubicBezTo>
                    <a:cubicBezTo>
                      <a:pt x="9458" y="5750"/>
                      <a:pt x="9407" y="6280"/>
                      <a:pt x="9116" y="6673"/>
                    </a:cubicBezTo>
                    <a:cubicBezTo>
                      <a:pt x="8730" y="7222"/>
                      <a:pt x="8162" y="7418"/>
                      <a:pt x="7556" y="7418"/>
                    </a:cubicBezTo>
                    <a:cubicBezTo>
                      <a:pt x="6956" y="7418"/>
                      <a:pt x="6320" y="7227"/>
                      <a:pt x="5784" y="6997"/>
                    </a:cubicBezTo>
                    <a:lnTo>
                      <a:pt x="5802" y="6997"/>
                    </a:lnTo>
                    <a:cubicBezTo>
                      <a:pt x="5682" y="6656"/>
                      <a:pt x="5426" y="6399"/>
                      <a:pt x="5101" y="6297"/>
                    </a:cubicBezTo>
                    <a:cubicBezTo>
                      <a:pt x="5082" y="6287"/>
                      <a:pt x="5063" y="6283"/>
                      <a:pt x="5045" y="6283"/>
                    </a:cubicBezTo>
                    <a:cubicBezTo>
                      <a:pt x="4936" y="6283"/>
                      <a:pt x="4864" y="6443"/>
                      <a:pt x="4981" y="6502"/>
                    </a:cubicBezTo>
                    <a:cubicBezTo>
                      <a:pt x="5135" y="6570"/>
                      <a:pt x="5255" y="6690"/>
                      <a:pt x="5357" y="6809"/>
                    </a:cubicBezTo>
                    <a:cubicBezTo>
                      <a:pt x="5238" y="6844"/>
                      <a:pt x="5204" y="6980"/>
                      <a:pt x="5306" y="7049"/>
                    </a:cubicBezTo>
                    <a:cubicBezTo>
                      <a:pt x="5357" y="7083"/>
                      <a:pt x="5409" y="7117"/>
                      <a:pt x="5477" y="7168"/>
                    </a:cubicBezTo>
                    <a:cubicBezTo>
                      <a:pt x="5530" y="7960"/>
                      <a:pt x="4374" y="8968"/>
                      <a:pt x="3606" y="8968"/>
                    </a:cubicBezTo>
                    <a:cubicBezTo>
                      <a:pt x="3131" y="8968"/>
                      <a:pt x="2804" y="8584"/>
                      <a:pt x="2999" y="7527"/>
                    </a:cubicBezTo>
                    <a:cubicBezTo>
                      <a:pt x="3041" y="7390"/>
                      <a:pt x="2927" y="7263"/>
                      <a:pt x="2793" y="7263"/>
                    </a:cubicBezTo>
                    <a:cubicBezTo>
                      <a:pt x="2760" y="7263"/>
                      <a:pt x="2725" y="7271"/>
                      <a:pt x="2692" y="7288"/>
                    </a:cubicBezTo>
                    <a:cubicBezTo>
                      <a:pt x="2411" y="7426"/>
                      <a:pt x="2146" y="7490"/>
                      <a:pt x="1903" y="7490"/>
                    </a:cubicBezTo>
                    <a:cubicBezTo>
                      <a:pt x="1067" y="7490"/>
                      <a:pt x="497" y="6743"/>
                      <a:pt x="471" y="5750"/>
                    </a:cubicBezTo>
                    <a:cubicBezTo>
                      <a:pt x="440" y="4718"/>
                      <a:pt x="1021" y="4351"/>
                      <a:pt x="1730" y="4351"/>
                    </a:cubicBezTo>
                    <a:cubicBezTo>
                      <a:pt x="2219" y="4351"/>
                      <a:pt x="2769" y="4525"/>
                      <a:pt x="3222" y="4776"/>
                    </a:cubicBezTo>
                    <a:lnTo>
                      <a:pt x="3273" y="4793"/>
                    </a:lnTo>
                    <a:cubicBezTo>
                      <a:pt x="3299" y="4805"/>
                      <a:pt x="3324" y="4811"/>
                      <a:pt x="3348" y="4811"/>
                    </a:cubicBezTo>
                    <a:cubicBezTo>
                      <a:pt x="3526" y="4811"/>
                      <a:pt x="3625" y="4506"/>
                      <a:pt x="3444" y="4400"/>
                    </a:cubicBezTo>
                    <a:cubicBezTo>
                      <a:pt x="3375" y="4366"/>
                      <a:pt x="3307" y="4332"/>
                      <a:pt x="3222" y="4298"/>
                    </a:cubicBezTo>
                    <a:cubicBezTo>
                      <a:pt x="2213" y="3655"/>
                      <a:pt x="3176" y="1441"/>
                      <a:pt x="4306" y="1441"/>
                    </a:cubicBezTo>
                    <a:cubicBezTo>
                      <a:pt x="4708" y="1441"/>
                      <a:pt x="5131" y="1722"/>
                      <a:pt x="5494" y="2452"/>
                    </a:cubicBezTo>
                    <a:cubicBezTo>
                      <a:pt x="5529" y="2529"/>
                      <a:pt x="5589" y="2560"/>
                      <a:pt x="5652" y="2560"/>
                    </a:cubicBezTo>
                    <a:cubicBezTo>
                      <a:pt x="5745" y="2560"/>
                      <a:pt x="5846" y="2493"/>
                      <a:pt x="5887" y="2401"/>
                    </a:cubicBezTo>
                    <a:cubicBezTo>
                      <a:pt x="6092" y="1923"/>
                      <a:pt x="6382" y="1496"/>
                      <a:pt x="6758" y="1120"/>
                    </a:cubicBezTo>
                    <a:cubicBezTo>
                      <a:pt x="7085" y="780"/>
                      <a:pt x="7548" y="601"/>
                      <a:pt x="7971" y="601"/>
                    </a:cubicBezTo>
                    <a:close/>
                    <a:moveTo>
                      <a:pt x="10788" y="9374"/>
                    </a:moveTo>
                    <a:cubicBezTo>
                      <a:pt x="10993" y="9374"/>
                      <a:pt x="10599" y="10507"/>
                      <a:pt x="10534" y="10620"/>
                    </a:cubicBezTo>
                    <a:cubicBezTo>
                      <a:pt x="10244" y="10944"/>
                      <a:pt x="9902" y="11235"/>
                      <a:pt x="9543" y="11474"/>
                    </a:cubicBezTo>
                    <a:cubicBezTo>
                      <a:pt x="9270" y="11645"/>
                      <a:pt x="8980" y="11850"/>
                      <a:pt x="8672" y="12021"/>
                    </a:cubicBezTo>
                    <a:cubicBezTo>
                      <a:pt x="9065" y="10944"/>
                      <a:pt x="9697" y="9970"/>
                      <a:pt x="10739" y="9389"/>
                    </a:cubicBezTo>
                    <a:cubicBezTo>
                      <a:pt x="10759" y="9379"/>
                      <a:pt x="10775" y="9374"/>
                      <a:pt x="10788" y="9374"/>
                    </a:cubicBezTo>
                    <a:close/>
                    <a:moveTo>
                      <a:pt x="5163" y="10615"/>
                    </a:moveTo>
                    <a:cubicBezTo>
                      <a:pt x="5544" y="10615"/>
                      <a:pt x="6039" y="10764"/>
                      <a:pt x="6126" y="10808"/>
                    </a:cubicBezTo>
                    <a:cubicBezTo>
                      <a:pt x="6536" y="11064"/>
                      <a:pt x="6912" y="11354"/>
                      <a:pt x="7237" y="11696"/>
                    </a:cubicBezTo>
                    <a:cubicBezTo>
                      <a:pt x="7425" y="11867"/>
                      <a:pt x="7596" y="12055"/>
                      <a:pt x="7766" y="12243"/>
                    </a:cubicBezTo>
                    <a:cubicBezTo>
                      <a:pt x="7801" y="12328"/>
                      <a:pt x="7835" y="12397"/>
                      <a:pt x="7869" y="12482"/>
                    </a:cubicBezTo>
                    <a:cubicBezTo>
                      <a:pt x="7869" y="12550"/>
                      <a:pt x="7886" y="12602"/>
                      <a:pt x="7954" y="12653"/>
                    </a:cubicBezTo>
                    <a:cubicBezTo>
                      <a:pt x="7972" y="12687"/>
                      <a:pt x="7972" y="12704"/>
                      <a:pt x="7989" y="12738"/>
                    </a:cubicBezTo>
                    <a:cubicBezTo>
                      <a:pt x="7954" y="12875"/>
                      <a:pt x="7920" y="13029"/>
                      <a:pt x="7886" y="13165"/>
                    </a:cubicBezTo>
                    <a:cubicBezTo>
                      <a:pt x="6827" y="12738"/>
                      <a:pt x="5477" y="12226"/>
                      <a:pt x="4862" y="11269"/>
                    </a:cubicBezTo>
                    <a:cubicBezTo>
                      <a:pt x="4534" y="10756"/>
                      <a:pt x="4794" y="10615"/>
                      <a:pt x="5163" y="10615"/>
                    </a:cubicBezTo>
                    <a:close/>
                    <a:moveTo>
                      <a:pt x="8067" y="0"/>
                    </a:moveTo>
                    <a:cubicBezTo>
                      <a:pt x="7155" y="0"/>
                      <a:pt x="6168" y="1030"/>
                      <a:pt x="5682" y="1872"/>
                    </a:cubicBezTo>
                    <a:cubicBezTo>
                      <a:pt x="5288" y="1258"/>
                      <a:pt x="4829" y="1013"/>
                      <a:pt x="4381" y="1013"/>
                    </a:cubicBezTo>
                    <a:cubicBezTo>
                      <a:pt x="3156" y="1013"/>
                      <a:pt x="2007" y="2844"/>
                      <a:pt x="2470" y="4007"/>
                    </a:cubicBezTo>
                    <a:cubicBezTo>
                      <a:pt x="2227" y="3946"/>
                      <a:pt x="1986" y="3913"/>
                      <a:pt x="1755" y="3913"/>
                    </a:cubicBezTo>
                    <a:cubicBezTo>
                      <a:pt x="836" y="3913"/>
                      <a:pt x="84" y="4435"/>
                      <a:pt x="44" y="5733"/>
                    </a:cubicBezTo>
                    <a:cubicBezTo>
                      <a:pt x="0" y="7012"/>
                      <a:pt x="839" y="7880"/>
                      <a:pt x="1910" y="7880"/>
                    </a:cubicBezTo>
                    <a:cubicBezTo>
                      <a:pt x="2112" y="7880"/>
                      <a:pt x="2323" y="7849"/>
                      <a:pt x="2538" y="7783"/>
                    </a:cubicBezTo>
                    <a:lnTo>
                      <a:pt x="2538" y="7783"/>
                    </a:lnTo>
                    <a:cubicBezTo>
                      <a:pt x="2413" y="8930"/>
                      <a:pt x="2842" y="9352"/>
                      <a:pt x="3426" y="9352"/>
                    </a:cubicBezTo>
                    <a:cubicBezTo>
                      <a:pt x="4358" y="9352"/>
                      <a:pt x="5686" y="8280"/>
                      <a:pt x="5802" y="7356"/>
                    </a:cubicBezTo>
                    <a:cubicBezTo>
                      <a:pt x="5921" y="7425"/>
                      <a:pt x="6058" y="7476"/>
                      <a:pt x="6177" y="7527"/>
                    </a:cubicBezTo>
                    <a:cubicBezTo>
                      <a:pt x="6177" y="7544"/>
                      <a:pt x="6177" y="7578"/>
                      <a:pt x="6177" y="7612"/>
                    </a:cubicBezTo>
                    <a:cubicBezTo>
                      <a:pt x="6519" y="8877"/>
                      <a:pt x="6912" y="10124"/>
                      <a:pt x="7391" y="11337"/>
                    </a:cubicBezTo>
                    <a:cubicBezTo>
                      <a:pt x="6779" y="10702"/>
                      <a:pt x="6055" y="10148"/>
                      <a:pt x="5401" y="10148"/>
                    </a:cubicBezTo>
                    <a:cubicBezTo>
                      <a:pt x="5104" y="10148"/>
                      <a:pt x="4822" y="10262"/>
                      <a:pt x="4571" y="10534"/>
                    </a:cubicBezTo>
                    <a:cubicBezTo>
                      <a:pt x="3358" y="11850"/>
                      <a:pt x="7220" y="13336"/>
                      <a:pt x="7937" y="13644"/>
                    </a:cubicBezTo>
                    <a:cubicBezTo>
                      <a:pt x="7969" y="13662"/>
                      <a:pt x="8003" y="13671"/>
                      <a:pt x="8035" y="13671"/>
                    </a:cubicBezTo>
                    <a:cubicBezTo>
                      <a:pt x="8124" y="13671"/>
                      <a:pt x="8207" y="13607"/>
                      <a:pt x="8245" y="13507"/>
                    </a:cubicBezTo>
                    <a:lnTo>
                      <a:pt x="8279" y="13336"/>
                    </a:lnTo>
                    <a:cubicBezTo>
                      <a:pt x="9048" y="14823"/>
                      <a:pt x="10039" y="16173"/>
                      <a:pt x="11355" y="17181"/>
                    </a:cubicBezTo>
                    <a:cubicBezTo>
                      <a:pt x="11385" y="17201"/>
                      <a:pt x="11417" y="17210"/>
                      <a:pt x="11449" y="17210"/>
                    </a:cubicBezTo>
                    <a:cubicBezTo>
                      <a:pt x="11580" y="17210"/>
                      <a:pt x="11707" y="17062"/>
                      <a:pt x="11679" y="16924"/>
                    </a:cubicBezTo>
                    <a:cubicBezTo>
                      <a:pt x="11628" y="16685"/>
                      <a:pt x="11543" y="16463"/>
                      <a:pt x="11389" y="16258"/>
                    </a:cubicBezTo>
                    <a:cubicBezTo>
                      <a:pt x="11360" y="16200"/>
                      <a:pt x="11310" y="16176"/>
                      <a:pt x="11258" y="16176"/>
                    </a:cubicBezTo>
                    <a:cubicBezTo>
                      <a:pt x="11156" y="16176"/>
                      <a:pt x="11047" y="16270"/>
                      <a:pt x="11081" y="16395"/>
                    </a:cubicBezTo>
                    <a:cubicBezTo>
                      <a:pt x="11081" y="16395"/>
                      <a:pt x="11081" y="16395"/>
                      <a:pt x="11081" y="16412"/>
                    </a:cubicBezTo>
                    <a:cubicBezTo>
                      <a:pt x="10022" y="15438"/>
                      <a:pt x="9168" y="14259"/>
                      <a:pt x="8552" y="12960"/>
                    </a:cubicBezTo>
                    <a:cubicBezTo>
                      <a:pt x="8570" y="12926"/>
                      <a:pt x="8570" y="12892"/>
                      <a:pt x="8552" y="12875"/>
                    </a:cubicBezTo>
                    <a:cubicBezTo>
                      <a:pt x="8518" y="12807"/>
                      <a:pt x="8484" y="12755"/>
                      <a:pt x="8433" y="12687"/>
                    </a:cubicBezTo>
                    <a:cubicBezTo>
                      <a:pt x="8433" y="12670"/>
                      <a:pt x="8433" y="12653"/>
                      <a:pt x="8450" y="12619"/>
                    </a:cubicBezTo>
                    <a:cubicBezTo>
                      <a:pt x="9236" y="12362"/>
                      <a:pt x="10107" y="11611"/>
                      <a:pt x="10637" y="11115"/>
                    </a:cubicBezTo>
                    <a:cubicBezTo>
                      <a:pt x="11286" y="10517"/>
                      <a:pt x="11525" y="9748"/>
                      <a:pt x="11115" y="8962"/>
                    </a:cubicBezTo>
                    <a:cubicBezTo>
                      <a:pt x="11068" y="8891"/>
                      <a:pt x="10988" y="8853"/>
                      <a:pt x="10910" y="8853"/>
                    </a:cubicBezTo>
                    <a:cubicBezTo>
                      <a:pt x="10875" y="8853"/>
                      <a:pt x="10840" y="8861"/>
                      <a:pt x="10808" y="8877"/>
                    </a:cubicBezTo>
                    <a:cubicBezTo>
                      <a:pt x="9424" y="9492"/>
                      <a:pt x="8638" y="10756"/>
                      <a:pt x="8159" y="12140"/>
                    </a:cubicBezTo>
                    <a:cubicBezTo>
                      <a:pt x="7510" y="10654"/>
                      <a:pt x="7015" y="9082"/>
                      <a:pt x="6502" y="7630"/>
                    </a:cubicBezTo>
                    <a:lnTo>
                      <a:pt x="6502" y="7630"/>
                    </a:lnTo>
                    <a:cubicBezTo>
                      <a:pt x="6832" y="7728"/>
                      <a:pt x="7173" y="7782"/>
                      <a:pt x="7508" y="7782"/>
                    </a:cubicBezTo>
                    <a:cubicBezTo>
                      <a:pt x="8281" y="7782"/>
                      <a:pt x="9020" y="7491"/>
                      <a:pt x="9509" y="6775"/>
                    </a:cubicBezTo>
                    <a:cubicBezTo>
                      <a:pt x="10295" y="5630"/>
                      <a:pt x="9321" y="4161"/>
                      <a:pt x="8125" y="3819"/>
                    </a:cubicBezTo>
                    <a:cubicBezTo>
                      <a:pt x="9099" y="3033"/>
                      <a:pt x="9919" y="1872"/>
                      <a:pt x="9185" y="710"/>
                    </a:cubicBezTo>
                    <a:cubicBezTo>
                      <a:pt x="8860" y="202"/>
                      <a:pt x="8471" y="0"/>
                      <a:pt x="8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6" name="Google Shape;866;p44"/>
            <p:cNvSpPr/>
            <p:nvPr/>
          </p:nvSpPr>
          <p:spPr>
            <a:xfrm rot="-321182">
              <a:off x="453297" y="4166216"/>
              <a:ext cx="153609" cy="146814"/>
            </a:xfrm>
            <a:custGeom>
              <a:avLst/>
              <a:gdLst/>
              <a:ahLst/>
              <a:cxnLst/>
              <a:rect l="l" t="t" r="r" b="b"/>
              <a:pathLst>
                <a:path w="2602" h="2487" extrusionOk="0">
                  <a:moveTo>
                    <a:pt x="1653" y="602"/>
                  </a:moveTo>
                  <a:cubicBezTo>
                    <a:pt x="1747" y="602"/>
                    <a:pt x="1841" y="614"/>
                    <a:pt x="1935" y="640"/>
                  </a:cubicBezTo>
                  <a:cubicBezTo>
                    <a:pt x="1949" y="645"/>
                    <a:pt x="1962" y="647"/>
                    <a:pt x="1973" y="647"/>
                  </a:cubicBezTo>
                  <a:cubicBezTo>
                    <a:pt x="2004" y="647"/>
                    <a:pt x="2025" y="631"/>
                    <a:pt x="2038" y="606"/>
                  </a:cubicBezTo>
                  <a:lnTo>
                    <a:pt x="2072" y="657"/>
                  </a:lnTo>
                  <a:cubicBezTo>
                    <a:pt x="2157" y="1101"/>
                    <a:pt x="2021" y="1546"/>
                    <a:pt x="1730" y="1870"/>
                  </a:cubicBezTo>
                  <a:cubicBezTo>
                    <a:pt x="1586" y="2014"/>
                    <a:pt x="1328" y="2101"/>
                    <a:pt x="1084" y="2101"/>
                  </a:cubicBezTo>
                  <a:cubicBezTo>
                    <a:pt x="777" y="2101"/>
                    <a:pt x="492" y="1964"/>
                    <a:pt x="483" y="1631"/>
                  </a:cubicBezTo>
                  <a:cubicBezTo>
                    <a:pt x="483" y="1221"/>
                    <a:pt x="825" y="879"/>
                    <a:pt x="1201" y="708"/>
                  </a:cubicBezTo>
                  <a:cubicBezTo>
                    <a:pt x="1235" y="708"/>
                    <a:pt x="1269" y="708"/>
                    <a:pt x="1303" y="691"/>
                  </a:cubicBezTo>
                  <a:cubicBezTo>
                    <a:pt x="1320" y="674"/>
                    <a:pt x="1354" y="657"/>
                    <a:pt x="1371" y="640"/>
                  </a:cubicBezTo>
                  <a:cubicBezTo>
                    <a:pt x="1465" y="614"/>
                    <a:pt x="1559" y="602"/>
                    <a:pt x="1653" y="602"/>
                  </a:cubicBezTo>
                  <a:close/>
                  <a:moveTo>
                    <a:pt x="1820" y="0"/>
                  </a:moveTo>
                  <a:cubicBezTo>
                    <a:pt x="1569" y="0"/>
                    <a:pt x="1302" y="131"/>
                    <a:pt x="1132" y="367"/>
                  </a:cubicBezTo>
                  <a:cubicBezTo>
                    <a:pt x="620" y="555"/>
                    <a:pt x="244" y="982"/>
                    <a:pt x="107" y="1511"/>
                  </a:cubicBezTo>
                  <a:cubicBezTo>
                    <a:pt x="0" y="2163"/>
                    <a:pt x="576" y="2486"/>
                    <a:pt x="1144" y="2486"/>
                  </a:cubicBezTo>
                  <a:cubicBezTo>
                    <a:pt x="1395" y="2486"/>
                    <a:pt x="1644" y="2423"/>
                    <a:pt x="1833" y="2297"/>
                  </a:cubicBezTo>
                  <a:cubicBezTo>
                    <a:pt x="2380" y="1939"/>
                    <a:pt x="2602" y="1135"/>
                    <a:pt x="2448" y="520"/>
                  </a:cubicBezTo>
                  <a:cubicBezTo>
                    <a:pt x="2358" y="161"/>
                    <a:pt x="2098" y="0"/>
                    <a:pt x="1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 name="Google Shape;867;p44"/>
          <p:cNvGrpSpPr/>
          <p:nvPr/>
        </p:nvGrpSpPr>
        <p:grpSpPr>
          <a:xfrm rot="1796398">
            <a:off x="6008257" y="4015720"/>
            <a:ext cx="2625310" cy="3331639"/>
            <a:chOff x="1154976" y="632775"/>
            <a:chExt cx="2502430" cy="3877954"/>
          </a:xfrm>
        </p:grpSpPr>
        <p:sp>
          <p:nvSpPr>
            <p:cNvPr id="868" name="Google Shape;868;p44"/>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4"/>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876;p45"/>
          <p:cNvGrpSpPr/>
          <p:nvPr/>
        </p:nvGrpSpPr>
        <p:grpSpPr>
          <a:xfrm>
            <a:off x="4165649" y="3793120"/>
            <a:ext cx="344447" cy="328854"/>
            <a:chOff x="1022652" y="639441"/>
            <a:chExt cx="288075" cy="313736"/>
          </a:xfrm>
        </p:grpSpPr>
        <p:sp>
          <p:nvSpPr>
            <p:cNvPr id="32" name="Google Shape;877;p45"/>
            <p:cNvSpPr/>
            <p:nvPr/>
          </p:nvSpPr>
          <p:spPr>
            <a:xfrm>
              <a:off x="1040821" y="639441"/>
              <a:ext cx="269907" cy="307305"/>
            </a:xfrm>
            <a:custGeom>
              <a:avLst/>
              <a:gdLst/>
              <a:ahLst/>
              <a:cxnLst/>
              <a:rect l="l" t="t" r="r" b="b"/>
              <a:pathLst>
                <a:path w="4323" h="4922" fill="none" extrusionOk="0">
                  <a:moveTo>
                    <a:pt x="649" y="2734"/>
                  </a:moveTo>
                  <a:cubicBezTo>
                    <a:pt x="666" y="2734"/>
                    <a:pt x="666" y="2717"/>
                    <a:pt x="666" y="2700"/>
                  </a:cubicBezTo>
                  <a:cubicBezTo>
                    <a:pt x="649" y="2700"/>
                    <a:pt x="598" y="2683"/>
                    <a:pt x="581" y="2683"/>
                  </a:cubicBezTo>
                  <a:cubicBezTo>
                    <a:pt x="581" y="2700"/>
                    <a:pt x="564" y="2752"/>
                    <a:pt x="564" y="2786"/>
                  </a:cubicBezTo>
                  <a:cubicBezTo>
                    <a:pt x="547" y="2752"/>
                    <a:pt x="513" y="2734"/>
                    <a:pt x="496" y="2700"/>
                  </a:cubicBezTo>
                  <a:cubicBezTo>
                    <a:pt x="444" y="2307"/>
                    <a:pt x="256" y="1931"/>
                    <a:pt x="0" y="1624"/>
                  </a:cubicBezTo>
                  <a:lnTo>
                    <a:pt x="205" y="1316"/>
                  </a:lnTo>
                  <a:lnTo>
                    <a:pt x="1572" y="1385"/>
                  </a:lnTo>
                  <a:cubicBezTo>
                    <a:pt x="1692" y="1214"/>
                    <a:pt x="1794" y="1026"/>
                    <a:pt x="1863" y="838"/>
                  </a:cubicBezTo>
                  <a:cubicBezTo>
                    <a:pt x="1914" y="650"/>
                    <a:pt x="1982" y="479"/>
                    <a:pt x="2085" y="308"/>
                  </a:cubicBezTo>
                  <a:cubicBezTo>
                    <a:pt x="2119" y="240"/>
                    <a:pt x="2187" y="172"/>
                    <a:pt x="2255" y="137"/>
                  </a:cubicBezTo>
                  <a:cubicBezTo>
                    <a:pt x="2375" y="86"/>
                    <a:pt x="2495" y="35"/>
                    <a:pt x="2614" y="1"/>
                  </a:cubicBezTo>
                  <a:cubicBezTo>
                    <a:pt x="2666" y="52"/>
                    <a:pt x="2700" y="120"/>
                    <a:pt x="2717" y="189"/>
                  </a:cubicBezTo>
                  <a:cubicBezTo>
                    <a:pt x="2768" y="394"/>
                    <a:pt x="2768" y="599"/>
                    <a:pt x="2717" y="804"/>
                  </a:cubicBezTo>
                  <a:cubicBezTo>
                    <a:pt x="2648" y="1060"/>
                    <a:pt x="2597" y="1299"/>
                    <a:pt x="2563" y="1556"/>
                  </a:cubicBezTo>
                  <a:cubicBezTo>
                    <a:pt x="2529" y="1778"/>
                    <a:pt x="2597" y="1846"/>
                    <a:pt x="2785" y="1914"/>
                  </a:cubicBezTo>
                  <a:cubicBezTo>
                    <a:pt x="3246" y="2068"/>
                    <a:pt x="3691" y="2222"/>
                    <a:pt x="4152" y="2393"/>
                  </a:cubicBezTo>
                  <a:cubicBezTo>
                    <a:pt x="4203" y="2410"/>
                    <a:pt x="4255" y="2478"/>
                    <a:pt x="4289" y="2512"/>
                  </a:cubicBezTo>
                  <a:cubicBezTo>
                    <a:pt x="4323" y="2683"/>
                    <a:pt x="4220" y="2871"/>
                    <a:pt x="4050" y="2940"/>
                  </a:cubicBezTo>
                  <a:cubicBezTo>
                    <a:pt x="3879" y="3025"/>
                    <a:pt x="3708" y="3093"/>
                    <a:pt x="3520" y="3110"/>
                  </a:cubicBezTo>
                  <a:cubicBezTo>
                    <a:pt x="3332" y="3110"/>
                    <a:pt x="3161" y="3145"/>
                    <a:pt x="3007" y="3179"/>
                  </a:cubicBezTo>
                  <a:cubicBezTo>
                    <a:pt x="2734" y="3230"/>
                    <a:pt x="2631" y="3350"/>
                    <a:pt x="2631" y="3606"/>
                  </a:cubicBezTo>
                  <a:cubicBezTo>
                    <a:pt x="2631" y="3965"/>
                    <a:pt x="2666" y="4324"/>
                    <a:pt x="2683" y="4699"/>
                  </a:cubicBezTo>
                  <a:cubicBezTo>
                    <a:pt x="2666" y="4716"/>
                    <a:pt x="2666" y="4751"/>
                    <a:pt x="2648" y="4768"/>
                  </a:cubicBezTo>
                  <a:lnTo>
                    <a:pt x="2392" y="4922"/>
                  </a:lnTo>
                  <a:cubicBezTo>
                    <a:pt x="1982" y="4904"/>
                    <a:pt x="1828" y="4648"/>
                    <a:pt x="1692" y="4358"/>
                  </a:cubicBezTo>
                  <a:cubicBezTo>
                    <a:pt x="1640" y="4238"/>
                    <a:pt x="1572" y="4136"/>
                    <a:pt x="1521" y="4033"/>
                  </a:cubicBezTo>
                  <a:cubicBezTo>
                    <a:pt x="1384" y="3760"/>
                    <a:pt x="1077" y="3606"/>
                    <a:pt x="786" y="3691"/>
                  </a:cubicBezTo>
                  <a:cubicBezTo>
                    <a:pt x="530" y="3760"/>
                    <a:pt x="256" y="3657"/>
                    <a:pt x="120" y="3418"/>
                  </a:cubicBezTo>
                  <a:lnTo>
                    <a:pt x="547" y="2769"/>
                  </a:lnTo>
                  <a:cubicBezTo>
                    <a:pt x="581" y="2752"/>
                    <a:pt x="615" y="2752"/>
                    <a:pt x="649" y="2734"/>
                  </a:cubicBezTo>
                  <a:close/>
                  <a:moveTo>
                    <a:pt x="2273" y="394"/>
                  </a:moveTo>
                  <a:lnTo>
                    <a:pt x="2273" y="360"/>
                  </a:lnTo>
                  <a:lnTo>
                    <a:pt x="2255" y="360"/>
                  </a:lnTo>
                  <a:close/>
                </a:path>
              </a:pathLst>
            </a:custGeom>
            <a:solidFill>
              <a:schemeClr val="accent2"/>
            </a:solid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78;p45"/>
            <p:cNvSpPr/>
            <p:nvPr/>
          </p:nvSpPr>
          <p:spPr>
            <a:xfrm>
              <a:off x="1022652" y="645871"/>
              <a:ext cx="268908" cy="307305"/>
            </a:xfrm>
            <a:custGeom>
              <a:avLst/>
              <a:gdLst/>
              <a:ahLst/>
              <a:cxnLst/>
              <a:rect l="l" t="t" r="r" b="b"/>
              <a:pathLst>
                <a:path w="4307" h="4922" extrusionOk="0">
                  <a:moveTo>
                    <a:pt x="650" y="2734"/>
                  </a:moveTo>
                  <a:cubicBezTo>
                    <a:pt x="667" y="2734"/>
                    <a:pt x="667" y="2717"/>
                    <a:pt x="684" y="2700"/>
                  </a:cubicBezTo>
                  <a:cubicBezTo>
                    <a:pt x="650" y="2700"/>
                    <a:pt x="599" y="2666"/>
                    <a:pt x="582" y="2683"/>
                  </a:cubicBezTo>
                  <a:cubicBezTo>
                    <a:pt x="582" y="2700"/>
                    <a:pt x="564" y="2751"/>
                    <a:pt x="564" y="2768"/>
                  </a:cubicBezTo>
                  <a:cubicBezTo>
                    <a:pt x="547" y="2751"/>
                    <a:pt x="513" y="2717"/>
                    <a:pt x="496" y="2700"/>
                  </a:cubicBezTo>
                  <a:cubicBezTo>
                    <a:pt x="445" y="2290"/>
                    <a:pt x="274" y="1931"/>
                    <a:pt x="1" y="1623"/>
                  </a:cubicBezTo>
                  <a:cubicBezTo>
                    <a:pt x="69" y="1521"/>
                    <a:pt x="137" y="1418"/>
                    <a:pt x="206" y="1316"/>
                  </a:cubicBezTo>
                  <a:lnTo>
                    <a:pt x="1573" y="1384"/>
                  </a:lnTo>
                  <a:cubicBezTo>
                    <a:pt x="1692" y="1213"/>
                    <a:pt x="1795" y="1025"/>
                    <a:pt x="1863" y="837"/>
                  </a:cubicBezTo>
                  <a:cubicBezTo>
                    <a:pt x="1914" y="649"/>
                    <a:pt x="1983" y="479"/>
                    <a:pt x="2068" y="308"/>
                  </a:cubicBezTo>
                  <a:cubicBezTo>
                    <a:pt x="2119" y="239"/>
                    <a:pt x="2171" y="171"/>
                    <a:pt x="2256" y="137"/>
                  </a:cubicBezTo>
                  <a:cubicBezTo>
                    <a:pt x="2376" y="86"/>
                    <a:pt x="2495" y="34"/>
                    <a:pt x="2615" y="0"/>
                  </a:cubicBezTo>
                  <a:cubicBezTo>
                    <a:pt x="2649" y="51"/>
                    <a:pt x="2683" y="120"/>
                    <a:pt x="2717" y="188"/>
                  </a:cubicBezTo>
                  <a:cubicBezTo>
                    <a:pt x="2769" y="393"/>
                    <a:pt x="2769" y="598"/>
                    <a:pt x="2717" y="803"/>
                  </a:cubicBezTo>
                  <a:cubicBezTo>
                    <a:pt x="2649" y="1042"/>
                    <a:pt x="2598" y="1299"/>
                    <a:pt x="2546" y="1555"/>
                  </a:cubicBezTo>
                  <a:cubicBezTo>
                    <a:pt x="2529" y="1777"/>
                    <a:pt x="2581" y="1846"/>
                    <a:pt x="2786" y="1914"/>
                  </a:cubicBezTo>
                  <a:cubicBezTo>
                    <a:pt x="3230" y="2068"/>
                    <a:pt x="3691" y="2221"/>
                    <a:pt x="4136" y="2392"/>
                  </a:cubicBezTo>
                  <a:cubicBezTo>
                    <a:pt x="4204" y="2409"/>
                    <a:pt x="4238" y="2478"/>
                    <a:pt x="4289" y="2512"/>
                  </a:cubicBezTo>
                  <a:cubicBezTo>
                    <a:pt x="4306" y="2683"/>
                    <a:pt x="4204" y="2854"/>
                    <a:pt x="4050" y="2939"/>
                  </a:cubicBezTo>
                  <a:cubicBezTo>
                    <a:pt x="3879" y="3024"/>
                    <a:pt x="3691" y="3093"/>
                    <a:pt x="3503" y="3110"/>
                  </a:cubicBezTo>
                  <a:cubicBezTo>
                    <a:pt x="3332" y="3110"/>
                    <a:pt x="3162" y="3144"/>
                    <a:pt x="2991" y="3178"/>
                  </a:cubicBezTo>
                  <a:cubicBezTo>
                    <a:pt x="2734" y="3230"/>
                    <a:pt x="2632" y="3349"/>
                    <a:pt x="2632" y="3605"/>
                  </a:cubicBezTo>
                  <a:cubicBezTo>
                    <a:pt x="2632" y="3964"/>
                    <a:pt x="2649" y="4323"/>
                    <a:pt x="2666" y="4682"/>
                  </a:cubicBezTo>
                  <a:cubicBezTo>
                    <a:pt x="2666" y="4716"/>
                    <a:pt x="2666" y="4750"/>
                    <a:pt x="2649" y="4767"/>
                  </a:cubicBezTo>
                  <a:lnTo>
                    <a:pt x="2393" y="4921"/>
                  </a:lnTo>
                  <a:cubicBezTo>
                    <a:pt x="1983" y="4904"/>
                    <a:pt x="1829" y="4648"/>
                    <a:pt x="1692" y="4340"/>
                  </a:cubicBezTo>
                  <a:cubicBezTo>
                    <a:pt x="1641" y="4238"/>
                    <a:pt x="1573" y="4135"/>
                    <a:pt x="1504" y="4033"/>
                  </a:cubicBezTo>
                  <a:cubicBezTo>
                    <a:pt x="1385" y="3759"/>
                    <a:pt x="1077" y="3605"/>
                    <a:pt x="787" y="3691"/>
                  </a:cubicBezTo>
                  <a:cubicBezTo>
                    <a:pt x="530" y="3759"/>
                    <a:pt x="257" y="3657"/>
                    <a:pt x="120" y="3417"/>
                  </a:cubicBezTo>
                  <a:lnTo>
                    <a:pt x="547" y="2768"/>
                  </a:lnTo>
                  <a:cubicBezTo>
                    <a:pt x="582" y="2751"/>
                    <a:pt x="616" y="2751"/>
                    <a:pt x="650" y="2734"/>
                  </a:cubicBezTo>
                  <a:close/>
                  <a:moveTo>
                    <a:pt x="2273" y="393"/>
                  </a:moveTo>
                  <a:lnTo>
                    <a:pt x="2273" y="359"/>
                  </a:lnTo>
                  <a:lnTo>
                    <a:pt x="2256" y="3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grpSp>
        <p:nvGrpSpPr>
          <p:cNvPr id="876" name="Google Shape;876;p45"/>
          <p:cNvGrpSpPr/>
          <p:nvPr/>
        </p:nvGrpSpPr>
        <p:grpSpPr>
          <a:xfrm>
            <a:off x="1229921" y="680445"/>
            <a:ext cx="418775" cy="456078"/>
            <a:chOff x="1022652" y="639441"/>
            <a:chExt cx="288075" cy="313736"/>
          </a:xfrm>
        </p:grpSpPr>
        <p:sp>
          <p:nvSpPr>
            <p:cNvPr id="877" name="Google Shape;877;p45"/>
            <p:cNvSpPr/>
            <p:nvPr/>
          </p:nvSpPr>
          <p:spPr>
            <a:xfrm>
              <a:off x="1040821" y="639441"/>
              <a:ext cx="269907" cy="307305"/>
            </a:xfrm>
            <a:custGeom>
              <a:avLst/>
              <a:gdLst/>
              <a:ahLst/>
              <a:cxnLst/>
              <a:rect l="l" t="t" r="r" b="b"/>
              <a:pathLst>
                <a:path w="4323" h="4922" fill="none" extrusionOk="0">
                  <a:moveTo>
                    <a:pt x="649" y="2734"/>
                  </a:moveTo>
                  <a:cubicBezTo>
                    <a:pt x="666" y="2734"/>
                    <a:pt x="666" y="2717"/>
                    <a:pt x="666" y="2700"/>
                  </a:cubicBezTo>
                  <a:cubicBezTo>
                    <a:pt x="649" y="2700"/>
                    <a:pt x="598" y="2683"/>
                    <a:pt x="581" y="2683"/>
                  </a:cubicBezTo>
                  <a:cubicBezTo>
                    <a:pt x="581" y="2700"/>
                    <a:pt x="564" y="2752"/>
                    <a:pt x="564" y="2786"/>
                  </a:cubicBezTo>
                  <a:cubicBezTo>
                    <a:pt x="547" y="2752"/>
                    <a:pt x="513" y="2734"/>
                    <a:pt x="496" y="2700"/>
                  </a:cubicBezTo>
                  <a:cubicBezTo>
                    <a:pt x="444" y="2307"/>
                    <a:pt x="256" y="1931"/>
                    <a:pt x="0" y="1624"/>
                  </a:cubicBezTo>
                  <a:lnTo>
                    <a:pt x="205" y="1316"/>
                  </a:lnTo>
                  <a:lnTo>
                    <a:pt x="1572" y="1385"/>
                  </a:lnTo>
                  <a:cubicBezTo>
                    <a:pt x="1692" y="1214"/>
                    <a:pt x="1794" y="1026"/>
                    <a:pt x="1863" y="838"/>
                  </a:cubicBezTo>
                  <a:cubicBezTo>
                    <a:pt x="1914" y="650"/>
                    <a:pt x="1982" y="479"/>
                    <a:pt x="2085" y="308"/>
                  </a:cubicBezTo>
                  <a:cubicBezTo>
                    <a:pt x="2119" y="240"/>
                    <a:pt x="2187" y="172"/>
                    <a:pt x="2255" y="137"/>
                  </a:cubicBezTo>
                  <a:cubicBezTo>
                    <a:pt x="2375" y="86"/>
                    <a:pt x="2495" y="35"/>
                    <a:pt x="2614" y="1"/>
                  </a:cubicBezTo>
                  <a:cubicBezTo>
                    <a:pt x="2666" y="52"/>
                    <a:pt x="2700" y="120"/>
                    <a:pt x="2717" y="189"/>
                  </a:cubicBezTo>
                  <a:cubicBezTo>
                    <a:pt x="2768" y="394"/>
                    <a:pt x="2768" y="599"/>
                    <a:pt x="2717" y="804"/>
                  </a:cubicBezTo>
                  <a:cubicBezTo>
                    <a:pt x="2648" y="1060"/>
                    <a:pt x="2597" y="1299"/>
                    <a:pt x="2563" y="1556"/>
                  </a:cubicBezTo>
                  <a:cubicBezTo>
                    <a:pt x="2529" y="1778"/>
                    <a:pt x="2597" y="1846"/>
                    <a:pt x="2785" y="1914"/>
                  </a:cubicBezTo>
                  <a:cubicBezTo>
                    <a:pt x="3246" y="2068"/>
                    <a:pt x="3691" y="2222"/>
                    <a:pt x="4152" y="2393"/>
                  </a:cubicBezTo>
                  <a:cubicBezTo>
                    <a:pt x="4203" y="2410"/>
                    <a:pt x="4255" y="2478"/>
                    <a:pt x="4289" y="2512"/>
                  </a:cubicBezTo>
                  <a:cubicBezTo>
                    <a:pt x="4323" y="2683"/>
                    <a:pt x="4220" y="2871"/>
                    <a:pt x="4050" y="2940"/>
                  </a:cubicBezTo>
                  <a:cubicBezTo>
                    <a:pt x="3879" y="3025"/>
                    <a:pt x="3708" y="3093"/>
                    <a:pt x="3520" y="3110"/>
                  </a:cubicBezTo>
                  <a:cubicBezTo>
                    <a:pt x="3332" y="3110"/>
                    <a:pt x="3161" y="3145"/>
                    <a:pt x="3007" y="3179"/>
                  </a:cubicBezTo>
                  <a:cubicBezTo>
                    <a:pt x="2734" y="3230"/>
                    <a:pt x="2631" y="3350"/>
                    <a:pt x="2631" y="3606"/>
                  </a:cubicBezTo>
                  <a:cubicBezTo>
                    <a:pt x="2631" y="3965"/>
                    <a:pt x="2666" y="4324"/>
                    <a:pt x="2683" y="4699"/>
                  </a:cubicBezTo>
                  <a:cubicBezTo>
                    <a:pt x="2666" y="4716"/>
                    <a:pt x="2666" y="4751"/>
                    <a:pt x="2648" y="4768"/>
                  </a:cubicBezTo>
                  <a:lnTo>
                    <a:pt x="2392" y="4922"/>
                  </a:lnTo>
                  <a:cubicBezTo>
                    <a:pt x="1982" y="4904"/>
                    <a:pt x="1828" y="4648"/>
                    <a:pt x="1692" y="4358"/>
                  </a:cubicBezTo>
                  <a:cubicBezTo>
                    <a:pt x="1640" y="4238"/>
                    <a:pt x="1572" y="4136"/>
                    <a:pt x="1521" y="4033"/>
                  </a:cubicBezTo>
                  <a:cubicBezTo>
                    <a:pt x="1384" y="3760"/>
                    <a:pt x="1077" y="3606"/>
                    <a:pt x="786" y="3691"/>
                  </a:cubicBezTo>
                  <a:cubicBezTo>
                    <a:pt x="530" y="3760"/>
                    <a:pt x="256" y="3657"/>
                    <a:pt x="120" y="3418"/>
                  </a:cubicBezTo>
                  <a:lnTo>
                    <a:pt x="547" y="2769"/>
                  </a:lnTo>
                  <a:cubicBezTo>
                    <a:pt x="581" y="2752"/>
                    <a:pt x="615" y="2752"/>
                    <a:pt x="649" y="2734"/>
                  </a:cubicBezTo>
                  <a:close/>
                  <a:moveTo>
                    <a:pt x="2273" y="394"/>
                  </a:moveTo>
                  <a:lnTo>
                    <a:pt x="2273" y="360"/>
                  </a:lnTo>
                  <a:lnTo>
                    <a:pt x="2255" y="360"/>
                  </a:lnTo>
                  <a:close/>
                </a:path>
              </a:pathLst>
            </a:custGeom>
            <a:solidFill>
              <a:schemeClr val="accent2"/>
            </a:solid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5"/>
            <p:cNvSpPr/>
            <p:nvPr/>
          </p:nvSpPr>
          <p:spPr>
            <a:xfrm>
              <a:off x="1022652" y="645871"/>
              <a:ext cx="268908" cy="307305"/>
            </a:xfrm>
            <a:custGeom>
              <a:avLst/>
              <a:gdLst/>
              <a:ahLst/>
              <a:cxnLst/>
              <a:rect l="l" t="t" r="r" b="b"/>
              <a:pathLst>
                <a:path w="4307" h="4922" extrusionOk="0">
                  <a:moveTo>
                    <a:pt x="650" y="2734"/>
                  </a:moveTo>
                  <a:cubicBezTo>
                    <a:pt x="667" y="2734"/>
                    <a:pt x="667" y="2717"/>
                    <a:pt x="684" y="2700"/>
                  </a:cubicBezTo>
                  <a:cubicBezTo>
                    <a:pt x="650" y="2700"/>
                    <a:pt x="599" y="2666"/>
                    <a:pt x="582" y="2683"/>
                  </a:cubicBezTo>
                  <a:cubicBezTo>
                    <a:pt x="582" y="2700"/>
                    <a:pt x="564" y="2751"/>
                    <a:pt x="564" y="2768"/>
                  </a:cubicBezTo>
                  <a:cubicBezTo>
                    <a:pt x="547" y="2751"/>
                    <a:pt x="513" y="2717"/>
                    <a:pt x="496" y="2700"/>
                  </a:cubicBezTo>
                  <a:cubicBezTo>
                    <a:pt x="445" y="2290"/>
                    <a:pt x="274" y="1931"/>
                    <a:pt x="1" y="1623"/>
                  </a:cubicBezTo>
                  <a:cubicBezTo>
                    <a:pt x="69" y="1521"/>
                    <a:pt x="137" y="1418"/>
                    <a:pt x="206" y="1316"/>
                  </a:cubicBezTo>
                  <a:lnTo>
                    <a:pt x="1573" y="1384"/>
                  </a:lnTo>
                  <a:cubicBezTo>
                    <a:pt x="1692" y="1213"/>
                    <a:pt x="1795" y="1025"/>
                    <a:pt x="1863" y="837"/>
                  </a:cubicBezTo>
                  <a:cubicBezTo>
                    <a:pt x="1914" y="649"/>
                    <a:pt x="1983" y="479"/>
                    <a:pt x="2068" y="308"/>
                  </a:cubicBezTo>
                  <a:cubicBezTo>
                    <a:pt x="2119" y="239"/>
                    <a:pt x="2171" y="171"/>
                    <a:pt x="2256" y="137"/>
                  </a:cubicBezTo>
                  <a:cubicBezTo>
                    <a:pt x="2376" y="86"/>
                    <a:pt x="2495" y="34"/>
                    <a:pt x="2615" y="0"/>
                  </a:cubicBezTo>
                  <a:cubicBezTo>
                    <a:pt x="2649" y="51"/>
                    <a:pt x="2683" y="120"/>
                    <a:pt x="2717" y="188"/>
                  </a:cubicBezTo>
                  <a:cubicBezTo>
                    <a:pt x="2769" y="393"/>
                    <a:pt x="2769" y="598"/>
                    <a:pt x="2717" y="803"/>
                  </a:cubicBezTo>
                  <a:cubicBezTo>
                    <a:pt x="2649" y="1042"/>
                    <a:pt x="2598" y="1299"/>
                    <a:pt x="2546" y="1555"/>
                  </a:cubicBezTo>
                  <a:cubicBezTo>
                    <a:pt x="2529" y="1777"/>
                    <a:pt x="2581" y="1846"/>
                    <a:pt x="2786" y="1914"/>
                  </a:cubicBezTo>
                  <a:cubicBezTo>
                    <a:pt x="3230" y="2068"/>
                    <a:pt x="3691" y="2221"/>
                    <a:pt x="4136" y="2392"/>
                  </a:cubicBezTo>
                  <a:cubicBezTo>
                    <a:pt x="4204" y="2409"/>
                    <a:pt x="4238" y="2478"/>
                    <a:pt x="4289" y="2512"/>
                  </a:cubicBezTo>
                  <a:cubicBezTo>
                    <a:pt x="4306" y="2683"/>
                    <a:pt x="4204" y="2854"/>
                    <a:pt x="4050" y="2939"/>
                  </a:cubicBezTo>
                  <a:cubicBezTo>
                    <a:pt x="3879" y="3024"/>
                    <a:pt x="3691" y="3093"/>
                    <a:pt x="3503" y="3110"/>
                  </a:cubicBezTo>
                  <a:cubicBezTo>
                    <a:pt x="3332" y="3110"/>
                    <a:pt x="3162" y="3144"/>
                    <a:pt x="2991" y="3178"/>
                  </a:cubicBezTo>
                  <a:cubicBezTo>
                    <a:pt x="2734" y="3230"/>
                    <a:pt x="2632" y="3349"/>
                    <a:pt x="2632" y="3605"/>
                  </a:cubicBezTo>
                  <a:cubicBezTo>
                    <a:pt x="2632" y="3964"/>
                    <a:pt x="2649" y="4323"/>
                    <a:pt x="2666" y="4682"/>
                  </a:cubicBezTo>
                  <a:cubicBezTo>
                    <a:pt x="2666" y="4716"/>
                    <a:pt x="2666" y="4750"/>
                    <a:pt x="2649" y="4767"/>
                  </a:cubicBezTo>
                  <a:lnTo>
                    <a:pt x="2393" y="4921"/>
                  </a:lnTo>
                  <a:cubicBezTo>
                    <a:pt x="1983" y="4904"/>
                    <a:pt x="1829" y="4648"/>
                    <a:pt x="1692" y="4340"/>
                  </a:cubicBezTo>
                  <a:cubicBezTo>
                    <a:pt x="1641" y="4238"/>
                    <a:pt x="1573" y="4135"/>
                    <a:pt x="1504" y="4033"/>
                  </a:cubicBezTo>
                  <a:cubicBezTo>
                    <a:pt x="1385" y="3759"/>
                    <a:pt x="1077" y="3605"/>
                    <a:pt x="787" y="3691"/>
                  </a:cubicBezTo>
                  <a:cubicBezTo>
                    <a:pt x="530" y="3759"/>
                    <a:pt x="257" y="3657"/>
                    <a:pt x="120" y="3417"/>
                  </a:cubicBezTo>
                  <a:lnTo>
                    <a:pt x="547" y="2768"/>
                  </a:lnTo>
                  <a:cubicBezTo>
                    <a:pt x="582" y="2751"/>
                    <a:pt x="616" y="2751"/>
                    <a:pt x="650" y="2734"/>
                  </a:cubicBezTo>
                  <a:close/>
                  <a:moveTo>
                    <a:pt x="2273" y="393"/>
                  </a:moveTo>
                  <a:lnTo>
                    <a:pt x="2273" y="359"/>
                  </a:lnTo>
                  <a:lnTo>
                    <a:pt x="2256" y="3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876;p45"/>
          <p:cNvGrpSpPr/>
          <p:nvPr/>
        </p:nvGrpSpPr>
        <p:grpSpPr>
          <a:xfrm>
            <a:off x="649402" y="360938"/>
            <a:ext cx="344447" cy="328854"/>
            <a:chOff x="1022652" y="639441"/>
            <a:chExt cx="288075" cy="313736"/>
          </a:xfrm>
        </p:grpSpPr>
        <p:sp>
          <p:nvSpPr>
            <p:cNvPr id="17" name="Google Shape;877;p45"/>
            <p:cNvSpPr/>
            <p:nvPr/>
          </p:nvSpPr>
          <p:spPr>
            <a:xfrm>
              <a:off x="1040821" y="639441"/>
              <a:ext cx="269907" cy="307305"/>
            </a:xfrm>
            <a:custGeom>
              <a:avLst/>
              <a:gdLst/>
              <a:ahLst/>
              <a:cxnLst/>
              <a:rect l="l" t="t" r="r" b="b"/>
              <a:pathLst>
                <a:path w="4323" h="4922" fill="none" extrusionOk="0">
                  <a:moveTo>
                    <a:pt x="649" y="2734"/>
                  </a:moveTo>
                  <a:cubicBezTo>
                    <a:pt x="666" y="2734"/>
                    <a:pt x="666" y="2717"/>
                    <a:pt x="666" y="2700"/>
                  </a:cubicBezTo>
                  <a:cubicBezTo>
                    <a:pt x="649" y="2700"/>
                    <a:pt x="598" y="2683"/>
                    <a:pt x="581" y="2683"/>
                  </a:cubicBezTo>
                  <a:cubicBezTo>
                    <a:pt x="581" y="2700"/>
                    <a:pt x="564" y="2752"/>
                    <a:pt x="564" y="2786"/>
                  </a:cubicBezTo>
                  <a:cubicBezTo>
                    <a:pt x="547" y="2752"/>
                    <a:pt x="513" y="2734"/>
                    <a:pt x="496" y="2700"/>
                  </a:cubicBezTo>
                  <a:cubicBezTo>
                    <a:pt x="444" y="2307"/>
                    <a:pt x="256" y="1931"/>
                    <a:pt x="0" y="1624"/>
                  </a:cubicBezTo>
                  <a:lnTo>
                    <a:pt x="205" y="1316"/>
                  </a:lnTo>
                  <a:lnTo>
                    <a:pt x="1572" y="1385"/>
                  </a:lnTo>
                  <a:cubicBezTo>
                    <a:pt x="1692" y="1214"/>
                    <a:pt x="1794" y="1026"/>
                    <a:pt x="1863" y="838"/>
                  </a:cubicBezTo>
                  <a:cubicBezTo>
                    <a:pt x="1914" y="650"/>
                    <a:pt x="1982" y="479"/>
                    <a:pt x="2085" y="308"/>
                  </a:cubicBezTo>
                  <a:cubicBezTo>
                    <a:pt x="2119" y="240"/>
                    <a:pt x="2187" y="172"/>
                    <a:pt x="2255" y="137"/>
                  </a:cubicBezTo>
                  <a:cubicBezTo>
                    <a:pt x="2375" y="86"/>
                    <a:pt x="2495" y="35"/>
                    <a:pt x="2614" y="1"/>
                  </a:cubicBezTo>
                  <a:cubicBezTo>
                    <a:pt x="2666" y="52"/>
                    <a:pt x="2700" y="120"/>
                    <a:pt x="2717" y="189"/>
                  </a:cubicBezTo>
                  <a:cubicBezTo>
                    <a:pt x="2768" y="394"/>
                    <a:pt x="2768" y="599"/>
                    <a:pt x="2717" y="804"/>
                  </a:cubicBezTo>
                  <a:cubicBezTo>
                    <a:pt x="2648" y="1060"/>
                    <a:pt x="2597" y="1299"/>
                    <a:pt x="2563" y="1556"/>
                  </a:cubicBezTo>
                  <a:cubicBezTo>
                    <a:pt x="2529" y="1778"/>
                    <a:pt x="2597" y="1846"/>
                    <a:pt x="2785" y="1914"/>
                  </a:cubicBezTo>
                  <a:cubicBezTo>
                    <a:pt x="3246" y="2068"/>
                    <a:pt x="3691" y="2222"/>
                    <a:pt x="4152" y="2393"/>
                  </a:cubicBezTo>
                  <a:cubicBezTo>
                    <a:pt x="4203" y="2410"/>
                    <a:pt x="4255" y="2478"/>
                    <a:pt x="4289" y="2512"/>
                  </a:cubicBezTo>
                  <a:cubicBezTo>
                    <a:pt x="4323" y="2683"/>
                    <a:pt x="4220" y="2871"/>
                    <a:pt x="4050" y="2940"/>
                  </a:cubicBezTo>
                  <a:cubicBezTo>
                    <a:pt x="3879" y="3025"/>
                    <a:pt x="3708" y="3093"/>
                    <a:pt x="3520" y="3110"/>
                  </a:cubicBezTo>
                  <a:cubicBezTo>
                    <a:pt x="3332" y="3110"/>
                    <a:pt x="3161" y="3145"/>
                    <a:pt x="3007" y="3179"/>
                  </a:cubicBezTo>
                  <a:cubicBezTo>
                    <a:pt x="2734" y="3230"/>
                    <a:pt x="2631" y="3350"/>
                    <a:pt x="2631" y="3606"/>
                  </a:cubicBezTo>
                  <a:cubicBezTo>
                    <a:pt x="2631" y="3965"/>
                    <a:pt x="2666" y="4324"/>
                    <a:pt x="2683" y="4699"/>
                  </a:cubicBezTo>
                  <a:cubicBezTo>
                    <a:pt x="2666" y="4716"/>
                    <a:pt x="2666" y="4751"/>
                    <a:pt x="2648" y="4768"/>
                  </a:cubicBezTo>
                  <a:lnTo>
                    <a:pt x="2392" y="4922"/>
                  </a:lnTo>
                  <a:cubicBezTo>
                    <a:pt x="1982" y="4904"/>
                    <a:pt x="1828" y="4648"/>
                    <a:pt x="1692" y="4358"/>
                  </a:cubicBezTo>
                  <a:cubicBezTo>
                    <a:pt x="1640" y="4238"/>
                    <a:pt x="1572" y="4136"/>
                    <a:pt x="1521" y="4033"/>
                  </a:cubicBezTo>
                  <a:cubicBezTo>
                    <a:pt x="1384" y="3760"/>
                    <a:pt x="1077" y="3606"/>
                    <a:pt x="786" y="3691"/>
                  </a:cubicBezTo>
                  <a:cubicBezTo>
                    <a:pt x="530" y="3760"/>
                    <a:pt x="256" y="3657"/>
                    <a:pt x="120" y="3418"/>
                  </a:cubicBezTo>
                  <a:lnTo>
                    <a:pt x="547" y="2769"/>
                  </a:lnTo>
                  <a:cubicBezTo>
                    <a:pt x="581" y="2752"/>
                    <a:pt x="615" y="2752"/>
                    <a:pt x="649" y="2734"/>
                  </a:cubicBezTo>
                  <a:close/>
                  <a:moveTo>
                    <a:pt x="2273" y="394"/>
                  </a:moveTo>
                  <a:lnTo>
                    <a:pt x="2273" y="360"/>
                  </a:lnTo>
                  <a:lnTo>
                    <a:pt x="2255" y="360"/>
                  </a:lnTo>
                  <a:close/>
                </a:path>
              </a:pathLst>
            </a:custGeom>
            <a:solidFill>
              <a:schemeClr val="accent2"/>
            </a:solid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78;p45"/>
            <p:cNvSpPr/>
            <p:nvPr/>
          </p:nvSpPr>
          <p:spPr>
            <a:xfrm>
              <a:off x="1022652" y="645871"/>
              <a:ext cx="268908" cy="307305"/>
            </a:xfrm>
            <a:custGeom>
              <a:avLst/>
              <a:gdLst/>
              <a:ahLst/>
              <a:cxnLst/>
              <a:rect l="l" t="t" r="r" b="b"/>
              <a:pathLst>
                <a:path w="4307" h="4922" extrusionOk="0">
                  <a:moveTo>
                    <a:pt x="650" y="2734"/>
                  </a:moveTo>
                  <a:cubicBezTo>
                    <a:pt x="667" y="2734"/>
                    <a:pt x="667" y="2717"/>
                    <a:pt x="684" y="2700"/>
                  </a:cubicBezTo>
                  <a:cubicBezTo>
                    <a:pt x="650" y="2700"/>
                    <a:pt x="599" y="2666"/>
                    <a:pt x="582" y="2683"/>
                  </a:cubicBezTo>
                  <a:cubicBezTo>
                    <a:pt x="582" y="2700"/>
                    <a:pt x="564" y="2751"/>
                    <a:pt x="564" y="2768"/>
                  </a:cubicBezTo>
                  <a:cubicBezTo>
                    <a:pt x="547" y="2751"/>
                    <a:pt x="513" y="2717"/>
                    <a:pt x="496" y="2700"/>
                  </a:cubicBezTo>
                  <a:cubicBezTo>
                    <a:pt x="445" y="2290"/>
                    <a:pt x="274" y="1931"/>
                    <a:pt x="1" y="1623"/>
                  </a:cubicBezTo>
                  <a:cubicBezTo>
                    <a:pt x="69" y="1521"/>
                    <a:pt x="137" y="1418"/>
                    <a:pt x="206" y="1316"/>
                  </a:cubicBezTo>
                  <a:lnTo>
                    <a:pt x="1573" y="1384"/>
                  </a:lnTo>
                  <a:cubicBezTo>
                    <a:pt x="1692" y="1213"/>
                    <a:pt x="1795" y="1025"/>
                    <a:pt x="1863" y="837"/>
                  </a:cubicBezTo>
                  <a:cubicBezTo>
                    <a:pt x="1914" y="649"/>
                    <a:pt x="1983" y="479"/>
                    <a:pt x="2068" y="308"/>
                  </a:cubicBezTo>
                  <a:cubicBezTo>
                    <a:pt x="2119" y="239"/>
                    <a:pt x="2171" y="171"/>
                    <a:pt x="2256" y="137"/>
                  </a:cubicBezTo>
                  <a:cubicBezTo>
                    <a:pt x="2376" y="86"/>
                    <a:pt x="2495" y="34"/>
                    <a:pt x="2615" y="0"/>
                  </a:cubicBezTo>
                  <a:cubicBezTo>
                    <a:pt x="2649" y="51"/>
                    <a:pt x="2683" y="120"/>
                    <a:pt x="2717" y="188"/>
                  </a:cubicBezTo>
                  <a:cubicBezTo>
                    <a:pt x="2769" y="393"/>
                    <a:pt x="2769" y="598"/>
                    <a:pt x="2717" y="803"/>
                  </a:cubicBezTo>
                  <a:cubicBezTo>
                    <a:pt x="2649" y="1042"/>
                    <a:pt x="2598" y="1299"/>
                    <a:pt x="2546" y="1555"/>
                  </a:cubicBezTo>
                  <a:cubicBezTo>
                    <a:pt x="2529" y="1777"/>
                    <a:pt x="2581" y="1846"/>
                    <a:pt x="2786" y="1914"/>
                  </a:cubicBezTo>
                  <a:cubicBezTo>
                    <a:pt x="3230" y="2068"/>
                    <a:pt x="3691" y="2221"/>
                    <a:pt x="4136" y="2392"/>
                  </a:cubicBezTo>
                  <a:cubicBezTo>
                    <a:pt x="4204" y="2409"/>
                    <a:pt x="4238" y="2478"/>
                    <a:pt x="4289" y="2512"/>
                  </a:cubicBezTo>
                  <a:cubicBezTo>
                    <a:pt x="4306" y="2683"/>
                    <a:pt x="4204" y="2854"/>
                    <a:pt x="4050" y="2939"/>
                  </a:cubicBezTo>
                  <a:cubicBezTo>
                    <a:pt x="3879" y="3024"/>
                    <a:pt x="3691" y="3093"/>
                    <a:pt x="3503" y="3110"/>
                  </a:cubicBezTo>
                  <a:cubicBezTo>
                    <a:pt x="3332" y="3110"/>
                    <a:pt x="3162" y="3144"/>
                    <a:pt x="2991" y="3178"/>
                  </a:cubicBezTo>
                  <a:cubicBezTo>
                    <a:pt x="2734" y="3230"/>
                    <a:pt x="2632" y="3349"/>
                    <a:pt x="2632" y="3605"/>
                  </a:cubicBezTo>
                  <a:cubicBezTo>
                    <a:pt x="2632" y="3964"/>
                    <a:pt x="2649" y="4323"/>
                    <a:pt x="2666" y="4682"/>
                  </a:cubicBezTo>
                  <a:cubicBezTo>
                    <a:pt x="2666" y="4716"/>
                    <a:pt x="2666" y="4750"/>
                    <a:pt x="2649" y="4767"/>
                  </a:cubicBezTo>
                  <a:lnTo>
                    <a:pt x="2393" y="4921"/>
                  </a:lnTo>
                  <a:cubicBezTo>
                    <a:pt x="1983" y="4904"/>
                    <a:pt x="1829" y="4648"/>
                    <a:pt x="1692" y="4340"/>
                  </a:cubicBezTo>
                  <a:cubicBezTo>
                    <a:pt x="1641" y="4238"/>
                    <a:pt x="1573" y="4135"/>
                    <a:pt x="1504" y="4033"/>
                  </a:cubicBezTo>
                  <a:cubicBezTo>
                    <a:pt x="1385" y="3759"/>
                    <a:pt x="1077" y="3605"/>
                    <a:pt x="787" y="3691"/>
                  </a:cubicBezTo>
                  <a:cubicBezTo>
                    <a:pt x="530" y="3759"/>
                    <a:pt x="257" y="3657"/>
                    <a:pt x="120" y="3417"/>
                  </a:cubicBezTo>
                  <a:lnTo>
                    <a:pt x="547" y="2768"/>
                  </a:lnTo>
                  <a:cubicBezTo>
                    <a:pt x="582" y="2751"/>
                    <a:pt x="616" y="2751"/>
                    <a:pt x="650" y="2734"/>
                  </a:cubicBezTo>
                  <a:close/>
                  <a:moveTo>
                    <a:pt x="2273" y="393"/>
                  </a:moveTo>
                  <a:lnTo>
                    <a:pt x="2273" y="359"/>
                  </a:lnTo>
                  <a:lnTo>
                    <a:pt x="2256" y="3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文本框 26"/>
          <p:cNvSpPr txBox="1">
            <a:spLocks noChangeArrowheads="1"/>
          </p:cNvSpPr>
          <p:nvPr/>
        </p:nvSpPr>
        <p:spPr bwMode="auto">
          <a:xfrm>
            <a:off x="907229" y="435863"/>
            <a:ext cx="815476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a:lnSpc>
                <a:spcPct val="100000"/>
              </a:lnSpc>
              <a:spcBef>
                <a:spcPct val="0"/>
              </a:spcBef>
              <a:buFontTx/>
              <a:buNone/>
            </a:pPr>
            <a:r>
              <a:rPr lang="vi-VN" altLang="zh-CN" sz="5000" b="1" dirty="0" smtClean="0">
                <a:solidFill>
                  <a:srgbClr val="DC5D3D"/>
                </a:solidFill>
                <a:latin typeface="+mj-lt"/>
                <a:ea typeface="+mn-ea"/>
                <a:cs typeface="+mn-ea"/>
                <a:sym typeface="+mn-lt"/>
              </a:rPr>
              <a:t>BUỔI SINH HOẠT </a:t>
            </a:r>
          </a:p>
          <a:p>
            <a:pPr algn="ctr">
              <a:lnSpc>
                <a:spcPct val="100000"/>
              </a:lnSpc>
              <a:spcBef>
                <a:spcPct val="0"/>
              </a:spcBef>
              <a:buFontTx/>
              <a:buNone/>
            </a:pPr>
            <a:r>
              <a:rPr lang="vi-VN" altLang="zh-CN" sz="5000" b="1" dirty="0" smtClean="0">
                <a:solidFill>
                  <a:srgbClr val="DC5D3D"/>
                </a:solidFill>
                <a:latin typeface="+mj-lt"/>
                <a:ea typeface="+mn-ea"/>
                <a:cs typeface="+mn-ea"/>
                <a:sym typeface="+mn-lt"/>
              </a:rPr>
              <a:t>CHỦ NHIỆM LỚP 10C8</a:t>
            </a:r>
            <a:endParaRPr lang="zh-CN" altLang="en-US" sz="5000" b="1" dirty="0">
              <a:solidFill>
                <a:srgbClr val="DC5D3D"/>
              </a:solidFill>
              <a:latin typeface="+mj-lt"/>
              <a:ea typeface="+mn-ea"/>
              <a:cs typeface="+mn-ea"/>
              <a:sym typeface="+mn-lt"/>
            </a:endParaRPr>
          </a:p>
        </p:txBody>
      </p:sp>
      <p:sp>
        <p:nvSpPr>
          <p:cNvPr id="20" name="Subtitle 3"/>
          <p:cNvSpPr txBox="1">
            <a:spLocks/>
          </p:cNvSpPr>
          <p:nvPr/>
        </p:nvSpPr>
        <p:spPr>
          <a:xfrm>
            <a:off x="4869000" y="2464847"/>
            <a:ext cx="4275000" cy="546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Poppins"/>
              <a:buAutoNum type="arabicPeriod"/>
              <a:defRPr sz="1200" b="0" i="0" u="none" strike="noStrike" cap="none">
                <a:solidFill>
                  <a:schemeClr val="dk2"/>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2"/>
              </a:buClr>
              <a:buSzPts val="1400"/>
              <a:buFont typeface="Raleway"/>
              <a:buAutoNum type="alphaLcPeriod"/>
              <a:defRPr sz="1400" b="0" i="0" u="none" strike="noStrike" cap="none">
                <a:solidFill>
                  <a:schemeClr val="dk2"/>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2"/>
              </a:buClr>
              <a:buSzPts val="1400"/>
              <a:buFont typeface="Raleway"/>
              <a:buAutoNum type="romanLcPeriod"/>
              <a:defRPr sz="1400" b="0" i="0" u="none" strike="noStrike" cap="none">
                <a:solidFill>
                  <a:schemeClr val="dk2"/>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2"/>
              </a:buClr>
              <a:buSzPts val="1400"/>
              <a:buFont typeface="Raleway"/>
              <a:buAutoNum type="arabicPeriod"/>
              <a:defRPr sz="1400" b="0" i="0" u="none" strike="noStrike" cap="none">
                <a:solidFill>
                  <a:schemeClr val="dk2"/>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2"/>
              </a:buClr>
              <a:buSzPts val="1400"/>
              <a:buFont typeface="Raleway"/>
              <a:buAutoNum type="alphaLcPeriod"/>
              <a:defRPr sz="1400" b="0" i="0" u="none" strike="noStrike" cap="none">
                <a:solidFill>
                  <a:schemeClr val="dk2"/>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2"/>
              </a:buClr>
              <a:buSzPts val="1400"/>
              <a:buFont typeface="Raleway"/>
              <a:buAutoNum type="romanLcPeriod"/>
              <a:defRPr sz="1400" b="0" i="0" u="none" strike="noStrike" cap="none">
                <a:solidFill>
                  <a:schemeClr val="dk2"/>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2"/>
              </a:buClr>
              <a:buSzPts val="1400"/>
              <a:buFont typeface="Raleway"/>
              <a:buAutoNum type="arabicPeriod"/>
              <a:defRPr sz="1400" b="0" i="0" u="none" strike="noStrike" cap="none">
                <a:solidFill>
                  <a:schemeClr val="dk2"/>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2"/>
              </a:buClr>
              <a:buSzPts val="1400"/>
              <a:buFont typeface="Raleway"/>
              <a:buAutoNum type="alphaLcPeriod"/>
              <a:defRPr sz="1400" b="0" i="0" u="none" strike="noStrike" cap="none">
                <a:solidFill>
                  <a:schemeClr val="dk2"/>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2"/>
              </a:buClr>
              <a:buSzPts val="1400"/>
              <a:buFont typeface="Raleway"/>
              <a:buAutoNum type="romanLcPeriod"/>
              <a:defRPr sz="1400" b="0" i="0" u="none" strike="noStrike" cap="none">
                <a:solidFill>
                  <a:schemeClr val="dk2"/>
                </a:solidFill>
                <a:latin typeface="Poppins"/>
                <a:ea typeface="Poppins"/>
                <a:cs typeface="Poppins"/>
                <a:sym typeface="Poppins"/>
              </a:defRPr>
            </a:lvl9pPr>
          </a:lstStyle>
          <a:p>
            <a:pPr marL="139700" indent="0">
              <a:buNone/>
            </a:pPr>
            <a:r>
              <a:rPr lang="vi-VN" sz="2000" b="1" dirty="0" smtClean="0">
                <a:solidFill>
                  <a:srgbClr val="FF0000"/>
                </a:solidFill>
                <a:latin typeface="+mj-lt"/>
              </a:rPr>
              <a:t>GVCN: Tiền Thị Mỹ Trang</a:t>
            </a:r>
          </a:p>
          <a:p>
            <a:pPr marL="139700" indent="0">
              <a:buNone/>
            </a:pPr>
            <a:r>
              <a:rPr lang="vi-VN" sz="2000" b="1" i="1" dirty="0">
                <a:solidFill>
                  <a:srgbClr val="FF0000"/>
                </a:solidFill>
                <a:latin typeface="+mj-lt"/>
              </a:rPr>
              <a:t> </a:t>
            </a:r>
            <a:r>
              <a:rPr lang="vi-VN" sz="2000" b="1" i="1" dirty="0" smtClean="0">
                <a:solidFill>
                  <a:srgbClr val="FF0000"/>
                </a:solidFill>
                <a:latin typeface="+mj-lt"/>
              </a:rPr>
              <a:t>     </a:t>
            </a:r>
            <a:r>
              <a:rPr lang="vi-VN" sz="1600" i="1" dirty="0" smtClean="0">
                <a:solidFill>
                  <a:schemeClr val="tx1">
                    <a:lumMod val="75000"/>
                  </a:schemeClr>
                </a:solidFill>
                <a:latin typeface="+mj-lt"/>
              </a:rPr>
              <a:t>Giảng dạy bộ môn Sinh học</a:t>
            </a:r>
            <a:endParaRPr lang="en-US" sz="1600" i="1" dirty="0">
              <a:solidFill>
                <a:schemeClr val="tx1">
                  <a:lumMod val="75000"/>
                </a:schemeClr>
              </a:solidFill>
              <a:latin typeface="+mj-lt"/>
            </a:endParaRPr>
          </a:p>
        </p:txBody>
      </p:sp>
      <p:cxnSp>
        <p:nvCxnSpPr>
          <p:cNvPr id="21" name="Straight Connector 20"/>
          <p:cNvCxnSpPr/>
          <p:nvPr/>
        </p:nvCxnSpPr>
        <p:spPr>
          <a:xfrm>
            <a:off x="5503868" y="3194796"/>
            <a:ext cx="1836509"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894177" y="3310446"/>
            <a:ext cx="3825086" cy="523220"/>
          </a:xfrm>
          <a:prstGeom prst="rect">
            <a:avLst/>
          </a:prstGeom>
          <a:noFill/>
        </p:spPr>
        <p:txBody>
          <a:bodyPr wrap="none" rtlCol="0">
            <a:spAutoFit/>
          </a:bodyPr>
          <a:lstStyle/>
          <a:p>
            <a:r>
              <a:rPr lang="vi-VN" sz="2800" b="1" dirty="0" smtClean="0">
                <a:latin typeface="VL Zelda" pitchFamily="50" charset="0"/>
                <a:cs typeface="Times New Roman" panose="02020603050405020304" pitchFamily="18" charset="0"/>
              </a:rPr>
              <a:t>Hotline: 0888.212.213</a:t>
            </a:r>
            <a:endParaRPr lang="en-US" sz="2800" b="1" dirty="0">
              <a:latin typeface="VL Zelda" pitchFamily="50" charset="0"/>
              <a:cs typeface="Times New Roman" panose="02020603050405020304" pitchFamily="18" charset="0"/>
            </a:endParaRPr>
          </a:p>
        </p:txBody>
      </p:sp>
      <p:pic>
        <p:nvPicPr>
          <p:cNvPr id="23" name="Picture 22">
            <a:extLst>
              <a:ext uri="{FF2B5EF4-FFF2-40B4-BE49-F238E27FC236}">
                <a16:creationId xmlns="" xmlns:a16="http://schemas.microsoft.com/office/drawing/2014/main" id="{DBCFD98D-495D-4986-8874-A9F961440F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03482" y="1493518"/>
            <a:ext cx="1731626" cy="2677814"/>
          </a:xfrm>
          <a:prstGeom prst="rect">
            <a:avLst/>
          </a:prstGeom>
        </p:spPr>
      </p:pic>
      <p:pic>
        <p:nvPicPr>
          <p:cNvPr id="24" name="Picture 3"/>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6531" b="100000" l="0" r="100000">
                        <a14:foregroundMark x1="17143" y1="46531" x2="17143" y2="46531"/>
                        <a14:foregroundMark x1="16122" y1="60918" x2="16122" y2="60918"/>
                        <a14:foregroundMark x1="15816" y1="59388" x2="15816" y2="59388"/>
                        <a14:foregroundMark x1="20000" y1="50612" x2="20000" y2="50612"/>
                        <a14:foregroundMark x1="21020" y1="47857" x2="21020" y2="47857"/>
                        <a14:foregroundMark x1="9898" y1="49592" x2="9898" y2="49592"/>
                        <a14:foregroundMark x1="7041" y1="56837" x2="7041" y2="56837"/>
                        <a14:foregroundMark x1="11735" y1="55000" x2="11735" y2="55000"/>
                        <a14:foregroundMark x1="15306" y1="50408" x2="15306" y2="50408"/>
                        <a14:foregroundMark x1="17653" y1="55816" x2="17653" y2="55816"/>
                        <a14:foregroundMark x1="13061" y1="60714" x2="13061" y2="60714"/>
                        <a14:foregroundMark x1="11735" y1="64796" x2="11735" y2="64796"/>
                        <a14:foregroundMark x1="3265" y1="47245" x2="3265" y2="47245"/>
                        <a14:foregroundMark x1="7041" y1="47551" x2="7041" y2="47551"/>
                        <a14:foregroundMark x1="3469" y1="57653" x2="3469" y2="57653"/>
                        <a14:foregroundMark x1="84898" y1="22041" x2="84898" y2="22041"/>
                        <a14:foregroundMark x1="71327" y1="25408" x2="71327" y2="25408"/>
                        <a14:foregroundMark x1="59898" y1="22041" x2="59898" y2="22041"/>
                        <a14:foregroundMark x1="41939" y1="23061" x2="41939" y2="23061"/>
                        <a14:foregroundMark x1="45510" y1="22755" x2="45510" y2="22755"/>
                        <a14:foregroundMark x1="48061" y1="22755" x2="48061" y2="22755"/>
                        <a14:foregroundMark x1="52755" y1="23367" x2="52755" y2="23367"/>
                        <a14:foregroundMark x1="57653" y1="23571" x2="57653" y2="23571"/>
                        <a14:foregroundMark x1="79286" y1="23571" x2="79286" y2="23571"/>
                        <a14:foregroundMark x1="85408" y1="28265" x2="85408" y2="28265"/>
                        <a14:foregroundMark x1="88776" y1="23367" x2="88776" y2="23367"/>
                        <a14:foregroundMark x1="80816" y1="58673" x2="80816" y2="58673"/>
                        <a14:foregroundMark x1="86020" y1="55510" x2="86020" y2="55510"/>
                        <a14:foregroundMark x1="86020" y1="55510" x2="86020" y2="55510"/>
                        <a14:foregroundMark x1="86020" y1="55510" x2="86020" y2="55510"/>
                        <a14:foregroundMark x1="81837" y1="55510" x2="81837" y2="55510"/>
                        <a14:foregroundMark x1="84694" y1="54286" x2="84694" y2="54286"/>
                        <a14:foregroundMark x1="86224" y1="62245" x2="86224" y2="62245"/>
                        <a14:foregroundMark x1="89082" y1="60204" x2="89082" y2="60204"/>
                        <a14:foregroundMark x1="89286" y1="57347" x2="89286" y2="57347"/>
                        <a14:foregroundMark x1="87755" y1="53980" x2="87755" y2="53980"/>
                        <a14:foregroundMark x1="89286" y1="53980" x2="89286" y2="53980"/>
                      </a14:backgroundRemoval>
                    </a14:imgEffect>
                  </a14:imgLayer>
                </a14:imgProps>
              </a:ext>
              <a:ext uri="{28A0092B-C50C-407E-A947-70E740481C1C}">
                <a14:useLocalDpi xmlns:a14="http://schemas.microsoft.com/office/drawing/2010/main" val="0"/>
              </a:ext>
            </a:extLst>
          </a:blip>
          <a:srcRect/>
          <a:stretch>
            <a:fillRect/>
          </a:stretch>
        </p:blipFill>
        <p:spPr bwMode="auto">
          <a:xfrm>
            <a:off x="2224932" y="2142004"/>
            <a:ext cx="2134989" cy="2134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itle 1"/>
          <p:cNvSpPr>
            <a:spLocks noGrp="1"/>
          </p:cNvSpPr>
          <p:nvPr>
            <p:ph type="title"/>
          </p:nvPr>
        </p:nvSpPr>
        <p:spPr>
          <a:xfrm>
            <a:off x="4984612" y="3796993"/>
            <a:ext cx="3168828" cy="480000"/>
          </a:xfrm>
        </p:spPr>
        <p:txBody>
          <a:bodyPr/>
          <a:lstStyle/>
          <a:p>
            <a:r>
              <a:rPr lang="vi-VN" sz="1800" dirty="0" smtClean="0">
                <a:solidFill>
                  <a:srgbClr val="C00000"/>
                </a:solidFill>
                <a:latin typeface="+mj-lt"/>
              </a:rPr>
              <a:t>Mail: trang.mtt789@gmail.com</a:t>
            </a:r>
            <a:endParaRPr lang="en-US" sz="1800" dirty="0">
              <a:solidFill>
                <a:srgbClr val="C00000"/>
              </a:solidFill>
              <a:latin typeface="+mj-lt"/>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grpSp>
        <p:nvGrpSpPr>
          <p:cNvPr id="883" name="Google Shape;883;p46"/>
          <p:cNvGrpSpPr/>
          <p:nvPr/>
        </p:nvGrpSpPr>
        <p:grpSpPr>
          <a:xfrm rot="-1456210">
            <a:off x="-613129" y="2764553"/>
            <a:ext cx="2219094" cy="2816416"/>
            <a:chOff x="1154976" y="632775"/>
            <a:chExt cx="2502430" cy="3877954"/>
          </a:xfrm>
        </p:grpSpPr>
        <p:sp>
          <p:nvSpPr>
            <p:cNvPr id="884" name="Google Shape;884;p46"/>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6"/>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46"/>
          <p:cNvGrpSpPr/>
          <p:nvPr/>
        </p:nvGrpSpPr>
        <p:grpSpPr>
          <a:xfrm rot="-2291721">
            <a:off x="7418381" y="656710"/>
            <a:ext cx="2217747" cy="2814684"/>
            <a:chOff x="1154976" y="632775"/>
            <a:chExt cx="2502430" cy="3877954"/>
          </a:xfrm>
        </p:grpSpPr>
        <p:sp>
          <p:nvSpPr>
            <p:cNvPr id="887" name="Google Shape;887;p46"/>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6"/>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9" name="Google Shape;889;p46"/>
          <p:cNvSpPr/>
          <p:nvPr/>
        </p:nvSpPr>
        <p:spPr>
          <a:xfrm rot="10800000">
            <a:off x="4987150" y="3036000"/>
            <a:ext cx="3362743" cy="1691556"/>
          </a:xfrm>
          <a:custGeom>
            <a:avLst/>
            <a:gdLst/>
            <a:ahLst/>
            <a:cxnLst/>
            <a:rect l="l" t="t" r="r" b="b"/>
            <a:pathLst>
              <a:path w="37369" h="20443" extrusionOk="0">
                <a:moveTo>
                  <a:pt x="11807" y="0"/>
                </a:moveTo>
                <a:cubicBezTo>
                  <a:pt x="11363" y="0"/>
                  <a:pt x="10987" y="17"/>
                  <a:pt x="10645" y="34"/>
                </a:cubicBezTo>
                <a:lnTo>
                  <a:pt x="9791" y="68"/>
                </a:lnTo>
                <a:lnTo>
                  <a:pt x="9056" y="103"/>
                </a:lnTo>
                <a:cubicBezTo>
                  <a:pt x="9005" y="137"/>
                  <a:pt x="8971" y="171"/>
                  <a:pt x="8920" y="205"/>
                </a:cubicBezTo>
                <a:lnTo>
                  <a:pt x="8903" y="205"/>
                </a:lnTo>
                <a:lnTo>
                  <a:pt x="8851" y="239"/>
                </a:lnTo>
                <a:cubicBezTo>
                  <a:pt x="8817" y="256"/>
                  <a:pt x="8783" y="273"/>
                  <a:pt x="8766" y="291"/>
                </a:cubicBezTo>
                <a:cubicBezTo>
                  <a:pt x="8646" y="308"/>
                  <a:pt x="8544" y="359"/>
                  <a:pt x="8441" y="444"/>
                </a:cubicBezTo>
                <a:lnTo>
                  <a:pt x="8424" y="444"/>
                </a:lnTo>
                <a:cubicBezTo>
                  <a:pt x="8271" y="444"/>
                  <a:pt x="8117" y="530"/>
                  <a:pt x="8031" y="649"/>
                </a:cubicBezTo>
                <a:cubicBezTo>
                  <a:pt x="7980" y="701"/>
                  <a:pt x="7946" y="752"/>
                  <a:pt x="7929" y="820"/>
                </a:cubicBezTo>
                <a:lnTo>
                  <a:pt x="7878" y="769"/>
                </a:lnTo>
                <a:lnTo>
                  <a:pt x="7775" y="683"/>
                </a:lnTo>
                <a:cubicBezTo>
                  <a:pt x="7690" y="615"/>
                  <a:pt x="7604" y="564"/>
                  <a:pt x="7485" y="547"/>
                </a:cubicBezTo>
                <a:lnTo>
                  <a:pt x="7382" y="547"/>
                </a:lnTo>
                <a:cubicBezTo>
                  <a:pt x="7211" y="547"/>
                  <a:pt x="7057" y="615"/>
                  <a:pt x="6955" y="752"/>
                </a:cubicBezTo>
                <a:cubicBezTo>
                  <a:pt x="6852" y="837"/>
                  <a:pt x="6767" y="957"/>
                  <a:pt x="6699" y="1076"/>
                </a:cubicBezTo>
                <a:cubicBezTo>
                  <a:pt x="6681" y="1094"/>
                  <a:pt x="6664" y="1111"/>
                  <a:pt x="6664" y="1128"/>
                </a:cubicBezTo>
                <a:cubicBezTo>
                  <a:pt x="6511" y="1179"/>
                  <a:pt x="6374" y="1264"/>
                  <a:pt x="6254" y="1367"/>
                </a:cubicBezTo>
                <a:cubicBezTo>
                  <a:pt x="6220" y="1367"/>
                  <a:pt x="6169" y="1350"/>
                  <a:pt x="6135" y="1350"/>
                </a:cubicBezTo>
                <a:cubicBezTo>
                  <a:pt x="6049" y="1350"/>
                  <a:pt x="5964" y="1367"/>
                  <a:pt x="5878" y="1384"/>
                </a:cubicBezTo>
                <a:cubicBezTo>
                  <a:pt x="5759" y="1418"/>
                  <a:pt x="5639" y="1504"/>
                  <a:pt x="5537" y="1606"/>
                </a:cubicBezTo>
                <a:cubicBezTo>
                  <a:pt x="5503" y="1640"/>
                  <a:pt x="5468" y="1674"/>
                  <a:pt x="5434" y="1726"/>
                </a:cubicBezTo>
                <a:lnTo>
                  <a:pt x="5400" y="1726"/>
                </a:lnTo>
                <a:cubicBezTo>
                  <a:pt x="5058" y="1726"/>
                  <a:pt x="4751" y="1965"/>
                  <a:pt x="4682" y="2290"/>
                </a:cubicBezTo>
                <a:cubicBezTo>
                  <a:pt x="4580" y="2221"/>
                  <a:pt x="4460" y="2187"/>
                  <a:pt x="4341" y="2187"/>
                </a:cubicBezTo>
                <a:cubicBezTo>
                  <a:pt x="4321" y="2182"/>
                  <a:pt x="4299" y="2180"/>
                  <a:pt x="4277" y="2180"/>
                </a:cubicBezTo>
                <a:cubicBezTo>
                  <a:pt x="4222" y="2180"/>
                  <a:pt x="4162" y="2192"/>
                  <a:pt x="4101" y="2204"/>
                </a:cubicBezTo>
                <a:lnTo>
                  <a:pt x="4084" y="2204"/>
                </a:lnTo>
                <a:cubicBezTo>
                  <a:pt x="4033" y="2221"/>
                  <a:pt x="3965" y="2238"/>
                  <a:pt x="3914" y="2273"/>
                </a:cubicBezTo>
                <a:cubicBezTo>
                  <a:pt x="3811" y="2221"/>
                  <a:pt x="3691" y="2187"/>
                  <a:pt x="3572" y="2187"/>
                </a:cubicBezTo>
                <a:cubicBezTo>
                  <a:pt x="3546" y="2184"/>
                  <a:pt x="3521" y="2183"/>
                  <a:pt x="3495" y="2183"/>
                </a:cubicBezTo>
                <a:cubicBezTo>
                  <a:pt x="3367" y="2183"/>
                  <a:pt x="3241" y="2218"/>
                  <a:pt x="3128" y="2290"/>
                </a:cubicBezTo>
                <a:cubicBezTo>
                  <a:pt x="3093" y="2273"/>
                  <a:pt x="3059" y="2273"/>
                  <a:pt x="3025" y="2273"/>
                </a:cubicBezTo>
                <a:cubicBezTo>
                  <a:pt x="3001" y="2269"/>
                  <a:pt x="2977" y="2268"/>
                  <a:pt x="2954" y="2268"/>
                </a:cubicBezTo>
                <a:cubicBezTo>
                  <a:pt x="2847" y="2268"/>
                  <a:pt x="2751" y="2299"/>
                  <a:pt x="2666" y="2341"/>
                </a:cubicBezTo>
                <a:cubicBezTo>
                  <a:pt x="2598" y="2375"/>
                  <a:pt x="2547" y="2426"/>
                  <a:pt x="2512" y="2460"/>
                </a:cubicBezTo>
                <a:cubicBezTo>
                  <a:pt x="2359" y="2512"/>
                  <a:pt x="2205" y="2546"/>
                  <a:pt x="2034" y="2563"/>
                </a:cubicBezTo>
                <a:cubicBezTo>
                  <a:pt x="1932" y="2580"/>
                  <a:pt x="1812" y="2631"/>
                  <a:pt x="1726" y="2683"/>
                </a:cubicBezTo>
                <a:lnTo>
                  <a:pt x="1590" y="2683"/>
                </a:lnTo>
                <a:cubicBezTo>
                  <a:pt x="1571" y="2681"/>
                  <a:pt x="1552" y="2680"/>
                  <a:pt x="1533" y="2680"/>
                </a:cubicBezTo>
                <a:cubicBezTo>
                  <a:pt x="1364" y="2680"/>
                  <a:pt x="1200" y="2748"/>
                  <a:pt x="1077" y="2871"/>
                </a:cubicBezTo>
                <a:cubicBezTo>
                  <a:pt x="923" y="2871"/>
                  <a:pt x="770" y="2922"/>
                  <a:pt x="650" y="3007"/>
                </a:cubicBezTo>
                <a:cubicBezTo>
                  <a:pt x="650" y="3007"/>
                  <a:pt x="650" y="3349"/>
                  <a:pt x="633" y="3930"/>
                </a:cubicBezTo>
                <a:cubicBezTo>
                  <a:pt x="633" y="4237"/>
                  <a:pt x="616" y="4596"/>
                  <a:pt x="599" y="4989"/>
                </a:cubicBezTo>
                <a:cubicBezTo>
                  <a:pt x="599" y="5399"/>
                  <a:pt x="582" y="5878"/>
                  <a:pt x="582" y="6373"/>
                </a:cubicBezTo>
                <a:cubicBezTo>
                  <a:pt x="548" y="7757"/>
                  <a:pt x="496" y="9449"/>
                  <a:pt x="462" y="11157"/>
                </a:cubicBezTo>
                <a:cubicBezTo>
                  <a:pt x="445" y="12012"/>
                  <a:pt x="428" y="12866"/>
                  <a:pt x="411" y="13703"/>
                </a:cubicBezTo>
                <a:cubicBezTo>
                  <a:pt x="411" y="14199"/>
                  <a:pt x="394" y="14677"/>
                  <a:pt x="377" y="15156"/>
                </a:cubicBezTo>
                <a:cubicBezTo>
                  <a:pt x="343" y="15634"/>
                  <a:pt x="274" y="16112"/>
                  <a:pt x="257" y="16557"/>
                </a:cubicBezTo>
                <a:cubicBezTo>
                  <a:pt x="223" y="17018"/>
                  <a:pt x="189" y="17445"/>
                  <a:pt x="155" y="17821"/>
                </a:cubicBezTo>
                <a:cubicBezTo>
                  <a:pt x="137" y="18214"/>
                  <a:pt x="103" y="18573"/>
                  <a:pt x="86" y="18863"/>
                </a:cubicBezTo>
                <a:cubicBezTo>
                  <a:pt x="69" y="19171"/>
                  <a:pt x="52" y="19444"/>
                  <a:pt x="52" y="19649"/>
                </a:cubicBezTo>
                <a:cubicBezTo>
                  <a:pt x="18" y="20076"/>
                  <a:pt x="1" y="20298"/>
                  <a:pt x="1" y="20298"/>
                </a:cubicBezTo>
                <a:cubicBezTo>
                  <a:pt x="1" y="20298"/>
                  <a:pt x="360" y="20350"/>
                  <a:pt x="975" y="20401"/>
                </a:cubicBezTo>
                <a:cubicBezTo>
                  <a:pt x="1197" y="20418"/>
                  <a:pt x="1436" y="20418"/>
                  <a:pt x="1709" y="20435"/>
                </a:cubicBezTo>
                <a:cubicBezTo>
                  <a:pt x="1806" y="20441"/>
                  <a:pt x="1911" y="20443"/>
                  <a:pt x="2021" y="20443"/>
                </a:cubicBezTo>
                <a:cubicBezTo>
                  <a:pt x="2243" y="20443"/>
                  <a:pt x="2490" y="20435"/>
                  <a:pt x="2752" y="20435"/>
                </a:cubicBezTo>
                <a:lnTo>
                  <a:pt x="3384" y="20418"/>
                </a:lnTo>
                <a:lnTo>
                  <a:pt x="4119" y="20367"/>
                </a:lnTo>
                <a:lnTo>
                  <a:pt x="4973" y="20333"/>
                </a:lnTo>
                <a:lnTo>
                  <a:pt x="5896" y="20281"/>
                </a:lnTo>
                <a:cubicBezTo>
                  <a:pt x="6203" y="20264"/>
                  <a:pt x="6511" y="20247"/>
                  <a:pt x="6835" y="20247"/>
                </a:cubicBezTo>
                <a:cubicBezTo>
                  <a:pt x="7143" y="20230"/>
                  <a:pt x="7433" y="20230"/>
                  <a:pt x="7724" y="20230"/>
                </a:cubicBezTo>
                <a:lnTo>
                  <a:pt x="8561" y="20230"/>
                </a:lnTo>
                <a:lnTo>
                  <a:pt x="9330" y="20264"/>
                </a:lnTo>
                <a:lnTo>
                  <a:pt x="10082" y="20264"/>
                </a:lnTo>
                <a:cubicBezTo>
                  <a:pt x="10321" y="20264"/>
                  <a:pt x="10577" y="20264"/>
                  <a:pt x="10816" y="20230"/>
                </a:cubicBezTo>
                <a:lnTo>
                  <a:pt x="12235" y="20162"/>
                </a:lnTo>
                <a:cubicBezTo>
                  <a:pt x="12696" y="20145"/>
                  <a:pt x="13140" y="20128"/>
                  <a:pt x="13567" y="20111"/>
                </a:cubicBezTo>
                <a:lnTo>
                  <a:pt x="14353" y="20093"/>
                </a:lnTo>
                <a:cubicBezTo>
                  <a:pt x="14866" y="20093"/>
                  <a:pt x="15344" y="20076"/>
                  <a:pt x="15754" y="20059"/>
                </a:cubicBezTo>
                <a:cubicBezTo>
                  <a:pt x="16164" y="20059"/>
                  <a:pt x="16523" y="20042"/>
                  <a:pt x="16831" y="20025"/>
                </a:cubicBezTo>
                <a:lnTo>
                  <a:pt x="17770" y="19974"/>
                </a:lnTo>
                <a:cubicBezTo>
                  <a:pt x="17805" y="19923"/>
                  <a:pt x="17839" y="19888"/>
                  <a:pt x="17873" y="19837"/>
                </a:cubicBezTo>
                <a:lnTo>
                  <a:pt x="17907" y="19871"/>
                </a:lnTo>
                <a:lnTo>
                  <a:pt x="17975" y="19940"/>
                </a:lnTo>
                <a:lnTo>
                  <a:pt x="18915" y="19888"/>
                </a:lnTo>
                <a:cubicBezTo>
                  <a:pt x="18984" y="19820"/>
                  <a:pt x="19035" y="19769"/>
                  <a:pt x="19086" y="19700"/>
                </a:cubicBezTo>
                <a:cubicBezTo>
                  <a:pt x="19103" y="19683"/>
                  <a:pt x="19120" y="19666"/>
                  <a:pt x="19137" y="19649"/>
                </a:cubicBezTo>
                <a:cubicBezTo>
                  <a:pt x="19274" y="19615"/>
                  <a:pt x="19411" y="19564"/>
                  <a:pt x="19547" y="19478"/>
                </a:cubicBezTo>
                <a:cubicBezTo>
                  <a:pt x="19599" y="19487"/>
                  <a:pt x="19654" y="19491"/>
                  <a:pt x="19712" y="19491"/>
                </a:cubicBezTo>
                <a:cubicBezTo>
                  <a:pt x="19770" y="19491"/>
                  <a:pt x="19829" y="19487"/>
                  <a:pt x="19889" y="19478"/>
                </a:cubicBezTo>
                <a:cubicBezTo>
                  <a:pt x="20009" y="19444"/>
                  <a:pt x="20128" y="19393"/>
                  <a:pt x="20231" y="19307"/>
                </a:cubicBezTo>
                <a:cubicBezTo>
                  <a:pt x="20282" y="19273"/>
                  <a:pt x="20316" y="19239"/>
                  <a:pt x="20350" y="19205"/>
                </a:cubicBezTo>
                <a:lnTo>
                  <a:pt x="20385" y="19205"/>
                </a:lnTo>
                <a:cubicBezTo>
                  <a:pt x="20398" y="19206"/>
                  <a:pt x="20412" y="19206"/>
                  <a:pt x="20426" y="19206"/>
                </a:cubicBezTo>
                <a:cubicBezTo>
                  <a:pt x="20735" y="19206"/>
                  <a:pt x="21023" y="19022"/>
                  <a:pt x="21171" y="18744"/>
                </a:cubicBezTo>
                <a:cubicBezTo>
                  <a:pt x="21273" y="18829"/>
                  <a:pt x="21393" y="18880"/>
                  <a:pt x="21529" y="18880"/>
                </a:cubicBezTo>
                <a:lnTo>
                  <a:pt x="21700" y="18880"/>
                </a:lnTo>
                <a:cubicBezTo>
                  <a:pt x="21769" y="18863"/>
                  <a:pt x="21820" y="18863"/>
                  <a:pt x="21888" y="18846"/>
                </a:cubicBezTo>
                <a:cubicBezTo>
                  <a:pt x="22008" y="18914"/>
                  <a:pt x="22145" y="18949"/>
                  <a:pt x="22281" y="18966"/>
                </a:cubicBezTo>
                <a:cubicBezTo>
                  <a:pt x="22315" y="18970"/>
                  <a:pt x="22348" y="18972"/>
                  <a:pt x="22381" y="18972"/>
                </a:cubicBezTo>
                <a:cubicBezTo>
                  <a:pt x="22478" y="18972"/>
                  <a:pt x="22567" y="18953"/>
                  <a:pt x="22657" y="18914"/>
                </a:cubicBezTo>
                <a:cubicBezTo>
                  <a:pt x="22725" y="18932"/>
                  <a:pt x="22777" y="18949"/>
                  <a:pt x="22845" y="18949"/>
                </a:cubicBezTo>
                <a:cubicBezTo>
                  <a:pt x="22873" y="18953"/>
                  <a:pt x="22900" y="18955"/>
                  <a:pt x="22927" y="18955"/>
                </a:cubicBezTo>
                <a:cubicBezTo>
                  <a:pt x="23001" y="18955"/>
                  <a:pt x="23073" y="18940"/>
                  <a:pt x="23136" y="18914"/>
                </a:cubicBezTo>
                <a:cubicBezTo>
                  <a:pt x="23204" y="18897"/>
                  <a:pt x="23272" y="18863"/>
                  <a:pt x="23323" y="18829"/>
                </a:cubicBezTo>
                <a:cubicBezTo>
                  <a:pt x="23494" y="18812"/>
                  <a:pt x="23682" y="18812"/>
                  <a:pt x="23853" y="18812"/>
                </a:cubicBezTo>
                <a:cubicBezTo>
                  <a:pt x="23973" y="18812"/>
                  <a:pt x="24109" y="18795"/>
                  <a:pt x="24229" y="18761"/>
                </a:cubicBezTo>
                <a:cubicBezTo>
                  <a:pt x="24246" y="18778"/>
                  <a:pt x="24280" y="18778"/>
                  <a:pt x="24314" y="18778"/>
                </a:cubicBezTo>
                <a:cubicBezTo>
                  <a:pt x="24366" y="18795"/>
                  <a:pt x="24417" y="18812"/>
                  <a:pt x="24468" y="18812"/>
                </a:cubicBezTo>
                <a:cubicBezTo>
                  <a:pt x="24501" y="18815"/>
                  <a:pt x="24532" y="18816"/>
                  <a:pt x="24563" y="18816"/>
                </a:cubicBezTo>
                <a:cubicBezTo>
                  <a:pt x="24714" y="18816"/>
                  <a:pt x="24853" y="18783"/>
                  <a:pt x="24981" y="18727"/>
                </a:cubicBezTo>
                <a:cubicBezTo>
                  <a:pt x="25015" y="18727"/>
                  <a:pt x="25049" y="18727"/>
                  <a:pt x="25083" y="18744"/>
                </a:cubicBezTo>
                <a:cubicBezTo>
                  <a:pt x="25111" y="18746"/>
                  <a:pt x="25138" y="18747"/>
                  <a:pt x="25165" y="18747"/>
                </a:cubicBezTo>
                <a:cubicBezTo>
                  <a:pt x="25508" y="18747"/>
                  <a:pt x="25812" y="18548"/>
                  <a:pt x="25955" y="18231"/>
                </a:cubicBezTo>
                <a:cubicBezTo>
                  <a:pt x="26006" y="18214"/>
                  <a:pt x="26074" y="18180"/>
                  <a:pt x="26126" y="18146"/>
                </a:cubicBezTo>
                <a:lnTo>
                  <a:pt x="26365" y="18146"/>
                </a:lnTo>
                <a:cubicBezTo>
                  <a:pt x="26416" y="18146"/>
                  <a:pt x="26467" y="18163"/>
                  <a:pt x="26519" y="18163"/>
                </a:cubicBezTo>
                <a:cubicBezTo>
                  <a:pt x="26655" y="18163"/>
                  <a:pt x="26775" y="18129"/>
                  <a:pt x="26894" y="18060"/>
                </a:cubicBezTo>
                <a:cubicBezTo>
                  <a:pt x="26997" y="18009"/>
                  <a:pt x="27117" y="17975"/>
                  <a:pt x="27236" y="17958"/>
                </a:cubicBezTo>
                <a:cubicBezTo>
                  <a:pt x="27441" y="17941"/>
                  <a:pt x="27612" y="17821"/>
                  <a:pt x="27732" y="17650"/>
                </a:cubicBezTo>
                <a:cubicBezTo>
                  <a:pt x="27817" y="17616"/>
                  <a:pt x="27885" y="17582"/>
                  <a:pt x="27954" y="17548"/>
                </a:cubicBezTo>
                <a:lnTo>
                  <a:pt x="28091" y="17496"/>
                </a:lnTo>
                <a:cubicBezTo>
                  <a:pt x="28142" y="17479"/>
                  <a:pt x="28193" y="17479"/>
                  <a:pt x="28244" y="17479"/>
                </a:cubicBezTo>
                <a:lnTo>
                  <a:pt x="28432" y="17479"/>
                </a:lnTo>
                <a:cubicBezTo>
                  <a:pt x="28466" y="17479"/>
                  <a:pt x="28518" y="17462"/>
                  <a:pt x="28569" y="17462"/>
                </a:cubicBezTo>
                <a:lnTo>
                  <a:pt x="28928" y="17360"/>
                </a:lnTo>
                <a:lnTo>
                  <a:pt x="28996" y="17343"/>
                </a:lnTo>
                <a:cubicBezTo>
                  <a:pt x="29116" y="17394"/>
                  <a:pt x="29252" y="17411"/>
                  <a:pt x="29372" y="17411"/>
                </a:cubicBezTo>
                <a:cubicBezTo>
                  <a:pt x="29423" y="17411"/>
                  <a:pt x="29457" y="17411"/>
                  <a:pt x="29509" y="17394"/>
                </a:cubicBezTo>
                <a:cubicBezTo>
                  <a:pt x="29584" y="17419"/>
                  <a:pt x="29659" y="17435"/>
                  <a:pt x="29727" y="17435"/>
                </a:cubicBezTo>
                <a:cubicBezTo>
                  <a:pt x="29752" y="17435"/>
                  <a:pt x="29776" y="17433"/>
                  <a:pt x="29799" y="17428"/>
                </a:cubicBezTo>
                <a:cubicBezTo>
                  <a:pt x="29919" y="17428"/>
                  <a:pt x="30038" y="17411"/>
                  <a:pt x="30141" y="17360"/>
                </a:cubicBezTo>
                <a:cubicBezTo>
                  <a:pt x="30175" y="17343"/>
                  <a:pt x="30226" y="17343"/>
                  <a:pt x="30260" y="17325"/>
                </a:cubicBezTo>
                <a:lnTo>
                  <a:pt x="30329" y="17325"/>
                </a:lnTo>
                <a:cubicBezTo>
                  <a:pt x="30602" y="17325"/>
                  <a:pt x="30876" y="17240"/>
                  <a:pt x="31115" y="17103"/>
                </a:cubicBezTo>
                <a:cubicBezTo>
                  <a:pt x="31388" y="17069"/>
                  <a:pt x="31627" y="16950"/>
                  <a:pt x="31815" y="16762"/>
                </a:cubicBezTo>
                <a:cubicBezTo>
                  <a:pt x="31884" y="16762"/>
                  <a:pt x="31952" y="16745"/>
                  <a:pt x="32020" y="16727"/>
                </a:cubicBezTo>
                <a:cubicBezTo>
                  <a:pt x="32191" y="16779"/>
                  <a:pt x="32345" y="16796"/>
                  <a:pt x="32516" y="16813"/>
                </a:cubicBezTo>
                <a:lnTo>
                  <a:pt x="32601" y="16813"/>
                </a:lnTo>
                <a:cubicBezTo>
                  <a:pt x="32841" y="16813"/>
                  <a:pt x="33063" y="16762"/>
                  <a:pt x="33285" y="16676"/>
                </a:cubicBezTo>
                <a:cubicBezTo>
                  <a:pt x="33302" y="16727"/>
                  <a:pt x="33319" y="16762"/>
                  <a:pt x="33336" y="16796"/>
                </a:cubicBezTo>
                <a:cubicBezTo>
                  <a:pt x="33456" y="17103"/>
                  <a:pt x="33712" y="17308"/>
                  <a:pt x="34037" y="17360"/>
                </a:cubicBezTo>
                <a:lnTo>
                  <a:pt x="34088" y="17360"/>
                </a:lnTo>
                <a:cubicBezTo>
                  <a:pt x="34190" y="17360"/>
                  <a:pt x="34276" y="17360"/>
                  <a:pt x="34378" y="17343"/>
                </a:cubicBezTo>
                <a:cubicBezTo>
                  <a:pt x="34515" y="17445"/>
                  <a:pt x="34669" y="17513"/>
                  <a:pt x="34840" y="17531"/>
                </a:cubicBezTo>
                <a:lnTo>
                  <a:pt x="34925" y="17531"/>
                </a:lnTo>
                <a:cubicBezTo>
                  <a:pt x="34950" y="17536"/>
                  <a:pt x="34977" y="17538"/>
                  <a:pt x="35004" y="17538"/>
                </a:cubicBezTo>
                <a:cubicBezTo>
                  <a:pt x="35069" y="17538"/>
                  <a:pt x="35138" y="17526"/>
                  <a:pt x="35198" y="17513"/>
                </a:cubicBezTo>
                <a:cubicBezTo>
                  <a:pt x="35233" y="17513"/>
                  <a:pt x="35284" y="17496"/>
                  <a:pt x="35318" y="17479"/>
                </a:cubicBezTo>
                <a:lnTo>
                  <a:pt x="35489" y="17479"/>
                </a:lnTo>
                <a:cubicBezTo>
                  <a:pt x="35514" y="17481"/>
                  <a:pt x="35540" y="17482"/>
                  <a:pt x="35566" y="17482"/>
                </a:cubicBezTo>
                <a:cubicBezTo>
                  <a:pt x="35745" y="17482"/>
                  <a:pt x="35922" y="17430"/>
                  <a:pt x="36087" y="17325"/>
                </a:cubicBezTo>
                <a:cubicBezTo>
                  <a:pt x="36224" y="17411"/>
                  <a:pt x="36360" y="17445"/>
                  <a:pt x="36514" y="17462"/>
                </a:cubicBezTo>
                <a:cubicBezTo>
                  <a:pt x="36582" y="17462"/>
                  <a:pt x="36668" y="17462"/>
                  <a:pt x="36736" y="17445"/>
                </a:cubicBezTo>
                <a:cubicBezTo>
                  <a:pt x="36822" y="17428"/>
                  <a:pt x="36907" y="17394"/>
                  <a:pt x="36975" y="17343"/>
                </a:cubicBezTo>
                <a:cubicBezTo>
                  <a:pt x="37095" y="17411"/>
                  <a:pt x="37232" y="17462"/>
                  <a:pt x="37368" y="17462"/>
                </a:cubicBezTo>
                <a:cubicBezTo>
                  <a:pt x="37368" y="17462"/>
                  <a:pt x="37368" y="17103"/>
                  <a:pt x="37334" y="16471"/>
                </a:cubicBezTo>
                <a:cubicBezTo>
                  <a:pt x="37334" y="16164"/>
                  <a:pt x="37317" y="15771"/>
                  <a:pt x="37283" y="15343"/>
                </a:cubicBezTo>
                <a:cubicBezTo>
                  <a:pt x="37266" y="14916"/>
                  <a:pt x="37232" y="14438"/>
                  <a:pt x="37197" y="13925"/>
                </a:cubicBezTo>
                <a:cubicBezTo>
                  <a:pt x="37180" y="13498"/>
                  <a:pt x="37146" y="13054"/>
                  <a:pt x="37129" y="12576"/>
                </a:cubicBezTo>
                <a:cubicBezTo>
                  <a:pt x="37112" y="12319"/>
                  <a:pt x="37095" y="12063"/>
                  <a:pt x="37095" y="11790"/>
                </a:cubicBezTo>
                <a:cubicBezTo>
                  <a:pt x="37078" y="11533"/>
                  <a:pt x="37078" y="11260"/>
                  <a:pt x="37061" y="10986"/>
                </a:cubicBezTo>
                <a:cubicBezTo>
                  <a:pt x="37044" y="10696"/>
                  <a:pt x="37044" y="10423"/>
                  <a:pt x="37027" y="10149"/>
                </a:cubicBezTo>
                <a:cubicBezTo>
                  <a:pt x="37027" y="9859"/>
                  <a:pt x="37010" y="9585"/>
                  <a:pt x="37010" y="9295"/>
                </a:cubicBezTo>
                <a:cubicBezTo>
                  <a:pt x="36992" y="9004"/>
                  <a:pt x="36992" y="8714"/>
                  <a:pt x="36975" y="8441"/>
                </a:cubicBezTo>
                <a:cubicBezTo>
                  <a:pt x="36873" y="4169"/>
                  <a:pt x="36770" y="0"/>
                  <a:pt x="36770" y="0"/>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6"/>
          <p:cNvSpPr/>
          <p:nvPr/>
        </p:nvSpPr>
        <p:spPr>
          <a:xfrm rot="10800000">
            <a:off x="794100" y="3036000"/>
            <a:ext cx="3362743" cy="1691556"/>
          </a:xfrm>
          <a:custGeom>
            <a:avLst/>
            <a:gdLst/>
            <a:ahLst/>
            <a:cxnLst/>
            <a:rect l="l" t="t" r="r" b="b"/>
            <a:pathLst>
              <a:path w="37369" h="20443" extrusionOk="0">
                <a:moveTo>
                  <a:pt x="11807" y="0"/>
                </a:moveTo>
                <a:cubicBezTo>
                  <a:pt x="11363" y="0"/>
                  <a:pt x="10987" y="17"/>
                  <a:pt x="10645" y="34"/>
                </a:cubicBezTo>
                <a:lnTo>
                  <a:pt x="9791" y="68"/>
                </a:lnTo>
                <a:lnTo>
                  <a:pt x="9056" y="103"/>
                </a:lnTo>
                <a:cubicBezTo>
                  <a:pt x="9005" y="137"/>
                  <a:pt x="8971" y="171"/>
                  <a:pt x="8920" y="205"/>
                </a:cubicBezTo>
                <a:lnTo>
                  <a:pt x="8903" y="205"/>
                </a:lnTo>
                <a:lnTo>
                  <a:pt x="8851" y="239"/>
                </a:lnTo>
                <a:cubicBezTo>
                  <a:pt x="8817" y="256"/>
                  <a:pt x="8783" y="273"/>
                  <a:pt x="8766" y="291"/>
                </a:cubicBezTo>
                <a:cubicBezTo>
                  <a:pt x="8646" y="308"/>
                  <a:pt x="8544" y="359"/>
                  <a:pt x="8441" y="444"/>
                </a:cubicBezTo>
                <a:lnTo>
                  <a:pt x="8424" y="444"/>
                </a:lnTo>
                <a:cubicBezTo>
                  <a:pt x="8271" y="444"/>
                  <a:pt x="8117" y="530"/>
                  <a:pt x="8031" y="649"/>
                </a:cubicBezTo>
                <a:cubicBezTo>
                  <a:pt x="7980" y="701"/>
                  <a:pt x="7946" y="752"/>
                  <a:pt x="7929" y="820"/>
                </a:cubicBezTo>
                <a:lnTo>
                  <a:pt x="7878" y="769"/>
                </a:lnTo>
                <a:lnTo>
                  <a:pt x="7775" y="683"/>
                </a:lnTo>
                <a:cubicBezTo>
                  <a:pt x="7690" y="615"/>
                  <a:pt x="7604" y="564"/>
                  <a:pt x="7485" y="547"/>
                </a:cubicBezTo>
                <a:lnTo>
                  <a:pt x="7382" y="547"/>
                </a:lnTo>
                <a:cubicBezTo>
                  <a:pt x="7211" y="547"/>
                  <a:pt x="7057" y="615"/>
                  <a:pt x="6955" y="752"/>
                </a:cubicBezTo>
                <a:cubicBezTo>
                  <a:pt x="6852" y="837"/>
                  <a:pt x="6767" y="957"/>
                  <a:pt x="6699" y="1076"/>
                </a:cubicBezTo>
                <a:cubicBezTo>
                  <a:pt x="6681" y="1094"/>
                  <a:pt x="6664" y="1111"/>
                  <a:pt x="6664" y="1128"/>
                </a:cubicBezTo>
                <a:cubicBezTo>
                  <a:pt x="6511" y="1179"/>
                  <a:pt x="6374" y="1264"/>
                  <a:pt x="6254" y="1367"/>
                </a:cubicBezTo>
                <a:cubicBezTo>
                  <a:pt x="6220" y="1367"/>
                  <a:pt x="6169" y="1350"/>
                  <a:pt x="6135" y="1350"/>
                </a:cubicBezTo>
                <a:cubicBezTo>
                  <a:pt x="6049" y="1350"/>
                  <a:pt x="5964" y="1367"/>
                  <a:pt x="5878" y="1384"/>
                </a:cubicBezTo>
                <a:cubicBezTo>
                  <a:pt x="5759" y="1418"/>
                  <a:pt x="5639" y="1504"/>
                  <a:pt x="5537" y="1606"/>
                </a:cubicBezTo>
                <a:cubicBezTo>
                  <a:pt x="5503" y="1640"/>
                  <a:pt x="5468" y="1674"/>
                  <a:pt x="5434" y="1726"/>
                </a:cubicBezTo>
                <a:lnTo>
                  <a:pt x="5400" y="1726"/>
                </a:lnTo>
                <a:cubicBezTo>
                  <a:pt x="5058" y="1726"/>
                  <a:pt x="4751" y="1965"/>
                  <a:pt x="4682" y="2290"/>
                </a:cubicBezTo>
                <a:cubicBezTo>
                  <a:pt x="4580" y="2221"/>
                  <a:pt x="4460" y="2187"/>
                  <a:pt x="4341" y="2187"/>
                </a:cubicBezTo>
                <a:cubicBezTo>
                  <a:pt x="4321" y="2182"/>
                  <a:pt x="4299" y="2180"/>
                  <a:pt x="4277" y="2180"/>
                </a:cubicBezTo>
                <a:cubicBezTo>
                  <a:pt x="4222" y="2180"/>
                  <a:pt x="4162" y="2192"/>
                  <a:pt x="4101" y="2204"/>
                </a:cubicBezTo>
                <a:lnTo>
                  <a:pt x="4084" y="2204"/>
                </a:lnTo>
                <a:cubicBezTo>
                  <a:pt x="4033" y="2221"/>
                  <a:pt x="3965" y="2238"/>
                  <a:pt x="3914" y="2273"/>
                </a:cubicBezTo>
                <a:cubicBezTo>
                  <a:pt x="3811" y="2221"/>
                  <a:pt x="3691" y="2187"/>
                  <a:pt x="3572" y="2187"/>
                </a:cubicBezTo>
                <a:cubicBezTo>
                  <a:pt x="3546" y="2184"/>
                  <a:pt x="3521" y="2183"/>
                  <a:pt x="3495" y="2183"/>
                </a:cubicBezTo>
                <a:cubicBezTo>
                  <a:pt x="3367" y="2183"/>
                  <a:pt x="3241" y="2218"/>
                  <a:pt x="3128" y="2290"/>
                </a:cubicBezTo>
                <a:cubicBezTo>
                  <a:pt x="3093" y="2273"/>
                  <a:pt x="3059" y="2273"/>
                  <a:pt x="3025" y="2273"/>
                </a:cubicBezTo>
                <a:cubicBezTo>
                  <a:pt x="3001" y="2269"/>
                  <a:pt x="2977" y="2268"/>
                  <a:pt x="2954" y="2268"/>
                </a:cubicBezTo>
                <a:cubicBezTo>
                  <a:pt x="2847" y="2268"/>
                  <a:pt x="2751" y="2299"/>
                  <a:pt x="2666" y="2341"/>
                </a:cubicBezTo>
                <a:cubicBezTo>
                  <a:pt x="2598" y="2375"/>
                  <a:pt x="2547" y="2426"/>
                  <a:pt x="2512" y="2460"/>
                </a:cubicBezTo>
                <a:cubicBezTo>
                  <a:pt x="2359" y="2512"/>
                  <a:pt x="2205" y="2546"/>
                  <a:pt x="2034" y="2563"/>
                </a:cubicBezTo>
                <a:cubicBezTo>
                  <a:pt x="1932" y="2580"/>
                  <a:pt x="1812" y="2631"/>
                  <a:pt x="1726" y="2683"/>
                </a:cubicBezTo>
                <a:lnTo>
                  <a:pt x="1590" y="2683"/>
                </a:lnTo>
                <a:cubicBezTo>
                  <a:pt x="1571" y="2681"/>
                  <a:pt x="1552" y="2680"/>
                  <a:pt x="1533" y="2680"/>
                </a:cubicBezTo>
                <a:cubicBezTo>
                  <a:pt x="1364" y="2680"/>
                  <a:pt x="1200" y="2748"/>
                  <a:pt x="1077" y="2871"/>
                </a:cubicBezTo>
                <a:cubicBezTo>
                  <a:pt x="923" y="2871"/>
                  <a:pt x="770" y="2922"/>
                  <a:pt x="650" y="3007"/>
                </a:cubicBezTo>
                <a:cubicBezTo>
                  <a:pt x="650" y="3007"/>
                  <a:pt x="650" y="3349"/>
                  <a:pt x="633" y="3930"/>
                </a:cubicBezTo>
                <a:cubicBezTo>
                  <a:pt x="633" y="4237"/>
                  <a:pt x="616" y="4596"/>
                  <a:pt x="599" y="4989"/>
                </a:cubicBezTo>
                <a:cubicBezTo>
                  <a:pt x="599" y="5399"/>
                  <a:pt x="582" y="5878"/>
                  <a:pt x="582" y="6373"/>
                </a:cubicBezTo>
                <a:cubicBezTo>
                  <a:pt x="548" y="7757"/>
                  <a:pt x="496" y="9449"/>
                  <a:pt x="462" y="11157"/>
                </a:cubicBezTo>
                <a:cubicBezTo>
                  <a:pt x="445" y="12012"/>
                  <a:pt x="428" y="12866"/>
                  <a:pt x="411" y="13703"/>
                </a:cubicBezTo>
                <a:cubicBezTo>
                  <a:pt x="411" y="14199"/>
                  <a:pt x="394" y="14677"/>
                  <a:pt x="377" y="15156"/>
                </a:cubicBezTo>
                <a:cubicBezTo>
                  <a:pt x="343" y="15634"/>
                  <a:pt x="274" y="16112"/>
                  <a:pt x="257" y="16557"/>
                </a:cubicBezTo>
                <a:cubicBezTo>
                  <a:pt x="223" y="17018"/>
                  <a:pt x="189" y="17445"/>
                  <a:pt x="155" y="17821"/>
                </a:cubicBezTo>
                <a:cubicBezTo>
                  <a:pt x="137" y="18214"/>
                  <a:pt x="103" y="18573"/>
                  <a:pt x="86" y="18863"/>
                </a:cubicBezTo>
                <a:cubicBezTo>
                  <a:pt x="69" y="19171"/>
                  <a:pt x="52" y="19444"/>
                  <a:pt x="52" y="19649"/>
                </a:cubicBezTo>
                <a:cubicBezTo>
                  <a:pt x="18" y="20076"/>
                  <a:pt x="1" y="20298"/>
                  <a:pt x="1" y="20298"/>
                </a:cubicBezTo>
                <a:cubicBezTo>
                  <a:pt x="1" y="20298"/>
                  <a:pt x="360" y="20350"/>
                  <a:pt x="975" y="20401"/>
                </a:cubicBezTo>
                <a:cubicBezTo>
                  <a:pt x="1197" y="20418"/>
                  <a:pt x="1436" y="20418"/>
                  <a:pt x="1709" y="20435"/>
                </a:cubicBezTo>
                <a:cubicBezTo>
                  <a:pt x="1806" y="20441"/>
                  <a:pt x="1911" y="20443"/>
                  <a:pt x="2021" y="20443"/>
                </a:cubicBezTo>
                <a:cubicBezTo>
                  <a:pt x="2243" y="20443"/>
                  <a:pt x="2490" y="20435"/>
                  <a:pt x="2752" y="20435"/>
                </a:cubicBezTo>
                <a:lnTo>
                  <a:pt x="3384" y="20418"/>
                </a:lnTo>
                <a:lnTo>
                  <a:pt x="4119" y="20367"/>
                </a:lnTo>
                <a:lnTo>
                  <a:pt x="4973" y="20333"/>
                </a:lnTo>
                <a:lnTo>
                  <a:pt x="5896" y="20281"/>
                </a:lnTo>
                <a:cubicBezTo>
                  <a:pt x="6203" y="20264"/>
                  <a:pt x="6511" y="20247"/>
                  <a:pt x="6835" y="20247"/>
                </a:cubicBezTo>
                <a:cubicBezTo>
                  <a:pt x="7143" y="20230"/>
                  <a:pt x="7433" y="20230"/>
                  <a:pt x="7724" y="20230"/>
                </a:cubicBezTo>
                <a:lnTo>
                  <a:pt x="8561" y="20230"/>
                </a:lnTo>
                <a:lnTo>
                  <a:pt x="9330" y="20264"/>
                </a:lnTo>
                <a:lnTo>
                  <a:pt x="10082" y="20264"/>
                </a:lnTo>
                <a:cubicBezTo>
                  <a:pt x="10321" y="20264"/>
                  <a:pt x="10577" y="20264"/>
                  <a:pt x="10816" y="20230"/>
                </a:cubicBezTo>
                <a:lnTo>
                  <a:pt x="12235" y="20162"/>
                </a:lnTo>
                <a:cubicBezTo>
                  <a:pt x="12696" y="20145"/>
                  <a:pt x="13140" y="20128"/>
                  <a:pt x="13567" y="20111"/>
                </a:cubicBezTo>
                <a:lnTo>
                  <a:pt x="14353" y="20093"/>
                </a:lnTo>
                <a:cubicBezTo>
                  <a:pt x="14866" y="20093"/>
                  <a:pt x="15344" y="20076"/>
                  <a:pt x="15754" y="20059"/>
                </a:cubicBezTo>
                <a:cubicBezTo>
                  <a:pt x="16164" y="20059"/>
                  <a:pt x="16523" y="20042"/>
                  <a:pt x="16831" y="20025"/>
                </a:cubicBezTo>
                <a:lnTo>
                  <a:pt x="17770" y="19974"/>
                </a:lnTo>
                <a:cubicBezTo>
                  <a:pt x="17805" y="19923"/>
                  <a:pt x="17839" y="19888"/>
                  <a:pt x="17873" y="19837"/>
                </a:cubicBezTo>
                <a:lnTo>
                  <a:pt x="17907" y="19871"/>
                </a:lnTo>
                <a:lnTo>
                  <a:pt x="17975" y="19940"/>
                </a:lnTo>
                <a:lnTo>
                  <a:pt x="18915" y="19888"/>
                </a:lnTo>
                <a:cubicBezTo>
                  <a:pt x="18984" y="19820"/>
                  <a:pt x="19035" y="19769"/>
                  <a:pt x="19086" y="19700"/>
                </a:cubicBezTo>
                <a:cubicBezTo>
                  <a:pt x="19103" y="19683"/>
                  <a:pt x="19120" y="19666"/>
                  <a:pt x="19137" y="19649"/>
                </a:cubicBezTo>
                <a:cubicBezTo>
                  <a:pt x="19274" y="19615"/>
                  <a:pt x="19411" y="19564"/>
                  <a:pt x="19547" y="19478"/>
                </a:cubicBezTo>
                <a:cubicBezTo>
                  <a:pt x="19599" y="19487"/>
                  <a:pt x="19654" y="19491"/>
                  <a:pt x="19712" y="19491"/>
                </a:cubicBezTo>
                <a:cubicBezTo>
                  <a:pt x="19770" y="19491"/>
                  <a:pt x="19829" y="19487"/>
                  <a:pt x="19889" y="19478"/>
                </a:cubicBezTo>
                <a:cubicBezTo>
                  <a:pt x="20009" y="19444"/>
                  <a:pt x="20128" y="19393"/>
                  <a:pt x="20231" y="19307"/>
                </a:cubicBezTo>
                <a:cubicBezTo>
                  <a:pt x="20282" y="19273"/>
                  <a:pt x="20316" y="19239"/>
                  <a:pt x="20350" y="19205"/>
                </a:cubicBezTo>
                <a:lnTo>
                  <a:pt x="20385" y="19205"/>
                </a:lnTo>
                <a:cubicBezTo>
                  <a:pt x="20398" y="19206"/>
                  <a:pt x="20412" y="19206"/>
                  <a:pt x="20426" y="19206"/>
                </a:cubicBezTo>
                <a:cubicBezTo>
                  <a:pt x="20735" y="19206"/>
                  <a:pt x="21023" y="19022"/>
                  <a:pt x="21171" y="18744"/>
                </a:cubicBezTo>
                <a:cubicBezTo>
                  <a:pt x="21273" y="18829"/>
                  <a:pt x="21393" y="18880"/>
                  <a:pt x="21529" y="18880"/>
                </a:cubicBezTo>
                <a:lnTo>
                  <a:pt x="21700" y="18880"/>
                </a:lnTo>
                <a:cubicBezTo>
                  <a:pt x="21769" y="18863"/>
                  <a:pt x="21820" y="18863"/>
                  <a:pt x="21888" y="18846"/>
                </a:cubicBezTo>
                <a:cubicBezTo>
                  <a:pt x="22008" y="18914"/>
                  <a:pt x="22145" y="18949"/>
                  <a:pt x="22281" y="18966"/>
                </a:cubicBezTo>
                <a:cubicBezTo>
                  <a:pt x="22315" y="18970"/>
                  <a:pt x="22348" y="18972"/>
                  <a:pt x="22381" y="18972"/>
                </a:cubicBezTo>
                <a:cubicBezTo>
                  <a:pt x="22478" y="18972"/>
                  <a:pt x="22567" y="18953"/>
                  <a:pt x="22657" y="18914"/>
                </a:cubicBezTo>
                <a:cubicBezTo>
                  <a:pt x="22725" y="18932"/>
                  <a:pt x="22777" y="18949"/>
                  <a:pt x="22845" y="18949"/>
                </a:cubicBezTo>
                <a:cubicBezTo>
                  <a:pt x="22873" y="18953"/>
                  <a:pt x="22900" y="18955"/>
                  <a:pt x="22927" y="18955"/>
                </a:cubicBezTo>
                <a:cubicBezTo>
                  <a:pt x="23001" y="18955"/>
                  <a:pt x="23073" y="18940"/>
                  <a:pt x="23136" y="18914"/>
                </a:cubicBezTo>
                <a:cubicBezTo>
                  <a:pt x="23204" y="18897"/>
                  <a:pt x="23272" y="18863"/>
                  <a:pt x="23323" y="18829"/>
                </a:cubicBezTo>
                <a:cubicBezTo>
                  <a:pt x="23494" y="18812"/>
                  <a:pt x="23682" y="18812"/>
                  <a:pt x="23853" y="18812"/>
                </a:cubicBezTo>
                <a:cubicBezTo>
                  <a:pt x="23973" y="18812"/>
                  <a:pt x="24109" y="18795"/>
                  <a:pt x="24229" y="18761"/>
                </a:cubicBezTo>
                <a:cubicBezTo>
                  <a:pt x="24246" y="18778"/>
                  <a:pt x="24280" y="18778"/>
                  <a:pt x="24314" y="18778"/>
                </a:cubicBezTo>
                <a:cubicBezTo>
                  <a:pt x="24366" y="18795"/>
                  <a:pt x="24417" y="18812"/>
                  <a:pt x="24468" y="18812"/>
                </a:cubicBezTo>
                <a:cubicBezTo>
                  <a:pt x="24501" y="18815"/>
                  <a:pt x="24532" y="18816"/>
                  <a:pt x="24563" y="18816"/>
                </a:cubicBezTo>
                <a:cubicBezTo>
                  <a:pt x="24714" y="18816"/>
                  <a:pt x="24853" y="18783"/>
                  <a:pt x="24981" y="18727"/>
                </a:cubicBezTo>
                <a:cubicBezTo>
                  <a:pt x="25015" y="18727"/>
                  <a:pt x="25049" y="18727"/>
                  <a:pt x="25083" y="18744"/>
                </a:cubicBezTo>
                <a:cubicBezTo>
                  <a:pt x="25111" y="18746"/>
                  <a:pt x="25138" y="18747"/>
                  <a:pt x="25165" y="18747"/>
                </a:cubicBezTo>
                <a:cubicBezTo>
                  <a:pt x="25508" y="18747"/>
                  <a:pt x="25812" y="18548"/>
                  <a:pt x="25955" y="18231"/>
                </a:cubicBezTo>
                <a:cubicBezTo>
                  <a:pt x="26006" y="18214"/>
                  <a:pt x="26074" y="18180"/>
                  <a:pt x="26126" y="18146"/>
                </a:cubicBezTo>
                <a:lnTo>
                  <a:pt x="26365" y="18146"/>
                </a:lnTo>
                <a:cubicBezTo>
                  <a:pt x="26416" y="18146"/>
                  <a:pt x="26467" y="18163"/>
                  <a:pt x="26519" y="18163"/>
                </a:cubicBezTo>
                <a:cubicBezTo>
                  <a:pt x="26655" y="18163"/>
                  <a:pt x="26775" y="18129"/>
                  <a:pt x="26894" y="18060"/>
                </a:cubicBezTo>
                <a:cubicBezTo>
                  <a:pt x="26997" y="18009"/>
                  <a:pt x="27117" y="17975"/>
                  <a:pt x="27236" y="17958"/>
                </a:cubicBezTo>
                <a:cubicBezTo>
                  <a:pt x="27441" y="17941"/>
                  <a:pt x="27612" y="17821"/>
                  <a:pt x="27732" y="17650"/>
                </a:cubicBezTo>
                <a:cubicBezTo>
                  <a:pt x="27817" y="17616"/>
                  <a:pt x="27885" y="17582"/>
                  <a:pt x="27954" y="17548"/>
                </a:cubicBezTo>
                <a:lnTo>
                  <a:pt x="28091" y="17496"/>
                </a:lnTo>
                <a:cubicBezTo>
                  <a:pt x="28142" y="17479"/>
                  <a:pt x="28193" y="17479"/>
                  <a:pt x="28244" y="17479"/>
                </a:cubicBezTo>
                <a:lnTo>
                  <a:pt x="28432" y="17479"/>
                </a:lnTo>
                <a:cubicBezTo>
                  <a:pt x="28466" y="17479"/>
                  <a:pt x="28518" y="17462"/>
                  <a:pt x="28569" y="17462"/>
                </a:cubicBezTo>
                <a:lnTo>
                  <a:pt x="28928" y="17360"/>
                </a:lnTo>
                <a:lnTo>
                  <a:pt x="28996" y="17343"/>
                </a:lnTo>
                <a:cubicBezTo>
                  <a:pt x="29116" y="17394"/>
                  <a:pt x="29252" y="17411"/>
                  <a:pt x="29372" y="17411"/>
                </a:cubicBezTo>
                <a:cubicBezTo>
                  <a:pt x="29423" y="17411"/>
                  <a:pt x="29457" y="17411"/>
                  <a:pt x="29509" y="17394"/>
                </a:cubicBezTo>
                <a:cubicBezTo>
                  <a:pt x="29584" y="17419"/>
                  <a:pt x="29659" y="17435"/>
                  <a:pt x="29727" y="17435"/>
                </a:cubicBezTo>
                <a:cubicBezTo>
                  <a:pt x="29752" y="17435"/>
                  <a:pt x="29776" y="17433"/>
                  <a:pt x="29799" y="17428"/>
                </a:cubicBezTo>
                <a:cubicBezTo>
                  <a:pt x="29919" y="17428"/>
                  <a:pt x="30038" y="17411"/>
                  <a:pt x="30141" y="17360"/>
                </a:cubicBezTo>
                <a:cubicBezTo>
                  <a:pt x="30175" y="17343"/>
                  <a:pt x="30226" y="17343"/>
                  <a:pt x="30260" y="17325"/>
                </a:cubicBezTo>
                <a:lnTo>
                  <a:pt x="30329" y="17325"/>
                </a:lnTo>
                <a:cubicBezTo>
                  <a:pt x="30602" y="17325"/>
                  <a:pt x="30876" y="17240"/>
                  <a:pt x="31115" y="17103"/>
                </a:cubicBezTo>
                <a:cubicBezTo>
                  <a:pt x="31388" y="17069"/>
                  <a:pt x="31627" y="16950"/>
                  <a:pt x="31815" y="16762"/>
                </a:cubicBezTo>
                <a:cubicBezTo>
                  <a:pt x="31884" y="16762"/>
                  <a:pt x="31952" y="16745"/>
                  <a:pt x="32020" y="16727"/>
                </a:cubicBezTo>
                <a:cubicBezTo>
                  <a:pt x="32191" y="16779"/>
                  <a:pt x="32345" y="16796"/>
                  <a:pt x="32516" y="16813"/>
                </a:cubicBezTo>
                <a:lnTo>
                  <a:pt x="32601" y="16813"/>
                </a:lnTo>
                <a:cubicBezTo>
                  <a:pt x="32841" y="16813"/>
                  <a:pt x="33063" y="16762"/>
                  <a:pt x="33285" y="16676"/>
                </a:cubicBezTo>
                <a:cubicBezTo>
                  <a:pt x="33302" y="16727"/>
                  <a:pt x="33319" y="16762"/>
                  <a:pt x="33336" y="16796"/>
                </a:cubicBezTo>
                <a:cubicBezTo>
                  <a:pt x="33456" y="17103"/>
                  <a:pt x="33712" y="17308"/>
                  <a:pt x="34037" y="17360"/>
                </a:cubicBezTo>
                <a:lnTo>
                  <a:pt x="34088" y="17360"/>
                </a:lnTo>
                <a:cubicBezTo>
                  <a:pt x="34190" y="17360"/>
                  <a:pt x="34276" y="17360"/>
                  <a:pt x="34378" y="17343"/>
                </a:cubicBezTo>
                <a:cubicBezTo>
                  <a:pt x="34515" y="17445"/>
                  <a:pt x="34669" y="17513"/>
                  <a:pt x="34840" y="17531"/>
                </a:cubicBezTo>
                <a:lnTo>
                  <a:pt x="34925" y="17531"/>
                </a:lnTo>
                <a:cubicBezTo>
                  <a:pt x="34950" y="17536"/>
                  <a:pt x="34977" y="17538"/>
                  <a:pt x="35004" y="17538"/>
                </a:cubicBezTo>
                <a:cubicBezTo>
                  <a:pt x="35069" y="17538"/>
                  <a:pt x="35138" y="17526"/>
                  <a:pt x="35198" y="17513"/>
                </a:cubicBezTo>
                <a:cubicBezTo>
                  <a:pt x="35233" y="17513"/>
                  <a:pt x="35284" y="17496"/>
                  <a:pt x="35318" y="17479"/>
                </a:cubicBezTo>
                <a:lnTo>
                  <a:pt x="35489" y="17479"/>
                </a:lnTo>
                <a:cubicBezTo>
                  <a:pt x="35514" y="17481"/>
                  <a:pt x="35540" y="17482"/>
                  <a:pt x="35566" y="17482"/>
                </a:cubicBezTo>
                <a:cubicBezTo>
                  <a:pt x="35745" y="17482"/>
                  <a:pt x="35922" y="17430"/>
                  <a:pt x="36087" y="17325"/>
                </a:cubicBezTo>
                <a:cubicBezTo>
                  <a:pt x="36224" y="17411"/>
                  <a:pt x="36360" y="17445"/>
                  <a:pt x="36514" y="17462"/>
                </a:cubicBezTo>
                <a:cubicBezTo>
                  <a:pt x="36582" y="17462"/>
                  <a:pt x="36668" y="17462"/>
                  <a:pt x="36736" y="17445"/>
                </a:cubicBezTo>
                <a:cubicBezTo>
                  <a:pt x="36822" y="17428"/>
                  <a:pt x="36907" y="17394"/>
                  <a:pt x="36975" y="17343"/>
                </a:cubicBezTo>
                <a:cubicBezTo>
                  <a:pt x="37095" y="17411"/>
                  <a:pt x="37232" y="17462"/>
                  <a:pt x="37368" y="17462"/>
                </a:cubicBezTo>
                <a:cubicBezTo>
                  <a:pt x="37368" y="17462"/>
                  <a:pt x="37368" y="17103"/>
                  <a:pt x="37334" y="16471"/>
                </a:cubicBezTo>
                <a:cubicBezTo>
                  <a:pt x="37334" y="16164"/>
                  <a:pt x="37317" y="15771"/>
                  <a:pt x="37283" y="15343"/>
                </a:cubicBezTo>
                <a:cubicBezTo>
                  <a:pt x="37266" y="14916"/>
                  <a:pt x="37232" y="14438"/>
                  <a:pt x="37197" y="13925"/>
                </a:cubicBezTo>
                <a:cubicBezTo>
                  <a:pt x="37180" y="13498"/>
                  <a:pt x="37146" y="13054"/>
                  <a:pt x="37129" y="12576"/>
                </a:cubicBezTo>
                <a:cubicBezTo>
                  <a:pt x="37112" y="12319"/>
                  <a:pt x="37095" y="12063"/>
                  <a:pt x="37095" y="11790"/>
                </a:cubicBezTo>
                <a:cubicBezTo>
                  <a:pt x="37078" y="11533"/>
                  <a:pt x="37078" y="11260"/>
                  <a:pt x="37061" y="10986"/>
                </a:cubicBezTo>
                <a:cubicBezTo>
                  <a:pt x="37044" y="10696"/>
                  <a:pt x="37044" y="10423"/>
                  <a:pt x="37027" y="10149"/>
                </a:cubicBezTo>
                <a:cubicBezTo>
                  <a:pt x="37027" y="9859"/>
                  <a:pt x="37010" y="9585"/>
                  <a:pt x="37010" y="9295"/>
                </a:cubicBezTo>
                <a:cubicBezTo>
                  <a:pt x="36992" y="9004"/>
                  <a:pt x="36992" y="8714"/>
                  <a:pt x="36975" y="8441"/>
                </a:cubicBezTo>
                <a:cubicBezTo>
                  <a:pt x="36873" y="4169"/>
                  <a:pt x="36770" y="0"/>
                  <a:pt x="36770" y="0"/>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6"/>
          <p:cNvSpPr/>
          <p:nvPr/>
        </p:nvSpPr>
        <p:spPr>
          <a:xfrm>
            <a:off x="4987162" y="1218275"/>
            <a:ext cx="3362743" cy="1691556"/>
          </a:xfrm>
          <a:custGeom>
            <a:avLst/>
            <a:gdLst/>
            <a:ahLst/>
            <a:cxnLst/>
            <a:rect l="l" t="t" r="r" b="b"/>
            <a:pathLst>
              <a:path w="37369" h="20443" extrusionOk="0">
                <a:moveTo>
                  <a:pt x="11807" y="0"/>
                </a:moveTo>
                <a:cubicBezTo>
                  <a:pt x="11363" y="0"/>
                  <a:pt x="10987" y="17"/>
                  <a:pt x="10645" y="34"/>
                </a:cubicBezTo>
                <a:lnTo>
                  <a:pt x="9791" y="68"/>
                </a:lnTo>
                <a:lnTo>
                  <a:pt x="9056" y="103"/>
                </a:lnTo>
                <a:cubicBezTo>
                  <a:pt x="9005" y="137"/>
                  <a:pt x="8971" y="171"/>
                  <a:pt x="8920" y="205"/>
                </a:cubicBezTo>
                <a:lnTo>
                  <a:pt x="8903" y="205"/>
                </a:lnTo>
                <a:lnTo>
                  <a:pt x="8851" y="239"/>
                </a:lnTo>
                <a:cubicBezTo>
                  <a:pt x="8817" y="256"/>
                  <a:pt x="8783" y="273"/>
                  <a:pt x="8766" y="291"/>
                </a:cubicBezTo>
                <a:cubicBezTo>
                  <a:pt x="8646" y="308"/>
                  <a:pt x="8544" y="359"/>
                  <a:pt x="8441" y="444"/>
                </a:cubicBezTo>
                <a:lnTo>
                  <a:pt x="8424" y="444"/>
                </a:lnTo>
                <a:cubicBezTo>
                  <a:pt x="8271" y="444"/>
                  <a:pt x="8117" y="530"/>
                  <a:pt x="8031" y="649"/>
                </a:cubicBezTo>
                <a:cubicBezTo>
                  <a:pt x="7980" y="701"/>
                  <a:pt x="7946" y="752"/>
                  <a:pt x="7929" y="820"/>
                </a:cubicBezTo>
                <a:lnTo>
                  <a:pt x="7878" y="769"/>
                </a:lnTo>
                <a:lnTo>
                  <a:pt x="7775" y="683"/>
                </a:lnTo>
                <a:cubicBezTo>
                  <a:pt x="7690" y="615"/>
                  <a:pt x="7604" y="564"/>
                  <a:pt x="7485" y="547"/>
                </a:cubicBezTo>
                <a:lnTo>
                  <a:pt x="7382" y="547"/>
                </a:lnTo>
                <a:cubicBezTo>
                  <a:pt x="7211" y="547"/>
                  <a:pt x="7057" y="615"/>
                  <a:pt x="6955" y="752"/>
                </a:cubicBezTo>
                <a:cubicBezTo>
                  <a:pt x="6852" y="837"/>
                  <a:pt x="6767" y="957"/>
                  <a:pt x="6699" y="1076"/>
                </a:cubicBezTo>
                <a:cubicBezTo>
                  <a:pt x="6681" y="1094"/>
                  <a:pt x="6664" y="1111"/>
                  <a:pt x="6664" y="1128"/>
                </a:cubicBezTo>
                <a:cubicBezTo>
                  <a:pt x="6511" y="1179"/>
                  <a:pt x="6374" y="1264"/>
                  <a:pt x="6254" y="1367"/>
                </a:cubicBezTo>
                <a:cubicBezTo>
                  <a:pt x="6220" y="1367"/>
                  <a:pt x="6169" y="1350"/>
                  <a:pt x="6135" y="1350"/>
                </a:cubicBezTo>
                <a:cubicBezTo>
                  <a:pt x="6049" y="1350"/>
                  <a:pt x="5964" y="1367"/>
                  <a:pt x="5878" y="1384"/>
                </a:cubicBezTo>
                <a:cubicBezTo>
                  <a:pt x="5759" y="1418"/>
                  <a:pt x="5639" y="1504"/>
                  <a:pt x="5537" y="1606"/>
                </a:cubicBezTo>
                <a:cubicBezTo>
                  <a:pt x="5503" y="1640"/>
                  <a:pt x="5468" y="1674"/>
                  <a:pt x="5434" y="1726"/>
                </a:cubicBezTo>
                <a:lnTo>
                  <a:pt x="5400" y="1726"/>
                </a:lnTo>
                <a:cubicBezTo>
                  <a:pt x="5058" y="1726"/>
                  <a:pt x="4751" y="1965"/>
                  <a:pt x="4682" y="2290"/>
                </a:cubicBezTo>
                <a:cubicBezTo>
                  <a:pt x="4580" y="2221"/>
                  <a:pt x="4460" y="2187"/>
                  <a:pt x="4341" y="2187"/>
                </a:cubicBezTo>
                <a:cubicBezTo>
                  <a:pt x="4321" y="2182"/>
                  <a:pt x="4299" y="2180"/>
                  <a:pt x="4277" y="2180"/>
                </a:cubicBezTo>
                <a:cubicBezTo>
                  <a:pt x="4222" y="2180"/>
                  <a:pt x="4162" y="2192"/>
                  <a:pt x="4101" y="2204"/>
                </a:cubicBezTo>
                <a:lnTo>
                  <a:pt x="4084" y="2204"/>
                </a:lnTo>
                <a:cubicBezTo>
                  <a:pt x="4033" y="2221"/>
                  <a:pt x="3965" y="2238"/>
                  <a:pt x="3914" y="2273"/>
                </a:cubicBezTo>
                <a:cubicBezTo>
                  <a:pt x="3811" y="2221"/>
                  <a:pt x="3691" y="2187"/>
                  <a:pt x="3572" y="2187"/>
                </a:cubicBezTo>
                <a:cubicBezTo>
                  <a:pt x="3546" y="2184"/>
                  <a:pt x="3521" y="2183"/>
                  <a:pt x="3495" y="2183"/>
                </a:cubicBezTo>
                <a:cubicBezTo>
                  <a:pt x="3367" y="2183"/>
                  <a:pt x="3241" y="2218"/>
                  <a:pt x="3128" y="2290"/>
                </a:cubicBezTo>
                <a:cubicBezTo>
                  <a:pt x="3093" y="2273"/>
                  <a:pt x="3059" y="2273"/>
                  <a:pt x="3025" y="2273"/>
                </a:cubicBezTo>
                <a:cubicBezTo>
                  <a:pt x="3001" y="2269"/>
                  <a:pt x="2977" y="2268"/>
                  <a:pt x="2954" y="2268"/>
                </a:cubicBezTo>
                <a:cubicBezTo>
                  <a:pt x="2847" y="2268"/>
                  <a:pt x="2751" y="2299"/>
                  <a:pt x="2666" y="2341"/>
                </a:cubicBezTo>
                <a:cubicBezTo>
                  <a:pt x="2598" y="2375"/>
                  <a:pt x="2547" y="2426"/>
                  <a:pt x="2512" y="2460"/>
                </a:cubicBezTo>
                <a:cubicBezTo>
                  <a:pt x="2359" y="2512"/>
                  <a:pt x="2205" y="2546"/>
                  <a:pt x="2034" y="2563"/>
                </a:cubicBezTo>
                <a:cubicBezTo>
                  <a:pt x="1932" y="2580"/>
                  <a:pt x="1812" y="2631"/>
                  <a:pt x="1726" y="2683"/>
                </a:cubicBezTo>
                <a:lnTo>
                  <a:pt x="1590" y="2683"/>
                </a:lnTo>
                <a:cubicBezTo>
                  <a:pt x="1571" y="2681"/>
                  <a:pt x="1552" y="2680"/>
                  <a:pt x="1533" y="2680"/>
                </a:cubicBezTo>
                <a:cubicBezTo>
                  <a:pt x="1364" y="2680"/>
                  <a:pt x="1200" y="2748"/>
                  <a:pt x="1077" y="2871"/>
                </a:cubicBezTo>
                <a:cubicBezTo>
                  <a:pt x="923" y="2871"/>
                  <a:pt x="770" y="2922"/>
                  <a:pt x="650" y="3007"/>
                </a:cubicBezTo>
                <a:cubicBezTo>
                  <a:pt x="650" y="3007"/>
                  <a:pt x="650" y="3349"/>
                  <a:pt x="633" y="3930"/>
                </a:cubicBezTo>
                <a:cubicBezTo>
                  <a:pt x="633" y="4237"/>
                  <a:pt x="616" y="4596"/>
                  <a:pt x="599" y="4989"/>
                </a:cubicBezTo>
                <a:cubicBezTo>
                  <a:pt x="599" y="5399"/>
                  <a:pt x="582" y="5878"/>
                  <a:pt x="582" y="6373"/>
                </a:cubicBezTo>
                <a:cubicBezTo>
                  <a:pt x="548" y="7757"/>
                  <a:pt x="496" y="9449"/>
                  <a:pt x="462" y="11157"/>
                </a:cubicBezTo>
                <a:cubicBezTo>
                  <a:pt x="445" y="12012"/>
                  <a:pt x="428" y="12866"/>
                  <a:pt x="411" y="13703"/>
                </a:cubicBezTo>
                <a:cubicBezTo>
                  <a:pt x="411" y="14199"/>
                  <a:pt x="394" y="14677"/>
                  <a:pt x="377" y="15156"/>
                </a:cubicBezTo>
                <a:cubicBezTo>
                  <a:pt x="343" y="15634"/>
                  <a:pt x="274" y="16112"/>
                  <a:pt x="257" y="16557"/>
                </a:cubicBezTo>
                <a:cubicBezTo>
                  <a:pt x="223" y="17018"/>
                  <a:pt x="189" y="17445"/>
                  <a:pt x="155" y="17821"/>
                </a:cubicBezTo>
                <a:cubicBezTo>
                  <a:pt x="137" y="18214"/>
                  <a:pt x="103" y="18573"/>
                  <a:pt x="86" y="18863"/>
                </a:cubicBezTo>
                <a:cubicBezTo>
                  <a:pt x="69" y="19171"/>
                  <a:pt x="52" y="19444"/>
                  <a:pt x="52" y="19649"/>
                </a:cubicBezTo>
                <a:cubicBezTo>
                  <a:pt x="18" y="20076"/>
                  <a:pt x="1" y="20298"/>
                  <a:pt x="1" y="20298"/>
                </a:cubicBezTo>
                <a:cubicBezTo>
                  <a:pt x="1" y="20298"/>
                  <a:pt x="360" y="20350"/>
                  <a:pt x="975" y="20401"/>
                </a:cubicBezTo>
                <a:cubicBezTo>
                  <a:pt x="1197" y="20418"/>
                  <a:pt x="1436" y="20418"/>
                  <a:pt x="1709" y="20435"/>
                </a:cubicBezTo>
                <a:cubicBezTo>
                  <a:pt x="1806" y="20441"/>
                  <a:pt x="1911" y="20443"/>
                  <a:pt x="2021" y="20443"/>
                </a:cubicBezTo>
                <a:cubicBezTo>
                  <a:pt x="2243" y="20443"/>
                  <a:pt x="2490" y="20435"/>
                  <a:pt x="2752" y="20435"/>
                </a:cubicBezTo>
                <a:lnTo>
                  <a:pt x="3384" y="20418"/>
                </a:lnTo>
                <a:lnTo>
                  <a:pt x="4119" y="20367"/>
                </a:lnTo>
                <a:lnTo>
                  <a:pt x="4973" y="20333"/>
                </a:lnTo>
                <a:lnTo>
                  <a:pt x="5896" y="20281"/>
                </a:lnTo>
                <a:cubicBezTo>
                  <a:pt x="6203" y="20264"/>
                  <a:pt x="6511" y="20247"/>
                  <a:pt x="6835" y="20247"/>
                </a:cubicBezTo>
                <a:cubicBezTo>
                  <a:pt x="7143" y="20230"/>
                  <a:pt x="7433" y="20230"/>
                  <a:pt x="7724" y="20230"/>
                </a:cubicBezTo>
                <a:lnTo>
                  <a:pt x="8561" y="20230"/>
                </a:lnTo>
                <a:lnTo>
                  <a:pt x="9330" y="20264"/>
                </a:lnTo>
                <a:lnTo>
                  <a:pt x="10082" y="20264"/>
                </a:lnTo>
                <a:cubicBezTo>
                  <a:pt x="10321" y="20264"/>
                  <a:pt x="10577" y="20264"/>
                  <a:pt x="10816" y="20230"/>
                </a:cubicBezTo>
                <a:lnTo>
                  <a:pt x="12235" y="20162"/>
                </a:lnTo>
                <a:cubicBezTo>
                  <a:pt x="12696" y="20145"/>
                  <a:pt x="13140" y="20128"/>
                  <a:pt x="13567" y="20111"/>
                </a:cubicBezTo>
                <a:lnTo>
                  <a:pt x="14353" y="20093"/>
                </a:lnTo>
                <a:cubicBezTo>
                  <a:pt x="14866" y="20093"/>
                  <a:pt x="15344" y="20076"/>
                  <a:pt x="15754" y="20059"/>
                </a:cubicBezTo>
                <a:cubicBezTo>
                  <a:pt x="16164" y="20059"/>
                  <a:pt x="16523" y="20042"/>
                  <a:pt x="16831" y="20025"/>
                </a:cubicBezTo>
                <a:lnTo>
                  <a:pt x="17770" y="19974"/>
                </a:lnTo>
                <a:cubicBezTo>
                  <a:pt x="17805" y="19923"/>
                  <a:pt x="17839" y="19888"/>
                  <a:pt x="17873" y="19837"/>
                </a:cubicBezTo>
                <a:lnTo>
                  <a:pt x="17907" y="19871"/>
                </a:lnTo>
                <a:lnTo>
                  <a:pt x="17975" y="19940"/>
                </a:lnTo>
                <a:lnTo>
                  <a:pt x="18915" y="19888"/>
                </a:lnTo>
                <a:cubicBezTo>
                  <a:pt x="18984" y="19820"/>
                  <a:pt x="19035" y="19769"/>
                  <a:pt x="19086" y="19700"/>
                </a:cubicBezTo>
                <a:cubicBezTo>
                  <a:pt x="19103" y="19683"/>
                  <a:pt x="19120" y="19666"/>
                  <a:pt x="19137" y="19649"/>
                </a:cubicBezTo>
                <a:cubicBezTo>
                  <a:pt x="19274" y="19615"/>
                  <a:pt x="19411" y="19564"/>
                  <a:pt x="19547" y="19478"/>
                </a:cubicBezTo>
                <a:cubicBezTo>
                  <a:pt x="19599" y="19487"/>
                  <a:pt x="19654" y="19491"/>
                  <a:pt x="19712" y="19491"/>
                </a:cubicBezTo>
                <a:cubicBezTo>
                  <a:pt x="19770" y="19491"/>
                  <a:pt x="19829" y="19487"/>
                  <a:pt x="19889" y="19478"/>
                </a:cubicBezTo>
                <a:cubicBezTo>
                  <a:pt x="20009" y="19444"/>
                  <a:pt x="20128" y="19393"/>
                  <a:pt x="20231" y="19307"/>
                </a:cubicBezTo>
                <a:cubicBezTo>
                  <a:pt x="20282" y="19273"/>
                  <a:pt x="20316" y="19239"/>
                  <a:pt x="20350" y="19205"/>
                </a:cubicBezTo>
                <a:lnTo>
                  <a:pt x="20385" y="19205"/>
                </a:lnTo>
                <a:cubicBezTo>
                  <a:pt x="20398" y="19206"/>
                  <a:pt x="20412" y="19206"/>
                  <a:pt x="20426" y="19206"/>
                </a:cubicBezTo>
                <a:cubicBezTo>
                  <a:pt x="20735" y="19206"/>
                  <a:pt x="21023" y="19022"/>
                  <a:pt x="21171" y="18744"/>
                </a:cubicBezTo>
                <a:cubicBezTo>
                  <a:pt x="21273" y="18829"/>
                  <a:pt x="21393" y="18880"/>
                  <a:pt x="21529" y="18880"/>
                </a:cubicBezTo>
                <a:lnTo>
                  <a:pt x="21700" y="18880"/>
                </a:lnTo>
                <a:cubicBezTo>
                  <a:pt x="21769" y="18863"/>
                  <a:pt x="21820" y="18863"/>
                  <a:pt x="21888" y="18846"/>
                </a:cubicBezTo>
                <a:cubicBezTo>
                  <a:pt x="22008" y="18914"/>
                  <a:pt x="22145" y="18949"/>
                  <a:pt x="22281" y="18966"/>
                </a:cubicBezTo>
                <a:cubicBezTo>
                  <a:pt x="22315" y="18970"/>
                  <a:pt x="22348" y="18972"/>
                  <a:pt x="22381" y="18972"/>
                </a:cubicBezTo>
                <a:cubicBezTo>
                  <a:pt x="22478" y="18972"/>
                  <a:pt x="22567" y="18953"/>
                  <a:pt x="22657" y="18914"/>
                </a:cubicBezTo>
                <a:cubicBezTo>
                  <a:pt x="22725" y="18932"/>
                  <a:pt x="22777" y="18949"/>
                  <a:pt x="22845" y="18949"/>
                </a:cubicBezTo>
                <a:cubicBezTo>
                  <a:pt x="22873" y="18953"/>
                  <a:pt x="22900" y="18955"/>
                  <a:pt x="22927" y="18955"/>
                </a:cubicBezTo>
                <a:cubicBezTo>
                  <a:pt x="23001" y="18955"/>
                  <a:pt x="23073" y="18940"/>
                  <a:pt x="23136" y="18914"/>
                </a:cubicBezTo>
                <a:cubicBezTo>
                  <a:pt x="23204" y="18897"/>
                  <a:pt x="23272" y="18863"/>
                  <a:pt x="23323" y="18829"/>
                </a:cubicBezTo>
                <a:cubicBezTo>
                  <a:pt x="23494" y="18812"/>
                  <a:pt x="23682" y="18812"/>
                  <a:pt x="23853" y="18812"/>
                </a:cubicBezTo>
                <a:cubicBezTo>
                  <a:pt x="23973" y="18812"/>
                  <a:pt x="24109" y="18795"/>
                  <a:pt x="24229" y="18761"/>
                </a:cubicBezTo>
                <a:cubicBezTo>
                  <a:pt x="24246" y="18778"/>
                  <a:pt x="24280" y="18778"/>
                  <a:pt x="24314" y="18778"/>
                </a:cubicBezTo>
                <a:cubicBezTo>
                  <a:pt x="24366" y="18795"/>
                  <a:pt x="24417" y="18812"/>
                  <a:pt x="24468" y="18812"/>
                </a:cubicBezTo>
                <a:cubicBezTo>
                  <a:pt x="24501" y="18815"/>
                  <a:pt x="24532" y="18816"/>
                  <a:pt x="24563" y="18816"/>
                </a:cubicBezTo>
                <a:cubicBezTo>
                  <a:pt x="24714" y="18816"/>
                  <a:pt x="24853" y="18783"/>
                  <a:pt x="24981" y="18727"/>
                </a:cubicBezTo>
                <a:cubicBezTo>
                  <a:pt x="25015" y="18727"/>
                  <a:pt x="25049" y="18727"/>
                  <a:pt x="25083" y="18744"/>
                </a:cubicBezTo>
                <a:cubicBezTo>
                  <a:pt x="25111" y="18746"/>
                  <a:pt x="25138" y="18747"/>
                  <a:pt x="25165" y="18747"/>
                </a:cubicBezTo>
                <a:cubicBezTo>
                  <a:pt x="25508" y="18747"/>
                  <a:pt x="25812" y="18548"/>
                  <a:pt x="25955" y="18231"/>
                </a:cubicBezTo>
                <a:cubicBezTo>
                  <a:pt x="26006" y="18214"/>
                  <a:pt x="26074" y="18180"/>
                  <a:pt x="26126" y="18146"/>
                </a:cubicBezTo>
                <a:lnTo>
                  <a:pt x="26365" y="18146"/>
                </a:lnTo>
                <a:cubicBezTo>
                  <a:pt x="26416" y="18146"/>
                  <a:pt x="26467" y="18163"/>
                  <a:pt x="26519" y="18163"/>
                </a:cubicBezTo>
                <a:cubicBezTo>
                  <a:pt x="26655" y="18163"/>
                  <a:pt x="26775" y="18129"/>
                  <a:pt x="26894" y="18060"/>
                </a:cubicBezTo>
                <a:cubicBezTo>
                  <a:pt x="26997" y="18009"/>
                  <a:pt x="27117" y="17975"/>
                  <a:pt x="27236" y="17958"/>
                </a:cubicBezTo>
                <a:cubicBezTo>
                  <a:pt x="27441" y="17941"/>
                  <a:pt x="27612" y="17821"/>
                  <a:pt x="27732" y="17650"/>
                </a:cubicBezTo>
                <a:cubicBezTo>
                  <a:pt x="27817" y="17616"/>
                  <a:pt x="27885" y="17582"/>
                  <a:pt x="27954" y="17548"/>
                </a:cubicBezTo>
                <a:lnTo>
                  <a:pt x="28091" y="17496"/>
                </a:lnTo>
                <a:cubicBezTo>
                  <a:pt x="28142" y="17479"/>
                  <a:pt x="28193" y="17479"/>
                  <a:pt x="28244" y="17479"/>
                </a:cubicBezTo>
                <a:lnTo>
                  <a:pt x="28432" y="17479"/>
                </a:lnTo>
                <a:cubicBezTo>
                  <a:pt x="28466" y="17479"/>
                  <a:pt x="28518" y="17462"/>
                  <a:pt x="28569" y="17462"/>
                </a:cubicBezTo>
                <a:lnTo>
                  <a:pt x="28928" y="17360"/>
                </a:lnTo>
                <a:lnTo>
                  <a:pt x="28996" y="17343"/>
                </a:lnTo>
                <a:cubicBezTo>
                  <a:pt x="29116" y="17394"/>
                  <a:pt x="29252" y="17411"/>
                  <a:pt x="29372" y="17411"/>
                </a:cubicBezTo>
                <a:cubicBezTo>
                  <a:pt x="29423" y="17411"/>
                  <a:pt x="29457" y="17411"/>
                  <a:pt x="29509" y="17394"/>
                </a:cubicBezTo>
                <a:cubicBezTo>
                  <a:pt x="29584" y="17419"/>
                  <a:pt x="29659" y="17435"/>
                  <a:pt x="29727" y="17435"/>
                </a:cubicBezTo>
                <a:cubicBezTo>
                  <a:pt x="29752" y="17435"/>
                  <a:pt x="29776" y="17433"/>
                  <a:pt x="29799" y="17428"/>
                </a:cubicBezTo>
                <a:cubicBezTo>
                  <a:pt x="29919" y="17428"/>
                  <a:pt x="30038" y="17411"/>
                  <a:pt x="30141" y="17360"/>
                </a:cubicBezTo>
                <a:cubicBezTo>
                  <a:pt x="30175" y="17343"/>
                  <a:pt x="30226" y="17343"/>
                  <a:pt x="30260" y="17325"/>
                </a:cubicBezTo>
                <a:lnTo>
                  <a:pt x="30329" y="17325"/>
                </a:lnTo>
                <a:cubicBezTo>
                  <a:pt x="30602" y="17325"/>
                  <a:pt x="30876" y="17240"/>
                  <a:pt x="31115" y="17103"/>
                </a:cubicBezTo>
                <a:cubicBezTo>
                  <a:pt x="31388" y="17069"/>
                  <a:pt x="31627" y="16950"/>
                  <a:pt x="31815" y="16762"/>
                </a:cubicBezTo>
                <a:cubicBezTo>
                  <a:pt x="31884" y="16762"/>
                  <a:pt x="31952" y="16745"/>
                  <a:pt x="32020" y="16727"/>
                </a:cubicBezTo>
                <a:cubicBezTo>
                  <a:pt x="32191" y="16779"/>
                  <a:pt x="32345" y="16796"/>
                  <a:pt x="32516" y="16813"/>
                </a:cubicBezTo>
                <a:lnTo>
                  <a:pt x="32601" y="16813"/>
                </a:lnTo>
                <a:cubicBezTo>
                  <a:pt x="32841" y="16813"/>
                  <a:pt x="33063" y="16762"/>
                  <a:pt x="33285" y="16676"/>
                </a:cubicBezTo>
                <a:cubicBezTo>
                  <a:pt x="33302" y="16727"/>
                  <a:pt x="33319" y="16762"/>
                  <a:pt x="33336" y="16796"/>
                </a:cubicBezTo>
                <a:cubicBezTo>
                  <a:pt x="33456" y="17103"/>
                  <a:pt x="33712" y="17308"/>
                  <a:pt x="34037" y="17360"/>
                </a:cubicBezTo>
                <a:lnTo>
                  <a:pt x="34088" y="17360"/>
                </a:lnTo>
                <a:cubicBezTo>
                  <a:pt x="34190" y="17360"/>
                  <a:pt x="34276" y="17360"/>
                  <a:pt x="34378" y="17343"/>
                </a:cubicBezTo>
                <a:cubicBezTo>
                  <a:pt x="34515" y="17445"/>
                  <a:pt x="34669" y="17513"/>
                  <a:pt x="34840" y="17531"/>
                </a:cubicBezTo>
                <a:lnTo>
                  <a:pt x="34925" y="17531"/>
                </a:lnTo>
                <a:cubicBezTo>
                  <a:pt x="34950" y="17536"/>
                  <a:pt x="34977" y="17538"/>
                  <a:pt x="35004" y="17538"/>
                </a:cubicBezTo>
                <a:cubicBezTo>
                  <a:pt x="35069" y="17538"/>
                  <a:pt x="35138" y="17526"/>
                  <a:pt x="35198" y="17513"/>
                </a:cubicBezTo>
                <a:cubicBezTo>
                  <a:pt x="35233" y="17513"/>
                  <a:pt x="35284" y="17496"/>
                  <a:pt x="35318" y="17479"/>
                </a:cubicBezTo>
                <a:lnTo>
                  <a:pt x="35489" y="17479"/>
                </a:lnTo>
                <a:cubicBezTo>
                  <a:pt x="35514" y="17481"/>
                  <a:pt x="35540" y="17482"/>
                  <a:pt x="35566" y="17482"/>
                </a:cubicBezTo>
                <a:cubicBezTo>
                  <a:pt x="35745" y="17482"/>
                  <a:pt x="35922" y="17430"/>
                  <a:pt x="36087" y="17325"/>
                </a:cubicBezTo>
                <a:cubicBezTo>
                  <a:pt x="36224" y="17411"/>
                  <a:pt x="36360" y="17445"/>
                  <a:pt x="36514" y="17462"/>
                </a:cubicBezTo>
                <a:cubicBezTo>
                  <a:pt x="36582" y="17462"/>
                  <a:pt x="36668" y="17462"/>
                  <a:pt x="36736" y="17445"/>
                </a:cubicBezTo>
                <a:cubicBezTo>
                  <a:pt x="36822" y="17428"/>
                  <a:pt x="36907" y="17394"/>
                  <a:pt x="36975" y="17343"/>
                </a:cubicBezTo>
                <a:cubicBezTo>
                  <a:pt x="37095" y="17411"/>
                  <a:pt x="37232" y="17462"/>
                  <a:pt x="37368" y="17462"/>
                </a:cubicBezTo>
                <a:cubicBezTo>
                  <a:pt x="37368" y="17462"/>
                  <a:pt x="37368" y="17103"/>
                  <a:pt x="37334" y="16471"/>
                </a:cubicBezTo>
                <a:cubicBezTo>
                  <a:pt x="37334" y="16164"/>
                  <a:pt x="37317" y="15771"/>
                  <a:pt x="37283" y="15343"/>
                </a:cubicBezTo>
                <a:cubicBezTo>
                  <a:pt x="37266" y="14916"/>
                  <a:pt x="37232" y="14438"/>
                  <a:pt x="37197" y="13925"/>
                </a:cubicBezTo>
                <a:cubicBezTo>
                  <a:pt x="37180" y="13498"/>
                  <a:pt x="37146" y="13054"/>
                  <a:pt x="37129" y="12576"/>
                </a:cubicBezTo>
                <a:cubicBezTo>
                  <a:pt x="37112" y="12319"/>
                  <a:pt x="37095" y="12063"/>
                  <a:pt x="37095" y="11790"/>
                </a:cubicBezTo>
                <a:cubicBezTo>
                  <a:pt x="37078" y="11533"/>
                  <a:pt x="37078" y="11260"/>
                  <a:pt x="37061" y="10986"/>
                </a:cubicBezTo>
                <a:cubicBezTo>
                  <a:pt x="37044" y="10696"/>
                  <a:pt x="37044" y="10423"/>
                  <a:pt x="37027" y="10149"/>
                </a:cubicBezTo>
                <a:cubicBezTo>
                  <a:pt x="37027" y="9859"/>
                  <a:pt x="37010" y="9585"/>
                  <a:pt x="37010" y="9295"/>
                </a:cubicBezTo>
                <a:cubicBezTo>
                  <a:pt x="36992" y="9004"/>
                  <a:pt x="36992" y="8714"/>
                  <a:pt x="36975" y="8441"/>
                </a:cubicBezTo>
                <a:cubicBezTo>
                  <a:pt x="36873" y="4169"/>
                  <a:pt x="36770" y="0"/>
                  <a:pt x="36770" y="0"/>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6"/>
          <p:cNvSpPr/>
          <p:nvPr/>
        </p:nvSpPr>
        <p:spPr>
          <a:xfrm>
            <a:off x="794100" y="1218275"/>
            <a:ext cx="3362743" cy="1691556"/>
          </a:xfrm>
          <a:custGeom>
            <a:avLst/>
            <a:gdLst/>
            <a:ahLst/>
            <a:cxnLst/>
            <a:rect l="l" t="t" r="r" b="b"/>
            <a:pathLst>
              <a:path w="37369" h="20443" extrusionOk="0">
                <a:moveTo>
                  <a:pt x="11807" y="0"/>
                </a:moveTo>
                <a:cubicBezTo>
                  <a:pt x="11363" y="0"/>
                  <a:pt x="10987" y="17"/>
                  <a:pt x="10645" y="34"/>
                </a:cubicBezTo>
                <a:lnTo>
                  <a:pt x="9791" y="68"/>
                </a:lnTo>
                <a:lnTo>
                  <a:pt x="9056" y="103"/>
                </a:lnTo>
                <a:cubicBezTo>
                  <a:pt x="9005" y="137"/>
                  <a:pt x="8971" y="171"/>
                  <a:pt x="8920" y="205"/>
                </a:cubicBezTo>
                <a:lnTo>
                  <a:pt x="8903" y="205"/>
                </a:lnTo>
                <a:lnTo>
                  <a:pt x="8851" y="239"/>
                </a:lnTo>
                <a:cubicBezTo>
                  <a:pt x="8817" y="256"/>
                  <a:pt x="8783" y="273"/>
                  <a:pt x="8766" y="291"/>
                </a:cubicBezTo>
                <a:cubicBezTo>
                  <a:pt x="8646" y="308"/>
                  <a:pt x="8544" y="359"/>
                  <a:pt x="8441" y="444"/>
                </a:cubicBezTo>
                <a:lnTo>
                  <a:pt x="8424" y="444"/>
                </a:lnTo>
                <a:cubicBezTo>
                  <a:pt x="8271" y="444"/>
                  <a:pt x="8117" y="530"/>
                  <a:pt x="8031" y="649"/>
                </a:cubicBezTo>
                <a:cubicBezTo>
                  <a:pt x="7980" y="701"/>
                  <a:pt x="7946" y="752"/>
                  <a:pt x="7929" y="820"/>
                </a:cubicBezTo>
                <a:lnTo>
                  <a:pt x="7878" y="769"/>
                </a:lnTo>
                <a:lnTo>
                  <a:pt x="7775" y="683"/>
                </a:lnTo>
                <a:cubicBezTo>
                  <a:pt x="7690" y="615"/>
                  <a:pt x="7604" y="564"/>
                  <a:pt x="7485" y="547"/>
                </a:cubicBezTo>
                <a:lnTo>
                  <a:pt x="7382" y="547"/>
                </a:lnTo>
                <a:cubicBezTo>
                  <a:pt x="7211" y="547"/>
                  <a:pt x="7057" y="615"/>
                  <a:pt x="6955" y="752"/>
                </a:cubicBezTo>
                <a:cubicBezTo>
                  <a:pt x="6852" y="837"/>
                  <a:pt x="6767" y="957"/>
                  <a:pt x="6699" y="1076"/>
                </a:cubicBezTo>
                <a:cubicBezTo>
                  <a:pt x="6681" y="1094"/>
                  <a:pt x="6664" y="1111"/>
                  <a:pt x="6664" y="1128"/>
                </a:cubicBezTo>
                <a:cubicBezTo>
                  <a:pt x="6511" y="1179"/>
                  <a:pt x="6374" y="1264"/>
                  <a:pt x="6254" y="1367"/>
                </a:cubicBezTo>
                <a:cubicBezTo>
                  <a:pt x="6220" y="1367"/>
                  <a:pt x="6169" y="1350"/>
                  <a:pt x="6135" y="1350"/>
                </a:cubicBezTo>
                <a:cubicBezTo>
                  <a:pt x="6049" y="1350"/>
                  <a:pt x="5964" y="1367"/>
                  <a:pt x="5878" y="1384"/>
                </a:cubicBezTo>
                <a:cubicBezTo>
                  <a:pt x="5759" y="1418"/>
                  <a:pt x="5639" y="1504"/>
                  <a:pt x="5537" y="1606"/>
                </a:cubicBezTo>
                <a:cubicBezTo>
                  <a:pt x="5503" y="1640"/>
                  <a:pt x="5468" y="1674"/>
                  <a:pt x="5434" y="1726"/>
                </a:cubicBezTo>
                <a:lnTo>
                  <a:pt x="5400" y="1726"/>
                </a:lnTo>
                <a:cubicBezTo>
                  <a:pt x="5058" y="1726"/>
                  <a:pt x="4751" y="1965"/>
                  <a:pt x="4682" y="2290"/>
                </a:cubicBezTo>
                <a:cubicBezTo>
                  <a:pt x="4580" y="2221"/>
                  <a:pt x="4460" y="2187"/>
                  <a:pt x="4341" y="2187"/>
                </a:cubicBezTo>
                <a:cubicBezTo>
                  <a:pt x="4321" y="2182"/>
                  <a:pt x="4299" y="2180"/>
                  <a:pt x="4277" y="2180"/>
                </a:cubicBezTo>
                <a:cubicBezTo>
                  <a:pt x="4222" y="2180"/>
                  <a:pt x="4162" y="2192"/>
                  <a:pt x="4101" y="2204"/>
                </a:cubicBezTo>
                <a:lnTo>
                  <a:pt x="4084" y="2204"/>
                </a:lnTo>
                <a:cubicBezTo>
                  <a:pt x="4033" y="2221"/>
                  <a:pt x="3965" y="2238"/>
                  <a:pt x="3914" y="2273"/>
                </a:cubicBezTo>
                <a:cubicBezTo>
                  <a:pt x="3811" y="2221"/>
                  <a:pt x="3691" y="2187"/>
                  <a:pt x="3572" y="2187"/>
                </a:cubicBezTo>
                <a:cubicBezTo>
                  <a:pt x="3546" y="2184"/>
                  <a:pt x="3521" y="2183"/>
                  <a:pt x="3495" y="2183"/>
                </a:cubicBezTo>
                <a:cubicBezTo>
                  <a:pt x="3367" y="2183"/>
                  <a:pt x="3241" y="2218"/>
                  <a:pt x="3128" y="2290"/>
                </a:cubicBezTo>
                <a:cubicBezTo>
                  <a:pt x="3093" y="2273"/>
                  <a:pt x="3059" y="2273"/>
                  <a:pt x="3025" y="2273"/>
                </a:cubicBezTo>
                <a:cubicBezTo>
                  <a:pt x="3001" y="2269"/>
                  <a:pt x="2977" y="2268"/>
                  <a:pt x="2954" y="2268"/>
                </a:cubicBezTo>
                <a:cubicBezTo>
                  <a:pt x="2847" y="2268"/>
                  <a:pt x="2751" y="2299"/>
                  <a:pt x="2666" y="2341"/>
                </a:cubicBezTo>
                <a:cubicBezTo>
                  <a:pt x="2598" y="2375"/>
                  <a:pt x="2547" y="2426"/>
                  <a:pt x="2512" y="2460"/>
                </a:cubicBezTo>
                <a:cubicBezTo>
                  <a:pt x="2359" y="2512"/>
                  <a:pt x="2205" y="2546"/>
                  <a:pt x="2034" y="2563"/>
                </a:cubicBezTo>
                <a:cubicBezTo>
                  <a:pt x="1932" y="2580"/>
                  <a:pt x="1812" y="2631"/>
                  <a:pt x="1726" y="2683"/>
                </a:cubicBezTo>
                <a:lnTo>
                  <a:pt x="1590" y="2683"/>
                </a:lnTo>
                <a:cubicBezTo>
                  <a:pt x="1571" y="2681"/>
                  <a:pt x="1552" y="2680"/>
                  <a:pt x="1533" y="2680"/>
                </a:cubicBezTo>
                <a:cubicBezTo>
                  <a:pt x="1364" y="2680"/>
                  <a:pt x="1200" y="2748"/>
                  <a:pt x="1077" y="2871"/>
                </a:cubicBezTo>
                <a:cubicBezTo>
                  <a:pt x="923" y="2871"/>
                  <a:pt x="770" y="2922"/>
                  <a:pt x="650" y="3007"/>
                </a:cubicBezTo>
                <a:cubicBezTo>
                  <a:pt x="650" y="3007"/>
                  <a:pt x="650" y="3349"/>
                  <a:pt x="633" y="3930"/>
                </a:cubicBezTo>
                <a:cubicBezTo>
                  <a:pt x="633" y="4237"/>
                  <a:pt x="616" y="4596"/>
                  <a:pt x="599" y="4989"/>
                </a:cubicBezTo>
                <a:cubicBezTo>
                  <a:pt x="599" y="5399"/>
                  <a:pt x="582" y="5878"/>
                  <a:pt x="582" y="6373"/>
                </a:cubicBezTo>
                <a:cubicBezTo>
                  <a:pt x="548" y="7757"/>
                  <a:pt x="496" y="9449"/>
                  <a:pt x="462" y="11157"/>
                </a:cubicBezTo>
                <a:cubicBezTo>
                  <a:pt x="445" y="12012"/>
                  <a:pt x="428" y="12866"/>
                  <a:pt x="411" y="13703"/>
                </a:cubicBezTo>
                <a:cubicBezTo>
                  <a:pt x="411" y="14199"/>
                  <a:pt x="394" y="14677"/>
                  <a:pt x="377" y="15156"/>
                </a:cubicBezTo>
                <a:cubicBezTo>
                  <a:pt x="343" y="15634"/>
                  <a:pt x="274" y="16112"/>
                  <a:pt x="257" y="16557"/>
                </a:cubicBezTo>
                <a:cubicBezTo>
                  <a:pt x="223" y="17018"/>
                  <a:pt x="189" y="17445"/>
                  <a:pt x="155" y="17821"/>
                </a:cubicBezTo>
                <a:cubicBezTo>
                  <a:pt x="137" y="18214"/>
                  <a:pt x="103" y="18573"/>
                  <a:pt x="86" y="18863"/>
                </a:cubicBezTo>
                <a:cubicBezTo>
                  <a:pt x="69" y="19171"/>
                  <a:pt x="52" y="19444"/>
                  <a:pt x="52" y="19649"/>
                </a:cubicBezTo>
                <a:cubicBezTo>
                  <a:pt x="18" y="20076"/>
                  <a:pt x="1" y="20298"/>
                  <a:pt x="1" y="20298"/>
                </a:cubicBezTo>
                <a:cubicBezTo>
                  <a:pt x="1" y="20298"/>
                  <a:pt x="360" y="20350"/>
                  <a:pt x="975" y="20401"/>
                </a:cubicBezTo>
                <a:cubicBezTo>
                  <a:pt x="1197" y="20418"/>
                  <a:pt x="1436" y="20418"/>
                  <a:pt x="1709" y="20435"/>
                </a:cubicBezTo>
                <a:cubicBezTo>
                  <a:pt x="1806" y="20441"/>
                  <a:pt x="1911" y="20443"/>
                  <a:pt x="2021" y="20443"/>
                </a:cubicBezTo>
                <a:cubicBezTo>
                  <a:pt x="2243" y="20443"/>
                  <a:pt x="2490" y="20435"/>
                  <a:pt x="2752" y="20435"/>
                </a:cubicBezTo>
                <a:lnTo>
                  <a:pt x="3384" y="20418"/>
                </a:lnTo>
                <a:lnTo>
                  <a:pt x="4119" y="20367"/>
                </a:lnTo>
                <a:lnTo>
                  <a:pt x="4973" y="20333"/>
                </a:lnTo>
                <a:lnTo>
                  <a:pt x="5896" y="20281"/>
                </a:lnTo>
                <a:cubicBezTo>
                  <a:pt x="6203" y="20264"/>
                  <a:pt x="6511" y="20247"/>
                  <a:pt x="6835" y="20247"/>
                </a:cubicBezTo>
                <a:cubicBezTo>
                  <a:pt x="7143" y="20230"/>
                  <a:pt x="7433" y="20230"/>
                  <a:pt x="7724" y="20230"/>
                </a:cubicBezTo>
                <a:lnTo>
                  <a:pt x="8561" y="20230"/>
                </a:lnTo>
                <a:lnTo>
                  <a:pt x="9330" y="20264"/>
                </a:lnTo>
                <a:lnTo>
                  <a:pt x="10082" y="20264"/>
                </a:lnTo>
                <a:cubicBezTo>
                  <a:pt x="10321" y="20264"/>
                  <a:pt x="10577" y="20264"/>
                  <a:pt x="10816" y="20230"/>
                </a:cubicBezTo>
                <a:lnTo>
                  <a:pt x="12235" y="20162"/>
                </a:lnTo>
                <a:cubicBezTo>
                  <a:pt x="12696" y="20145"/>
                  <a:pt x="13140" y="20128"/>
                  <a:pt x="13567" y="20111"/>
                </a:cubicBezTo>
                <a:lnTo>
                  <a:pt x="14353" y="20093"/>
                </a:lnTo>
                <a:cubicBezTo>
                  <a:pt x="14866" y="20093"/>
                  <a:pt x="15344" y="20076"/>
                  <a:pt x="15754" y="20059"/>
                </a:cubicBezTo>
                <a:cubicBezTo>
                  <a:pt x="16164" y="20059"/>
                  <a:pt x="16523" y="20042"/>
                  <a:pt x="16831" y="20025"/>
                </a:cubicBezTo>
                <a:lnTo>
                  <a:pt x="17770" y="19974"/>
                </a:lnTo>
                <a:cubicBezTo>
                  <a:pt x="17805" y="19923"/>
                  <a:pt x="17839" y="19888"/>
                  <a:pt x="17873" y="19837"/>
                </a:cubicBezTo>
                <a:lnTo>
                  <a:pt x="17907" y="19871"/>
                </a:lnTo>
                <a:lnTo>
                  <a:pt x="17975" y="19940"/>
                </a:lnTo>
                <a:lnTo>
                  <a:pt x="18915" y="19888"/>
                </a:lnTo>
                <a:cubicBezTo>
                  <a:pt x="18984" y="19820"/>
                  <a:pt x="19035" y="19769"/>
                  <a:pt x="19086" y="19700"/>
                </a:cubicBezTo>
                <a:cubicBezTo>
                  <a:pt x="19103" y="19683"/>
                  <a:pt x="19120" y="19666"/>
                  <a:pt x="19137" y="19649"/>
                </a:cubicBezTo>
                <a:cubicBezTo>
                  <a:pt x="19274" y="19615"/>
                  <a:pt x="19411" y="19564"/>
                  <a:pt x="19547" y="19478"/>
                </a:cubicBezTo>
                <a:cubicBezTo>
                  <a:pt x="19599" y="19487"/>
                  <a:pt x="19654" y="19491"/>
                  <a:pt x="19712" y="19491"/>
                </a:cubicBezTo>
                <a:cubicBezTo>
                  <a:pt x="19770" y="19491"/>
                  <a:pt x="19829" y="19487"/>
                  <a:pt x="19889" y="19478"/>
                </a:cubicBezTo>
                <a:cubicBezTo>
                  <a:pt x="20009" y="19444"/>
                  <a:pt x="20128" y="19393"/>
                  <a:pt x="20231" y="19307"/>
                </a:cubicBezTo>
                <a:cubicBezTo>
                  <a:pt x="20282" y="19273"/>
                  <a:pt x="20316" y="19239"/>
                  <a:pt x="20350" y="19205"/>
                </a:cubicBezTo>
                <a:lnTo>
                  <a:pt x="20385" y="19205"/>
                </a:lnTo>
                <a:cubicBezTo>
                  <a:pt x="20398" y="19206"/>
                  <a:pt x="20412" y="19206"/>
                  <a:pt x="20426" y="19206"/>
                </a:cubicBezTo>
                <a:cubicBezTo>
                  <a:pt x="20735" y="19206"/>
                  <a:pt x="21023" y="19022"/>
                  <a:pt x="21171" y="18744"/>
                </a:cubicBezTo>
                <a:cubicBezTo>
                  <a:pt x="21273" y="18829"/>
                  <a:pt x="21393" y="18880"/>
                  <a:pt x="21529" y="18880"/>
                </a:cubicBezTo>
                <a:lnTo>
                  <a:pt x="21700" y="18880"/>
                </a:lnTo>
                <a:cubicBezTo>
                  <a:pt x="21769" y="18863"/>
                  <a:pt x="21820" y="18863"/>
                  <a:pt x="21888" y="18846"/>
                </a:cubicBezTo>
                <a:cubicBezTo>
                  <a:pt x="22008" y="18914"/>
                  <a:pt x="22145" y="18949"/>
                  <a:pt x="22281" y="18966"/>
                </a:cubicBezTo>
                <a:cubicBezTo>
                  <a:pt x="22315" y="18970"/>
                  <a:pt x="22348" y="18972"/>
                  <a:pt x="22381" y="18972"/>
                </a:cubicBezTo>
                <a:cubicBezTo>
                  <a:pt x="22478" y="18972"/>
                  <a:pt x="22567" y="18953"/>
                  <a:pt x="22657" y="18914"/>
                </a:cubicBezTo>
                <a:cubicBezTo>
                  <a:pt x="22725" y="18932"/>
                  <a:pt x="22777" y="18949"/>
                  <a:pt x="22845" y="18949"/>
                </a:cubicBezTo>
                <a:cubicBezTo>
                  <a:pt x="22873" y="18953"/>
                  <a:pt x="22900" y="18955"/>
                  <a:pt x="22927" y="18955"/>
                </a:cubicBezTo>
                <a:cubicBezTo>
                  <a:pt x="23001" y="18955"/>
                  <a:pt x="23073" y="18940"/>
                  <a:pt x="23136" y="18914"/>
                </a:cubicBezTo>
                <a:cubicBezTo>
                  <a:pt x="23204" y="18897"/>
                  <a:pt x="23272" y="18863"/>
                  <a:pt x="23323" y="18829"/>
                </a:cubicBezTo>
                <a:cubicBezTo>
                  <a:pt x="23494" y="18812"/>
                  <a:pt x="23682" y="18812"/>
                  <a:pt x="23853" y="18812"/>
                </a:cubicBezTo>
                <a:cubicBezTo>
                  <a:pt x="23973" y="18812"/>
                  <a:pt x="24109" y="18795"/>
                  <a:pt x="24229" y="18761"/>
                </a:cubicBezTo>
                <a:cubicBezTo>
                  <a:pt x="24246" y="18778"/>
                  <a:pt x="24280" y="18778"/>
                  <a:pt x="24314" y="18778"/>
                </a:cubicBezTo>
                <a:cubicBezTo>
                  <a:pt x="24366" y="18795"/>
                  <a:pt x="24417" y="18812"/>
                  <a:pt x="24468" y="18812"/>
                </a:cubicBezTo>
                <a:cubicBezTo>
                  <a:pt x="24501" y="18815"/>
                  <a:pt x="24532" y="18816"/>
                  <a:pt x="24563" y="18816"/>
                </a:cubicBezTo>
                <a:cubicBezTo>
                  <a:pt x="24714" y="18816"/>
                  <a:pt x="24853" y="18783"/>
                  <a:pt x="24981" y="18727"/>
                </a:cubicBezTo>
                <a:cubicBezTo>
                  <a:pt x="25015" y="18727"/>
                  <a:pt x="25049" y="18727"/>
                  <a:pt x="25083" y="18744"/>
                </a:cubicBezTo>
                <a:cubicBezTo>
                  <a:pt x="25111" y="18746"/>
                  <a:pt x="25138" y="18747"/>
                  <a:pt x="25165" y="18747"/>
                </a:cubicBezTo>
                <a:cubicBezTo>
                  <a:pt x="25508" y="18747"/>
                  <a:pt x="25812" y="18548"/>
                  <a:pt x="25955" y="18231"/>
                </a:cubicBezTo>
                <a:cubicBezTo>
                  <a:pt x="26006" y="18214"/>
                  <a:pt x="26074" y="18180"/>
                  <a:pt x="26126" y="18146"/>
                </a:cubicBezTo>
                <a:lnTo>
                  <a:pt x="26365" y="18146"/>
                </a:lnTo>
                <a:cubicBezTo>
                  <a:pt x="26416" y="18146"/>
                  <a:pt x="26467" y="18163"/>
                  <a:pt x="26519" y="18163"/>
                </a:cubicBezTo>
                <a:cubicBezTo>
                  <a:pt x="26655" y="18163"/>
                  <a:pt x="26775" y="18129"/>
                  <a:pt x="26894" y="18060"/>
                </a:cubicBezTo>
                <a:cubicBezTo>
                  <a:pt x="26997" y="18009"/>
                  <a:pt x="27117" y="17975"/>
                  <a:pt x="27236" y="17958"/>
                </a:cubicBezTo>
                <a:cubicBezTo>
                  <a:pt x="27441" y="17941"/>
                  <a:pt x="27612" y="17821"/>
                  <a:pt x="27732" y="17650"/>
                </a:cubicBezTo>
                <a:cubicBezTo>
                  <a:pt x="27817" y="17616"/>
                  <a:pt x="27885" y="17582"/>
                  <a:pt x="27954" y="17548"/>
                </a:cubicBezTo>
                <a:lnTo>
                  <a:pt x="28091" y="17496"/>
                </a:lnTo>
                <a:cubicBezTo>
                  <a:pt x="28142" y="17479"/>
                  <a:pt x="28193" y="17479"/>
                  <a:pt x="28244" y="17479"/>
                </a:cubicBezTo>
                <a:lnTo>
                  <a:pt x="28432" y="17479"/>
                </a:lnTo>
                <a:cubicBezTo>
                  <a:pt x="28466" y="17479"/>
                  <a:pt x="28518" y="17462"/>
                  <a:pt x="28569" y="17462"/>
                </a:cubicBezTo>
                <a:lnTo>
                  <a:pt x="28928" y="17360"/>
                </a:lnTo>
                <a:lnTo>
                  <a:pt x="28996" y="17343"/>
                </a:lnTo>
                <a:cubicBezTo>
                  <a:pt x="29116" y="17394"/>
                  <a:pt x="29252" y="17411"/>
                  <a:pt x="29372" y="17411"/>
                </a:cubicBezTo>
                <a:cubicBezTo>
                  <a:pt x="29423" y="17411"/>
                  <a:pt x="29457" y="17411"/>
                  <a:pt x="29509" y="17394"/>
                </a:cubicBezTo>
                <a:cubicBezTo>
                  <a:pt x="29584" y="17419"/>
                  <a:pt x="29659" y="17435"/>
                  <a:pt x="29727" y="17435"/>
                </a:cubicBezTo>
                <a:cubicBezTo>
                  <a:pt x="29752" y="17435"/>
                  <a:pt x="29776" y="17433"/>
                  <a:pt x="29799" y="17428"/>
                </a:cubicBezTo>
                <a:cubicBezTo>
                  <a:pt x="29919" y="17428"/>
                  <a:pt x="30038" y="17411"/>
                  <a:pt x="30141" y="17360"/>
                </a:cubicBezTo>
                <a:cubicBezTo>
                  <a:pt x="30175" y="17343"/>
                  <a:pt x="30226" y="17343"/>
                  <a:pt x="30260" y="17325"/>
                </a:cubicBezTo>
                <a:lnTo>
                  <a:pt x="30329" y="17325"/>
                </a:lnTo>
                <a:cubicBezTo>
                  <a:pt x="30602" y="17325"/>
                  <a:pt x="30876" y="17240"/>
                  <a:pt x="31115" y="17103"/>
                </a:cubicBezTo>
                <a:cubicBezTo>
                  <a:pt x="31388" y="17069"/>
                  <a:pt x="31627" y="16950"/>
                  <a:pt x="31815" y="16762"/>
                </a:cubicBezTo>
                <a:cubicBezTo>
                  <a:pt x="31884" y="16762"/>
                  <a:pt x="31952" y="16745"/>
                  <a:pt x="32020" y="16727"/>
                </a:cubicBezTo>
                <a:cubicBezTo>
                  <a:pt x="32191" y="16779"/>
                  <a:pt x="32345" y="16796"/>
                  <a:pt x="32516" y="16813"/>
                </a:cubicBezTo>
                <a:lnTo>
                  <a:pt x="32601" y="16813"/>
                </a:lnTo>
                <a:cubicBezTo>
                  <a:pt x="32841" y="16813"/>
                  <a:pt x="33063" y="16762"/>
                  <a:pt x="33285" y="16676"/>
                </a:cubicBezTo>
                <a:cubicBezTo>
                  <a:pt x="33302" y="16727"/>
                  <a:pt x="33319" y="16762"/>
                  <a:pt x="33336" y="16796"/>
                </a:cubicBezTo>
                <a:cubicBezTo>
                  <a:pt x="33456" y="17103"/>
                  <a:pt x="33712" y="17308"/>
                  <a:pt x="34037" y="17360"/>
                </a:cubicBezTo>
                <a:lnTo>
                  <a:pt x="34088" y="17360"/>
                </a:lnTo>
                <a:cubicBezTo>
                  <a:pt x="34190" y="17360"/>
                  <a:pt x="34276" y="17360"/>
                  <a:pt x="34378" y="17343"/>
                </a:cubicBezTo>
                <a:cubicBezTo>
                  <a:pt x="34515" y="17445"/>
                  <a:pt x="34669" y="17513"/>
                  <a:pt x="34840" y="17531"/>
                </a:cubicBezTo>
                <a:lnTo>
                  <a:pt x="34925" y="17531"/>
                </a:lnTo>
                <a:cubicBezTo>
                  <a:pt x="34950" y="17536"/>
                  <a:pt x="34977" y="17538"/>
                  <a:pt x="35004" y="17538"/>
                </a:cubicBezTo>
                <a:cubicBezTo>
                  <a:pt x="35069" y="17538"/>
                  <a:pt x="35138" y="17526"/>
                  <a:pt x="35198" y="17513"/>
                </a:cubicBezTo>
                <a:cubicBezTo>
                  <a:pt x="35233" y="17513"/>
                  <a:pt x="35284" y="17496"/>
                  <a:pt x="35318" y="17479"/>
                </a:cubicBezTo>
                <a:lnTo>
                  <a:pt x="35489" y="17479"/>
                </a:lnTo>
                <a:cubicBezTo>
                  <a:pt x="35514" y="17481"/>
                  <a:pt x="35540" y="17482"/>
                  <a:pt x="35566" y="17482"/>
                </a:cubicBezTo>
                <a:cubicBezTo>
                  <a:pt x="35745" y="17482"/>
                  <a:pt x="35922" y="17430"/>
                  <a:pt x="36087" y="17325"/>
                </a:cubicBezTo>
                <a:cubicBezTo>
                  <a:pt x="36224" y="17411"/>
                  <a:pt x="36360" y="17445"/>
                  <a:pt x="36514" y="17462"/>
                </a:cubicBezTo>
                <a:cubicBezTo>
                  <a:pt x="36582" y="17462"/>
                  <a:pt x="36668" y="17462"/>
                  <a:pt x="36736" y="17445"/>
                </a:cubicBezTo>
                <a:cubicBezTo>
                  <a:pt x="36822" y="17428"/>
                  <a:pt x="36907" y="17394"/>
                  <a:pt x="36975" y="17343"/>
                </a:cubicBezTo>
                <a:cubicBezTo>
                  <a:pt x="37095" y="17411"/>
                  <a:pt x="37232" y="17462"/>
                  <a:pt x="37368" y="17462"/>
                </a:cubicBezTo>
                <a:cubicBezTo>
                  <a:pt x="37368" y="17462"/>
                  <a:pt x="37368" y="17103"/>
                  <a:pt x="37334" y="16471"/>
                </a:cubicBezTo>
                <a:cubicBezTo>
                  <a:pt x="37334" y="16164"/>
                  <a:pt x="37317" y="15771"/>
                  <a:pt x="37283" y="15343"/>
                </a:cubicBezTo>
                <a:cubicBezTo>
                  <a:pt x="37266" y="14916"/>
                  <a:pt x="37232" y="14438"/>
                  <a:pt x="37197" y="13925"/>
                </a:cubicBezTo>
                <a:cubicBezTo>
                  <a:pt x="37180" y="13498"/>
                  <a:pt x="37146" y="13054"/>
                  <a:pt x="37129" y="12576"/>
                </a:cubicBezTo>
                <a:cubicBezTo>
                  <a:pt x="37112" y="12319"/>
                  <a:pt x="37095" y="12063"/>
                  <a:pt x="37095" y="11790"/>
                </a:cubicBezTo>
                <a:cubicBezTo>
                  <a:pt x="37078" y="11533"/>
                  <a:pt x="37078" y="11260"/>
                  <a:pt x="37061" y="10986"/>
                </a:cubicBezTo>
                <a:cubicBezTo>
                  <a:pt x="37044" y="10696"/>
                  <a:pt x="37044" y="10423"/>
                  <a:pt x="37027" y="10149"/>
                </a:cubicBezTo>
                <a:cubicBezTo>
                  <a:pt x="37027" y="9859"/>
                  <a:pt x="37010" y="9585"/>
                  <a:pt x="37010" y="9295"/>
                </a:cubicBezTo>
                <a:cubicBezTo>
                  <a:pt x="36992" y="9004"/>
                  <a:pt x="36992" y="8714"/>
                  <a:pt x="36975" y="8441"/>
                </a:cubicBezTo>
                <a:cubicBezTo>
                  <a:pt x="36873" y="4169"/>
                  <a:pt x="36770" y="0"/>
                  <a:pt x="36770" y="0"/>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6"/>
          <p:cNvSpPr/>
          <p:nvPr/>
        </p:nvSpPr>
        <p:spPr>
          <a:xfrm>
            <a:off x="2357275" y="537873"/>
            <a:ext cx="4429454" cy="480010"/>
          </a:xfrm>
          <a:custGeom>
            <a:avLst/>
            <a:gdLst/>
            <a:ahLst/>
            <a:cxnLst/>
            <a:rect l="l" t="t" r="r" b="b"/>
            <a:pathLst>
              <a:path w="39861" h="14798" extrusionOk="0">
                <a:moveTo>
                  <a:pt x="6936" y="69"/>
                </a:moveTo>
                <a:cubicBezTo>
                  <a:pt x="6915" y="69"/>
                  <a:pt x="6895" y="70"/>
                  <a:pt x="6877" y="71"/>
                </a:cubicBezTo>
                <a:lnTo>
                  <a:pt x="6877" y="71"/>
                </a:lnTo>
                <a:cubicBezTo>
                  <a:pt x="6893" y="71"/>
                  <a:pt x="6913" y="70"/>
                  <a:pt x="6936" y="69"/>
                </a:cubicBezTo>
                <a:close/>
                <a:moveTo>
                  <a:pt x="20263" y="411"/>
                </a:moveTo>
                <a:cubicBezTo>
                  <a:pt x="20297" y="428"/>
                  <a:pt x="20263" y="445"/>
                  <a:pt x="20177" y="445"/>
                </a:cubicBezTo>
                <a:cubicBezTo>
                  <a:pt x="20229" y="428"/>
                  <a:pt x="20041" y="428"/>
                  <a:pt x="19921" y="411"/>
                </a:cubicBezTo>
                <a:close/>
                <a:moveTo>
                  <a:pt x="36431" y="851"/>
                </a:moveTo>
                <a:cubicBezTo>
                  <a:pt x="36441" y="852"/>
                  <a:pt x="36451" y="854"/>
                  <a:pt x="36461" y="855"/>
                </a:cubicBezTo>
                <a:cubicBezTo>
                  <a:pt x="36450" y="853"/>
                  <a:pt x="36440" y="852"/>
                  <a:pt x="36431" y="851"/>
                </a:cubicBezTo>
                <a:close/>
                <a:moveTo>
                  <a:pt x="27217" y="1026"/>
                </a:moveTo>
                <a:cubicBezTo>
                  <a:pt x="27217" y="1039"/>
                  <a:pt x="27226" y="1042"/>
                  <a:pt x="27238" y="1043"/>
                </a:cubicBezTo>
                <a:lnTo>
                  <a:pt x="27238" y="1043"/>
                </a:lnTo>
                <a:cubicBezTo>
                  <a:pt x="27232" y="1037"/>
                  <a:pt x="27225" y="1031"/>
                  <a:pt x="27217" y="1026"/>
                </a:cubicBezTo>
                <a:close/>
                <a:moveTo>
                  <a:pt x="39725" y="2147"/>
                </a:moveTo>
                <a:cubicBezTo>
                  <a:pt x="39724" y="2149"/>
                  <a:pt x="39724" y="2151"/>
                  <a:pt x="39724" y="2154"/>
                </a:cubicBezTo>
                <a:lnTo>
                  <a:pt x="39725" y="2147"/>
                </a:lnTo>
                <a:close/>
                <a:moveTo>
                  <a:pt x="39656" y="3504"/>
                </a:moveTo>
                <a:lnTo>
                  <a:pt x="39707" y="3811"/>
                </a:lnTo>
                <a:cubicBezTo>
                  <a:pt x="39693" y="3853"/>
                  <a:pt x="39679" y="3884"/>
                  <a:pt x="39655" y="3884"/>
                </a:cubicBezTo>
                <a:cubicBezTo>
                  <a:pt x="39650" y="3884"/>
                  <a:pt x="39645" y="3883"/>
                  <a:pt x="39639" y="3879"/>
                </a:cubicBezTo>
                <a:lnTo>
                  <a:pt x="39656" y="3504"/>
                </a:lnTo>
                <a:close/>
                <a:moveTo>
                  <a:pt x="221" y="5212"/>
                </a:moveTo>
                <a:lnTo>
                  <a:pt x="221" y="5246"/>
                </a:lnTo>
                <a:cubicBezTo>
                  <a:pt x="221" y="5247"/>
                  <a:pt x="222" y="5247"/>
                  <a:pt x="223" y="5247"/>
                </a:cubicBezTo>
                <a:lnTo>
                  <a:pt x="223" y="5247"/>
                </a:lnTo>
                <a:cubicBezTo>
                  <a:pt x="222" y="5236"/>
                  <a:pt x="221" y="5224"/>
                  <a:pt x="221" y="5212"/>
                </a:cubicBezTo>
                <a:close/>
                <a:moveTo>
                  <a:pt x="39604" y="5656"/>
                </a:moveTo>
                <a:cubicBezTo>
                  <a:pt x="39639" y="5725"/>
                  <a:pt x="39656" y="5793"/>
                  <a:pt x="39656" y="5861"/>
                </a:cubicBezTo>
                <a:lnTo>
                  <a:pt x="39604" y="5981"/>
                </a:lnTo>
                <a:lnTo>
                  <a:pt x="39604" y="5656"/>
                </a:lnTo>
                <a:close/>
                <a:moveTo>
                  <a:pt x="11288" y="13594"/>
                </a:moveTo>
                <a:lnTo>
                  <a:pt x="11288" y="13594"/>
                </a:lnTo>
                <a:cubicBezTo>
                  <a:pt x="11266" y="13596"/>
                  <a:pt x="11245" y="13599"/>
                  <a:pt x="11224" y="13602"/>
                </a:cubicBezTo>
                <a:cubicBezTo>
                  <a:pt x="11240" y="13602"/>
                  <a:pt x="11266" y="13598"/>
                  <a:pt x="11288" y="13594"/>
                </a:cubicBezTo>
                <a:close/>
                <a:moveTo>
                  <a:pt x="39126" y="13482"/>
                </a:moveTo>
                <a:cubicBezTo>
                  <a:pt x="39143" y="13499"/>
                  <a:pt x="39160" y="13567"/>
                  <a:pt x="39160" y="13738"/>
                </a:cubicBezTo>
                <a:cubicBezTo>
                  <a:pt x="39152" y="13747"/>
                  <a:pt x="39139" y="13751"/>
                  <a:pt x="39126" y="13751"/>
                </a:cubicBezTo>
                <a:cubicBezTo>
                  <a:pt x="39113" y="13751"/>
                  <a:pt x="39100" y="13747"/>
                  <a:pt x="39092" y="13738"/>
                </a:cubicBezTo>
                <a:lnTo>
                  <a:pt x="39126" y="13482"/>
                </a:lnTo>
                <a:close/>
                <a:moveTo>
                  <a:pt x="5432" y="1"/>
                </a:moveTo>
                <a:lnTo>
                  <a:pt x="5432" y="1"/>
                </a:lnTo>
                <a:cubicBezTo>
                  <a:pt x="5073" y="18"/>
                  <a:pt x="4731" y="35"/>
                  <a:pt x="4373" y="69"/>
                </a:cubicBezTo>
                <a:cubicBezTo>
                  <a:pt x="3997" y="121"/>
                  <a:pt x="3638" y="172"/>
                  <a:pt x="3262" y="223"/>
                </a:cubicBezTo>
                <a:cubicBezTo>
                  <a:pt x="3283" y="222"/>
                  <a:pt x="3302" y="221"/>
                  <a:pt x="3319" y="221"/>
                </a:cubicBezTo>
                <a:cubicBezTo>
                  <a:pt x="3527" y="221"/>
                  <a:pt x="3467" y="311"/>
                  <a:pt x="3262" y="343"/>
                </a:cubicBezTo>
                <a:lnTo>
                  <a:pt x="3177" y="274"/>
                </a:lnTo>
                <a:lnTo>
                  <a:pt x="3177" y="274"/>
                </a:lnTo>
                <a:cubicBezTo>
                  <a:pt x="3040" y="343"/>
                  <a:pt x="3399" y="274"/>
                  <a:pt x="3125" y="377"/>
                </a:cubicBezTo>
                <a:cubicBezTo>
                  <a:pt x="3101" y="378"/>
                  <a:pt x="3079" y="379"/>
                  <a:pt x="3060" y="379"/>
                </a:cubicBezTo>
                <a:cubicBezTo>
                  <a:pt x="2865" y="379"/>
                  <a:pt x="2934" y="305"/>
                  <a:pt x="3074" y="274"/>
                </a:cubicBezTo>
                <a:lnTo>
                  <a:pt x="3074" y="274"/>
                </a:lnTo>
                <a:lnTo>
                  <a:pt x="2749" y="343"/>
                </a:lnTo>
                <a:cubicBezTo>
                  <a:pt x="2732" y="308"/>
                  <a:pt x="2801" y="291"/>
                  <a:pt x="2818" y="257"/>
                </a:cubicBezTo>
                <a:lnTo>
                  <a:pt x="2818" y="257"/>
                </a:lnTo>
                <a:cubicBezTo>
                  <a:pt x="2770" y="285"/>
                  <a:pt x="2670" y="287"/>
                  <a:pt x="2556" y="287"/>
                </a:cubicBezTo>
                <a:cubicBezTo>
                  <a:pt x="2527" y="287"/>
                  <a:pt x="2497" y="287"/>
                  <a:pt x="2468" y="287"/>
                </a:cubicBezTo>
                <a:cubicBezTo>
                  <a:pt x="2318" y="287"/>
                  <a:pt x="2160" y="291"/>
                  <a:pt x="2066" y="343"/>
                </a:cubicBezTo>
                <a:lnTo>
                  <a:pt x="2049" y="326"/>
                </a:lnTo>
                <a:lnTo>
                  <a:pt x="1195" y="326"/>
                </a:lnTo>
                <a:cubicBezTo>
                  <a:pt x="1109" y="326"/>
                  <a:pt x="973" y="291"/>
                  <a:pt x="870" y="274"/>
                </a:cubicBezTo>
                <a:lnTo>
                  <a:pt x="511" y="240"/>
                </a:lnTo>
                <a:cubicBezTo>
                  <a:pt x="506" y="238"/>
                  <a:pt x="503" y="237"/>
                  <a:pt x="500" y="237"/>
                </a:cubicBezTo>
                <a:cubicBezTo>
                  <a:pt x="481" y="237"/>
                  <a:pt x="492" y="277"/>
                  <a:pt x="477" y="291"/>
                </a:cubicBezTo>
                <a:lnTo>
                  <a:pt x="477" y="377"/>
                </a:lnTo>
                <a:cubicBezTo>
                  <a:pt x="477" y="445"/>
                  <a:pt x="477" y="514"/>
                  <a:pt x="460" y="565"/>
                </a:cubicBezTo>
                <a:cubicBezTo>
                  <a:pt x="460" y="701"/>
                  <a:pt x="443" y="821"/>
                  <a:pt x="426" y="958"/>
                </a:cubicBezTo>
                <a:cubicBezTo>
                  <a:pt x="494" y="992"/>
                  <a:pt x="460" y="1214"/>
                  <a:pt x="494" y="1385"/>
                </a:cubicBezTo>
                <a:cubicBezTo>
                  <a:pt x="426" y="1829"/>
                  <a:pt x="340" y="2325"/>
                  <a:pt x="289" y="2854"/>
                </a:cubicBezTo>
                <a:cubicBezTo>
                  <a:pt x="289" y="3059"/>
                  <a:pt x="303" y="3083"/>
                  <a:pt x="321" y="3083"/>
                </a:cubicBezTo>
                <a:cubicBezTo>
                  <a:pt x="327" y="3083"/>
                  <a:pt x="333" y="3081"/>
                  <a:pt x="338" y="3081"/>
                </a:cubicBezTo>
                <a:cubicBezTo>
                  <a:pt x="351" y="3081"/>
                  <a:pt x="364" y="3090"/>
                  <a:pt x="374" y="3145"/>
                </a:cubicBezTo>
                <a:cubicBezTo>
                  <a:pt x="320" y="3158"/>
                  <a:pt x="288" y="3503"/>
                  <a:pt x="268" y="3503"/>
                </a:cubicBezTo>
                <a:cubicBezTo>
                  <a:pt x="263" y="3503"/>
                  <a:pt x="258" y="3479"/>
                  <a:pt x="255" y="3418"/>
                </a:cubicBezTo>
                <a:cubicBezTo>
                  <a:pt x="221" y="4067"/>
                  <a:pt x="204" y="4255"/>
                  <a:pt x="221" y="5076"/>
                </a:cubicBezTo>
                <a:cubicBezTo>
                  <a:pt x="249" y="5006"/>
                  <a:pt x="265" y="4925"/>
                  <a:pt x="279" y="4925"/>
                </a:cubicBezTo>
                <a:cubicBezTo>
                  <a:pt x="283" y="4925"/>
                  <a:pt x="286" y="4929"/>
                  <a:pt x="289" y="4939"/>
                </a:cubicBezTo>
                <a:cubicBezTo>
                  <a:pt x="289" y="5070"/>
                  <a:pt x="242" y="5247"/>
                  <a:pt x="223" y="5247"/>
                </a:cubicBezTo>
                <a:cubicBezTo>
                  <a:pt x="223" y="5247"/>
                  <a:pt x="223" y="5247"/>
                  <a:pt x="223" y="5247"/>
                </a:cubicBezTo>
                <a:lnTo>
                  <a:pt x="223" y="5247"/>
                </a:lnTo>
                <a:cubicBezTo>
                  <a:pt x="265" y="6165"/>
                  <a:pt x="0" y="7340"/>
                  <a:pt x="135" y="8049"/>
                </a:cubicBezTo>
                <a:lnTo>
                  <a:pt x="135" y="8014"/>
                </a:lnTo>
                <a:lnTo>
                  <a:pt x="204" y="8766"/>
                </a:lnTo>
                <a:cubicBezTo>
                  <a:pt x="204" y="8858"/>
                  <a:pt x="200" y="8890"/>
                  <a:pt x="195" y="8890"/>
                </a:cubicBezTo>
                <a:cubicBezTo>
                  <a:pt x="183" y="8890"/>
                  <a:pt x="161" y="8748"/>
                  <a:pt x="140" y="8748"/>
                </a:cubicBezTo>
                <a:cubicBezTo>
                  <a:pt x="132" y="8748"/>
                  <a:pt x="125" y="8767"/>
                  <a:pt x="118" y="8817"/>
                </a:cubicBezTo>
                <a:cubicBezTo>
                  <a:pt x="238" y="9638"/>
                  <a:pt x="152" y="10099"/>
                  <a:pt x="255" y="10782"/>
                </a:cubicBezTo>
                <a:cubicBezTo>
                  <a:pt x="101" y="11312"/>
                  <a:pt x="409" y="12628"/>
                  <a:pt x="426" y="13345"/>
                </a:cubicBezTo>
                <a:lnTo>
                  <a:pt x="460" y="13294"/>
                </a:lnTo>
                <a:cubicBezTo>
                  <a:pt x="494" y="13362"/>
                  <a:pt x="511" y="13431"/>
                  <a:pt x="494" y="13516"/>
                </a:cubicBezTo>
                <a:cubicBezTo>
                  <a:pt x="494" y="13619"/>
                  <a:pt x="511" y="13704"/>
                  <a:pt x="528" y="13807"/>
                </a:cubicBezTo>
                <a:cubicBezTo>
                  <a:pt x="541" y="13767"/>
                  <a:pt x="514" y="13576"/>
                  <a:pt x="524" y="13576"/>
                </a:cubicBezTo>
                <a:cubicBezTo>
                  <a:pt x="527" y="13576"/>
                  <a:pt x="534" y="13593"/>
                  <a:pt x="545" y="13636"/>
                </a:cubicBezTo>
                <a:cubicBezTo>
                  <a:pt x="545" y="13670"/>
                  <a:pt x="562" y="13704"/>
                  <a:pt x="580" y="13755"/>
                </a:cubicBezTo>
                <a:lnTo>
                  <a:pt x="597" y="13807"/>
                </a:lnTo>
                <a:cubicBezTo>
                  <a:pt x="597" y="13824"/>
                  <a:pt x="631" y="13824"/>
                  <a:pt x="648" y="13841"/>
                </a:cubicBezTo>
                <a:cubicBezTo>
                  <a:pt x="716" y="13875"/>
                  <a:pt x="785" y="13926"/>
                  <a:pt x="853" y="13960"/>
                </a:cubicBezTo>
                <a:cubicBezTo>
                  <a:pt x="887" y="13977"/>
                  <a:pt x="938" y="13977"/>
                  <a:pt x="973" y="13995"/>
                </a:cubicBezTo>
                <a:lnTo>
                  <a:pt x="1075" y="14012"/>
                </a:lnTo>
                <a:lnTo>
                  <a:pt x="1246" y="14046"/>
                </a:lnTo>
                <a:cubicBezTo>
                  <a:pt x="1348" y="14054"/>
                  <a:pt x="1455" y="14059"/>
                  <a:pt x="1562" y="14059"/>
                </a:cubicBezTo>
                <a:cubicBezTo>
                  <a:pt x="1669" y="14059"/>
                  <a:pt x="1776" y="14054"/>
                  <a:pt x="1878" y="14046"/>
                </a:cubicBezTo>
                <a:cubicBezTo>
                  <a:pt x="2288" y="14029"/>
                  <a:pt x="2681" y="13977"/>
                  <a:pt x="3091" y="13943"/>
                </a:cubicBezTo>
                <a:cubicBezTo>
                  <a:pt x="3484" y="13892"/>
                  <a:pt x="3877" y="13858"/>
                  <a:pt x="4253" y="13841"/>
                </a:cubicBezTo>
                <a:lnTo>
                  <a:pt x="4526" y="13841"/>
                </a:lnTo>
                <a:lnTo>
                  <a:pt x="4800" y="13875"/>
                </a:lnTo>
                <a:cubicBezTo>
                  <a:pt x="5005" y="13892"/>
                  <a:pt x="5210" y="13909"/>
                  <a:pt x="5398" y="13926"/>
                </a:cubicBezTo>
                <a:cubicBezTo>
                  <a:pt x="5420" y="13927"/>
                  <a:pt x="5441" y="13927"/>
                  <a:pt x="5461" y="13927"/>
                </a:cubicBezTo>
                <a:cubicBezTo>
                  <a:pt x="5877" y="13927"/>
                  <a:pt x="5822" y="13797"/>
                  <a:pt x="6152" y="13797"/>
                </a:cubicBezTo>
                <a:cubicBezTo>
                  <a:pt x="6232" y="13797"/>
                  <a:pt x="6336" y="13804"/>
                  <a:pt x="6474" y="13824"/>
                </a:cubicBezTo>
                <a:lnTo>
                  <a:pt x="6252" y="13892"/>
                </a:lnTo>
                <a:cubicBezTo>
                  <a:pt x="7431" y="13807"/>
                  <a:pt x="8661" y="13789"/>
                  <a:pt x="9789" y="13584"/>
                </a:cubicBezTo>
                <a:lnTo>
                  <a:pt x="9789" y="13584"/>
                </a:lnTo>
                <a:cubicBezTo>
                  <a:pt x="9738" y="13619"/>
                  <a:pt x="9669" y="13636"/>
                  <a:pt x="9618" y="13636"/>
                </a:cubicBezTo>
                <a:cubicBezTo>
                  <a:pt x="9789" y="13636"/>
                  <a:pt x="9960" y="13636"/>
                  <a:pt x="10131" y="13602"/>
                </a:cubicBezTo>
                <a:cubicBezTo>
                  <a:pt x="10319" y="13567"/>
                  <a:pt x="10472" y="13550"/>
                  <a:pt x="10472" y="13516"/>
                </a:cubicBezTo>
                <a:cubicBezTo>
                  <a:pt x="10643" y="13516"/>
                  <a:pt x="10507" y="13567"/>
                  <a:pt x="10626" y="13584"/>
                </a:cubicBezTo>
                <a:cubicBezTo>
                  <a:pt x="10644" y="13586"/>
                  <a:pt x="10662" y="13586"/>
                  <a:pt x="10682" y="13586"/>
                </a:cubicBezTo>
                <a:cubicBezTo>
                  <a:pt x="10831" y="13586"/>
                  <a:pt x="11021" y="13550"/>
                  <a:pt x="11163" y="13550"/>
                </a:cubicBezTo>
                <a:cubicBezTo>
                  <a:pt x="11233" y="13550"/>
                  <a:pt x="11291" y="13559"/>
                  <a:pt x="11327" y="13584"/>
                </a:cubicBezTo>
                <a:cubicBezTo>
                  <a:pt x="11336" y="13584"/>
                  <a:pt x="11315" y="13590"/>
                  <a:pt x="11288" y="13594"/>
                </a:cubicBezTo>
                <a:lnTo>
                  <a:pt x="11288" y="13594"/>
                </a:lnTo>
                <a:cubicBezTo>
                  <a:pt x="11329" y="13591"/>
                  <a:pt x="11371" y="13589"/>
                  <a:pt x="11414" y="13589"/>
                </a:cubicBezTo>
                <a:cubicBezTo>
                  <a:pt x="11481" y="13589"/>
                  <a:pt x="11549" y="13593"/>
                  <a:pt x="11617" y="13602"/>
                </a:cubicBezTo>
                <a:cubicBezTo>
                  <a:pt x="11754" y="13602"/>
                  <a:pt x="11856" y="13602"/>
                  <a:pt x="11788" y="13567"/>
                </a:cubicBezTo>
                <a:lnTo>
                  <a:pt x="11788" y="13567"/>
                </a:lnTo>
                <a:cubicBezTo>
                  <a:pt x="12198" y="13636"/>
                  <a:pt x="12591" y="13619"/>
                  <a:pt x="12916" y="13721"/>
                </a:cubicBezTo>
                <a:cubicBezTo>
                  <a:pt x="12941" y="13715"/>
                  <a:pt x="12970" y="13713"/>
                  <a:pt x="13001" y="13713"/>
                </a:cubicBezTo>
                <a:cubicBezTo>
                  <a:pt x="13186" y="13713"/>
                  <a:pt x="13456" y="13802"/>
                  <a:pt x="13605" y="13802"/>
                </a:cubicBezTo>
                <a:cubicBezTo>
                  <a:pt x="13650" y="13802"/>
                  <a:pt x="13684" y="13793"/>
                  <a:pt x="13702" y="13772"/>
                </a:cubicBezTo>
                <a:lnTo>
                  <a:pt x="13702" y="13772"/>
                </a:lnTo>
                <a:cubicBezTo>
                  <a:pt x="13650" y="13875"/>
                  <a:pt x="14419" y="13995"/>
                  <a:pt x="14693" y="13995"/>
                </a:cubicBezTo>
                <a:cubicBezTo>
                  <a:pt x="14607" y="14012"/>
                  <a:pt x="14915" y="14063"/>
                  <a:pt x="14812" y="14097"/>
                </a:cubicBezTo>
                <a:cubicBezTo>
                  <a:pt x="14997" y="14128"/>
                  <a:pt x="15169" y="14152"/>
                  <a:pt x="15270" y="14152"/>
                </a:cubicBezTo>
                <a:cubicBezTo>
                  <a:pt x="15337" y="14152"/>
                  <a:pt x="15373" y="14141"/>
                  <a:pt x="15359" y="14114"/>
                </a:cubicBezTo>
                <a:lnTo>
                  <a:pt x="15359" y="14114"/>
                </a:lnTo>
                <a:cubicBezTo>
                  <a:pt x="15889" y="14336"/>
                  <a:pt x="16504" y="14182"/>
                  <a:pt x="16811" y="14387"/>
                </a:cubicBezTo>
                <a:cubicBezTo>
                  <a:pt x="17273" y="14405"/>
                  <a:pt x="17717" y="14405"/>
                  <a:pt x="18144" y="14422"/>
                </a:cubicBezTo>
                <a:lnTo>
                  <a:pt x="19391" y="14456"/>
                </a:lnTo>
                <a:cubicBezTo>
                  <a:pt x="19382" y="14485"/>
                  <a:pt x="19305" y="14493"/>
                  <a:pt x="19201" y="14493"/>
                </a:cubicBezTo>
                <a:cubicBezTo>
                  <a:pt x="19053" y="14493"/>
                  <a:pt x="18849" y="14476"/>
                  <a:pt x="18703" y="14476"/>
                </a:cubicBezTo>
                <a:cubicBezTo>
                  <a:pt x="18588" y="14476"/>
                  <a:pt x="18509" y="14487"/>
                  <a:pt x="18520" y="14524"/>
                </a:cubicBezTo>
                <a:cubicBezTo>
                  <a:pt x="18992" y="14524"/>
                  <a:pt x="19340" y="14506"/>
                  <a:pt x="19710" y="14506"/>
                </a:cubicBezTo>
                <a:cubicBezTo>
                  <a:pt x="19956" y="14506"/>
                  <a:pt x="20212" y="14514"/>
                  <a:pt x="20519" y="14541"/>
                </a:cubicBezTo>
                <a:cubicBezTo>
                  <a:pt x="20724" y="14575"/>
                  <a:pt x="20400" y="14575"/>
                  <a:pt x="20331" y="14593"/>
                </a:cubicBezTo>
                <a:cubicBezTo>
                  <a:pt x="21057" y="14593"/>
                  <a:pt x="21724" y="14680"/>
                  <a:pt x="22373" y="14680"/>
                </a:cubicBezTo>
                <a:cubicBezTo>
                  <a:pt x="22427" y="14680"/>
                  <a:pt x="22481" y="14679"/>
                  <a:pt x="22535" y="14678"/>
                </a:cubicBezTo>
                <a:lnTo>
                  <a:pt x="22535" y="14678"/>
                </a:lnTo>
                <a:cubicBezTo>
                  <a:pt x="22484" y="14695"/>
                  <a:pt x="22433" y="14695"/>
                  <a:pt x="22399" y="14695"/>
                </a:cubicBezTo>
                <a:cubicBezTo>
                  <a:pt x="22477" y="14695"/>
                  <a:pt x="22566" y="14706"/>
                  <a:pt x="22625" y="14706"/>
                </a:cubicBezTo>
                <a:cubicBezTo>
                  <a:pt x="22669" y="14706"/>
                  <a:pt x="22696" y="14700"/>
                  <a:pt x="22689" y="14678"/>
                </a:cubicBezTo>
                <a:lnTo>
                  <a:pt x="22552" y="14678"/>
                </a:lnTo>
                <a:cubicBezTo>
                  <a:pt x="22359" y="14614"/>
                  <a:pt x="23031" y="14564"/>
                  <a:pt x="23123" y="14530"/>
                </a:cubicBezTo>
                <a:lnTo>
                  <a:pt x="23123" y="14530"/>
                </a:lnTo>
                <a:cubicBezTo>
                  <a:pt x="22922" y="14659"/>
                  <a:pt x="23811" y="14595"/>
                  <a:pt x="23441" y="14746"/>
                </a:cubicBezTo>
                <a:cubicBezTo>
                  <a:pt x="23526" y="14746"/>
                  <a:pt x="23646" y="14712"/>
                  <a:pt x="23629" y="14678"/>
                </a:cubicBezTo>
                <a:lnTo>
                  <a:pt x="23629" y="14678"/>
                </a:lnTo>
                <a:cubicBezTo>
                  <a:pt x="23766" y="14695"/>
                  <a:pt x="23800" y="14712"/>
                  <a:pt x="23663" y="14746"/>
                </a:cubicBezTo>
                <a:cubicBezTo>
                  <a:pt x="24088" y="14746"/>
                  <a:pt x="24023" y="14709"/>
                  <a:pt x="24275" y="14709"/>
                </a:cubicBezTo>
                <a:cubicBezTo>
                  <a:pt x="24318" y="14709"/>
                  <a:pt x="24368" y="14710"/>
                  <a:pt x="24432" y="14712"/>
                </a:cubicBezTo>
                <a:cubicBezTo>
                  <a:pt x="24432" y="14729"/>
                  <a:pt x="24329" y="14729"/>
                  <a:pt x="24295" y="14763"/>
                </a:cubicBezTo>
                <a:cubicBezTo>
                  <a:pt x="24500" y="14725"/>
                  <a:pt x="24705" y="14706"/>
                  <a:pt x="24910" y="14706"/>
                </a:cubicBezTo>
                <a:cubicBezTo>
                  <a:pt x="24979" y="14706"/>
                  <a:pt x="25047" y="14708"/>
                  <a:pt x="25115" y="14712"/>
                </a:cubicBezTo>
                <a:cubicBezTo>
                  <a:pt x="25098" y="14729"/>
                  <a:pt x="25115" y="14746"/>
                  <a:pt x="25064" y="14746"/>
                </a:cubicBezTo>
                <a:cubicBezTo>
                  <a:pt x="25606" y="14746"/>
                  <a:pt x="26010" y="14671"/>
                  <a:pt x="26555" y="14671"/>
                </a:cubicBezTo>
                <a:cubicBezTo>
                  <a:pt x="26646" y="14671"/>
                  <a:pt x="26741" y="14673"/>
                  <a:pt x="26841" y="14678"/>
                </a:cubicBezTo>
                <a:cubicBezTo>
                  <a:pt x="26619" y="14780"/>
                  <a:pt x="27080" y="14695"/>
                  <a:pt x="27114" y="14798"/>
                </a:cubicBezTo>
                <a:lnTo>
                  <a:pt x="27490" y="14746"/>
                </a:lnTo>
                <a:lnTo>
                  <a:pt x="27337" y="14712"/>
                </a:lnTo>
                <a:cubicBezTo>
                  <a:pt x="27647" y="14712"/>
                  <a:pt x="27916" y="14642"/>
                  <a:pt x="28180" y="14642"/>
                </a:cubicBezTo>
                <a:cubicBezTo>
                  <a:pt x="28206" y="14642"/>
                  <a:pt x="28233" y="14642"/>
                  <a:pt x="28259" y="14644"/>
                </a:cubicBezTo>
                <a:lnTo>
                  <a:pt x="28037" y="14729"/>
                </a:lnTo>
                <a:lnTo>
                  <a:pt x="28652" y="14678"/>
                </a:lnTo>
                <a:lnTo>
                  <a:pt x="28293" y="14661"/>
                </a:lnTo>
                <a:cubicBezTo>
                  <a:pt x="28635" y="14610"/>
                  <a:pt x="28259" y="14558"/>
                  <a:pt x="28703" y="14558"/>
                </a:cubicBezTo>
                <a:cubicBezTo>
                  <a:pt x="28874" y="14558"/>
                  <a:pt x="29045" y="14575"/>
                  <a:pt x="29216" y="14593"/>
                </a:cubicBezTo>
                <a:cubicBezTo>
                  <a:pt x="29404" y="14541"/>
                  <a:pt x="29592" y="14524"/>
                  <a:pt x="29780" y="14524"/>
                </a:cubicBezTo>
                <a:cubicBezTo>
                  <a:pt x="29848" y="14558"/>
                  <a:pt x="29746" y="14627"/>
                  <a:pt x="29780" y="14644"/>
                </a:cubicBezTo>
                <a:cubicBezTo>
                  <a:pt x="29947" y="14560"/>
                  <a:pt x="30538" y="14591"/>
                  <a:pt x="30740" y="14513"/>
                </a:cubicBezTo>
                <a:lnTo>
                  <a:pt x="30740" y="14513"/>
                </a:lnTo>
                <a:cubicBezTo>
                  <a:pt x="30700" y="14533"/>
                  <a:pt x="30689" y="14575"/>
                  <a:pt x="30720" y="14575"/>
                </a:cubicBezTo>
                <a:lnTo>
                  <a:pt x="30856" y="14507"/>
                </a:lnTo>
                <a:cubicBezTo>
                  <a:pt x="31010" y="14524"/>
                  <a:pt x="31027" y="14541"/>
                  <a:pt x="31010" y="14575"/>
                </a:cubicBezTo>
                <a:cubicBezTo>
                  <a:pt x="31436" y="14575"/>
                  <a:pt x="30945" y="14488"/>
                  <a:pt x="31297" y="14488"/>
                </a:cubicBezTo>
                <a:cubicBezTo>
                  <a:pt x="31326" y="14488"/>
                  <a:pt x="31361" y="14489"/>
                  <a:pt x="31403" y="14490"/>
                </a:cubicBezTo>
                <a:cubicBezTo>
                  <a:pt x="31369" y="14507"/>
                  <a:pt x="31335" y="14507"/>
                  <a:pt x="31301" y="14524"/>
                </a:cubicBezTo>
                <a:cubicBezTo>
                  <a:pt x="31756" y="14524"/>
                  <a:pt x="32188" y="14465"/>
                  <a:pt x="32606" y="14465"/>
                </a:cubicBezTo>
                <a:cubicBezTo>
                  <a:pt x="32690" y="14465"/>
                  <a:pt x="32773" y="14467"/>
                  <a:pt x="32855" y="14473"/>
                </a:cubicBezTo>
                <a:cubicBezTo>
                  <a:pt x="33009" y="14558"/>
                  <a:pt x="32428" y="14490"/>
                  <a:pt x="32599" y="14575"/>
                </a:cubicBezTo>
                <a:cubicBezTo>
                  <a:pt x="33029" y="14535"/>
                  <a:pt x="33460" y="14519"/>
                  <a:pt x="33890" y="14519"/>
                </a:cubicBezTo>
                <a:cubicBezTo>
                  <a:pt x="34195" y="14519"/>
                  <a:pt x="34499" y="14527"/>
                  <a:pt x="34803" y="14541"/>
                </a:cubicBezTo>
                <a:lnTo>
                  <a:pt x="34649" y="14524"/>
                </a:lnTo>
                <a:cubicBezTo>
                  <a:pt x="34673" y="14497"/>
                  <a:pt x="34712" y="14487"/>
                  <a:pt x="34763" y="14487"/>
                </a:cubicBezTo>
                <a:cubicBezTo>
                  <a:pt x="34927" y="14487"/>
                  <a:pt x="35212" y="14594"/>
                  <a:pt x="35477" y="14594"/>
                </a:cubicBezTo>
                <a:cubicBezTo>
                  <a:pt x="35486" y="14594"/>
                  <a:pt x="35496" y="14593"/>
                  <a:pt x="35505" y="14593"/>
                </a:cubicBezTo>
                <a:lnTo>
                  <a:pt x="35505" y="14593"/>
                </a:lnTo>
                <a:cubicBezTo>
                  <a:pt x="35431" y="14599"/>
                  <a:pt x="35403" y="14644"/>
                  <a:pt x="35435" y="14644"/>
                </a:cubicBezTo>
                <a:cubicBezTo>
                  <a:pt x="35999" y="14695"/>
                  <a:pt x="36580" y="14712"/>
                  <a:pt x="37161" y="14712"/>
                </a:cubicBezTo>
                <a:lnTo>
                  <a:pt x="37076" y="14729"/>
                </a:lnTo>
                <a:cubicBezTo>
                  <a:pt x="37349" y="14780"/>
                  <a:pt x="37827" y="14780"/>
                  <a:pt x="38135" y="14798"/>
                </a:cubicBezTo>
                <a:cubicBezTo>
                  <a:pt x="38238" y="14763"/>
                  <a:pt x="38408" y="14780"/>
                  <a:pt x="38306" y="14729"/>
                </a:cubicBezTo>
                <a:lnTo>
                  <a:pt x="38306" y="14729"/>
                </a:lnTo>
                <a:cubicBezTo>
                  <a:pt x="38408" y="14746"/>
                  <a:pt x="38528" y="14763"/>
                  <a:pt x="38648" y="14780"/>
                </a:cubicBezTo>
                <a:cubicBezTo>
                  <a:pt x="38750" y="14780"/>
                  <a:pt x="38860" y="14788"/>
                  <a:pt x="38973" y="14788"/>
                </a:cubicBezTo>
                <a:cubicBezTo>
                  <a:pt x="39029" y="14788"/>
                  <a:pt x="39086" y="14786"/>
                  <a:pt x="39143" y="14780"/>
                </a:cubicBezTo>
                <a:cubicBezTo>
                  <a:pt x="39160" y="14627"/>
                  <a:pt x="39177" y="14456"/>
                  <a:pt x="39177" y="14302"/>
                </a:cubicBezTo>
                <a:cubicBezTo>
                  <a:pt x="39177" y="14200"/>
                  <a:pt x="39194" y="14080"/>
                  <a:pt x="39194" y="13977"/>
                </a:cubicBezTo>
                <a:cubicBezTo>
                  <a:pt x="39194" y="13550"/>
                  <a:pt x="39246" y="13106"/>
                  <a:pt x="39331" y="12696"/>
                </a:cubicBezTo>
                <a:cubicBezTo>
                  <a:pt x="39331" y="12776"/>
                  <a:pt x="39331" y="12877"/>
                  <a:pt x="39339" y="12877"/>
                </a:cubicBezTo>
                <a:cubicBezTo>
                  <a:pt x="39341" y="12877"/>
                  <a:pt x="39344" y="12869"/>
                  <a:pt x="39348" y="12850"/>
                </a:cubicBezTo>
                <a:lnTo>
                  <a:pt x="39382" y="12132"/>
                </a:lnTo>
                <a:lnTo>
                  <a:pt x="39382" y="12132"/>
                </a:lnTo>
                <a:cubicBezTo>
                  <a:pt x="39331" y="12183"/>
                  <a:pt x="39348" y="12218"/>
                  <a:pt x="39297" y="12371"/>
                </a:cubicBezTo>
                <a:cubicBezTo>
                  <a:pt x="39263" y="12218"/>
                  <a:pt x="39263" y="12064"/>
                  <a:pt x="39280" y="11893"/>
                </a:cubicBezTo>
                <a:lnTo>
                  <a:pt x="39280" y="11893"/>
                </a:lnTo>
                <a:cubicBezTo>
                  <a:pt x="39280" y="11995"/>
                  <a:pt x="39288" y="12033"/>
                  <a:pt x="39301" y="12033"/>
                </a:cubicBezTo>
                <a:cubicBezTo>
                  <a:pt x="39329" y="12033"/>
                  <a:pt x="39376" y="11855"/>
                  <a:pt x="39399" y="11773"/>
                </a:cubicBezTo>
                <a:lnTo>
                  <a:pt x="39399" y="11773"/>
                </a:lnTo>
                <a:cubicBezTo>
                  <a:pt x="39397" y="11776"/>
                  <a:pt x="39394" y="11777"/>
                  <a:pt x="39392" y="11777"/>
                </a:cubicBezTo>
                <a:cubicBezTo>
                  <a:pt x="39380" y="11777"/>
                  <a:pt x="39368" y="11753"/>
                  <a:pt x="39356" y="11753"/>
                </a:cubicBezTo>
                <a:cubicBezTo>
                  <a:pt x="39353" y="11753"/>
                  <a:pt x="39351" y="11754"/>
                  <a:pt x="39348" y="11756"/>
                </a:cubicBezTo>
                <a:cubicBezTo>
                  <a:pt x="39485" y="11380"/>
                  <a:pt x="39246" y="11671"/>
                  <a:pt x="39348" y="11175"/>
                </a:cubicBezTo>
                <a:lnTo>
                  <a:pt x="39348" y="11175"/>
                </a:lnTo>
                <a:lnTo>
                  <a:pt x="39382" y="11192"/>
                </a:lnTo>
                <a:cubicBezTo>
                  <a:pt x="39365" y="11004"/>
                  <a:pt x="39365" y="10816"/>
                  <a:pt x="39382" y="10629"/>
                </a:cubicBezTo>
                <a:cubicBezTo>
                  <a:pt x="39391" y="10618"/>
                  <a:pt x="39398" y="10613"/>
                  <a:pt x="39402" y="10613"/>
                </a:cubicBezTo>
                <a:cubicBezTo>
                  <a:pt x="39435" y="10613"/>
                  <a:pt x="39389" y="10834"/>
                  <a:pt x="39434" y="10834"/>
                </a:cubicBezTo>
                <a:cubicBezTo>
                  <a:pt x="39468" y="10543"/>
                  <a:pt x="39365" y="10253"/>
                  <a:pt x="39434" y="9996"/>
                </a:cubicBezTo>
                <a:lnTo>
                  <a:pt x="39434" y="9996"/>
                </a:lnTo>
                <a:lnTo>
                  <a:pt x="39434" y="10423"/>
                </a:lnTo>
                <a:cubicBezTo>
                  <a:pt x="39502" y="10253"/>
                  <a:pt x="39536" y="10082"/>
                  <a:pt x="39536" y="9894"/>
                </a:cubicBezTo>
                <a:lnTo>
                  <a:pt x="39536" y="9911"/>
                </a:lnTo>
                <a:lnTo>
                  <a:pt x="39587" y="9552"/>
                </a:lnTo>
                <a:cubicBezTo>
                  <a:pt x="39434" y="9176"/>
                  <a:pt x="39587" y="8817"/>
                  <a:pt x="39519" y="8322"/>
                </a:cubicBezTo>
                <a:lnTo>
                  <a:pt x="39519" y="8322"/>
                </a:lnTo>
                <a:cubicBezTo>
                  <a:pt x="39545" y="8502"/>
                  <a:pt x="39558" y="8556"/>
                  <a:pt x="39569" y="8556"/>
                </a:cubicBezTo>
                <a:cubicBezTo>
                  <a:pt x="39585" y="8556"/>
                  <a:pt x="39594" y="8437"/>
                  <a:pt x="39627" y="8437"/>
                </a:cubicBezTo>
                <a:cubicBezTo>
                  <a:pt x="39631" y="8437"/>
                  <a:pt x="39634" y="8438"/>
                  <a:pt x="39639" y="8442"/>
                </a:cubicBezTo>
                <a:cubicBezTo>
                  <a:pt x="39653" y="8325"/>
                  <a:pt x="39680" y="8171"/>
                  <a:pt x="39698" y="8171"/>
                </a:cubicBezTo>
                <a:cubicBezTo>
                  <a:pt x="39702" y="8171"/>
                  <a:pt x="39704" y="8175"/>
                  <a:pt x="39707" y="8185"/>
                </a:cubicBezTo>
                <a:cubicBezTo>
                  <a:pt x="39673" y="7946"/>
                  <a:pt x="39775" y="7792"/>
                  <a:pt x="39707" y="7468"/>
                </a:cubicBezTo>
                <a:cubicBezTo>
                  <a:pt x="39738" y="7452"/>
                  <a:pt x="39727" y="7255"/>
                  <a:pt x="39762" y="7255"/>
                </a:cubicBezTo>
                <a:cubicBezTo>
                  <a:pt x="39766" y="7255"/>
                  <a:pt x="39770" y="7258"/>
                  <a:pt x="39775" y="7263"/>
                </a:cubicBezTo>
                <a:cubicBezTo>
                  <a:pt x="39775" y="7187"/>
                  <a:pt x="39773" y="7159"/>
                  <a:pt x="39769" y="7159"/>
                </a:cubicBezTo>
                <a:cubicBezTo>
                  <a:pt x="39758" y="7159"/>
                  <a:pt x="39738" y="7331"/>
                  <a:pt x="39725" y="7331"/>
                </a:cubicBezTo>
                <a:cubicBezTo>
                  <a:pt x="39725" y="7331"/>
                  <a:pt x="39724" y="7331"/>
                  <a:pt x="39724" y="7331"/>
                </a:cubicBezTo>
                <a:cubicBezTo>
                  <a:pt x="39656" y="6870"/>
                  <a:pt x="39861" y="6237"/>
                  <a:pt x="39758" y="5571"/>
                </a:cubicBezTo>
                <a:cubicBezTo>
                  <a:pt x="39741" y="5024"/>
                  <a:pt x="39673" y="4905"/>
                  <a:pt x="39639" y="4460"/>
                </a:cubicBezTo>
                <a:lnTo>
                  <a:pt x="39639" y="4324"/>
                </a:lnTo>
                <a:cubicBezTo>
                  <a:pt x="39644" y="4308"/>
                  <a:pt x="39649" y="4301"/>
                  <a:pt x="39655" y="4301"/>
                </a:cubicBezTo>
                <a:cubicBezTo>
                  <a:pt x="39683" y="4301"/>
                  <a:pt x="39707" y="4495"/>
                  <a:pt x="39707" y="4495"/>
                </a:cubicBezTo>
                <a:cubicBezTo>
                  <a:pt x="39741" y="4238"/>
                  <a:pt x="39741" y="3982"/>
                  <a:pt x="39724" y="3709"/>
                </a:cubicBezTo>
                <a:lnTo>
                  <a:pt x="39724" y="3709"/>
                </a:lnTo>
                <a:cubicBezTo>
                  <a:pt x="39729" y="3728"/>
                  <a:pt x="39734" y="3737"/>
                  <a:pt x="39739" y="3737"/>
                </a:cubicBezTo>
                <a:cubicBezTo>
                  <a:pt x="39752" y="3737"/>
                  <a:pt x="39768" y="3684"/>
                  <a:pt x="39792" y="3623"/>
                </a:cubicBezTo>
                <a:cubicBezTo>
                  <a:pt x="39792" y="3418"/>
                  <a:pt x="39707" y="3487"/>
                  <a:pt x="39741" y="3196"/>
                </a:cubicBezTo>
                <a:lnTo>
                  <a:pt x="39741" y="3196"/>
                </a:lnTo>
                <a:cubicBezTo>
                  <a:pt x="39775" y="3264"/>
                  <a:pt x="39809" y="3333"/>
                  <a:pt x="39827" y="3418"/>
                </a:cubicBezTo>
                <a:cubicBezTo>
                  <a:pt x="39809" y="3162"/>
                  <a:pt x="39775" y="2906"/>
                  <a:pt x="39741" y="2632"/>
                </a:cubicBezTo>
                <a:cubicBezTo>
                  <a:pt x="39748" y="2623"/>
                  <a:pt x="39754" y="2619"/>
                  <a:pt x="39759" y="2619"/>
                </a:cubicBezTo>
                <a:cubicBezTo>
                  <a:pt x="39797" y="2619"/>
                  <a:pt x="39812" y="2799"/>
                  <a:pt x="39827" y="2888"/>
                </a:cubicBezTo>
                <a:cubicBezTo>
                  <a:pt x="39809" y="2581"/>
                  <a:pt x="39792" y="2103"/>
                  <a:pt x="39741" y="2017"/>
                </a:cubicBezTo>
                <a:lnTo>
                  <a:pt x="39725" y="2147"/>
                </a:lnTo>
                <a:lnTo>
                  <a:pt x="39725" y="2147"/>
                </a:lnTo>
                <a:cubicBezTo>
                  <a:pt x="39726" y="2143"/>
                  <a:pt x="39729" y="2140"/>
                  <a:pt x="39733" y="2140"/>
                </a:cubicBezTo>
                <a:cubicBezTo>
                  <a:pt x="39748" y="2140"/>
                  <a:pt x="39775" y="2172"/>
                  <a:pt x="39775" y="2222"/>
                </a:cubicBezTo>
                <a:cubicBezTo>
                  <a:pt x="39827" y="2496"/>
                  <a:pt x="39758" y="2598"/>
                  <a:pt x="39741" y="2615"/>
                </a:cubicBezTo>
                <a:lnTo>
                  <a:pt x="39724" y="2427"/>
                </a:lnTo>
                <a:lnTo>
                  <a:pt x="39724" y="2427"/>
                </a:lnTo>
                <a:cubicBezTo>
                  <a:pt x="39587" y="2615"/>
                  <a:pt x="39741" y="3196"/>
                  <a:pt x="39724" y="3572"/>
                </a:cubicBezTo>
                <a:lnTo>
                  <a:pt x="39639" y="3452"/>
                </a:lnTo>
                <a:lnTo>
                  <a:pt x="39639" y="1590"/>
                </a:lnTo>
                <a:cubicBezTo>
                  <a:pt x="39280" y="1556"/>
                  <a:pt x="38921" y="1522"/>
                  <a:pt x="38579" y="1470"/>
                </a:cubicBezTo>
                <a:lnTo>
                  <a:pt x="38528" y="1470"/>
                </a:lnTo>
                <a:cubicBezTo>
                  <a:pt x="38562" y="1453"/>
                  <a:pt x="38579" y="1419"/>
                  <a:pt x="38596" y="1368"/>
                </a:cubicBezTo>
                <a:cubicBezTo>
                  <a:pt x="38631" y="1385"/>
                  <a:pt x="38665" y="1402"/>
                  <a:pt x="38716" y="1402"/>
                </a:cubicBezTo>
                <a:lnTo>
                  <a:pt x="38818" y="1334"/>
                </a:lnTo>
                <a:lnTo>
                  <a:pt x="38596" y="1334"/>
                </a:lnTo>
                <a:cubicBezTo>
                  <a:pt x="38562" y="1282"/>
                  <a:pt x="38460" y="1231"/>
                  <a:pt x="38186" y="1146"/>
                </a:cubicBezTo>
                <a:lnTo>
                  <a:pt x="37759" y="1146"/>
                </a:lnTo>
                <a:lnTo>
                  <a:pt x="37640" y="1077"/>
                </a:lnTo>
                <a:lnTo>
                  <a:pt x="37998" y="1129"/>
                </a:lnTo>
                <a:cubicBezTo>
                  <a:pt x="37883" y="1090"/>
                  <a:pt x="37758" y="1071"/>
                  <a:pt x="37638" y="1071"/>
                </a:cubicBezTo>
                <a:cubicBezTo>
                  <a:pt x="37598" y="1071"/>
                  <a:pt x="37558" y="1073"/>
                  <a:pt x="37520" y="1077"/>
                </a:cubicBezTo>
                <a:cubicBezTo>
                  <a:pt x="37469" y="1043"/>
                  <a:pt x="37417" y="1009"/>
                  <a:pt x="37349" y="992"/>
                </a:cubicBezTo>
                <a:lnTo>
                  <a:pt x="36922" y="1026"/>
                </a:lnTo>
                <a:cubicBezTo>
                  <a:pt x="36888" y="975"/>
                  <a:pt x="37127" y="975"/>
                  <a:pt x="36854" y="907"/>
                </a:cubicBezTo>
                <a:cubicBezTo>
                  <a:pt x="36662" y="907"/>
                  <a:pt x="36977" y="1011"/>
                  <a:pt x="36756" y="1011"/>
                </a:cubicBezTo>
                <a:cubicBezTo>
                  <a:pt x="36740" y="1011"/>
                  <a:pt x="36721" y="1010"/>
                  <a:pt x="36700" y="1009"/>
                </a:cubicBezTo>
                <a:cubicBezTo>
                  <a:pt x="36512" y="924"/>
                  <a:pt x="36580" y="889"/>
                  <a:pt x="36324" y="889"/>
                </a:cubicBezTo>
                <a:cubicBezTo>
                  <a:pt x="36311" y="864"/>
                  <a:pt x="36336" y="849"/>
                  <a:pt x="36390" y="849"/>
                </a:cubicBezTo>
                <a:cubicBezTo>
                  <a:pt x="36402" y="849"/>
                  <a:pt x="36415" y="849"/>
                  <a:pt x="36431" y="851"/>
                </a:cubicBezTo>
                <a:lnTo>
                  <a:pt x="36431" y="851"/>
                </a:lnTo>
                <a:cubicBezTo>
                  <a:pt x="36203" y="820"/>
                  <a:pt x="35990" y="804"/>
                  <a:pt x="35777" y="804"/>
                </a:cubicBezTo>
                <a:cubicBezTo>
                  <a:pt x="35572" y="701"/>
                  <a:pt x="35060" y="701"/>
                  <a:pt x="35094" y="582"/>
                </a:cubicBezTo>
                <a:lnTo>
                  <a:pt x="35094" y="582"/>
                </a:lnTo>
                <a:cubicBezTo>
                  <a:pt x="35000" y="590"/>
                  <a:pt x="34906" y="595"/>
                  <a:pt x="34810" y="595"/>
                </a:cubicBezTo>
                <a:cubicBezTo>
                  <a:pt x="34714" y="595"/>
                  <a:pt x="34615" y="590"/>
                  <a:pt x="34513" y="582"/>
                </a:cubicBezTo>
                <a:cubicBezTo>
                  <a:pt x="34889" y="514"/>
                  <a:pt x="33795" y="479"/>
                  <a:pt x="33898" y="377"/>
                </a:cubicBezTo>
                <a:lnTo>
                  <a:pt x="33898" y="377"/>
                </a:lnTo>
                <a:cubicBezTo>
                  <a:pt x="33822" y="396"/>
                  <a:pt x="33714" y="402"/>
                  <a:pt x="33587" y="402"/>
                </a:cubicBezTo>
                <a:cubicBezTo>
                  <a:pt x="33381" y="402"/>
                  <a:pt x="33126" y="386"/>
                  <a:pt x="32879" y="386"/>
                </a:cubicBezTo>
                <a:cubicBezTo>
                  <a:pt x="32727" y="386"/>
                  <a:pt x="32578" y="392"/>
                  <a:pt x="32445" y="411"/>
                </a:cubicBezTo>
                <a:cubicBezTo>
                  <a:pt x="32459" y="404"/>
                  <a:pt x="32473" y="397"/>
                  <a:pt x="32488" y="392"/>
                </a:cubicBezTo>
                <a:lnTo>
                  <a:pt x="32488" y="392"/>
                </a:lnTo>
                <a:cubicBezTo>
                  <a:pt x="32512" y="393"/>
                  <a:pt x="32537" y="394"/>
                  <a:pt x="32565" y="394"/>
                </a:cubicBezTo>
                <a:cubicBezTo>
                  <a:pt x="32550" y="389"/>
                  <a:pt x="32536" y="387"/>
                  <a:pt x="32524" y="387"/>
                </a:cubicBezTo>
                <a:cubicBezTo>
                  <a:pt x="32511" y="387"/>
                  <a:pt x="32499" y="389"/>
                  <a:pt x="32488" y="392"/>
                </a:cubicBezTo>
                <a:lnTo>
                  <a:pt x="32488" y="392"/>
                </a:lnTo>
                <a:cubicBezTo>
                  <a:pt x="32277" y="384"/>
                  <a:pt x="32204" y="341"/>
                  <a:pt x="32035" y="326"/>
                </a:cubicBezTo>
                <a:cubicBezTo>
                  <a:pt x="32018" y="411"/>
                  <a:pt x="31591" y="462"/>
                  <a:pt x="31369" y="548"/>
                </a:cubicBezTo>
                <a:cubicBezTo>
                  <a:pt x="31044" y="479"/>
                  <a:pt x="31557" y="411"/>
                  <a:pt x="31454" y="326"/>
                </a:cubicBezTo>
                <a:lnTo>
                  <a:pt x="31454" y="326"/>
                </a:lnTo>
                <a:cubicBezTo>
                  <a:pt x="31471" y="394"/>
                  <a:pt x="30890" y="462"/>
                  <a:pt x="31010" y="514"/>
                </a:cubicBezTo>
                <a:cubicBezTo>
                  <a:pt x="30754" y="496"/>
                  <a:pt x="30788" y="514"/>
                  <a:pt x="30651" y="462"/>
                </a:cubicBezTo>
                <a:cubicBezTo>
                  <a:pt x="30634" y="582"/>
                  <a:pt x="30429" y="514"/>
                  <a:pt x="30224" y="633"/>
                </a:cubicBezTo>
                <a:cubicBezTo>
                  <a:pt x="29985" y="633"/>
                  <a:pt x="30019" y="588"/>
                  <a:pt x="29952" y="588"/>
                </a:cubicBezTo>
                <a:cubicBezTo>
                  <a:pt x="29918" y="588"/>
                  <a:pt x="29860" y="599"/>
                  <a:pt x="29729" y="633"/>
                </a:cubicBezTo>
                <a:cubicBezTo>
                  <a:pt x="29541" y="633"/>
                  <a:pt x="29882" y="531"/>
                  <a:pt x="29882" y="531"/>
                </a:cubicBezTo>
                <a:lnTo>
                  <a:pt x="29882" y="531"/>
                </a:lnTo>
                <a:cubicBezTo>
                  <a:pt x="29489" y="599"/>
                  <a:pt x="29712" y="650"/>
                  <a:pt x="29643" y="719"/>
                </a:cubicBezTo>
                <a:cubicBezTo>
                  <a:pt x="29517" y="747"/>
                  <a:pt x="29442" y="757"/>
                  <a:pt x="29397" y="757"/>
                </a:cubicBezTo>
                <a:cubicBezTo>
                  <a:pt x="29275" y="757"/>
                  <a:pt x="29362" y="684"/>
                  <a:pt x="29250" y="684"/>
                </a:cubicBezTo>
                <a:cubicBezTo>
                  <a:pt x="29011" y="753"/>
                  <a:pt x="28772" y="838"/>
                  <a:pt x="28533" y="889"/>
                </a:cubicBezTo>
                <a:cubicBezTo>
                  <a:pt x="28516" y="889"/>
                  <a:pt x="28464" y="889"/>
                  <a:pt x="28516" y="855"/>
                </a:cubicBezTo>
                <a:lnTo>
                  <a:pt x="28516" y="855"/>
                </a:lnTo>
                <a:cubicBezTo>
                  <a:pt x="28225" y="975"/>
                  <a:pt x="27610" y="958"/>
                  <a:pt x="27251" y="1043"/>
                </a:cubicBezTo>
                <a:cubicBezTo>
                  <a:pt x="27247" y="1043"/>
                  <a:pt x="27242" y="1043"/>
                  <a:pt x="27238" y="1043"/>
                </a:cubicBezTo>
                <a:lnTo>
                  <a:pt x="27238" y="1043"/>
                </a:lnTo>
                <a:cubicBezTo>
                  <a:pt x="27273" y="1076"/>
                  <a:pt x="27283" y="1117"/>
                  <a:pt x="27268" y="1146"/>
                </a:cubicBezTo>
                <a:cubicBezTo>
                  <a:pt x="27154" y="1146"/>
                  <a:pt x="27048" y="1168"/>
                  <a:pt x="26970" y="1168"/>
                </a:cubicBezTo>
                <a:cubicBezTo>
                  <a:pt x="26930" y="1168"/>
                  <a:pt x="26898" y="1163"/>
                  <a:pt x="26875" y="1146"/>
                </a:cubicBezTo>
                <a:cubicBezTo>
                  <a:pt x="26926" y="1146"/>
                  <a:pt x="26978" y="1129"/>
                  <a:pt x="27046" y="1112"/>
                </a:cubicBezTo>
                <a:lnTo>
                  <a:pt x="27046" y="1112"/>
                </a:lnTo>
                <a:lnTo>
                  <a:pt x="26858" y="1129"/>
                </a:lnTo>
                <a:cubicBezTo>
                  <a:pt x="26687" y="1043"/>
                  <a:pt x="27114" y="1112"/>
                  <a:pt x="27114" y="1043"/>
                </a:cubicBezTo>
                <a:lnTo>
                  <a:pt x="27114" y="1043"/>
                </a:lnTo>
                <a:cubicBezTo>
                  <a:pt x="26887" y="1076"/>
                  <a:pt x="26659" y="1088"/>
                  <a:pt x="26432" y="1088"/>
                </a:cubicBezTo>
                <a:cubicBezTo>
                  <a:pt x="26301" y="1088"/>
                  <a:pt x="26169" y="1084"/>
                  <a:pt x="26038" y="1077"/>
                </a:cubicBezTo>
                <a:cubicBezTo>
                  <a:pt x="26012" y="1035"/>
                  <a:pt x="26175" y="1035"/>
                  <a:pt x="26299" y="1035"/>
                </a:cubicBezTo>
                <a:cubicBezTo>
                  <a:pt x="26422" y="1035"/>
                  <a:pt x="26508" y="1035"/>
                  <a:pt x="26328" y="992"/>
                </a:cubicBezTo>
                <a:lnTo>
                  <a:pt x="26328" y="992"/>
                </a:lnTo>
                <a:cubicBezTo>
                  <a:pt x="26465" y="1009"/>
                  <a:pt x="26602" y="1026"/>
                  <a:pt x="26756" y="1043"/>
                </a:cubicBezTo>
                <a:cubicBezTo>
                  <a:pt x="26626" y="989"/>
                  <a:pt x="26641" y="980"/>
                  <a:pt x="26687" y="980"/>
                </a:cubicBezTo>
                <a:cubicBezTo>
                  <a:pt x="26707" y="980"/>
                  <a:pt x="26732" y="982"/>
                  <a:pt x="26755" y="982"/>
                </a:cubicBezTo>
                <a:cubicBezTo>
                  <a:pt x="26810" y="982"/>
                  <a:pt x="26846" y="972"/>
                  <a:pt x="26721" y="907"/>
                </a:cubicBezTo>
                <a:cubicBezTo>
                  <a:pt x="26158" y="872"/>
                  <a:pt x="26089" y="924"/>
                  <a:pt x="25525" y="838"/>
                </a:cubicBezTo>
                <a:lnTo>
                  <a:pt x="25525" y="838"/>
                </a:lnTo>
                <a:cubicBezTo>
                  <a:pt x="25406" y="872"/>
                  <a:pt x="25560" y="907"/>
                  <a:pt x="25440" y="941"/>
                </a:cubicBezTo>
                <a:cubicBezTo>
                  <a:pt x="24646" y="924"/>
                  <a:pt x="24829" y="684"/>
                  <a:pt x="24284" y="684"/>
                </a:cubicBezTo>
                <a:cubicBezTo>
                  <a:pt x="24266" y="684"/>
                  <a:pt x="24247" y="684"/>
                  <a:pt x="24227" y="684"/>
                </a:cubicBezTo>
                <a:cubicBezTo>
                  <a:pt x="24124" y="727"/>
                  <a:pt x="24018" y="748"/>
                  <a:pt x="23911" y="748"/>
                </a:cubicBezTo>
                <a:cubicBezTo>
                  <a:pt x="23804" y="748"/>
                  <a:pt x="23697" y="727"/>
                  <a:pt x="23595" y="684"/>
                </a:cubicBezTo>
                <a:lnTo>
                  <a:pt x="23748" y="616"/>
                </a:lnTo>
                <a:cubicBezTo>
                  <a:pt x="23626" y="597"/>
                  <a:pt x="23543" y="591"/>
                  <a:pt x="23480" y="591"/>
                </a:cubicBezTo>
                <a:cubicBezTo>
                  <a:pt x="23357" y="591"/>
                  <a:pt x="23315" y="615"/>
                  <a:pt x="23224" y="615"/>
                </a:cubicBezTo>
                <a:cubicBezTo>
                  <a:pt x="23153" y="615"/>
                  <a:pt x="23052" y="600"/>
                  <a:pt x="22860" y="548"/>
                </a:cubicBezTo>
                <a:cubicBezTo>
                  <a:pt x="22875" y="545"/>
                  <a:pt x="22895" y="544"/>
                  <a:pt x="22917" y="544"/>
                </a:cubicBezTo>
                <a:cubicBezTo>
                  <a:pt x="23026" y="544"/>
                  <a:pt x="23200" y="568"/>
                  <a:pt x="23215" y="568"/>
                </a:cubicBezTo>
                <a:cubicBezTo>
                  <a:pt x="23218" y="568"/>
                  <a:pt x="23214" y="567"/>
                  <a:pt x="23202" y="565"/>
                </a:cubicBezTo>
                <a:cubicBezTo>
                  <a:pt x="23085" y="526"/>
                  <a:pt x="23017" y="514"/>
                  <a:pt x="22969" y="514"/>
                </a:cubicBezTo>
                <a:cubicBezTo>
                  <a:pt x="22894" y="514"/>
                  <a:pt x="22865" y="543"/>
                  <a:pt x="22774" y="543"/>
                </a:cubicBezTo>
                <a:cubicBezTo>
                  <a:pt x="22743" y="543"/>
                  <a:pt x="22705" y="539"/>
                  <a:pt x="22655" y="531"/>
                </a:cubicBezTo>
                <a:lnTo>
                  <a:pt x="22604" y="445"/>
                </a:lnTo>
                <a:cubicBezTo>
                  <a:pt x="22141" y="395"/>
                  <a:pt x="21669" y="363"/>
                  <a:pt x="21201" y="363"/>
                </a:cubicBezTo>
                <a:cubicBezTo>
                  <a:pt x="21030" y="363"/>
                  <a:pt x="20859" y="368"/>
                  <a:pt x="20690" y="377"/>
                </a:cubicBezTo>
                <a:cubicBezTo>
                  <a:pt x="20724" y="360"/>
                  <a:pt x="20827" y="326"/>
                  <a:pt x="20690" y="308"/>
                </a:cubicBezTo>
                <a:lnTo>
                  <a:pt x="18110" y="377"/>
                </a:lnTo>
                <a:lnTo>
                  <a:pt x="17820" y="479"/>
                </a:lnTo>
                <a:cubicBezTo>
                  <a:pt x="17734" y="479"/>
                  <a:pt x="17683" y="462"/>
                  <a:pt x="17751" y="445"/>
                </a:cubicBezTo>
                <a:cubicBezTo>
                  <a:pt x="17444" y="445"/>
                  <a:pt x="17734" y="479"/>
                  <a:pt x="17597" y="531"/>
                </a:cubicBezTo>
                <a:cubicBezTo>
                  <a:pt x="17562" y="539"/>
                  <a:pt x="17530" y="542"/>
                  <a:pt x="17503" y="542"/>
                </a:cubicBezTo>
                <a:cubicBezTo>
                  <a:pt x="17414" y="542"/>
                  <a:pt x="17382" y="506"/>
                  <a:pt x="17461" y="479"/>
                </a:cubicBezTo>
                <a:lnTo>
                  <a:pt x="17461" y="479"/>
                </a:lnTo>
                <a:cubicBezTo>
                  <a:pt x="16777" y="633"/>
                  <a:pt x="16077" y="719"/>
                  <a:pt x="15359" y="736"/>
                </a:cubicBezTo>
                <a:lnTo>
                  <a:pt x="15479" y="701"/>
                </a:lnTo>
                <a:cubicBezTo>
                  <a:pt x="15088" y="701"/>
                  <a:pt x="15001" y="847"/>
                  <a:pt x="14707" y="847"/>
                </a:cubicBezTo>
                <a:cubicBezTo>
                  <a:pt x="14666" y="847"/>
                  <a:pt x="14622" y="844"/>
                  <a:pt x="14573" y="838"/>
                </a:cubicBezTo>
                <a:lnTo>
                  <a:pt x="14641" y="821"/>
                </a:lnTo>
                <a:lnTo>
                  <a:pt x="14641" y="821"/>
                </a:lnTo>
                <a:cubicBezTo>
                  <a:pt x="14346" y="826"/>
                  <a:pt x="14042" y="833"/>
                  <a:pt x="13740" y="833"/>
                </a:cubicBezTo>
                <a:cubicBezTo>
                  <a:pt x="13064" y="833"/>
                  <a:pt x="12404" y="799"/>
                  <a:pt x="11908" y="633"/>
                </a:cubicBezTo>
                <a:cubicBezTo>
                  <a:pt x="11885" y="646"/>
                  <a:pt x="11848" y="651"/>
                  <a:pt x="11801" y="651"/>
                </a:cubicBezTo>
                <a:cubicBezTo>
                  <a:pt x="11604" y="651"/>
                  <a:pt x="11233" y="558"/>
                  <a:pt x="11025" y="558"/>
                </a:cubicBezTo>
                <a:cubicBezTo>
                  <a:pt x="10953" y="558"/>
                  <a:pt x="10901" y="569"/>
                  <a:pt x="10883" y="599"/>
                </a:cubicBezTo>
                <a:cubicBezTo>
                  <a:pt x="10507" y="462"/>
                  <a:pt x="10131" y="377"/>
                  <a:pt x="9738" y="291"/>
                </a:cubicBezTo>
                <a:cubicBezTo>
                  <a:pt x="9703" y="286"/>
                  <a:pt x="9671" y="283"/>
                  <a:pt x="9640" y="283"/>
                </a:cubicBezTo>
                <a:cubicBezTo>
                  <a:pt x="9505" y="283"/>
                  <a:pt x="9397" y="328"/>
                  <a:pt x="9225" y="328"/>
                </a:cubicBezTo>
                <a:cubicBezTo>
                  <a:pt x="9203" y="328"/>
                  <a:pt x="9181" y="327"/>
                  <a:pt x="9157" y="326"/>
                </a:cubicBezTo>
                <a:lnTo>
                  <a:pt x="9157" y="257"/>
                </a:lnTo>
                <a:lnTo>
                  <a:pt x="8798" y="291"/>
                </a:lnTo>
                <a:lnTo>
                  <a:pt x="8627" y="189"/>
                </a:lnTo>
                <a:lnTo>
                  <a:pt x="8388" y="189"/>
                </a:lnTo>
                <a:cubicBezTo>
                  <a:pt x="8473" y="206"/>
                  <a:pt x="8593" y="240"/>
                  <a:pt x="8576" y="257"/>
                </a:cubicBezTo>
                <a:cubicBezTo>
                  <a:pt x="8251" y="257"/>
                  <a:pt x="7944" y="189"/>
                  <a:pt x="7636" y="86"/>
                </a:cubicBezTo>
                <a:cubicBezTo>
                  <a:pt x="7346" y="86"/>
                  <a:pt x="7038" y="86"/>
                  <a:pt x="6731" y="103"/>
                </a:cubicBezTo>
                <a:cubicBezTo>
                  <a:pt x="6744" y="90"/>
                  <a:pt x="6802" y="76"/>
                  <a:pt x="6877" y="71"/>
                </a:cubicBezTo>
                <a:lnTo>
                  <a:pt x="6877" y="71"/>
                </a:lnTo>
                <a:cubicBezTo>
                  <a:pt x="6874" y="71"/>
                  <a:pt x="6873" y="71"/>
                  <a:pt x="6871" y="71"/>
                </a:cubicBezTo>
                <a:cubicBezTo>
                  <a:pt x="6688" y="71"/>
                  <a:pt x="6825" y="11"/>
                  <a:pt x="6645" y="11"/>
                </a:cubicBezTo>
                <a:cubicBezTo>
                  <a:pt x="6612" y="11"/>
                  <a:pt x="6568" y="13"/>
                  <a:pt x="6508" y="18"/>
                </a:cubicBezTo>
                <a:cubicBezTo>
                  <a:pt x="6560" y="52"/>
                  <a:pt x="6474" y="69"/>
                  <a:pt x="6457" y="86"/>
                </a:cubicBezTo>
                <a:cubicBezTo>
                  <a:pt x="6225" y="53"/>
                  <a:pt x="5994" y="34"/>
                  <a:pt x="5757" y="34"/>
                </a:cubicBezTo>
                <a:cubicBezTo>
                  <a:pt x="5628" y="34"/>
                  <a:pt x="5497" y="40"/>
                  <a:pt x="5364" y="52"/>
                </a:cubicBezTo>
                <a:lnTo>
                  <a:pt x="5432" y="1"/>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6"/>
          <p:cNvSpPr txBox="1">
            <a:spLocks noGrp="1"/>
          </p:cNvSpPr>
          <p:nvPr>
            <p:ph type="title"/>
          </p:nvPr>
        </p:nvSpPr>
        <p:spPr>
          <a:xfrm>
            <a:off x="1596794" y="1617718"/>
            <a:ext cx="2687296" cy="48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smtClean="0">
                <a:latin typeface="Times New Roman" panose="02020603050405020304" pitchFamily="18" charset="0"/>
                <a:cs typeface="Times New Roman" panose="02020603050405020304" pitchFamily="18" charset="0"/>
              </a:rPr>
              <a:t>Thông tin học sinh &amp; Tổ chức lớp</a:t>
            </a:r>
            <a:endParaRPr sz="2800" dirty="0">
              <a:latin typeface="Times New Roman" panose="02020603050405020304" pitchFamily="18" charset="0"/>
              <a:cs typeface="Times New Roman" panose="02020603050405020304" pitchFamily="18" charset="0"/>
            </a:endParaRPr>
          </a:p>
        </p:txBody>
      </p:sp>
      <p:sp>
        <p:nvSpPr>
          <p:cNvPr id="895" name="Google Shape;895;p46"/>
          <p:cNvSpPr txBox="1">
            <a:spLocks noGrp="1"/>
          </p:cNvSpPr>
          <p:nvPr>
            <p:ph type="title" idx="2"/>
          </p:nvPr>
        </p:nvSpPr>
        <p:spPr>
          <a:xfrm>
            <a:off x="962775" y="1496138"/>
            <a:ext cx="699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01</a:t>
            </a:r>
            <a:endParaRPr dirty="0">
              <a:latin typeface="Times New Roman" panose="02020603050405020304" pitchFamily="18" charset="0"/>
              <a:cs typeface="Times New Roman" panose="02020603050405020304" pitchFamily="18" charset="0"/>
            </a:endParaRPr>
          </a:p>
        </p:txBody>
      </p:sp>
      <p:sp>
        <p:nvSpPr>
          <p:cNvPr id="897" name="Google Shape;897;p46"/>
          <p:cNvSpPr txBox="1">
            <a:spLocks noGrp="1"/>
          </p:cNvSpPr>
          <p:nvPr>
            <p:ph type="title" idx="3"/>
          </p:nvPr>
        </p:nvSpPr>
        <p:spPr>
          <a:xfrm>
            <a:off x="2713350" y="537875"/>
            <a:ext cx="3717300" cy="48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b="1" dirty="0" smtClean="0">
                <a:latin typeface="Times New Roman" panose="02020603050405020304" pitchFamily="18" charset="0"/>
                <a:cs typeface="Times New Roman" panose="02020603050405020304" pitchFamily="18" charset="0"/>
              </a:rPr>
              <a:t>NỘI DUNG</a:t>
            </a:r>
            <a:endParaRPr sz="3600" b="1" dirty="0">
              <a:latin typeface="Times New Roman" panose="02020603050405020304" pitchFamily="18" charset="0"/>
              <a:cs typeface="Times New Roman" panose="02020603050405020304" pitchFamily="18" charset="0"/>
            </a:endParaRPr>
          </a:p>
        </p:txBody>
      </p:sp>
      <p:sp>
        <p:nvSpPr>
          <p:cNvPr id="898" name="Google Shape;898;p46"/>
          <p:cNvSpPr txBox="1">
            <a:spLocks noGrp="1"/>
          </p:cNvSpPr>
          <p:nvPr>
            <p:ph type="title" idx="4"/>
          </p:nvPr>
        </p:nvSpPr>
        <p:spPr>
          <a:xfrm>
            <a:off x="5617972" y="1749589"/>
            <a:ext cx="2842143" cy="48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2800" dirty="0" smtClean="0">
                <a:latin typeface="+mj-lt"/>
              </a:rPr>
              <a:t>Giới thiệu thông tin GVBM</a:t>
            </a:r>
            <a:endParaRPr sz="2800" dirty="0">
              <a:latin typeface="+mj-lt"/>
            </a:endParaRPr>
          </a:p>
        </p:txBody>
      </p:sp>
      <p:sp>
        <p:nvSpPr>
          <p:cNvPr id="899" name="Google Shape;899;p46"/>
          <p:cNvSpPr txBox="1">
            <a:spLocks noGrp="1"/>
          </p:cNvSpPr>
          <p:nvPr>
            <p:ph type="title" idx="5"/>
          </p:nvPr>
        </p:nvSpPr>
        <p:spPr>
          <a:xfrm>
            <a:off x="5076878" y="1506911"/>
            <a:ext cx="699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02</a:t>
            </a:r>
            <a:endParaRPr dirty="0">
              <a:latin typeface="Times New Roman" panose="02020603050405020304" pitchFamily="18" charset="0"/>
              <a:cs typeface="Times New Roman" panose="02020603050405020304" pitchFamily="18" charset="0"/>
            </a:endParaRPr>
          </a:p>
        </p:txBody>
      </p:sp>
      <p:sp>
        <p:nvSpPr>
          <p:cNvPr id="901" name="Google Shape;901;p46"/>
          <p:cNvSpPr txBox="1">
            <a:spLocks noGrp="1"/>
          </p:cNvSpPr>
          <p:nvPr>
            <p:ph type="title" idx="7"/>
          </p:nvPr>
        </p:nvSpPr>
        <p:spPr>
          <a:xfrm>
            <a:off x="1692789" y="3641778"/>
            <a:ext cx="2364262" cy="48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2800" dirty="0" smtClean="0">
                <a:latin typeface="+mj-lt"/>
              </a:rPr>
              <a:t>Thông báo thời khóa biểu – thời gian biểu</a:t>
            </a:r>
            <a:endParaRPr sz="2800" dirty="0">
              <a:latin typeface="+mj-lt"/>
            </a:endParaRPr>
          </a:p>
        </p:txBody>
      </p:sp>
      <p:sp>
        <p:nvSpPr>
          <p:cNvPr id="902" name="Google Shape;902;p46"/>
          <p:cNvSpPr txBox="1">
            <a:spLocks noGrp="1"/>
          </p:cNvSpPr>
          <p:nvPr>
            <p:ph type="title" idx="8"/>
          </p:nvPr>
        </p:nvSpPr>
        <p:spPr>
          <a:xfrm>
            <a:off x="962775" y="3329888"/>
            <a:ext cx="699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03</a:t>
            </a:r>
            <a:endParaRPr dirty="0">
              <a:latin typeface="Times New Roman" panose="02020603050405020304" pitchFamily="18" charset="0"/>
              <a:cs typeface="Times New Roman" panose="02020603050405020304" pitchFamily="18" charset="0"/>
            </a:endParaRPr>
          </a:p>
        </p:txBody>
      </p:sp>
      <p:sp>
        <p:nvSpPr>
          <p:cNvPr id="904" name="Google Shape;904;p46"/>
          <p:cNvSpPr txBox="1">
            <a:spLocks noGrp="1"/>
          </p:cNvSpPr>
          <p:nvPr>
            <p:ph type="title" idx="13"/>
          </p:nvPr>
        </p:nvSpPr>
        <p:spPr>
          <a:xfrm>
            <a:off x="5804821" y="3709502"/>
            <a:ext cx="2655294" cy="48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2800" dirty="0" smtClean="0">
                <a:latin typeface="+mj-lt"/>
              </a:rPr>
              <a:t>Xây dựng nội quy lớp học – tập thể lớp</a:t>
            </a:r>
            <a:endParaRPr sz="2800" dirty="0">
              <a:latin typeface="+mj-lt"/>
            </a:endParaRPr>
          </a:p>
        </p:txBody>
      </p:sp>
      <p:sp>
        <p:nvSpPr>
          <p:cNvPr id="905" name="Google Shape;905;p46"/>
          <p:cNvSpPr txBox="1">
            <a:spLocks noGrp="1"/>
          </p:cNvSpPr>
          <p:nvPr>
            <p:ph type="title" idx="14"/>
          </p:nvPr>
        </p:nvSpPr>
        <p:spPr>
          <a:xfrm>
            <a:off x="5155863" y="3329900"/>
            <a:ext cx="699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04</a:t>
            </a:r>
            <a:endParaRPr dirty="0">
              <a:latin typeface="Times New Roman" panose="02020603050405020304" pitchFamily="18" charset="0"/>
              <a:cs typeface="Times New Roman" panose="02020603050405020304" pitchFamily="18" charset="0"/>
            </a:endParaRPr>
          </a:p>
        </p:txBody>
      </p:sp>
      <p:grpSp>
        <p:nvGrpSpPr>
          <p:cNvPr id="907" name="Google Shape;907;p46"/>
          <p:cNvGrpSpPr/>
          <p:nvPr/>
        </p:nvGrpSpPr>
        <p:grpSpPr>
          <a:xfrm>
            <a:off x="1022652" y="639441"/>
            <a:ext cx="288075" cy="313736"/>
            <a:chOff x="1022652" y="639441"/>
            <a:chExt cx="288075" cy="313736"/>
          </a:xfrm>
        </p:grpSpPr>
        <p:sp>
          <p:nvSpPr>
            <p:cNvPr id="908" name="Google Shape;908;p46"/>
            <p:cNvSpPr/>
            <p:nvPr/>
          </p:nvSpPr>
          <p:spPr>
            <a:xfrm>
              <a:off x="1040821" y="639441"/>
              <a:ext cx="269907" cy="307305"/>
            </a:xfrm>
            <a:custGeom>
              <a:avLst/>
              <a:gdLst/>
              <a:ahLst/>
              <a:cxnLst/>
              <a:rect l="l" t="t" r="r" b="b"/>
              <a:pathLst>
                <a:path w="4323" h="4922" fill="none" extrusionOk="0">
                  <a:moveTo>
                    <a:pt x="649" y="2734"/>
                  </a:moveTo>
                  <a:cubicBezTo>
                    <a:pt x="666" y="2734"/>
                    <a:pt x="666" y="2717"/>
                    <a:pt x="666" y="2700"/>
                  </a:cubicBezTo>
                  <a:cubicBezTo>
                    <a:pt x="649" y="2700"/>
                    <a:pt x="598" y="2683"/>
                    <a:pt x="581" y="2683"/>
                  </a:cubicBezTo>
                  <a:cubicBezTo>
                    <a:pt x="581" y="2700"/>
                    <a:pt x="564" y="2752"/>
                    <a:pt x="564" y="2786"/>
                  </a:cubicBezTo>
                  <a:cubicBezTo>
                    <a:pt x="547" y="2752"/>
                    <a:pt x="513" y="2734"/>
                    <a:pt x="496" y="2700"/>
                  </a:cubicBezTo>
                  <a:cubicBezTo>
                    <a:pt x="444" y="2307"/>
                    <a:pt x="256" y="1931"/>
                    <a:pt x="0" y="1624"/>
                  </a:cubicBezTo>
                  <a:lnTo>
                    <a:pt x="205" y="1316"/>
                  </a:lnTo>
                  <a:lnTo>
                    <a:pt x="1572" y="1385"/>
                  </a:lnTo>
                  <a:cubicBezTo>
                    <a:pt x="1692" y="1214"/>
                    <a:pt x="1794" y="1026"/>
                    <a:pt x="1863" y="838"/>
                  </a:cubicBezTo>
                  <a:cubicBezTo>
                    <a:pt x="1914" y="650"/>
                    <a:pt x="1982" y="479"/>
                    <a:pt x="2085" y="308"/>
                  </a:cubicBezTo>
                  <a:cubicBezTo>
                    <a:pt x="2119" y="240"/>
                    <a:pt x="2187" y="172"/>
                    <a:pt x="2255" y="137"/>
                  </a:cubicBezTo>
                  <a:cubicBezTo>
                    <a:pt x="2375" y="86"/>
                    <a:pt x="2495" y="35"/>
                    <a:pt x="2614" y="1"/>
                  </a:cubicBezTo>
                  <a:cubicBezTo>
                    <a:pt x="2666" y="52"/>
                    <a:pt x="2700" y="120"/>
                    <a:pt x="2717" y="189"/>
                  </a:cubicBezTo>
                  <a:cubicBezTo>
                    <a:pt x="2768" y="394"/>
                    <a:pt x="2768" y="599"/>
                    <a:pt x="2717" y="804"/>
                  </a:cubicBezTo>
                  <a:cubicBezTo>
                    <a:pt x="2648" y="1060"/>
                    <a:pt x="2597" y="1299"/>
                    <a:pt x="2563" y="1556"/>
                  </a:cubicBezTo>
                  <a:cubicBezTo>
                    <a:pt x="2529" y="1778"/>
                    <a:pt x="2597" y="1846"/>
                    <a:pt x="2785" y="1914"/>
                  </a:cubicBezTo>
                  <a:cubicBezTo>
                    <a:pt x="3246" y="2068"/>
                    <a:pt x="3691" y="2222"/>
                    <a:pt x="4152" y="2393"/>
                  </a:cubicBezTo>
                  <a:cubicBezTo>
                    <a:pt x="4203" y="2410"/>
                    <a:pt x="4255" y="2478"/>
                    <a:pt x="4289" y="2512"/>
                  </a:cubicBezTo>
                  <a:cubicBezTo>
                    <a:pt x="4323" y="2683"/>
                    <a:pt x="4220" y="2871"/>
                    <a:pt x="4050" y="2940"/>
                  </a:cubicBezTo>
                  <a:cubicBezTo>
                    <a:pt x="3879" y="3025"/>
                    <a:pt x="3708" y="3093"/>
                    <a:pt x="3520" y="3110"/>
                  </a:cubicBezTo>
                  <a:cubicBezTo>
                    <a:pt x="3332" y="3110"/>
                    <a:pt x="3161" y="3145"/>
                    <a:pt x="3007" y="3179"/>
                  </a:cubicBezTo>
                  <a:cubicBezTo>
                    <a:pt x="2734" y="3230"/>
                    <a:pt x="2631" y="3350"/>
                    <a:pt x="2631" y="3606"/>
                  </a:cubicBezTo>
                  <a:cubicBezTo>
                    <a:pt x="2631" y="3965"/>
                    <a:pt x="2666" y="4324"/>
                    <a:pt x="2683" y="4699"/>
                  </a:cubicBezTo>
                  <a:cubicBezTo>
                    <a:pt x="2666" y="4716"/>
                    <a:pt x="2666" y="4751"/>
                    <a:pt x="2648" y="4768"/>
                  </a:cubicBezTo>
                  <a:lnTo>
                    <a:pt x="2392" y="4922"/>
                  </a:lnTo>
                  <a:cubicBezTo>
                    <a:pt x="1982" y="4904"/>
                    <a:pt x="1828" y="4648"/>
                    <a:pt x="1692" y="4358"/>
                  </a:cubicBezTo>
                  <a:cubicBezTo>
                    <a:pt x="1640" y="4238"/>
                    <a:pt x="1572" y="4136"/>
                    <a:pt x="1521" y="4033"/>
                  </a:cubicBezTo>
                  <a:cubicBezTo>
                    <a:pt x="1384" y="3760"/>
                    <a:pt x="1077" y="3606"/>
                    <a:pt x="786" y="3691"/>
                  </a:cubicBezTo>
                  <a:cubicBezTo>
                    <a:pt x="530" y="3760"/>
                    <a:pt x="256" y="3657"/>
                    <a:pt x="120" y="3418"/>
                  </a:cubicBezTo>
                  <a:lnTo>
                    <a:pt x="547" y="2769"/>
                  </a:lnTo>
                  <a:cubicBezTo>
                    <a:pt x="581" y="2752"/>
                    <a:pt x="615" y="2752"/>
                    <a:pt x="649" y="2734"/>
                  </a:cubicBezTo>
                  <a:close/>
                  <a:moveTo>
                    <a:pt x="2273" y="394"/>
                  </a:moveTo>
                  <a:lnTo>
                    <a:pt x="2273" y="360"/>
                  </a:lnTo>
                  <a:lnTo>
                    <a:pt x="2255" y="360"/>
                  </a:lnTo>
                  <a:close/>
                </a:path>
              </a:pathLst>
            </a:custGeom>
            <a:no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6"/>
            <p:cNvSpPr/>
            <p:nvPr/>
          </p:nvSpPr>
          <p:spPr>
            <a:xfrm>
              <a:off x="1022652" y="645871"/>
              <a:ext cx="268908" cy="307305"/>
            </a:xfrm>
            <a:custGeom>
              <a:avLst/>
              <a:gdLst/>
              <a:ahLst/>
              <a:cxnLst/>
              <a:rect l="l" t="t" r="r" b="b"/>
              <a:pathLst>
                <a:path w="4307" h="4922" extrusionOk="0">
                  <a:moveTo>
                    <a:pt x="650" y="2734"/>
                  </a:moveTo>
                  <a:cubicBezTo>
                    <a:pt x="667" y="2734"/>
                    <a:pt x="667" y="2717"/>
                    <a:pt x="684" y="2700"/>
                  </a:cubicBezTo>
                  <a:cubicBezTo>
                    <a:pt x="650" y="2700"/>
                    <a:pt x="599" y="2666"/>
                    <a:pt x="582" y="2683"/>
                  </a:cubicBezTo>
                  <a:cubicBezTo>
                    <a:pt x="582" y="2700"/>
                    <a:pt x="564" y="2751"/>
                    <a:pt x="564" y="2768"/>
                  </a:cubicBezTo>
                  <a:cubicBezTo>
                    <a:pt x="547" y="2751"/>
                    <a:pt x="513" y="2717"/>
                    <a:pt x="496" y="2700"/>
                  </a:cubicBezTo>
                  <a:cubicBezTo>
                    <a:pt x="445" y="2290"/>
                    <a:pt x="274" y="1931"/>
                    <a:pt x="1" y="1623"/>
                  </a:cubicBezTo>
                  <a:cubicBezTo>
                    <a:pt x="69" y="1521"/>
                    <a:pt x="137" y="1418"/>
                    <a:pt x="206" y="1316"/>
                  </a:cubicBezTo>
                  <a:lnTo>
                    <a:pt x="1573" y="1384"/>
                  </a:lnTo>
                  <a:cubicBezTo>
                    <a:pt x="1692" y="1213"/>
                    <a:pt x="1795" y="1025"/>
                    <a:pt x="1863" y="837"/>
                  </a:cubicBezTo>
                  <a:cubicBezTo>
                    <a:pt x="1914" y="649"/>
                    <a:pt x="1983" y="479"/>
                    <a:pt x="2068" y="308"/>
                  </a:cubicBezTo>
                  <a:cubicBezTo>
                    <a:pt x="2119" y="239"/>
                    <a:pt x="2171" y="171"/>
                    <a:pt x="2256" y="137"/>
                  </a:cubicBezTo>
                  <a:cubicBezTo>
                    <a:pt x="2376" y="86"/>
                    <a:pt x="2495" y="34"/>
                    <a:pt x="2615" y="0"/>
                  </a:cubicBezTo>
                  <a:cubicBezTo>
                    <a:pt x="2649" y="51"/>
                    <a:pt x="2683" y="120"/>
                    <a:pt x="2717" y="188"/>
                  </a:cubicBezTo>
                  <a:cubicBezTo>
                    <a:pt x="2769" y="393"/>
                    <a:pt x="2769" y="598"/>
                    <a:pt x="2717" y="803"/>
                  </a:cubicBezTo>
                  <a:cubicBezTo>
                    <a:pt x="2649" y="1042"/>
                    <a:pt x="2598" y="1299"/>
                    <a:pt x="2546" y="1555"/>
                  </a:cubicBezTo>
                  <a:cubicBezTo>
                    <a:pt x="2529" y="1777"/>
                    <a:pt x="2581" y="1846"/>
                    <a:pt x="2786" y="1914"/>
                  </a:cubicBezTo>
                  <a:cubicBezTo>
                    <a:pt x="3230" y="2068"/>
                    <a:pt x="3691" y="2221"/>
                    <a:pt x="4136" y="2392"/>
                  </a:cubicBezTo>
                  <a:cubicBezTo>
                    <a:pt x="4204" y="2409"/>
                    <a:pt x="4238" y="2478"/>
                    <a:pt x="4289" y="2512"/>
                  </a:cubicBezTo>
                  <a:cubicBezTo>
                    <a:pt x="4306" y="2683"/>
                    <a:pt x="4204" y="2854"/>
                    <a:pt x="4050" y="2939"/>
                  </a:cubicBezTo>
                  <a:cubicBezTo>
                    <a:pt x="3879" y="3024"/>
                    <a:pt x="3691" y="3093"/>
                    <a:pt x="3503" y="3110"/>
                  </a:cubicBezTo>
                  <a:cubicBezTo>
                    <a:pt x="3332" y="3110"/>
                    <a:pt x="3162" y="3144"/>
                    <a:pt x="2991" y="3178"/>
                  </a:cubicBezTo>
                  <a:cubicBezTo>
                    <a:pt x="2734" y="3230"/>
                    <a:pt x="2632" y="3349"/>
                    <a:pt x="2632" y="3605"/>
                  </a:cubicBezTo>
                  <a:cubicBezTo>
                    <a:pt x="2632" y="3964"/>
                    <a:pt x="2649" y="4323"/>
                    <a:pt x="2666" y="4682"/>
                  </a:cubicBezTo>
                  <a:cubicBezTo>
                    <a:pt x="2666" y="4716"/>
                    <a:pt x="2666" y="4750"/>
                    <a:pt x="2649" y="4767"/>
                  </a:cubicBezTo>
                  <a:lnTo>
                    <a:pt x="2393" y="4921"/>
                  </a:lnTo>
                  <a:cubicBezTo>
                    <a:pt x="1983" y="4904"/>
                    <a:pt x="1829" y="4648"/>
                    <a:pt x="1692" y="4340"/>
                  </a:cubicBezTo>
                  <a:cubicBezTo>
                    <a:pt x="1641" y="4238"/>
                    <a:pt x="1573" y="4135"/>
                    <a:pt x="1504" y="4033"/>
                  </a:cubicBezTo>
                  <a:cubicBezTo>
                    <a:pt x="1385" y="3759"/>
                    <a:pt x="1077" y="3605"/>
                    <a:pt x="787" y="3691"/>
                  </a:cubicBezTo>
                  <a:cubicBezTo>
                    <a:pt x="530" y="3759"/>
                    <a:pt x="257" y="3657"/>
                    <a:pt x="120" y="3417"/>
                  </a:cubicBezTo>
                  <a:lnTo>
                    <a:pt x="547" y="2768"/>
                  </a:lnTo>
                  <a:cubicBezTo>
                    <a:pt x="582" y="2751"/>
                    <a:pt x="616" y="2751"/>
                    <a:pt x="650" y="2734"/>
                  </a:cubicBezTo>
                  <a:close/>
                  <a:moveTo>
                    <a:pt x="2273" y="393"/>
                  </a:moveTo>
                  <a:lnTo>
                    <a:pt x="2273" y="359"/>
                  </a:lnTo>
                  <a:lnTo>
                    <a:pt x="2256" y="35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0" name="Google Shape;910;p46"/>
          <p:cNvSpPr/>
          <p:nvPr/>
        </p:nvSpPr>
        <p:spPr>
          <a:xfrm rot="-2385371">
            <a:off x="434844" y="824878"/>
            <a:ext cx="1102287" cy="846092"/>
          </a:xfrm>
          <a:custGeom>
            <a:avLst/>
            <a:gdLst/>
            <a:ahLst/>
            <a:cxnLst/>
            <a:rect l="l" t="t" r="r" b="b"/>
            <a:pathLst>
              <a:path w="13312" h="10218" extrusionOk="0">
                <a:moveTo>
                  <a:pt x="2683" y="0"/>
                </a:moveTo>
                <a:lnTo>
                  <a:pt x="2683" y="0"/>
                </a:lnTo>
                <a:cubicBezTo>
                  <a:pt x="2700" y="35"/>
                  <a:pt x="2700" y="86"/>
                  <a:pt x="2683" y="137"/>
                </a:cubicBezTo>
                <a:cubicBezTo>
                  <a:pt x="2683" y="154"/>
                  <a:pt x="2683" y="171"/>
                  <a:pt x="2718" y="188"/>
                </a:cubicBezTo>
                <a:lnTo>
                  <a:pt x="2752" y="205"/>
                </a:lnTo>
                <a:cubicBezTo>
                  <a:pt x="2769" y="274"/>
                  <a:pt x="2786" y="325"/>
                  <a:pt x="2769" y="393"/>
                </a:cubicBezTo>
                <a:cubicBezTo>
                  <a:pt x="2735" y="445"/>
                  <a:pt x="2769" y="530"/>
                  <a:pt x="2820" y="616"/>
                </a:cubicBezTo>
                <a:cubicBezTo>
                  <a:pt x="2820" y="616"/>
                  <a:pt x="2820" y="616"/>
                  <a:pt x="2837" y="633"/>
                </a:cubicBezTo>
                <a:lnTo>
                  <a:pt x="2530" y="735"/>
                </a:lnTo>
                <a:lnTo>
                  <a:pt x="2359" y="633"/>
                </a:lnTo>
                <a:lnTo>
                  <a:pt x="2308" y="616"/>
                </a:lnTo>
                <a:cubicBezTo>
                  <a:pt x="2308" y="616"/>
                  <a:pt x="2273" y="616"/>
                  <a:pt x="2290" y="633"/>
                </a:cubicBezTo>
                <a:cubicBezTo>
                  <a:pt x="2308" y="667"/>
                  <a:pt x="2325" y="718"/>
                  <a:pt x="2359" y="752"/>
                </a:cubicBezTo>
                <a:cubicBezTo>
                  <a:pt x="2393" y="803"/>
                  <a:pt x="2376" y="803"/>
                  <a:pt x="2308" y="803"/>
                </a:cubicBezTo>
                <a:lnTo>
                  <a:pt x="2290" y="803"/>
                </a:lnTo>
                <a:cubicBezTo>
                  <a:pt x="2393" y="889"/>
                  <a:pt x="2256" y="889"/>
                  <a:pt x="2308" y="974"/>
                </a:cubicBezTo>
                <a:cubicBezTo>
                  <a:pt x="2325" y="991"/>
                  <a:pt x="2342" y="1043"/>
                  <a:pt x="2325" y="1060"/>
                </a:cubicBezTo>
                <a:cubicBezTo>
                  <a:pt x="2308" y="1077"/>
                  <a:pt x="2342" y="1145"/>
                  <a:pt x="2359" y="1196"/>
                </a:cubicBezTo>
                <a:cubicBezTo>
                  <a:pt x="2359" y="1248"/>
                  <a:pt x="2376" y="1248"/>
                  <a:pt x="2376" y="1282"/>
                </a:cubicBezTo>
                <a:lnTo>
                  <a:pt x="2342" y="1282"/>
                </a:lnTo>
                <a:cubicBezTo>
                  <a:pt x="2290" y="1282"/>
                  <a:pt x="2239" y="1282"/>
                  <a:pt x="2205" y="1248"/>
                </a:cubicBezTo>
                <a:cubicBezTo>
                  <a:pt x="2171" y="1231"/>
                  <a:pt x="2120" y="1196"/>
                  <a:pt x="2120" y="1179"/>
                </a:cubicBezTo>
                <a:cubicBezTo>
                  <a:pt x="2137" y="1162"/>
                  <a:pt x="2137" y="1094"/>
                  <a:pt x="2051" y="1043"/>
                </a:cubicBezTo>
                <a:cubicBezTo>
                  <a:pt x="2051" y="1008"/>
                  <a:pt x="2051" y="974"/>
                  <a:pt x="2051" y="940"/>
                </a:cubicBezTo>
                <a:cubicBezTo>
                  <a:pt x="2034" y="923"/>
                  <a:pt x="2017" y="923"/>
                  <a:pt x="2000" y="906"/>
                </a:cubicBezTo>
                <a:cubicBezTo>
                  <a:pt x="1932" y="889"/>
                  <a:pt x="1966" y="889"/>
                  <a:pt x="1949" y="889"/>
                </a:cubicBezTo>
                <a:cubicBezTo>
                  <a:pt x="1915" y="923"/>
                  <a:pt x="1880" y="940"/>
                  <a:pt x="1846" y="957"/>
                </a:cubicBezTo>
                <a:cubicBezTo>
                  <a:pt x="1829" y="974"/>
                  <a:pt x="1829" y="1008"/>
                  <a:pt x="1863" y="1043"/>
                </a:cubicBezTo>
                <a:cubicBezTo>
                  <a:pt x="1897" y="1077"/>
                  <a:pt x="1915" y="1094"/>
                  <a:pt x="1897" y="1111"/>
                </a:cubicBezTo>
                <a:cubicBezTo>
                  <a:pt x="1880" y="1128"/>
                  <a:pt x="1829" y="1162"/>
                  <a:pt x="1932" y="1248"/>
                </a:cubicBezTo>
                <a:cubicBezTo>
                  <a:pt x="1932" y="1282"/>
                  <a:pt x="1880" y="1299"/>
                  <a:pt x="1932" y="1350"/>
                </a:cubicBezTo>
                <a:cubicBezTo>
                  <a:pt x="1946" y="1372"/>
                  <a:pt x="1942" y="1378"/>
                  <a:pt x="1930" y="1378"/>
                </a:cubicBezTo>
                <a:cubicBezTo>
                  <a:pt x="1913" y="1378"/>
                  <a:pt x="1883" y="1367"/>
                  <a:pt x="1863" y="1367"/>
                </a:cubicBezTo>
                <a:cubicBezTo>
                  <a:pt x="1829" y="1367"/>
                  <a:pt x="1795" y="1333"/>
                  <a:pt x="1761" y="1316"/>
                </a:cubicBezTo>
                <a:cubicBezTo>
                  <a:pt x="1722" y="1264"/>
                  <a:pt x="1662" y="1242"/>
                  <a:pt x="1606" y="1242"/>
                </a:cubicBezTo>
                <a:cubicBezTo>
                  <a:pt x="1589" y="1242"/>
                  <a:pt x="1572" y="1244"/>
                  <a:pt x="1556" y="1248"/>
                </a:cubicBezTo>
                <a:cubicBezTo>
                  <a:pt x="1539" y="1248"/>
                  <a:pt x="1522" y="1265"/>
                  <a:pt x="1487" y="1265"/>
                </a:cubicBezTo>
                <a:cubicBezTo>
                  <a:pt x="1419" y="1265"/>
                  <a:pt x="1419" y="1299"/>
                  <a:pt x="1436" y="1350"/>
                </a:cubicBezTo>
                <a:cubicBezTo>
                  <a:pt x="1436" y="1384"/>
                  <a:pt x="1470" y="1436"/>
                  <a:pt x="1487" y="1487"/>
                </a:cubicBezTo>
                <a:cubicBezTo>
                  <a:pt x="1504" y="1538"/>
                  <a:pt x="1522" y="1538"/>
                  <a:pt x="1504" y="1538"/>
                </a:cubicBezTo>
                <a:cubicBezTo>
                  <a:pt x="1385" y="1538"/>
                  <a:pt x="1470" y="1624"/>
                  <a:pt x="1453" y="1658"/>
                </a:cubicBezTo>
                <a:cubicBezTo>
                  <a:pt x="1436" y="1692"/>
                  <a:pt x="1487" y="1743"/>
                  <a:pt x="1675" y="1812"/>
                </a:cubicBezTo>
                <a:cubicBezTo>
                  <a:pt x="1692" y="1846"/>
                  <a:pt x="1709" y="1880"/>
                  <a:pt x="1727" y="1914"/>
                </a:cubicBezTo>
                <a:cubicBezTo>
                  <a:pt x="1755" y="1942"/>
                  <a:pt x="1752" y="1955"/>
                  <a:pt x="1729" y="1955"/>
                </a:cubicBezTo>
                <a:cubicBezTo>
                  <a:pt x="1711" y="1955"/>
                  <a:pt x="1680" y="1947"/>
                  <a:pt x="1641" y="1931"/>
                </a:cubicBezTo>
                <a:lnTo>
                  <a:pt x="1504" y="1880"/>
                </a:lnTo>
                <a:lnTo>
                  <a:pt x="1504" y="1880"/>
                </a:lnTo>
                <a:cubicBezTo>
                  <a:pt x="1539" y="1931"/>
                  <a:pt x="1402" y="1897"/>
                  <a:pt x="1470" y="1965"/>
                </a:cubicBezTo>
                <a:cubicBezTo>
                  <a:pt x="1487" y="1965"/>
                  <a:pt x="1504" y="1982"/>
                  <a:pt x="1522" y="1999"/>
                </a:cubicBezTo>
                <a:cubicBezTo>
                  <a:pt x="1556" y="2017"/>
                  <a:pt x="1453" y="2034"/>
                  <a:pt x="1402" y="2051"/>
                </a:cubicBezTo>
                <a:cubicBezTo>
                  <a:pt x="1368" y="2034"/>
                  <a:pt x="1334" y="2034"/>
                  <a:pt x="1299" y="2034"/>
                </a:cubicBezTo>
                <a:cubicBezTo>
                  <a:pt x="1288" y="2031"/>
                  <a:pt x="1276" y="2029"/>
                  <a:pt x="1264" y="2029"/>
                </a:cubicBezTo>
                <a:cubicBezTo>
                  <a:pt x="1208" y="2029"/>
                  <a:pt x="1154" y="2062"/>
                  <a:pt x="1111" y="2119"/>
                </a:cubicBezTo>
                <a:cubicBezTo>
                  <a:pt x="1077" y="2136"/>
                  <a:pt x="1060" y="2170"/>
                  <a:pt x="1043" y="2205"/>
                </a:cubicBezTo>
                <a:lnTo>
                  <a:pt x="975" y="2205"/>
                </a:lnTo>
                <a:cubicBezTo>
                  <a:pt x="872" y="2136"/>
                  <a:pt x="736" y="2102"/>
                  <a:pt x="599" y="2102"/>
                </a:cubicBezTo>
                <a:cubicBezTo>
                  <a:pt x="599" y="2085"/>
                  <a:pt x="479" y="2017"/>
                  <a:pt x="445" y="1982"/>
                </a:cubicBezTo>
                <a:cubicBezTo>
                  <a:pt x="428" y="1965"/>
                  <a:pt x="411" y="1948"/>
                  <a:pt x="394" y="1931"/>
                </a:cubicBezTo>
                <a:cubicBezTo>
                  <a:pt x="394" y="1897"/>
                  <a:pt x="377" y="1863"/>
                  <a:pt x="360" y="1846"/>
                </a:cubicBezTo>
                <a:cubicBezTo>
                  <a:pt x="325" y="1829"/>
                  <a:pt x="308" y="1812"/>
                  <a:pt x="274" y="1812"/>
                </a:cubicBezTo>
                <a:lnTo>
                  <a:pt x="240" y="1794"/>
                </a:lnTo>
                <a:lnTo>
                  <a:pt x="240" y="1931"/>
                </a:lnTo>
                <a:cubicBezTo>
                  <a:pt x="325" y="1999"/>
                  <a:pt x="377" y="2051"/>
                  <a:pt x="394" y="2085"/>
                </a:cubicBezTo>
                <a:cubicBezTo>
                  <a:pt x="411" y="2153"/>
                  <a:pt x="411" y="2205"/>
                  <a:pt x="411" y="2273"/>
                </a:cubicBezTo>
                <a:cubicBezTo>
                  <a:pt x="411" y="2307"/>
                  <a:pt x="445" y="2341"/>
                  <a:pt x="479" y="2375"/>
                </a:cubicBezTo>
                <a:cubicBezTo>
                  <a:pt x="496" y="2392"/>
                  <a:pt x="513" y="2392"/>
                  <a:pt x="513" y="2410"/>
                </a:cubicBezTo>
                <a:cubicBezTo>
                  <a:pt x="531" y="2427"/>
                  <a:pt x="548" y="2461"/>
                  <a:pt x="565" y="2495"/>
                </a:cubicBezTo>
                <a:lnTo>
                  <a:pt x="411" y="2495"/>
                </a:lnTo>
                <a:cubicBezTo>
                  <a:pt x="343" y="2495"/>
                  <a:pt x="343" y="2495"/>
                  <a:pt x="257" y="2461"/>
                </a:cubicBezTo>
                <a:cubicBezTo>
                  <a:pt x="223" y="2444"/>
                  <a:pt x="189" y="2410"/>
                  <a:pt x="138" y="2392"/>
                </a:cubicBezTo>
                <a:cubicBezTo>
                  <a:pt x="120" y="2392"/>
                  <a:pt x="86" y="2375"/>
                  <a:pt x="69" y="2375"/>
                </a:cubicBezTo>
                <a:cubicBezTo>
                  <a:pt x="1" y="2375"/>
                  <a:pt x="1" y="2427"/>
                  <a:pt x="35" y="2478"/>
                </a:cubicBezTo>
                <a:cubicBezTo>
                  <a:pt x="52" y="2512"/>
                  <a:pt x="223" y="2598"/>
                  <a:pt x="274" y="2649"/>
                </a:cubicBezTo>
                <a:cubicBezTo>
                  <a:pt x="308" y="2666"/>
                  <a:pt x="343" y="2683"/>
                  <a:pt x="394" y="2700"/>
                </a:cubicBezTo>
                <a:lnTo>
                  <a:pt x="445" y="2700"/>
                </a:lnTo>
                <a:cubicBezTo>
                  <a:pt x="462" y="2683"/>
                  <a:pt x="445" y="2649"/>
                  <a:pt x="394" y="2632"/>
                </a:cubicBezTo>
                <a:cubicBezTo>
                  <a:pt x="343" y="2615"/>
                  <a:pt x="308" y="2598"/>
                  <a:pt x="274" y="2580"/>
                </a:cubicBezTo>
                <a:cubicBezTo>
                  <a:pt x="240" y="2563"/>
                  <a:pt x="223" y="2546"/>
                  <a:pt x="223" y="2529"/>
                </a:cubicBezTo>
                <a:lnTo>
                  <a:pt x="240" y="2529"/>
                </a:lnTo>
                <a:lnTo>
                  <a:pt x="565" y="2598"/>
                </a:lnTo>
                <a:lnTo>
                  <a:pt x="701" y="2649"/>
                </a:lnTo>
                <a:cubicBezTo>
                  <a:pt x="736" y="2700"/>
                  <a:pt x="770" y="2734"/>
                  <a:pt x="821" y="2768"/>
                </a:cubicBezTo>
                <a:cubicBezTo>
                  <a:pt x="753" y="2785"/>
                  <a:pt x="684" y="2803"/>
                  <a:pt x="736" y="2871"/>
                </a:cubicBezTo>
                <a:cubicBezTo>
                  <a:pt x="753" y="2905"/>
                  <a:pt x="736" y="2922"/>
                  <a:pt x="684" y="2922"/>
                </a:cubicBezTo>
                <a:cubicBezTo>
                  <a:pt x="633" y="2922"/>
                  <a:pt x="633" y="2956"/>
                  <a:pt x="616" y="2990"/>
                </a:cubicBezTo>
                <a:cubicBezTo>
                  <a:pt x="599" y="3008"/>
                  <a:pt x="633" y="3042"/>
                  <a:pt x="684" y="3076"/>
                </a:cubicBezTo>
                <a:lnTo>
                  <a:pt x="616" y="3110"/>
                </a:lnTo>
                <a:lnTo>
                  <a:pt x="11295" y="10184"/>
                </a:lnTo>
                <a:cubicBezTo>
                  <a:pt x="11363" y="10201"/>
                  <a:pt x="11432" y="10218"/>
                  <a:pt x="11500" y="10218"/>
                </a:cubicBezTo>
                <a:cubicBezTo>
                  <a:pt x="11414" y="10184"/>
                  <a:pt x="11380" y="10047"/>
                  <a:pt x="11380" y="9910"/>
                </a:cubicBezTo>
                <a:cubicBezTo>
                  <a:pt x="11278" y="9876"/>
                  <a:pt x="11192" y="9825"/>
                  <a:pt x="11124" y="9757"/>
                </a:cubicBezTo>
                <a:cubicBezTo>
                  <a:pt x="11073" y="9705"/>
                  <a:pt x="11056" y="9671"/>
                  <a:pt x="11124" y="9671"/>
                </a:cubicBezTo>
                <a:cubicBezTo>
                  <a:pt x="11175" y="9671"/>
                  <a:pt x="11227" y="9671"/>
                  <a:pt x="11278" y="9654"/>
                </a:cubicBezTo>
                <a:cubicBezTo>
                  <a:pt x="11283" y="9648"/>
                  <a:pt x="11293" y="9647"/>
                  <a:pt x="11305" y="9647"/>
                </a:cubicBezTo>
                <a:cubicBezTo>
                  <a:pt x="11329" y="9647"/>
                  <a:pt x="11363" y="9654"/>
                  <a:pt x="11397" y="9654"/>
                </a:cubicBezTo>
                <a:lnTo>
                  <a:pt x="11414" y="9654"/>
                </a:lnTo>
                <a:cubicBezTo>
                  <a:pt x="11449" y="9620"/>
                  <a:pt x="11466" y="9603"/>
                  <a:pt x="11500" y="9586"/>
                </a:cubicBezTo>
                <a:lnTo>
                  <a:pt x="11483" y="9552"/>
                </a:lnTo>
                <a:cubicBezTo>
                  <a:pt x="11449" y="9517"/>
                  <a:pt x="11380" y="9449"/>
                  <a:pt x="11380" y="9432"/>
                </a:cubicBezTo>
                <a:cubicBezTo>
                  <a:pt x="11380" y="9398"/>
                  <a:pt x="11295" y="9295"/>
                  <a:pt x="11312" y="9261"/>
                </a:cubicBezTo>
                <a:cubicBezTo>
                  <a:pt x="11312" y="9255"/>
                  <a:pt x="11314" y="9254"/>
                  <a:pt x="11318" y="9254"/>
                </a:cubicBezTo>
                <a:cubicBezTo>
                  <a:pt x="11325" y="9254"/>
                  <a:pt x="11340" y="9261"/>
                  <a:pt x="11363" y="9261"/>
                </a:cubicBezTo>
                <a:lnTo>
                  <a:pt x="11466" y="9278"/>
                </a:lnTo>
                <a:cubicBezTo>
                  <a:pt x="11500" y="9295"/>
                  <a:pt x="11551" y="9312"/>
                  <a:pt x="11585" y="9329"/>
                </a:cubicBezTo>
                <a:cubicBezTo>
                  <a:pt x="11665" y="9263"/>
                  <a:pt x="11765" y="9238"/>
                  <a:pt x="11869" y="9238"/>
                </a:cubicBezTo>
                <a:cubicBezTo>
                  <a:pt x="11900" y="9238"/>
                  <a:pt x="11930" y="9240"/>
                  <a:pt x="11961" y="9244"/>
                </a:cubicBezTo>
                <a:cubicBezTo>
                  <a:pt x="12012" y="9176"/>
                  <a:pt x="12064" y="9107"/>
                  <a:pt x="12098" y="9039"/>
                </a:cubicBezTo>
                <a:cubicBezTo>
                  <a:pt x="12064" y="9022"/>
                  <a:pt x="12030" y="8988"/>
                  <a:pt x="11978" y="8954"/>
                </a:cubicBezTo>
                <a:lnTo>
                  <a:pt x="11859" y="8868"/>
                </a:lnTo>
                <a:cubicBezTo>
                  <a:pt x="11859" y="8851"/>
                  <a:pt x="11825" y="8834"/>
                  <a:pt x="11790" y="8817"/>
                </a:cubicBezTo>
                <a:cubicBezTo>
                  <a:pt x="11688" y="8749"/>
                  <a:pt x="11671" y="8680"/>
                  <a:pt x="11739" y="8680"/>
                </a:cubicBezTo>
                <a:cubicBezTo>
                  <a:pt x="11807" y="8663"/>
                  <a:pt x="11876" y="8629"/>
                  <a:pt x="11944" y="8595"/>
                </a:cubicBezTo>
                <a:cubicBezTo>
                  <a:pt x="11978" y="8595"/>
                  <a:pt x="11995" y="8561"/>
                  <a:pt x="11978" y="8544"/>
                </a:cubicBezTo>
                <a:cubicBezTo>
                  <a:pt x="11965" y="8491"/>
                  <a:pt x="11992" y="8469"/>
                  <a:pt x="12051" y="8469"/>
                </a:cubicBezTo>
                <a:cubicBezTo>
                  <a:pt x="12069" y="8469"/>
                  <a:pt x="12091" y="8471"/>
                  <a:pt x="12115" y="8475"/>
                </a:cubicBezTo>
                <a:cubicBezTo>
                  <a:pt x="12136" y="8478"/>
                  <a:pt x="12155" y="8480"/>
                  <a:pt x="12171" y="8480"/>
                </a:cubicBezTo>
                <a:cubicBezTo>
                  <a:pt x="12246" y="8480"/>
                  <a:pt x="12269" y="8449"/>
                  <a:pt x="12269" y="8407"/>
                </a:cubicBezTo>
                <a:cubicBezTo>
                  <a:pt x="12269" y="8390"/>
                  <a:pt x="12269" y="8373"/>
                  <a:pt x="12269" y="8356"/>
                </a:cubicBezTo>
                <a:cubicBezTo>
                  <a:pt x="12252" y="8287"/>
                  <a:pt x="12269" y="8253"/>
                  <a:pt x="12337" y="8236"/>
                </a:cubicBezTo>
                <a:cubicBezTo>
                  <a:pt x="12371" y="8236"/>
                  <a:pt x="12371" y="8219"/>
                  <a:pt x="12388" y="8202"/>
                </a:cubicBezTo>
                <a:lnTo>
                  <a:pt x="12491" y="8219"/>
                </a:lnTo>
                <a:lnTo>
                  <a:pt x="12491" y="8253"/>
                </a:lnTo>
                <a:cubicBezTo>
                  <a:pt x="12491" y="8270"/>
                  <a:pt x="12508" y="8287"/>
                  <a:pt x="12542" y="8287"/>
                </a:cubicBezTo>
                <a:cubicBezTo>
                  <a:pt x="12559" y="8304"/>
                  <a:pt x="12576" y="8321"/>
                  <a:pt x="12610" y="8321"/>
                </a:cubicBezTo>
                <a:cubicBezTo>
                  <a:pt x="12628" y="8321"/>
                  <a:pt x="12645" y="8304"/>
                  <a:pt x="12662" y="8304"/>
                </a:cubicBezTo>
                <a:lnTo>
                  <a:pt x="12593" y="8236"/>
                </a:lnTo>
                <a:cubicBezTo>
                  <a:pt x="12645" y="8219"/>
                  <a:pt x="12559" y="8151"/>
                  <a:pt x="12542" y="8099"/>
                </a:cubicBezTo>
                <a:cubicBezTo>
                  <a:pt x="12508" y="8048"/>
                  <a:pt x="12508" y="8031"/>
                  <a:pt x="12388" y="7980"/>
                </a:cubicBezTo>
                <a:lnTo>
                  <a:pt x="12303" y="7945"/>
                </a:lnTo>
                <a:cubicBezTo>
                  <a:pt x="12269" y="7911"/>
                  <a:pt x="12303" y="7911"/>
                  <a:pt x="12303" y="7894"/>
                </a:cubicBezTo>
                <a:cubicBezTo>
                  <a:pt x="12440" y="7963"/>
                  <a:pt x="12576" y="7980"/>
                  <a:pt x="12713" y="7980"/>
                </a:cubicBezTo>
                <a:lnTo>
                  <a:pt x="12781" y="8014"/>
                </a:lnTo>
                <a:cubicBezTo>
                  <a:pt x="12764" y="7928"/>
                  <a:pt x="12816" y="7843"/>
                  <a:pt x="12884" y="7809"/>
                </a:cubicBezTo>
                <a:cubicBezTo>
                  <a:pt x="12850" y="7672"/>
                  <a:pt x="12867" y="7553"/>
                  <a:pt x="12986" y="7501"/>
                </a:cubicBezTo>
                <a:cubicBezTo>
                  <a:pt x="13003" y="7501"/>
                  <a:pt x="13038" y="7501"/>
                  <a:pt x="13055" y="7484"/>
                </a:cubicBezTo>
                <a:cubicBezTo>
                  <a:pt x="13089" y="7467"/>
                  <a:pt x="13140" y="7450"/>
                  <a:pt x="13174" y="7433"/>
                </a:cubicBezTo>
                <a:cubicBezTo>
                  <a:pt x="13140" y="7399"/>
                  <a:pt x="13106" y="7365"/>
                  <a:pt x="13072" y="7347"/>
                </a:cubicBezTo>
                <a:cubicBezTo>
                  <a:pt x="13055" y="7330"/>
                  <a:pt x="13038" y="7330"/>
                  <a:pt x="13021" y="7313"/>
                </a:cubicBezTo>
                <a:cubicBezTo>
                  <a:pt x="13038" y="7245"/>
                  <a:pt x="13038" y="7177"/>
                  <a:pt x="13021" y="7108"/>
                </a:cubicBezTo>
                <a:lnTo>
                  <a:pt x="12986" y="7040"/>
                </a:lnTo>
                <a:cubicBezTo>
                  <a:pt x="13012" y="7031"/>
                  <a:pt x="13042" y="7027"/>
                  <a:pt x="13074" y="7027"/>
                </a:cubicBezTo>
                <a:cubicBezTo>
                  <a:pt x="13106" y="7027"/>
                  <a:pt x="13140" y="7031"/>
                  <a:pt x="13174" y="7040"/>
                </a:cubicBezTo>
                <a:cubicBezTo>
                  <a:pt x="13183" y="7048"/>
                  <a:pt x="13191" y="7053"/>
                  <a:pt x="13200" y="7053"/>
                </a:cubicBezTo>
                <a:cubicBezTo>
                  <a:pt x="13209" y="7053"/>
                  <a:pt x="13217" y="7048"/>
                  <a:pt x="13226" y="7040"/>
                </a:cubicBezTo>
                <a:cubicBezTo>
                  <a:pt x="13234" y="7048"/>
                  <a:pt x="13247" y="7053"/>
                  <a:pt x="13262" y="7053"/>
                </a:cubicBezTo>
                <a:cubicBezTo>
                  <a:pt x="13277" y="7053"/>
                  <a:pt x="13294" y="7048"/>
                  <a:pt x="13311" y="7040"/>
                </a:cubicBezTo>
                <a:lnTo>
                  <a:pt x="2683" y="0"/>
                </a:lnTo>
                <a:close/>
              </a:path>
            </a:pathLst>
          </a:custGeom>
          <a:solidFill>
            <a:schemeClr val="accent5"/>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1" name="Google Shape;911;p46"/>
          <p:cNvGrpSpPr/>
          <p:nvPr/>
        </p:nvGrpSpPr>
        <p:grpSpPr>
          <a:xfrm rot="750998">
            <a:off x="4708140" y="4267535"/>
            <a:ext cx="1075573" cy="681942"/>
            <a:chOff x="3355085" y="2890614"/>
            <a:chExt cx="1003450" cy="658884"/>
          </a:xfrm>
        </p:grpSpPr>
        <p:sp>
          <p:nvSpPr>
            <p:cNvPr id="912" name="Google Shape;912;p46"/>
            <p:cNvSpPr/>
            <p:nvPr/>
          </p:nvSpPr>
          <p:spPr>
            <a:xfrm rot="1123747">
              <a:off x="3391483" y="3029961"/>
              <a:ext cx="930654" cy="380188"/>
            </a:xfrm>
            <a:custGeom>
              <a:avLst/>
              <a:gdLst/>
              <a:ahLst/>
              <a:cxnLst/>
              <a:rect l="l" t="t" r="r" b="b"/>
              <a:pathLst>
                <a:path w="24469" h="9996" extrusionOk="0">
                  <a:moveTo>
                    <a:pt x="23938" y="0"/>
                  </a:moveTo>
                  <a:lnTo>
                    <a:pt x="1" y="1470"/>
                  </a:lnTo>
                  <a:lnTo>
                    <a:pt x="530" y="9996"/>
                  </a:lnTo>
                  <a:lnTo>
                    <a:pt x="24468" y="8509"/>
                  </a:lnTo>
                  <a:lnTo>
                    <a:pt x="23938" y="0"/>
                  </a:ln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6"/>
            <p:cNvGrpSpPr/>
            <p:nvPr/>
          </p:nvGrpSpPr>
          <p:grpSpPr>
            <a:xfrm>
              <a:off x="3410951" y="2945485"/>
              <a:ext cx="915286" cy="563561"/>
              <a:chOff x="3410951" y="2945485"/>
              <a:chExt cx="915286" cy="563561"/>
            </a:xfrm>
          </p:grpSpPr>
          <p:sp>
            <p:nvSpPr>
              <p:cNvPr id="914" name="Google Shape;914;p46"/>
              <p:cNvSpPr/>
              <p:nvPr/>
            </p:nvSpPr>
            <p:spPr>
              <a:xfrm rot="1123747">
                <a:off x="4316534" y="3177702"/>
                <a:ext cx="7835" cy="12932"/>
              </a:xfrm>
              <a:custGeom>
                <a:avLst/>
                <a:gdLst/>
                <a:ahLst/>
                <a:cxnLst/>
                <a:rect l="l" t="t" r="r" b="b"/>
                <a:pathLst>
                  <a:path w="206" h="340" extrusionOk="0">
                    <a:moveTo>
                      <a:pt x="102" y="0"/>
                    </a:moveTo>
                    <a:cubicBezTo>
                      <a:pt x="65" y="0"/>
                      <a:pt x="37" y="25"/>
                      <a:pt x="1" y="49"/>
                    </a:cubicBezTo>
                    <a:cubicBezTo>
                      <a:pt x="18" y="151"/>
                      <a:pt x="35" y="237"/>
                      <a:pt x="52" y="339"/>
                    </a:cubicBezTo>
                    <a:cubicBezTo>
                      <a:pt x="86" y="288"/>
                      <a:pt x="120" y="237"/>
                      <a:pt x="154" y="185"/>
                    </a:cubicBezTo>
                    <a:cubicBezTo>
                      <a:pt x="189" y="134"/>
                      <a:pt x="206" y="66"/>
                      <a:pt x="154" y="15"/>
                    </a:cubicBezTo>
                    <a:cubicBezTo>
                      <a:pt x="134" y="5"/>
                      <a:pt x="117" y="0"/>
                      <a:pt x="1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6"/>
              <p:cNvSpPr/>
              <p:nvPr/>
            </p:nvSpPr>
            <p:spPr>
              <a:xfrm rot="1123747">
                <a:off x="3431088" y="3046450"/>
                <a:ext cx="43587" cy="52335"/>
              </a:xfrm>
              <a:custGeom>
                <a:avLst/>
                <a:gdLst/>
                <a:ahLst/>
                <a:cxnLst/>
                <a:rect l="l" t="t" r="r" b="b"/>
                <a:pathLst>
                  <a:path w="1146" h="1376" extrusionOk="0">
                    <a:moveTo>
                      <a:pt x="889" y="1"/>
                    </a:moveTo>
                    <a:cubicBezTo>
                      <a:pt x="769" y="120"/>
                      <a:pt x="667" y="240"/>
                      <a:pt x="547" y="342"/>
                    </a:cubicBezTo>
                    <a:cubicBezTo>
                      <a:pt x="376" y="479"/>
                      <a:pt x="240" y="650"/>
                      <a:pt x="120" y="838"/>
                    </a:cubicBezTo>
                    <a:cubicBezTo>
                      <a:pt x="18" y="941"/>
                      <a:pt x="0" y="1077"/>
                      <a:pt x="69" y="1197"/>
                    </a:cubicBezTo>
                    <a:cubicBezTo>
                      <a:pt x="127" y="1298"/>
                      <a:pt x="246" y="1375"/>
                      <a:pt x="365" y="1375"/>
                    </a:cubicBezTo>
                    <a:cubicBezTo>
                      <a:pt x="386" y="1375"/>
                      <a:pt x="407" y="1373"/>
                      <a:pt x="428" y="1368"/>
                    </a:cubicBezTo>
                    <a:cubicBezTo>
                      <a:pt x="616" y="1368"/>
                      <a:pt x="803" y="1368"/>
                      <a:pt x="991" y="1333"/>
                    </a:cubicBezTo>
                    <a:lnTo>
                      <a:pt x="1145" y="1299"/>
                    </a:lnTo>
                    <a:lnTo>
                      <a:pt x="1145" y="1265"/>
                    </a:lnTo>
                    <a:cubicBezTo>
                      <a:pt x="1128" y="1197"/>
                      <a:pt x="1111" y="1128"/>
                      <a:pt x="1111" y="1077"/>
                    </a:cubicBezTo>
                    <a:cubicBezTo>
                      <a:pt x="906" y="1111"/>
                      <a:pt x="718" y="1128"/>
                      <a:pt x="513" y="1146"/>
                    </a:cubicBezTo>
                    <a:cubicBezTo>
                      <a:pt x="490" y="1146"/>
                      <a:pt x="464" y="1147"/>
                      <a:pt x="437" y="1147"/>
                    </a:cubicBezTo>
                    <a:cubicBezTo>
                      <a:pt x="384" y="1147"/>
                      <a:pt x="331" y="1140"/>
                      <a:pt x="308" y="1094"/>
                    </a:cubicBezTo>
                    <a:cubicBezTo>
                      <a:pt x="257" y="1009"/>
                      <a:pt x="342" y="941"/>
                      <a:pt x="393" y="872"/>
                    </a:cubicBezTo>
                    <a:cubicBezTo>
                      <a:pt x="479" y="770"/>
                      <a:pt x="581" y="667"/>
                      <a:pt x="684" y="565"/>
                    </a:cubicBezTo>
                    <a:cubicBezTo>
                      <a:pt x="786" y="462"/>
                      <a:pt x="889" y="377"/>
                      <a:pt x="974" y="274"/>
                    </a:cubicBezTo>
                    <a:cubicBezTo>
                      <a:pt x="940" y="172"/>
                      <a:pt x="923" y="86"/>
                      <a:pt x="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6"/>
              <p:cNvSpPr/>
              <p:nvPr/>
            </p:nvSpPr>
            <p:spPr>
              <a:xfrm rot="1123747">
                <a:off x="3468182" y="3080308"/>
                <a:ext cx="2662" cy="5895"/>
              </a:xfrm>
              <a:custGeom>
                <a:avLst/>
                <a:gdLst/>
                <a:ahLst/>
                <a:cxnLst/>
                <a:rect l="l" t="t" r="r" b="b"/>
                <a:pathLst>
                  <a:path w="70" h="155" extrusionOk="0">
                    <a:moveTo>
                      <a:pt x="69" y="0"/>
                    </a:moveTo>
                    <a:cubicBezTo>
                      <a:pt x="18" y="35"/>
                      <a:pt x="1" y="86"/>
                      <a:pt x="35" y="120"/>
                    </a:cubicBezTo>
                    <a:cubicBezTo>
                      <a:pt x="35" y="137"/>
                      <a:pt x="52" y="137"/>
                      <a:pt x="69" y="154"/>
                    </a:cubicBezTo>
                    <a:lnTo>
                      <a:pt x="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6"/>
              <p:cNvSpPr/>
              <p:nvPr/>
            </p:nvSpPr>
            <p:spPr>
              <a:xfrm rot="1123747">
                <a:off x="3727546" y="3082074"/>
                <a:ext cx="560203" cy="292748"/>
              </a:xfrm>
              <a:custGeom>
                <a:avLst/>
                <a:gdLst/>
                <a:ahLst/>
                <a:cxnLst/>
                <a:rect l="l" t="t" r="r" b="b"/>
                <a:pathLst>
                  <a:path w="14729" h="7697" extrusionOk="0">
                    <a:moveTo>
                      <a:pt x="13892" y="889"/>
                    </a:moveTo>
                    <a:cubicBezTo>
                      <a:pt x="13669" y="1128"/>
                      <a:pt x="13430" y="1368"/>
                      <a:pt x="13191" y="1607"/>
                    </a:cubicBezTo>
                    <a:cubicBezTo>
                      <a:pt x="11910" y="2837"/>
                      <a:pt x="10628" y="4067"/>
                      <a:pt x="9244" y="5178"/>
                    </a:cubicBezTo>
                    <a:cubicBezTo>
                      <a:pt x="8732" y="5588"/>
                      <a:pt x="8202" y="5981"/>
                      <a:pt x="7672" y="6374"/>
                    </a:cubicBezTo>
                    <a:cubicBezTo>
                      <a:pt x="7587" y="6442"/>
                      <a:pt x="7433" y="6511"/>
                      <a:pt x="7518" y="6613"/>
                    </a:cubicBezTo>
                    <a:cubicBezTo>
                      <a:pt x="7545" y="6651"/>
                      <a:pt x="7575" y="6665"/>
                      <a:pt x="7606" y="6665"/>
                    </a:cubicBezTo>
                    <a:cubicBezTo>
                      <a:pt x="7674" y="6665"/>
                      <a:pt x="7745" y="6597"/>
                      <a:pt x="7792" y="6562"/>
                    </a:cubicBezTo>
                    <a:cubicBezTo>
                      <a:pt x="9483" y="5349"/>
                      <a:pt x="11055" y="4016"/>
                      <a:pt x="12542" y="2564"/>
                    </a:cubicBezTo>
                    <a:cubicBezTo>
                      <a:pt x="13003" y="2119"/>
                      <a:pt x="13464" y="1675"/>
                      <a:pt x="13926" y="1197"/>
                    </a:cubicBezTo>
                    <a:lnTo>
                      <a:pt x="13926" y="1197"/>
                    </a:lnTo>
                    <a:cubicBezTo>
                      <a:pt x="13789" y="2137"/>
                      <a:pt x="13618" y="3042"/>
                      <a:pt x="13003" y="3794"/>
                    </a:cubicBezTo>
                    <a:cubicBezTo>
                      <a:pt x="12593" y="4306"/>
                      <a:pt x="12098" y="4768"/>
                      <a:pt x="11534" y="5127"/>
                    </a:cubicBezTo>
                    <a:cubicBezTo>
                      <a:pt x="10098" y="6066"/>
                      <a:pt x="8544" y="6835"/>
                      <a:pt x="6920" y="7382"/>
                    </a:cubicBezTo>
                    <a:cubicBezTo>
                      <a:pt x="6764" y="7453"/>
                      <a:pt x="6595" y="7489"/>
                      <a:pt x="6425" y="7489"/>
                    </a:cubicBezTo>
                    <a:cubicBezTo>
                      <a:pt x="6391" y="7489"/>
                      <a:pt x="6357" y="7487"/>
                      <a:pt x="6322" y="7485"/>
                    </a:cubicBezTo>
                    <a:cubicBezTo>
                      <a:pt x="6322" y="7382"/>
                      <a:pt x="6374" y="7262"/>
                      <a:pt x="6442" y="7177"/>
                    </a:cubicBezTo>
                    <a:cubicBezTo>
                      <a:pt x="7296" y="6083"/>
                      <a:pt x="7877" y="4853"/>
                      <a:pt x="8390" y="3606"/>
                    </a:cubicBezTo>
                    <a:cubicBezTo>
                      <a:pt x="8561" y="3196"/>
                      <a:pt x="8749" y="2820"/>
                      <a:pt x="8971" y="2444"/>
                    </a:cubicBezTo>
                    <a:cubicBezTo>
                      <a:pt x="9398" y="1744"/>
                      <a:pt x="10047" y="1436"/>
                      <a:pt x="10799" y="1231"/>
                    </a:cubicBezTo>
                    <a:cubicBezTo>
                      <a:pt x="11397" y="1077"/>
                      <a:pt x="12012" y="992"/>
                      <a:pt x="12627" y="975"/>
                    </a:cubicBezTo>
                    <a:cubicBezTo>
                      <a:pt x="13054" y="958"/>
                      <a:pt x="13464" y="923"/>
                      <a:pt x="13892" y="889"/>
                    </a:cubicBezTo>
                    <a:close/>
                    <a:moveTo>
                      <a:pt x="14678" y="1"/>
                    </a:moveTo>
                    <a:cubicBezTo>
                      <a:pt x="14609" y="52"/>
                      <a:pt x="14558" y="120"/>
                      <a:pt x="14507" y="206"/>
                    </a:cubicBezTo>
                    <a:cubicBezTo>
                      <a:pt x="14353" y="428"/>
                      <a:pt x="14114" y="582"/>
                      <a:pt x="13840" y="599"/>
                    </a:cubicBezTo>
                    <a:cubicBezTo>
                      <a:pt x="13191" y="684"/>
                      <a:pt x="12576" y="735"/>
                      <a:pt x="11944" y="787"/>
                    </a:cubicBezTo>
                    <a:cubicBezTo>
                      <a:pt x="11722" y="787"/>
                      <a:pt x="11517" y="821"/>
                      <a:pt x="11294" y="872"/>
                    </a:cubicBezTo>
                    <a:cubicBezTo>
                      <a:pt x="10594" y="1043"/>
                      <a:pt x="9842" y="1146"/>
                      <a:pt x="9244" y="1709"/>
                    </a:cubicBezTo>
                    <a:cubicBezTo>
                      <a:pt x="9364" y="1333"/>
                      <a:pt x="9466" y="958"/>
                      <a:pt x="9552" y="582"/>
                    </a:cubicBezTo>
                    <a:cubicBezTo>
                      <a:pt x="9569" y="445"/>
                      <a:pt x="9637" y="342"/>
                      <a:pt x="9723" y="240"/>
                    </a:cubicBezTo>
                    <a:lnTo>
                      <a:pt x="9723" y="240"/>
                    </a:lnTo>
                    <a:lnTo>
                      <a:pt x="8714" y="308"/>
                    </a:lnTo>
                    <a:cubicBezTo>
                      <a:pt x="8800" y="325"/>
                      <a:pt x="8885" y="342"/>
                      <a:pt x="8971" y="342"/>
                    </a:cubicBezTo>
                    <a:cubicBezTo>
                      <a:pt x="8527" y="565"/>
                      <a:pt x="8065" y="787"/>
                      <a:pt x="7621" y="1026"/>
                    </a:cubicBezTo>
                    <a:cubicBezTo>
                      <a:pt x="5861" y="1932"/>
                      <a:pt x="4050" y="2752"/>
                      <a:pt x="2256" y="3623"/>
                    </a:cubicBezTo>
                    <a:cubicBezTo>
                      <a:pt x="2119" y="3691"/>
                      <a:pt x="1965" y="3777"/>
                      <a:pt x="1829" y="3862"/>
                    </a:cubicBezTo>
                    <a:cubicBezTo>
                      <a:pt x="1777" y="3896"/>
                      <a:pt x="1726" y="3948"/>
                      <a:pt x="1760" y="4016"/>
                    </a:cubicBezTo>
                    <a:cubicBezTo>
                      <a:pt x="1788" y="4062"/>
                      <a:pt x="1815" y="4078"/>
                      <a:pt x="1846" y="4078"/>
                    </a:cubicBezTo>
                    <a:cubicBezTo>
                      <a:pt x="1872" y="4078"/>
                      <a:pt x="1900" y="4066"/>
                      <a:pt x="1931" y="4050"/>
                    </a:cubicBezTo>
                    <a:cubicBezTo>
                      <a:pt x="2000" y="4016"/>
                      <a:pt x="2017" y="4016"/>
                      <a:pt x="2051" y="3999"/>
                    </a:cubicBezTo>
                    <a:cubicBezTo>
                      <a:pt x="3708" y="3145"/>
                      <a:pt x="5451" y="2444"/>
                      <a:pt x="7108" y="1590"/>
                    </a:cubicBezTo>
                    <a:cubicBezTo>
                      <a:pt x="7792" y="1231"/>
                      <a:pt x="8475" y="889"/>
                      <a:pt x="9176" y="548"/>
                    </a:cubicBezTo>
                    <a:cubicBezTo>
                      <a:pt x="9215" y="521"/>
                      <a:pt x="9244" y="485"/>
                      <a:pt x="9295" y="485"/>
                    </a:cubicBezTo>
                    <a:cubicBezTo>
                      <a:pt x="9310" y="485"/>
                      <a:pt x="9327" y="488"/>
                      <a:pt x="9347" y="496"/>
                    </a:cubicBezTo>
                    <a:cubicBezTo>
                      <a:pt x="9210" y="1231"/>
                      <a:pt x="9056" y="1983"/>
                      <a:pt x="8561" y="2581"/>
                    </a:cubicBezTo>
                    <a:cubicBezTo>
                      <a:pt x="8390" y="2735"/>
                      <a:pt x="8219" y="2854"/>
                      <a:pt x="8014" y="2957"/>
                    </a:cubicBezTo>
                    <a:cubicBezTo>
                      <a:pt x="7125" y="3538"/>
                      <a:pt x="6100" y="3862"/>
                      <a:pt x="5024" y="3931"/>
                    </a:cubicBezTo>
                    <a:cubicBezTo>
                      <a:pt x="3554" y="3982"/>
                      <a:pt x="2102" y="4272"/>
                      <a:pt x="735" y="4785"/>
                    </a:cubicBezTo>
                    <a:cubicBezTo>
                      <a:pt x="623" y="4827"/>
                      <a:pt x="510" y="4858"/>
                      <a:pt x="398" y="4858"/>
                    </a:cubicBezTo>
                    <a:cubicBezTo>
                      <a:pt x="374" y="4858"/>
                      <a:pt x="349" y="4856"/>
                      <a:pt x="325" y="4853"/>
                    </a:cubicBezTo>
                    <a:cubicBezTo>
                      <a:pt x="359" y="4734"/>
                      <a:pt x="445" y="4631"/>
                      <a:pt x="547" y="4563"/>
                    </a:cubicBezTo>
                    <a:cubicBezTo>
                      <a:pt x="1726" y="3640"/>
                      <a:pt x="2683" y="2512"/>
                      <a:pt x="3759" y="1487"/>
                    </a:cubicBezTo>
                    <a:cubicBezTo>
                      <a:pt x="4135" y="1128"/>
                      <a:pt x="4545" y="804"/>
                      <a:pt x="4990" y="530"/>
                    </a:cubicBezTo>
                    <a:lnTo>
                      <a:pt x="4990" y="530"/>
                    </a:lnTo>
                    <a:lnTo>
                      <a:pt x="4460" y="565"/>
                    </a:lnTo>
                    <a:lnTo>
                      <a:pt x="4392" y="616"/>
                    </a:lnTo>
                    <a:cubicBezTo>
                      <a:pt x="3777" y="1094"/>
                      <a:pt x="3213" y="1641"/>
                      <a:pt x="2666" y="2205"/>
                    </a:cubicBezTo>
                    <a:cubicBezTo>
                      <a:pt x="2051" y="2871"/>
                      <a:pt x="1402" y="3503"/>
                      <a:pt x="718" y="4101"/>
                    </a:cubicBezTo>
                    <a:cubicBezTo>
                      <a:pt x="513" y="4238"/>
                      <a:pt x="342" y="4392"/>
                      <a:pt x="188" y="4580"/>
                    </a:cubicBezTo>
                    <a:cubicBezTo>
                      <a:pt x="86" y="4699"/>
                      <a:pt x="0" y="4836"/>
                      <a:pt x="103" y="4973"/>
                    </a:cubicBezTo>
                    <a:cubicBezTo>
                      <a:pt x="162" y="5056"/>
                      <a:pt x="263" y="5106"/>
                      <a:pt x="364" y="5106"/>
                    </a:cubicBezTo>
                    <a:cubicBezTo>
                      <a:pt x="409" y="5106"/>
                      <a:pt x="454" y="5096"/>
                      <a:pt x="496" y="5075"/>
                    </a:cubicBezTo>
                    <a:cubicBezTo>
                      <a:pt x="718" y="5024"/>
                      <a:pt x="923" y="4973"/>
                      <a:pt x="1145" y="4905"/>
                    </a:cubicBezTo>
                    <a:cubicBezTo>
                      <a:pt x="2358" y="4494"/>
                      <a:pt x="3623" y="4255"/>
                      <a:pt x="4921" y="4204"/>
                    </a:cubicBezTo>
                    <a:cubicBezTo>
                      <a:pt x="5109" y="4187"/>
                      <a:pt x="5297" y="4170"/>
                      <a:pt x="5485" y="4136"/>
                    </a:cubicBezTo>
                    <a:cubicBezTo>
                      <a:pt x="6510" y="3982"/>
                      <a:pt x="7501" y="3606"/>
                      <a:pt x="8356" y="3008"/>
                    </a:cubicBezTo>
                    <a:lnTo>
                      <a:pt x="8356" y="3008"/>
                    </a:lnTo>
                    <a:cubicBezTo>
                      <a:pt x="8270" y="3230"/>
                      <a:pt x="8185" y="3401"/>
                      <a:pt x="8116" y="3589"/>
                    </a:cubicBezTo>
                    <a:cubicBezTo>
                      <a:pt x="7758" y="4494"/>
                      <a:pt x="7313" y="5366"/>
                      <a:pt x="6818" y="6203"/>
                    </a:cubicBezTo>
                    <a:cubicBezTo>
                      <a:pt x="6596" y="6528"/>
                      <a:pt x="6391" y="6852"/>
                      <a:pt x="6186" y="7177"/>
                    </a:cubicBezTo>
                    <a:cubicBezTo>
                      <a:pt x="6083" y="7297"/>
                      <a:pt x="6066" y="7467"/>
                      <a:pt x="6152" y="7604"/>
                    </a:cubicBezTo>
                    <a:cubicBezTo>
                      <a:pt x="6206" y="7676"/>
                      <a:pt x="6279" y="7696"/>
                      <a:pt x="6356" y="7696"/>
                    </a:cubicBezTo>
                    <a:cubicBezTo>
                      <a:pt x="6425" y="7696"/>
                      <a:pt x="6497" y="7681"/>
                      <a:pt x="6562" y="7672"/>
                    </a:cubicBezTo>
                    <a:lnTo>
                      <a:pt x="6613" y="7672"/>
                    </a:lnTo>
                    <a:cubicBezTo>
                      <a:pt x="7006" y="7587"/>
                      <a:pt x="7382" y="7467"/>
                      <a:pt x="7758" y="7314"/>
                    </a:cubicBezTo>
                    <a:cubicBezTo>
                      <a:pt x="9176" y="6716"/>
                      <a:pt x="10560" y="6083"/>
                      <a:pt x="11824" y="5195"/>
                    </a:cubicBezTo>
                    <a:cubicBezTo>
                      <a:pt x="13071" y="4306"/>
                      <a:pt x="13909" y="3179"/>
                      <a:pt x="14080" y="1607"/>
                    </a:cubicBezTo>
                    <a:cubicBezTo>
                      <a:pt x="14114" y="1128"/>
                      <a:pt x="14336" y="667"/>
                      <a:pt x="14678" y="325"/>
                    </a:cubicBezTo>
                    <a:cubicBezTo>
                      <a:pt x="14695" y="308"/>
                      <a:pt x="14712" y="291"/>
                      <a:pt x="14729" y="274"/>
                    </a:cubicBezTo>
                    <a:cubicBezTo>
                      <a:pt x="14712" y="189"/>
                      <a:pt x="14695" y="86"/>
                      <a:pt x="146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6"/>
              <p:cNvSpPr/>
              <p:nvPr/>
            </p:nvSpPr>
            <p:spPr>
              <a:xfrm rot="1123747">
                <a:off x="3458352" y="2972584"/>
                <a:ext cx="223564" cy="332113"/>
              </a:xfrm>
              <a:custGeom>
                <a:avLst/>
                <a:gdLst/>
                <a:ahLst/>
                <a:cxnLst/>
                <a:rect l="l" t="t" r="r" b="b"/>
                <a:pathLst>
                  <a:path w="5878" h="8732" extrusionOk="0">
                    <a:moveTo>
                      <a:pt x="5878" y="1"/>
                    </a:moveTo>
                    <a:lnTo>
                      <a:pt x="5570" y="18"/>
                    </a:lnTo>
                    <a:cubicBezTo>
                      <a:pt x="5211" y="462"/>
                      <a:pt x="4904" y="957"/>
                      <a:pt x="4562" y="1436"/>
                    </a:cubicBezTo>
                    <a:cubicBezTo>
                      <a:pt x="4118" y="2136"/>
                      <a:pt x="3486" y="2700"/>
                      <a:pt x="2751" y="3093"/>
                    </a:cubicBezTo>
                    <a:cubicBezTo>
                      <a:pt x="2033" y="3452"/>
                      <a:pt x="1281" y="3742"/>
                      <a:pt x="513" y="3965"/>
                    </a:cubicBezTo>
                    <a:cubicBezTo>
                      <a:pt x="342" y="4016"/>
                      <a:pt x="171" y="4067"/>
                      <a:pt x="0" y="4084"/>
                    </a:cubicBezTo>
                    <a:cubicBezTo>
                      <a:pt x="0" y="4152"/>
                      <a:pt x="0" y="4221"/>
                      <a:pt x="17" y="4289"/>
                    </a:cubicBezTo>
                    <a:lnTo>
                      <a:pt x="17" y="4323"/>
                    </a:lnTo>
                    <a:cubicBezTo>
                      <a:pt x="1042" y="4101"/>
                      <a:pt x="2016" y="3742"/>
                      <a:pt x="2939" y="3247"/>
                    </a:cubicBezTo>
                    <a:cubicBezTo>
                      <a:pt x="3093" y="3179"/>
                      <a:pt x="3229" y="3076"/>
                      <a:pt x="3383" y="2991"/>
                    </a:cubicBezTo>
                    <a:lnTo>
                      <a:pt x="3383" y="3025"/>
                    </a:lnTo>
                    <a:cubicBezTo>
                      <a:pt x="3349" y="3093"/>
                      <a:pt x="3298" y="3179"/>
                      <a:pt x="3263" y="3230"/>
                    </a:cubicBezTo>
                    <a:cubicBezTo>
                      <a:pt x="2597" y="4340"/>
                      <a:pt x="2290" y="5622"/>
                      <a:pt x="2392" y="6903"/>
                    </a:cubicBezTo>
                    <a:cubicBezTo>
                      <a:pt x="2443" y="7518"/>
                      <a:pt x="2529" y="8134"/>
                      <a:pt x="2597" y="8732"/>
                    </a:cubicBezTo>
                    <a:lnTo>
                      <a:pt x="2853" y="8732"/>
                    </a:lnTo>
                    <a:cubicBezTo>
                      <a:pt x="2836" y="8168"/>
                      <a:pt x="2751" y="7621"/>
                      <a:pt x="2683" y="7074"/>
                    </a:cubicBezTo>
                    <a:cubicBezTo>
                      <a:pt x="2529" y="5554"/>
                      <a:pt x="2956" y="4016"/>
                      <a:pt x="3862" y="2786"/>
                    </a:cubicBezTo>
                    <a:cubicBezTo>
                      <a:pt x="4477" y="1914"/>
                      <a:pt x="5143" y="1060"/>
                      <a:pt x="5741" y="154"/>
                    </a:cubicBezTo>
                    <a:cubicBezTo>
                      <a:pt x="5792" y="103"/>
                      <a:pt x="5826" y="52"/>
                      <a:pt x="5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6"/>
              <p:cNvSpPr/>
              <p:nvPr/>
            </p:nvSpPr>
            <p:spPr>
              <a:xfrm rot="1123747">
                <a:off x="3567149" y="3066675"/>
                <a:ext cx="77361" cy="251024"/>
              </a:xfrm>
              <a:custGeom>
                <a:avLst/>
                <a:gdLst/>
                <a:ahLst/>
                <a:cxnLst/>
                <a:rect l="l" t="t" r="r" b="b"/>
                <a:pathLst>
                  <a:path w="2034" h="6600" extrusionOk="0">
                    <a:moveTo>
                      <a:pt x="1861" y="0"/>
                    </a:moveTo>
                    <a:cubicBezTo>
                      <a:pt x="1729" y="0"/>
                      <a:pt x="1742" y="183"/>
                      <a:pt x="1726" y="277"/>
                    </a:cubicBezTo>
                    <a:cubicBezTo>
                      <a:pt x="1453" y="1474"/>
                      <a:pt x="1214" y="2652"/>
                      <a:pt x="940" y="3848"/>
                    </a:cubicBezTo>
                    <a:cubicBezTo>
                      <a:pt x="752" y="4805"/>
                      <a:pt x="428" y="5728"/>
                      <a:pt x="0" y="6599"/>
                    </a:cubicBezTo>
                    <a:lnTo>
                      <a:pt x="291" y="6582"/>
                    </a:lnTo>
                    <a:cubicBezTo>
                      <a:pt x="342" y="6446"/>
                      <a:pt x="411" y="6326"/>
                      <a:pt x="462" y="6189"/>
                    </a:cubicBezTo>
                    <a:cubicBezTo>
                      <a:pt x="940" y="5113"/>
                      <a:pt x="1197" y="3968"/>
                      <a:pt x="1419" y="2840"/>
                    </a:cubicBezTo>
                    <a:cubicBezTo>
                      <a:pt x="1607" y="2003"/>
                      <a:pt x="1760" y="1166"/>
                      <a:pt x="1931" y="329"/>
                    </a:cubicBezTo>
                    <a:cubicBezTo>
                      <a:pt x="1965" y="226"/>
                      <a:pt x="2034" y="38"/>
                      <a:pt x="1897" y="4"/>
                    </a:cubicBezTo>
                    <a:cubicBezTo>
                      <a:pt x="1884" y="2"/>
                      <a:pt x="1872"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6"/>
              <p:cNvSpPr/>
              <p:nvPr/>
            </p:nvSpPr>
            <p:spPr>
              <a:xfrm rot="1123747">
                <a:off x="3486009" y="2960086"/>
                <a:ext cx="73482" cy="116384"/>
              </a:xfrm>
              <a:custGeom>
                <a:avLst/>
                <a:gdLst/>
                <a:ahLst/>
                <a:cxnLst/>
                <a:rect l="l" t="t" r="r" b="b"/>
                <a:pathLst>
                  <a:path w="1932" h="3060" extrusionOk="0">
                    <a:moveTo>
                      <a:pt x="1932" y="1"/>
                    </a:moveTo>
                    <a:lnTo>
                      <a:pt x="1590" y="18"/>
                    </a:lnTo>
                    <a:cubicBezTo>
                      <a:pt x="1317" y="445"/>
                      <a:pt x="1094" y="872"/>
                      <a:pt x="924" y="1351"/>
                    </a:cubicBezTo>
                    <a:cubicBezTo>
                      <a:pt x="701" y="1880"/>
                      <a:pt x="394" y="2376"/>
                      <a:pt x="1" y="2803"/>
                    </a:cubicBezTo>
                    <a:cubicBezTo>
                      <a:pt x="35" y="2888"/>
                      <a:pt x="52" y="2974"/>
                      <a:pt x="86" y="3059"/>
                    </a:cubicBezTo>
                    <a:cubicBezTo>
                      <a:pt x="565" y="2564"/>
                      <a:pt x="941" y="1966"/>
                      <a:pt x="1197" y="1333"/>
                    </a:cubicBezTo>
                    <a:cubicBezTo>
                      <a:pt x="1265" y="1180"/>
                      <a:pt x="1317" y="1043"/>
                      <a:pt x="1402" y="906"/>
                    </a:cubicBezTo>
                    <a:cubicBezTo>
                      <a:pt x="1556" y="582"/>
                      <a:pt x="1727" y="291"/>
                      <a:pt x="19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6"/>
              <p:cNvSpPr/>
              <p:nvPr/>
            </p:nvSpPr>
            <p:spPr>
              <a:xfrm rot="1123747">
                <a:off x="3596152" y="2997767"/>
                <a:ext cx="108587" cy="332113"/>
              </a:xfrm>
              <a:custGeom>
                <a:avLst/>
                <a:gdLst/>
                <a:ahLst/>
                <a:cxnLst/>
                <a:rect l="l" t="t" r="r" b="b"/>
                <a:pathLst>
                  <a:path w="2855" h="8732" extrusionOk="0">
                    <a:moveTo>
                      <a:pt x="2854" y="0"/>
                    </a:moveTo>
                    <a:lnTo>
                      <a:pt x="2666" y="17"/>
                    </a:lnTo>
                    <a:cubicBezTo>
                      <a:pt x="2666" y="86"/>
                      <a:pt x="2632" y="154"/>
                      <a:pt x="2615" y="222"/>
                    </a:cubicBezTo>
                    <a:cubicBezTo>
                      <a:pt x="2512" y="855"/>
                      <a:pt x="2359" y="1470"/>
                      <a:pt x="2239" y="2085"/>
                    </a:cubicBezTo>
                    <a:cubicBezTo>
                      <a:pt x="2120" y="2768"/>
                      <a:pt x="2102" y="3452"/>
                      <a:pt x="2034" y="4135"/>
                    </a:cubicBezTo>
                    <a:cubicBezTo>
                      <a:pt x="1932" y="5348"/>
                      <a:pt x="1727" y="6544"/>
                      <a:pt x="1077" y="7604"/>
                    </a:cubicBezTo>
                    <a:cubicBezTo>
                      <a:pt x="787" y="8031"/>
                      <a:pt x="411" y="8424"/>
                      <a:pt x="1" y="8731"/>
                    </a:cubicBezTo>
                    <a:lnTo>
                      <a:pt x="360" y="8714"/>
                    </a:lnTo>
                    <a:lnTo>
                      <a:pt x="428" y="8646"/>
                    </a:lnTo>
                    <a:cubicBezTo>
                      <a:pt x="1094" y="8099"/>
                      <a:pt x="1573" y="7364"/>
                      <a:pt x="1812" y="6544"/>
                    </a:cubicBezTo>
                    <a:cubicBezTo>
                      <a:pt x="2085" y="5690"/>
                      <a:pt x="2239" y="4819"/>
                      <a:pt x="2290" y="3930"/>
                    </a:cubicBezTo>
                    <a:cubicBezTo>
                      <a:pt x="2342" y="2871"/>
                      <a:pt x="2495" y="1828"/>
                      <a:pt x="2735" y="820"/>
                    </a:cubicBezTo>
                    <a:cubicBezTo>
                      <a:pt x="2803" y="547"/>
                      <a:pt x="2854" y="274"/>
                      <a:pt x="28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6"/>
              <p:cNvSpPr/>
              <p:nvPr/>
            </p:nvSpPr>
            <p:spPr>
              <a:xfrm rot="1123747">
                <a:off x="3617890" y="3189054"/>
                <a:ext cx="350978" cy="189143"/>
              </a:xfrm>
              <a:custGeom>
                <a:avLst/>
                <a:gdLst/>
                <a:ahLst/>
                <a:cxnLst/>
                <a:rect l="l" t="t" r="r" b="b"/>
                <a:pathLst>
                  <a:path w="9228" h="4973" extrusionOk="0">
                    <a:moveTo>
                      <a:pt x="8168" y="1"/>
                    </a:moveTo>
                    <a:cubicBezTo>
                      <a:pt x="7399" y="18"/>
                      <a:pt x="6613" y="86"/>
                      <a:pt x="5844" y="189"/>
                    </a:cubicBezTo>
                    <a:cubicBezTo>
                      <a:pt x="5110" y="274"/>
                      <a:pt x="4392" y="462"/>
                      <a:pt x="3691" y="752"/>
                    </a:cubicBezTo>
                    <a:cubicBezTo>
                      <a:pt x="2119" y="1436"/>
                      <a:pt x="923" y="2495"/>
                      <a:pt x="377" y="4170"/>
                    </a:cubicBezTo>
                    <a:cubicBezTo>
                      <a:pt x="308" y="4358"/>
                      <a:pt x="223" y="4546"/>
                      <a:pt x="137" y="4716"/>
                    </a:cubicBezTo>
                    <a:cubicBezTo>
                      <a:pt x="86" y="4802"/>
                      <a:pt x="52" y="4887"/>
                      <a:pt x="1" y="4973"/>
                    </a:cubicBezTo>
                    <a:lnTo>
                      <a:pt x="718" y="4939"/>
                    </a:lnTo>
                    <a:cubicBezTo>
                      <a:pt x="1197" y="4597"/>
                      <a:pt x="1692" y="4272"/>
                      <a:pt x="2188" y="3965"/>
                    </a:cubicBezTo>
                    <a:cubicBezTo>
                      <a:pt x="3896" y="2871"/>
                      <a:pt x="5691" y="1897"/>
                      <a:pt x="7553" y="1043"/>
                    </a:cubicBezTo>
                    <a:lnTo>
                      <a:pt x="7638" y="1009"/>
                    </a:lnTo>
                    <a:cubicBezTo>
                      <a:pt x="7707" y="975"/>
                      <a:pt x="7741" y="923"/>
                      <a:pt x="7707" y="855"/>
                    </a:cubicBezTo>
                    <a:cubicBezTo>
                      <a:pt x="7683" y="815"/>
                      <a:pt x="7659" y="801"/>
                      <a:pt x="7635" y="801"/>
                    </a:cubicBezTo>
                    <a:cubicBezTo>
                      <a:pt x="7608" y="801"/>
                      <a:pt x="7580" y="820"/>
                      <a:pt x="7553" y="838"/>
                    </a:cubicBezTo>
                    <a:cubicBezTo>
                      <a:pt x="7365" y="906"/>
                      <a:pt x="7177" y="992"/>
                      <a:pt x="7006" y="1077"/>
                    </a:cubicBezTo>
                    <a:cubicBezTo>
                      <a:pt x="4717" y="2119"/>
                      <a:pt x="2530" y="3367"/>
                      <a:pt x="462" y="4802"/>
                    </a:cubicBezTo>
                    <a:cubicBezTo>
                      <a:pt x="448" y="4816"/>
                      <a:pt x="423" y="4841"/>
                      <a:pt x="387" y="4841"/>
                    </a:cubicBezTo>
                    <a:cubicBezTo>
                      <a:pt x="379" y="4841"/>
                      <a:pt x="369" y="4839"/>
                      <a:pt x="360" y="4836"/>
                    </a:cubicBezTo>
                    <a:cubicBezTo>
                      <a:pt x="718" y="3999"/>
                      <a:pt x="992" y="3127"/>
                      <a:pt x="1624" y="2427"/>
                    </a:cubicBezTo>
                    <a:cubicBezTo>
                      <a:pt x="2410" y="1624"/>
                      <a:pt x="3384" y="1026"/>
                      <a:pt x="4460" y="701"/>
                    </a:cubicBezTo>
                    <a:cubicBezTo>
                      <a:pt x="5058" y="530"/>
                      <a:pt x="5656" y="411"/>
                      <a:pt x="6271" y="342"/>
                    </a:cubicBezTo>
                    <a:cubicBezTo>
                      <a:pt x="6818" y="274"/>
                      <a:pt x="7382" y="257"/>
                      <a:pt x="7929" y="206"/>
                    </a:cubicBezTo>
                    <a:cubicBezTo>
                      <a:pt x="7997" y="201"/>
                      <a:pt x="8067" y="199"/>
                      <a:pt x="8138" y="199"/>
                    </a:cubicBezTo>
                    <a:cubicBezTo>
                      <a:pt x="8330" y="199"/>
                      <a:pt x="8527" y="215"/>
                      <a:pt x="8715" y="240"/>
                    </a:cubicBezTo>
                    <a:cubicBezTo>
                      <a:pt x="8954" y="274"/>
                      <a:pt x="8971" y="342"/>
                      <a:pt x="8834" y="530"/>
                    </a:cubicBezTo>
                    <a:cubicBezTo>
                      <a:pt x="8595" y="838"/>
                      <a:pt x="8305" y="1111"/>
                      <a:pt x="7997" y="1351"/>
                    </a:cubicBezTo>
                    <a:cubicBezTo>
                      <a:pt x="7245" y="2000"/>
                      <a:pt x="6579" y="2734"/>
                      <a:pt x="5878" y="3435"/>
                    </a:cubicBezTo>
                    <a:cubicBezTo>
                      <a:pt x="5400" y="3948"/>
                      <a:pt x="4922" y="4443"/>
                      <a:pt x="4255" y="4716"/>
                    </a:cubicBezTo>
                    <a:lnTo>
                      <a:pt x="4836" y="4682"/>
                    </a:lnTo>
                    <a:cubicBezTo>
                      <a:pt x="5178" y="4477"/>
                      <a:pt x="5503" y="4221"/>
                      <a:pt x="5776" y="3931"/>
                    </a:cubicBezTo>
                    <a:cubicBezTo>
                      <a:pt x="6699" y="2974"/>
                      <a:pt x="7621" y="2034"/>
                      <a:pt x="8629" y="1163"/>
                    </a:cubicBezTo>
                    <a:cubicBezTo>
                      <a:pt x="8817" y="992"/>
                      <a:pt x="8971" y="787"/>
                      <a:pt x="9091" y="565"/>
                    </a:cubicBezTo>
                    <a:cubicBezTo>
                      <a:pt x="9227" y="360"/>
                      <a:pt x="9091" y="69"/>
                      <a:pt x="8834" y="52"/>
                    </a:cubicBezTo>
                    <a:cubicBezTo>
                      <a:pt x="8612" y="18"/>
                      <a:pt x="8390" y="1"/>
                      <a:pt x="81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6"/>
              <p:cNvSpPr/>
              <p:nvPr/>
            </p:nvSpPr>
            <p:spPr>
              <a:xfrm rot="1123747">
                <a:off x="4004493" y="3352749"/>
                <a:ext cx="263880" cy="117031"/>
              </a:xfrm>
              <a:custGeom>
                <a:avLst/>
                <a:gdLst/>
                <a:ahLst/>
                <a:cxnLst/>
                <a:rect l="l" t="t" r="r" b="b"/>
                <a:pathLst>
                  <a:path w="6938" h="3077" extrusionOk="0">
                    <a:moveTo>
                      <a:pt x="6937" y="1"/>
                    </a:moveTo>
                    <a:cubicBezTo>
                      <a:pt x="6561" y="1"/>
                      <a:pt x="6168" y="18"/>
                      <a:pt x="5758" y="52"/>
                    </a:cubicBezTo>
                    <a:cubicBezTo>
                      <a:pt x="4836" y="86"/>
                      <a:pt x="3930" y="274"/>
                      <a:pt x="3059" y="599"/>
                    </a:cubicBezTo>
                    <a:cubicBezTo>
                      <a:pt x="1897" y="1009"/>
                      <a:pt x="889" y="1641"/>
                      <a:pt x="205" y="2701"/>
                    </a:cubicBezTo>
                    <a:cubicBezTo>
                      <a:pt x="120" y="2837"/>
                      <a:pt x="51" y="2957"/>
                      <a:pt x="0" y="3076"/>
                    </a:cubicBezTo>
                    <a:lnTo>
                      <a:pt x="291" y="3059"/>
                    </a:lnTo>
                    <a:cubicBezTo>
                      <a:pt x="615" y="2478"/>
                      <a:pt x="1077" y="1966"/>
                      <a:pt x="1640" y="1573"/>
                    </a:cubicBezTo>
                    <a:cubicBezTo>
                      <a:pt x="2375" y="1094"/>
                      <a:pt x="3212" y="736"/>
                      <a:pt x="4084" y="531"/>
                    </a:cubicBezTo>
                    <a:cubicBezTo>
                      <a:pt x="4921" y="326"/>
                      <a:pt x="5792" y="223"/>
                      <a:pt x="6681" y="223"/>
                    </a:cubicBezTo>
                    <a:lnTo>
                      <a:pt x="6937" y="223"/>
                    </a:lnTo>
                    <a:lnTo>
                      <a:pt x="6937" y="189"/>
                    </a:lnTo>
                    <a:lnTo>
                      <a:pt x="6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6"/>
              <p:cNvSpPr/>
              <p:nvPr/>
            </p:nvSpPr>
            <p:spPr>
              <a:xfrm rot="1123747">
                <a:off x="4223174" y="3475254"/>
                <a:ext cx="31226" cy="16925"/>
              </a:xfrm>
              <a:custGeom>
                <a:avLst/>
                <a:gdLst/>
                <a:ahLst/>
                <a:cxnLst/>
                <a:rect l="l" t="t" r="r" b="b"/>
                <a:pathLst>
                  <a:path w="821" h="445" extrusionOk="0">
                    <a:moveTo>
                      <a:pt x="821" y="0"/>
                    </a:moveTo>
                    <a:lnTo>
                      <a:pt x="821" y="0"/>
                    </a:lnTo>
                    <a:cubicBezTo>
                      <a:pt x="564" y="154"/>
                      <a:pt x="274" y="291"/>
                      <a:pt x="1" y="445"/>
                    </a:cubicBezTo>
                    <a:lnTo>
                      <a:pt x="752" y="410"/>
                    </a:lnTo>
                    <a:cubicBezTo>
                      <a:pt x="769" y="274"/>
                      <a:pt x="804" y="137"/>
                      <a:pt x="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6"/>
              <p:cNvSpPr/>
              <p:nvPr/>
            </p:nvSpPr>
            <p:spPr>
              <a:xfrm rot="1123747">
                <a:off x="4081426" y="3403667"/>
                <a:ext cx="178760" cy="73482"/>
              </a:xfrm>
              <a:custGeom>
                <a:avLst/>
                <a:gdLst/>
                <a:ahLst/>
                <a:cxnLst/>
                <a:rect l="l" t="t" r="r" b="b"/>
                <a:pathLst>
                  <a:path w="4700" h="1932" extrusionOk="0">
                    <a:moveTo>
                      <a:pt x="4682" y="1"/>
                    </a:moveTo>
                    <a:lnTo>
                      <a:pt x="4067" y="240"/>
                    </a:lnTo>
                    <a:cubicBezTo>
                      <a:pt x="2700" y="787"/>
                      <a:pt x="1333" y="1317"/>
                      <a:pt x="0" y="1932"/>
                    </a:cubicBezTo>
                    <a:lnTo>
                      <a:pt x="564" y="1898"/>
                    </a:lnTo>
                    <a:cubicBezTo>
                      <a:pt x="1179" y="1624"/>
                      <a:pt x="1811" y="1351"/>
                      <a:pt x="2427" y="1112"/>
                    </a:cubicBezTo>
                    <a:cubicBezTo>
                      <a:pt x="3195" y="804"/>
                      <a:pt x="3947" y="514"/>
                      <a:pt x="4699" y="206"/>
                    </a:cubicBezTo>
                    <a:cubicBezTo>
                      <a:pt x="4699" y="138"/>
                      <a:pt x="4699" y="69"/>
                      <a:pt x="46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6"/>
              <p:cNvSpPr/>
              <p:nvPr/>
            </p:nvSpPr>
            <p:spPr>
              <a:xfrm rot="1123747">
                <a:off x="3488870" y="2970282"/>
                <a:ext cx="155331" cy="145442"/>
              </a:xfrm>
              <a:custGeom>
                <a:avLst/>
                <a:gdLst/>
                <a:ahLst/>
                <a:cxnLst/>
                <a:rect l="l" t="t" r="r" b="b"/>
                <a:pathLst>
                  <a:path w="4084" h="3824" extrusionOk="0">
                    <a:moveTo>
                      <a:pt x="4084" y="0"/>
                    </a:moveTo>
                    <a:lnTo>
                      <a:pt x="3810" y="17"/>
                    </a:lnTo>
                    <a:cubicBezTo>
                      <a:pt x="3349" y="632"/>
                      <a:pt x="2836" y="1213"/>
                      <a:pt x="2290" y="1743"/>
                    </a:cubicBezTo>
                    <a:cubicBezTo>
                      <a:pt x="1623" y="2375"/>
                      <a:pt x="923" y="2956"/>
                      <a:pt x="188" y="3486"/>
                    </a:cubicBezTo>
                    <a:cubicBezTo>
                      <a:pt x="120" y="3537"/>
                      <a:pt x="51" y="3588"/>
                      <a:pt x="0" y="3656"/>
                    </a:cubicBezTo>
                    <a:lnTo>
                      <a:pt x="0" y="3810"/>
                    </a:lnTo>
                    <a:cubicBezTo>
                      <a:pt x="9" y="3819"/>
                      <a:pt x="21" y="3823"/>
                      <a:pt x="36" y="3823"/>
                    </a:cubicBezTo>
                    <a:cubicBezTo>
                      <a:pt x="51" y="3823"/>
                      <a:pt x="68" y="3819"/>
                      <a:pt x="85" y="3810"/>
                    </a:cubicBezTo>
                    <a:cubicBezTo>
                      <a:pt x="137" y="3793"/>
                      <a:pt x="188" y="3759"/>
                      <a:pt x="222" y="3742"/>
                    </a:cubicBezTo>
                    <a:cubicBezTo>
                      <a:pt x="701" y="3383"/>
                      <a:pt x="1179" y="3041"/>
                      <a:pt x="1623" y="2665"/>
                    </a:cubicBezTo>
                    <a:cubicBezTo>
                      <a:pt x="2563" y="1880"/>
                      <a:pt x="3383" y="991"/>
                      <a:pt x="40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930"/>
        <p:cNvGrpSpPr/>
        <p:nvPr/>
      </p:nvGrpSpPr>
      <p:grpSpPr>
        <a:xfrm>
          <a:off x="0" y="0"/>
          <a:ext cx="0" cy="0"/>
          <a:chOff x="0" y="0"/>
          <a:chExt cx="0" cy="0"/>
        </a:xfrm>
      </p:grpSpPr>
      <p:grpSp>
        <p:nvGrpSpPr>
          <p:cNvPr id="931" name="Google Shape;931;p47"/>
          <p:cNvGrpSpPr/>
          <p:nvPr/>
        </p:nvGrpSpPr>
        <p:grpSpPr>
          <a:xfrm rot="899960">
            <a:off x="-359343" y="76208"/>
            <a:ext cx="3460979" cy="1493028"/>
            <a:chOff x="-359358" y="-8"/>
            <a:chExt cx="3461082" cy="1493073"/>
          </a:xfrm>
        </p:grpSpPr>
        <p:sp>
          <p:nvSpPr>
            <p:cNvPr id="932" name="Google Shape;932;p47"/>
            <p:cNvSpPr/>
            <p:nvPr/>
          </p:nvSpPr>
          <p:spPr>
            <a:xfrm rot="-245787">
              <a:off x="-318856" y="119118"/>
              <a:ext cx="3380079" cy="1254821"/>
            </a:xfrm>
            <a:custGeom>
              <a:avLst/>
              <a:gdLst/>
              <a:ahLst/>
              <a:cxnLst/>
              <a:rect l="l" t="t" r="r" b="b"/>
              <a:pathLst>
                <a:path w="39861" h="14798" extrusionOk="0">
                  <a:moveTo>
                    <a:pt x="6936" y="69"/>
                  </a:moveTo>
                  <a:cubicBezTo>
                    <a:pt x="6915" y="69"/>
                    <a:pt x="6895" y="70"/>
                    <a:pt x="6877" y="71"/>
                  </a:cubicBezTo>
                  <a:lnTo>
                    <a:pt x="6877" y="71"/>
                  </a:lnTo>
                  <a:cubicBezTo>
                    <a:pt x="6893" y="71"/>
                    <a:pt x="6913" y="70"/>
                    <a:pt x="6936" y="69"/>
                  </a:cubicBezTo>
                  <a:close/>
                  <a:moveTo>
                    <a:pt x="20263" y="411"/>
                  </a:moveTo>
                  <a:cubicBezTo>
                    <a:pt x="20297" y="428"/>
                    <a:pt x="20263" y="445"/>
                    <a:pt x="20177" y="445"/>
                  </a:cubicBezTo>
                  <a:cubicBezTo>
                    <a:pt x="20229" y="428"/>
                    <a:pt x="20041" y="428"/>
                    <a:pt x="19921" y="411"/>
                  </a:cubicBezTo>
                  <a:close/>
                  <a:moveTo>
                    <a:pt x="36431" y="851"/>
                  </a:moveTo>
                  <a:cubicBezTo>
                    <a:pt x="36441" y="852"/>
                    <a:pt x="36451" y="854"/>
                    <a:pt x="36461" y="855"/>
                  </a:cubicBezTo>
                  <a:cubicBezTo>
                    <a:pt x="36450" y="853"/>
                    <a:pt x="36440" y="852"/>
                    <a:pt x="36431" y="851"/>
                  </a:cubicBezTo>
                  <a:close/>
                  <a:moveTo>
                    <a:pt x="27217" y="1026"/>
                  </a:moveTo>
                  <a:cubicBezTo>
                    <a:pt x="27217" y="1039"/>
                    <a:pt x="27226" y="1042"/>
                    <a:pt x="27238" y="1043"/>
                  </a:cubicBezTo>
                  <a:lnTo>
                    <a:pt x="27238" y="1043"/>
                  </a:lnTo>
                  <a:cubicBezTo>
                    <a:pt x="27232" y="1037"/>
                    <a:pt x="27225" y="1031"/>
                    <a:pt x="27217" y="1026"/>
                  </a:cubicBezTo>
                  <a:close/>
                  <a:moveTo>
                    <a:pt x="39725" y="2147"/>
                  </a:moveTo>
                  <a:cubicBezTo>
                    <a:pt x="39724" y="2149"/>
                    <a:pt x="39724" y="2151"/>
                    <a:pt x="39724" y="2154"/>
                  </a:cubicBezTo>
                  <a:lnTo>
                    <a:pt x="39725" y="2147"/>
                  </a:lnTo>
                  <a:close/>
                  <a:moveTo>
                    <a:pt x="39656" y="3504"/>
                  </a:moveTo>
                  <a:lnTo>
                    <a:pt x="39707" y="3811"/>
                  </a:lnTo>
                  <a:cubicBezTo>
                    <a:pt x="39693" y="3853"/>
                    <a:pt x="39679" y="3884"/>
                    <a:pt x="39655" y="3884"/>
                  </a:cubicBezTo>
                  <a:cubicBezTo>
                    <a:pt x="39650" y="3884"/>
                    <a:pt x="39645" y="3883"/>
                    <a:pt x="39639" y="3879"/>
                  </a:cubicBezTo>
                  <a:lnTo>
                    <a:pt x="39656" y="3504"/>
                  </a:lnTo>
                  <a:close/>
                  <a:moveTo>
                    <a:pt x="221" y="5212"/>
                  </a:moveTo>
                  <a:lnTo>
                    <a:pt x="221" y="5246"/>
                  </a:lnTo>
                  <a:cubicBezTo>
                    <a:pt x="221" y="5247"/>
                    <a:pt x="222" y="5247"/>
                    <a:pt x="223" y="5247"/>
                  </a:cubicBezTo>
                  <a:lnTo>
                    <a:pt x="223" y="5247"/>
                  </a:lnTo>
                  <a:cubicBezTo>
                    <a:pt x="222" y="5236"/>
                    <a:pt x="221" y="5224"/>
                    <a:pt x="221" y="5212"/>
                  </a:cubicBezTo>
                  <a:close/>
                  <a:moveTo>
                    <a:pt x="39604" y="5656"/>
                  </a:moveTo>
                  <a:cubicBezTo>
                    <a:pt x="39639" y="5725"/>
                    <a:pt x="39656" y="5793"/>
                    <a:pt x="39656" y="5861"/>
                  </a:cubicBezTo>
                  <a:lnTo>
                    <a:pt x="39604" y="5981"/>
                  </a:lnTo>
                  <a:lnTo>
                    <a:pt x="39604" y="5656"/>
                  </a:lnTo>
                  <a:close/>
                  <a:moveTo>
                    <a:pt x="11288" y="13594"/>
                  </a:moveTo>
                  <a:lnTo>
                    <a:pt x="11288" y="13594"/>
                  </a:lnTo>
                  <a:cubicBezTo>
                    <a:pt x="11266" y="13596"/>
                    <a:pt x="11245" y="13599"/>
                    <a:pt x="11224" y="13602"/>
                  </a:cubicBezTo>
                  <a:cubicBezTo>
                    <a:pt x="11240" y="13602"/>
                    <a:pt x="11266" y="13598"/>
                    <a:pt x="11288" y="13594"/>
                  </a:cubicBezTo>
                  <a:close/>
                  <a:moveTo>
                    <a:pt x="39126" y="13482"/>
                  </a:moveTo>
                  <a:cubicBezTo>
                    <a:pt x="39143" y="13499"/>
                    <a:pt x="39160" y="13567"/>
                    <a:pt x="39160" y="13738"/>
                  </a:cubicBezTo>
                  <a:cubicBezTo>
                    <a:pt x="39152" y="13747"/>
                    <a:pt x="39139" y="13751"/>
                    <a:pt x="39126" y="13751"/>
                  </a:cubicBezTo>
                  <a:cubicBezTo>
                    <a:pt x="39113" y="13751"/>
                    <a:pt x="39100" y="13747"/>
                    <a:pt x="39092" y="13738"/>
                  </a:cubicBezTo>
                  <a:lnTo>
                    <a:pt x="39126" y="13482"/>
                  </a:lnTo>
                  <a:close/>
                  <a:moveTo>
                    <a:pt x="5432" y="1"/>
                  </a:moveTo>
                  <a:lnTo>
                    <a:pt x="5432" y="1"/>
                  </a:lnTo>
                  <a:cubicBezTo>
                    <a:pt x="5073" y="18"/>
                    <a:pt x="4731" y="35"/>
                    <a:pt x="4373" y="69"/>
                  </a:cubicBezTo>
                  <a:cubicBezTo>
                    <a:pt x="3997" y="121"/>
                    <a:pt x="3638" y="172"/>
                    <a:pt x="3262" y="223"/>
                  </a:cubicBezTo>
                  <a:cubicBezTo>
                    <a:pt x="3283" y="222"/>
                    <a:pt x="3302" y="221"/>
                    <a:pt x="3319" y="221"/>
                  </a:cubicBezTo>
                  <a:cubicBezTo>
                    <a:pt x="3527" y="221"/>
                    <a:pt x="3467" y="311"/>
                    <a:pt x="3262" y="343"/>
                  </a:cubicBezTo>
                  <a:lnTo>
                    <a:pt x="3177" y="274"/>
                  </a:lnTo>
                  <a:lnTo>
                    <a:pt x="3177" y="274"/>
                  </a:lnTo>
                  <a:cubicBezTo>
                    <a:pt x="3040" y="343"/>
                    <a:pt x="3399" y="274"/>
                    <a:pt x="3125" y="377"/>
                  </a:cubicBezTo>
                  <a:cubicBezTo>
                    <a:pt x="3101" y="378"/>
                    <a:pt x="3079" y="379"/>
                    <a:pt x="3060" y="379"/>
                  </a:cubicBezTo>
                  <a:cubicBezTo>
                    <a:pt x="2865" y="379"/>
                    <a:pt x="2934" y="305"/>
                    <a:pt x="3074" y="274"/>
                  </a:cubicBezTo>
                  <a:lnTo>
                    <a:pt x="3074" y="274"/>
                  </a:lnTo>
                  <a:lnTo>
                    <a:pt x="2749" y="343"/>
                  </a:lnTo>
                  <a:cubicBezTo>
                    <a:pt x="2732" y="308"/>
                    <a:pt x="2801" y="291"/>
                    <a:pt x="2818" y="257"/>
                  </a:cubicBezTo>
                  <a:lnTo>
                    <a:pt x="2818" y="257"/>
                  </a:lnTo>
                  <a:cubicBezTo>
                    <a:pt x="2770" y="285"/>
                    <a:pt x="2670" y="287"/>
                    <a:pt x="2556" y="287"/>
                  </a:cubicBezTo>
                  <a:cubicBezTo>
                    <a:pt x="2527" y="287"/>
                    <a:pt x="2497" y="287"/>
                    <a:pt x="2468" y="287"/>
                  </a:cubicBezTo>
                  <a:cubicBezTo>
                    <a:pt x="2318" y="287"/>
                    <a:pt x="2160" y="291"/>
                    <a:pt x="2066" y="343"/>
                  </a:cubicBezTo>
                  <a:lnTo>
                    <a:pt x="2049" y="326"/>
                  </a:lnTo>
                  <a:lnTo>
                    <a:pt x="1195" y="326"/>
                  </a:lnTo>
                  <a:cubicBezTo>
                    <a:pt x="1109" y="326"/>
                    <a:pt x="973" y="291"/>
                    <a:pt x="870" y="274"/>
                  </a:cubicBezTo>
                  <a:lnTo>
                    <a:pt x="511" y="240"/>
                  </a:lnTo>
                  <a:cubicBezTo>
                    <a:pt x="506" y="238"/>
                    <a:pt x="503" y="237"/>
                    <a:pt x="500" y="237"/>
                  </a:cubicBezTo>
                  <a:cubicBezTo>
                    <a:pt x="481" y="237"/>
                    <a:pt x="492" y="277"/>
                    <a:pt x="477" y="291"/>
                  </a:cubicBezTo>
                  <a:lnTo>
                    <a:pt x="477" y="377"/>
                  </a:lnTo>
                  <a:cubicBezTo>
                    <a:pt x="477" y="445"/>
                    <a:pt x="477" y="514"/>
                    <a:pt x="460" y="565"/>
                  </a:cubicBezTo>
                  <a:cubicBezTo>
                    <a:pt x="460" y="701"/>
                    <a:pt x="443" y="821"/>
                    <a:pt x="426" y="958"/>
                  </a:cubicBezTo>
                  <a:cubicBezTo>
                    <a:pt x="494" y="992"/>
                    <a:pt x="460" y="1214"/>
                    <a:pt x="494" y="1385"/>
                  </a:cubicBezTo>
                  <a:cubicBezTo>
                    <a:pt x="426" y="1829"/>
                    <a:pt x="340" y="2325"/>
                    <a:pt x="289" y="2854"/>
                  </a:cubicBezTo>
                  <a:cubicBezTo>
                    <a:pt x="289" y="3059"/>
                    <a:pt x="303" y="3083"/>
                    <a:pt x="321" y="3083"/>
                  </a:cubicBezTo>
                  <a:cubicBezTo>
                    <a:pt x="327" y="3083"/>
                    <a:pt x="333" y="3081"/>
                    <a:pt x="338" y="3081"/>
                  </a:cubicBezTo>
                  <a:cubicBezTo>
                    <a:pt x="351" y="3081"/>
                    <a:pt x="364" y="3090"/>
                    <a:pt x="374" y="3145"/>
                  </a:cubicBezTo>
                  <a:cubicBezTo>
                    <a:pt x="320" y="3158"/>
                    <a:pt x="288" y="3503"/>
                    <a:pt x="268" y="3503"/>
                  </a:cubicBezTo>
                  <a:cubicBezTo>
                    <a:pt x="263" y="3503"/>
                    <a:pt x="258" y="3479"/>
                    <a:pt x="255" y="3418"/>
                  </a:cubicBezTo>
                  <a:cubicBezTo>
                    <a:pt x="221" y="4067"/>
                    <a:pt x="204" y="4255"/>
                    <a:pt x="221" y="5076"/>
                  </a:cubicBezTo>
                  <a:cubicBezTo>
                    <a:pt x="249" y="5006"/>
                    <a:pt x="265" y="4925"/>
                    <a:pt x="279" y="4925"/>
                  </a:cubicBezTo>
                  <a:cubicBezTo>
                    <a:pt x="283" y="4925"/>
                    <a:pt x="286" y="4929"/>
                    <a:pt x="289" y="4939"/>
                  </a:cubicBezTo>
                  <a:cubicBezTo>
                    <a:pt x="289" y="5070"/>
                    <a:pt x="242" y="5247"/>
                    <a:pt x="223" y="5247"/>
                  </a:cubicBezTo>
                  <a:cubicBezTo>
                    <a:pt x="223" y="5247"/>
                    <a:pt x="223" y="5247"/>
                    <a:pt x="223" y="5247"/>
                  </a:cubicBezTo>
                  <a:lnTo>
                    <a:pt x="223" y="5247"/>
                  </a:lnTo>
                  <a:cubicBezTo>
                    <a:pt x="265" y="6165"/>
                    <a:pt x="0" y="7340"/>
                    <a:pt x="135" y="8049"/>
                  </a:cubicBezTo>
                  <a:lnTo>
                    <a:pt x="135" y="8014"/>
                  </a:lnTo>
                  <a:lnTo>
                    <a:pt x="204" y="8766"/>
                  </a:lnTo>
                  <a:cubicBezTo>
                    <a:pt x="204" y="8858"/>
                    <a:pt x="200" y="8890"/>
                    <a:pt x="195" y="8890"/>
                  </a:cubicBezTo>
                  <a:cubicBezTo>
                    <a:pt x="183" y="8890"/>
                    <a:pt x="161" y="8748"/>
                    <a:pt x="140" y="8748"/>
                  </a:cubicBezTo>
                  <a:cubicBezTo>
                    <a:pt x="132" y="8748"/>
                    <a:pt x="125" y="8767"/>
                    <a:pt x="118" y="8817"/>
                  </a:cubicBezTo>
                  <a:cubicBezTo>
                    <a:pt x="238" y="9638"/>
                    <a:pt x="152" y="10099"/>
                    <a:pt x="255" y="10782"/>
                  </a:cubicBezTo>
                  <a:cubicBezTo>
                    <a:pt x="101" y="11312"/>
                    <a:pt x="409" y="12628"/>
                    <a:pt x="426" y="13345"/>
                  </a:cubicBezTo>
                  <a:lnTo>
                    <a:pt x="460" y="13294"/>
                  </a:lnTo>
                  <a:cubicBezTo>
                    <a:pt x="494" y="13362"/>
                    <a:pt x="511" y="13431"/>
                    <a:pt x="494" y="13516"/>
                  </a:cubicBezTo>
                  <a:cubicBezTo>
                    <a:pt x="494" y="13619"/>
                    <a:pt x="511" y="13704"/>
                    <a:pt x="528" y="13807"/>
                  </a:cubicBezTo>
                  <a:cubicBezTo>
                    <a:pt x="541" y="13767"/>
                    <a:pt x="514" y="13576"/>
                    <a:pt x="524" y="13576"/>
                  </a:cubicBezTo>
                  <a:cubicBezTo>
                    <a:pt x="527" y="13576"/>
                    <a:pt x="534" y="13593"/>
                    <a:pt x="545" y="13636"/>
                  </a:cubicBezTo>
                  <a:cubicBezTo>
                    <a:pt x="545" y="13670"/>
                    <a:pt x="562" y="13704"/>
                    <a:pt x="580" y="13755"/>
                  </a:cubicBezTo>
                  <a:lnTo>
                    <a:pt x="597" y="13807"/>
                  </a:lnTo>
                  <a:cubicBezTo>
                    <a:pt x="597" y="13824"/>
                    <a:pt x="631" y="13824"/>
                    <a:pt x="648" y="13841"/>
                  </a:cubicBezTo>
                  <a:cubicBezTo>
                    <a:pt x="716" y="13875"/>
                    <a:pt x="785" y="13926"/>
                    <a:pt x="853" y="13960"/>
                  </a:cubicBezTo>
                  <a:cubicBezTo>
                    <a:pt x="887" y="13977"/>
                    <a:pt x="938" y="13977"/>
                    <a:pt x="973" y="13995"/>
                  </a:cubicBezTo>
                  <a:lnTo>
                    <a:pt x="1075" y="14012"/>
                  </a:lnTo>
                  <a:lnTo>
                    <a:pt x="1246" y="14046"/>
                  </a:lnTo>
                  <a:cubicBezTo>
                    <a:pt x="1348" y="14054"/>
                    <a:pt x="1455" y="14059"/>
                    <a:pt x="1562" y="14059"/>
                  </a:cubicBezTo>
                  <a:cubicBezTo>
                    <a:pt x="1669" y="14059"/>
                    <a:pt x="1776" y="14054"/>
                    <a:pt x="1878" y="14046"/>
                  </a:cubicBezTo>
                  <a:cubicBezTo>
                    <a:pt x="2288" y="14029"/>
                    <a:pt x="2681" y="13977"/>
                    <a:pt x="3091" y="13943"/>
                  </a:cubicBezTo>
                  <a:cubicBezTo>
                    <a:pt x="3484" y="13892"/>
                    <a:pt x="3877" y="13858"/>
                    <a:pt x="4253" y="13841"/>
                  </a:cubicBezTo>
                  <a:lnTo>
                    <a:pt x="4526" y="13841"/>
                  </a:lnTo>
                  <a:lnTo>
                    <a:pt x="4800" y="13875"/>
                  </a:lnTo>
                  <a:cubicBezTo>
                    <a:pt x="5005" y="13892"/>
                    <a:pt x="5210" y="13909"/>
                    <a:pt x="5398" y="13926"/>
                  </a:cubicBezTo>
                  <a:cubicBezTo>
                    <a:pt x="5420" y="13927"/>
                    <a:pt x="5441" y="13927"/>
                    <a:pt x="5461" y="13927"/>
                  </a:cubicBezTo>
                  <a:cubicBezTo>
                    <a:pt x="5877" y="13927"/>
                    <a:pt x="5822" y="13797"/>
                    <a:pt x="6152" y="13797"/>
                  </a:cubicBezTo>
                  <a:cubicBezTo>
                    <a:pt x="6232" y="13797"/>
                    <a:pt x="6336" y="13804"/>
                    <a:pt x="6474" y="13824"/>
                  </a:cubicBezTo>
                  <a:lnTo>
                    <a:pt x="6252" y="13892"/>
                  </a:lnTo>
                  <a:cubicBezTo>
                    <a:pt x="7431" y="13807"/>
                    <a:pt x="8661" y="13789"/>
                    <a:pt x="9789" y="13584"/>
                  </a:cubicBezTo>
                  <a:lnTo>
                    <a:pt x="9789" y="13584"/>
                  </a:lnTo>
                  <a:cubicBezTo>
                    <a:pt x="9738" y="13619"/>
                    <a:pt x="9669" y="13636"/>
                    <a:pt x="9618" y="13636"/>
                  </a:cubicBezTo>
                  <a:cubicBezTo>
                    <a:pt x="9789" y="13636"/>
                    <a:pt x="9960" y="13636"/>
                    <a:pt x="10131" y="13602"/>
                  </a:cubicBezTo>
                  <a:cubicBezTo>
                    <a:pt x="10319" y="13567"/>
                    <a:pt x="10472" y="13550"/>
                    <a:pt x="10472" y="13516"/>
                  </a:cubicBezTo>
                  <a:cubicBezTo>
                    <a:pt x="10643" y="13516"/>
                    <a:pt x="10507" y="13567"/>
                    <a:pt x="10626" y="13584"/>
                  </a:cubicBezTo>
                  <a:cubicBezTo>
                    <a:pt x="10644" y="13586"/>
                    <a:pt x="10662" y="13586"/>
                    <a:pt x="10682" y="13586"/>
                  </a:cubicBezTo>
                  <a:cubicBezTo>
                    <a:pt x="10831" y="13586"/>
                    <a:pt x="11021" y="13550"/>
                    <a:pt x="11163" y="13550"/>
                  </a:cubicBezTo>
                  <a:cubicBezTo>
                    <a:pt x="11233" y="13550"/>
                    <a:pt x="11291" y="13559"/>
                    <a:pt x="11327" y="13584"/>
                  </a:cubicBezTo>
                  <a:cubicBezTo>
                    <a:pt x="11336" y="13584"/>
                    <a:pt x="11315" y="13590"/>
                    <a:pt x="11288" y="13594"/>
                  </a:cubicBezTo>
                  <a:lnTo>
                    <a:pt x="11288" y="13594"/>
                  </a:lnTo>
                  <a:cubicBezTo>
                    <a:pt x="11329" y="13591"/>
                    <a:pt x="11371" y="13589"/>
                    <a:pt x="11414" y="13589"/>
                  </a:cubicBezTo>
                  <a:cubicBezTo>
                    <a:pt x="11481" y="13589"/>
                    <a:pt x="11549" y="13593"/>
                    <a:pt x="11617" y="13602"/>
                  </a:cubicBezTo>
                  <a:cubicBezTo>
                    <a:pt x="11754" y="13602"/>
                    <a:pt x="11856" y="13602"/>
                    <a:pt x="11788" y="13567"/>
                  </a:cubicBezTo>
                  <a:lnTo>
                    <a:pt x="11788" y="13567"/>
                  </a:lnTo>
                  <a:cubicBezTo>
                    <a:pt x="12198" y="13636"/>
                    <a:pt x="12591" y="13619"/>
                    <a:pt x="12916" y="13721"/>
                  </a:cubicBezTo>
                  <a:cubicBezTo>
                    <a:pt x="12941" y="13715"/>
                    <a:pt x="12970" y="13713"/>
                    <a:pt x="13001" y="13713"/>
                  </a:cubicBezTo>
                  <a:cubicBezTo>
                    <a:pt x="13186" y="13713"/>
                    <a:pt x="13456" y="13802"/>
                    <a:pt x="13605" y="13802"/>
                  </a:cubicBezTo>
                  <a:cubicBezTo>
                    <a:pt x="13650" y="13802"/>
                    <a:pt x="13684" y="13793"/>
                    <a:pt x="13702" y="13772"/>
                  </a:cubicBezTo>
                  <a:lnTo>
                    <a:pt x="13702" y="13772"/>
                  </a:lnTo>
                  <a:cubicBezTo>
                    <a:pt x="13650" y="13875"/>
                    <a:pt x="14419" y="13995"/>
                    <a:pt x="14693" y="13995"/>
                  </a:cubicBezTo>
                  <a:cubicBezTo>
                    <a:pt x="14607" y="14012"/>
                    <a:pt x="14915" y="14063"/>
                    <a:pt x="14812" y="14097"/>
                  </a:cubicBezTo>
                  <a:cubicBezTo>
                    <a:pt x="14997" y="14128"/>
                    <a:pt x="15169" y="14152"/>
                    <a:pt x="15270" y="14152"/>
                  </a:cubicBezTo>
                  <a:cubicBezTo>
                    <a:pt x="15337" y="14152"/>
                    <a:pt x="15373" y="14141"/>
                    <a:pt x="15359" y="14114"/>
                  </a:cubicBezTo>
                  <a:lnTo>
                    <a:pt x="15359" y="14114"/>
                  </a:lnTo>
                  <a:cubicBezTo>
                    <a:pt x="15889" y="14336"/>
                    <a:pt x="16504" y="14182"/>
                    <a:pt x="16811" y="14387"/>
                  </a:cubicBezTo>
                  <a:cubicBezTo>
                    <a:pt x="17273" y="14405"/>
                    <a:pt x="17717" y="14405"/>
                    <a:pt x="18144" y="14422"/>
                  </a:cubicBezTo>
                  <a:lnTo>
                    <a:pt x="19391" y="14456"/>
                  </a:lnTo>
                  <a:cubicBezTo>
                    <a:pt x="19382" y="14485"/>
                    <a:pt x="19305" y="14493"/>
                    <a:pt x="19201" y="14493"/>
                  </a:cubicBezTo>
                  <a:cubicBezTo>
                    <a:pt x="19053" y="14493"/>
                    <a:pt x="18849" y="14476"/>
                    <a:pt x="18703" y="14476"/>
                  </a:cubicBezTo>
                  <a:cubicBezTo>
                    <a:pt x="18588" y="14476"/>
                    <a:pt x="18509" y="14487"/>
                    <a:pt x="18520" y="14524"/>
                  </a:cubicBezTo>
                  <a:cubicBezTo>
                    <a:pt x="18992" y="14524"/>
                    <a:pt x="19340" y="14506"/>
                    <a:pt x="19710" y="14506"/>
                  </a:cubicBezTo>
                  <a:cubicBezTo>
                    <a:pt x="19956" y="14506"/>
                    <a:pt x="20212" y="14514"/>
                    <a:pt x="20519" y="14541"/>
                  </a:cubicBezTo>
                  <a:cubicBezTo>
                    <a:pt x="20724" y="14575"/>
                    <a:pt x="20400" y="14575"/>
                    <a:pt x="20331" y="14593"/>
                  </a:cubicBezTo>
                  <a:cubicBezTo>
                    <a:pt x="21057" y="14593"/>
                    <a:pt x="21724" y="14680"/>
                    <a:pt x="22373" y="14680"/>
                  </a:cubicBezTo>
                  <a:cubicBezTo>
                    <a:pt x="22427" y="14680"/>
                    <a:pt x="22481" y="14679"/>
                    <a:pt x="22535" y="14678"/>
                  </a:cubicBezTo>
                  <a:lnTo>
                    <a:pt x="22535" y="14678"/>
                  </a:lnTo>
                  <a:cubicBezTo>
                    <a:pt x="22484" y="14695"/>
                    <a:pt x="22433" y="14695"/>
                    <a:pt x="22399" y="14695"/>
                  </a:cubicBezTo>
                  <a:cubicBezTo>
                    <a:pt x="22477" y="14695"/>
                    <a:pt x="22566" y="14706"/>
                    <a:pt x="22625" y="14706"/>
                  </a:cubicBezTo>
                  <a:cubicBezTo>
                    <a:pt x="22669" y="14706"/>
                    <a:pt x="22696" y="14700"/>
                    <a:pt x="22689" y="14678"/>
                  </a:cubicBezTo>
                  <a:lnTo>
                    <a:pt x="22552" y="14678"/>
                  </a:lnTo>
                  <a:cubicBezTo>
                    <a:pt x="22359" y="14614"/>
                    <a:pt x="23031" y="14564"/>
                    <a:pt x="23123" y="14530"/>
                  </a:cubicBezTo>
                  <a:lnTo>
                    <a:pt x="23123" y="14530"/>
                  </a:lnTo>
                  <a:cubicBezTo>
                    <a:pt x="22922" y="14659"/>
                    <a:pt x="23811" y="14595"/>
                    <a:pt x="23441" y="14746"/>
                  </a:cubicBezTo>
                  <a:cubicBezTo>
                    <a:pt x="23526" y="14746"/>
                    <a:pt x="23646" y="14712"/>
                    <a:pt x="23629" y="14678"/>
                  </a:cubicBezTo>
                  <a:lnTo>
                    <a:pt x="23629" y="14678"/>
                  </a:lnTo>
                  <a:cubicBezTo>
                    <a:pt x="23766" y="14695"/>
                    <a:pt x="23800" y="14712"/>
                    <a:pt x="23663" y="14746"/>
                  </a:cubicBezTo>
                  <a:cubicBezTo>
                    <a:pt x="24088" y="14746"/>
                    <a:pt x="24023" y="14709"/>
                    <a:pt x="24275" y="14709"/>
                  </a:cubicBezTo>
                  <a:cubicBezTo>
                    <a:pt x="24318" y="14709"/>
                    <a:pt x="24368" y="14710"/>
                    <a:pt x="24432" y="14712"/>
                  </a:cubicBezTo>
                  <a:cubicBezTo>
                    <a:pt x="24432" y="14729"/>
                    <a:pt x="24329" y="14729"/>
                    <a:pt x="24295" y="14763"/>
                  </a:cubicBezTo>
                  <a:cubicBezTo>
                    <a:pt x="24500" y="14725"/>
                    <a:pt x="24705" y="14706"/>
                    <a:pt x="24910" y="14706"/>
                  </a:cubicBezTo>
                  <a:cubicBezTo>
                    <a:pt x="24979" y="14706"/>
                    <a:pt x="25047" y="14708"/>
                    <a:pt x="25115" y="14712"/>
                  </a:cubicBezTo>
                  <a:cubicBezTo>
                    <a:pt x="25098" y="14729"/>
                    <a:pt x="25115" y="14746"/>
                    <a:pt x="25064" y="14746"/>
                  </a:cubicBezTo>
                  <a:cubicBezTo>
                    <a:pt x="25606" y="14746"/>
                    <a:pt x="26010" y="14671"/>
                    <a:pt x="26555" y="14671"/>
                  </a:cubicBezTo>
                  <a:cubicBezTo>
                    <a:pt x="26646" y="14671"/>
                    <a:pt x="26741" y="14673"/>
                    <a:pt x="26841" y="14678"/>
                  </a:cubicBezTo>
                  <a:cubicBezTo>
                    <a:pt x="26619" y="14780"/>
                    <a:pt x="27080" y="14695"/>
                    <a:pt x="27114" y="14798"/>
                  </a:cubicBezTo>
                  <a:lnTo>
                    <a:pt x="27490" y="14746"/>
                  </a:lnTo>
                  <a:lnTo>
                    <a:pt x="27337" y="14712"/>
                  </a:lnTo>
                  <a:cubicBezTo>
                    <a:pt x="27647" y="14712"/>
                    <a:pt x="27916" y="14642"/>
                    <a:pt x="28180" y="14642"/>
                  </a:cubicBezTo>
                  <a:cubicBezTo>
                    <a:pt x="28206" y="14642"/>
                    <a:pt x="28233" y="14642"/>
                    <a:pt x="28259" y="14644"/>
                  </a:cubicBezTo>
                  <a:lnTo>
                    <a:pt x="28037" y="14729"/>
                  </a:lnTo>
                  <a:lnTo>
                    <a:pt x="28652" y="14678"/>
                  </a:lnTo>
                  <a:lnTo>
                    <a:pt x="28293" y="14661"/>
                  </a:lnTo>
                  <a:cubicBezTo>
                    <a:pt x="28635" y="14610"/>
                    <a:pt x="28259" y="14558"/>
                    <a:pt x="28703" y="14558"/>
                  </a:cubicBezTo>
                  <a:cubicBezTo>
                    <a:pt x="28874" y="14558"/>
                    <a:pt x="29045" y="14575"/>
                    <a:pt x="29216" y="14593"/>
                  </a:cubicBezTo>
                  <a:cubicBezTo>
                    <a:pt x="29404" y="14541"/>
                    <a:pt x="29592" y="14524"/>
                    <a:pt x="29780" y="14524"/>
                  </a:cubicBezTo>
                  <a:cubicBezTo>
                    <a:pt x="29848" y="14558"/>
                    <a:pt x="29746" y="14627"/>
                    <a:pt x="29780" y="14644"/>
                  </a:cubicBezTo>
                  <a:cubicBezTo>
                    <a:pt x="29947" y="14560"/>
                    <a:pt x="30538" y="14591"/>
                    <a:pt x="30740" y="14513"/>
                  </a:cubicBezTo>
                  <a:lnTo>
                    <a:pt x="30740" y="14513"/>
                  </a:lnTo>
                  <a:cubicBezTo>
                    <a:pt x="30700" y="14533"/>
                    <a:pt x="30689" y="14575"/>
                    <a:pt x="30720" y="14575"/>
                  </a:cubicBezTo>
                  <a:lnTo>
                    <a:pt x="30856" y="14507"/>
                  </a:lnTo>
                  <a:cubicBezTo>
                    <a:pt x="31010" y="14524"/>
                    <a:pt x="31027" y="14541"/>
                    <a:pt x="31010" y="14575"/>
                  </a:cubicBezTo>
                  <a:cubicBezTo>
                    <a:pt x="31436" y="14575"/>
                    <a:pt x="30945" y="14488"/>
                    <a:pt x="31297" y="14488"/>
                  </a:cubicBezTo>
                  <a:cubicBezTo>
                    <a:pt x="31326" y="14488"/>
                    <a:pt x="31361" y="14489"/>
                    <a:pt x="31403" y="14490"/>
                  </a:cubicBezTo>
                  <a:cubicBezTo>
                    <a:pt x="31369" y="14507"/>
                    <a:pt x="31335" y="14507"/>
                    <a:pt x="31301" y="14524"/>
                  </a:cubicBezTo>
                  <a:cubicBezTo>
                    <a:pt x="31756" y="14524"/>
                    <a:pt x="32188" y="14465"/>
                    <a:pt x="32606" y="14465"/>
                  </a:cubicBezTo>
                  <a:cubicBezTo>
                    <a:pt x="32690" y="14465"/>
                    <a:pt x="32773" y="14467"/>
                    <a:pt x="32855" y="14473"/>
                  </a:cubicBezTo>
                  <a:cubicBezTo>
                    <a:pt x="33009" y="14558"/>
                    <a:pt x="32428" y="14490"/>
                    <a:pt x="32599" y="14575"/>
                  </a:cubicBezTo>
                  <a:cubicBezTo>
                    <a:pt x="33029" y="14535"/>
                    <a:pt x="33460" y="14519"/>
                    <a:pt x="33890" y="14519"/>
                  </a:cubicBezTo>
                  <a:cubicBezTo>
                    <a:pt x="34195" y="14519"/>
                    <a:pt x="34499" y="14527"/>
                    <a:pt x="34803" y="14541"/>
                  </a:cubicBezTo>
                  <a:lnTo>
                    <a:pt x="34649" y="14524"/>
                  </a:lnTo>
                  <a:cubicBezTo>
                    <a:pt x="34673" y="14497"/>
                    <a:pt x="34712" y="14487"/>
                    <a:pt x="34763" y="14487"/>
                  </a:cubicBezTo>
                  <a:cubicBezTo>
                    <a:pt x="34927" y="14487"/>
                    <a:pt x="35212" y="14594"/>
                    <a:pt x="35477" y="14594"/>
                  </a:cubicBezTo>
                  <a:cubicBezTo>
                    <a:pt x="35486" y="14594"/>
                    <a:pt x="35496" y="14593"/>
                    <a:pt x="35505" y="14593"/>
                  </a:cubicBezTo>
                  <a:lnTo>
                    <a:pt x="35505" y="14593"/>
                  </a:lnTo>
                  <a:cubicBezTo>
                    <a:pt x="35431" y="14599"/>
                    <a:pt x="35403" y="14644"/>
                    <a:pt x="35435" y="14644"/>
                  </a:cubicBezTo>
                  <a:cubicBezTo>
                    <a:pt x="35999" y="14695"/>
                    <a:pt x="36580" y="14712"/>
                    <a:pt x="37161" y="14712"/>
                  </a:cubicBezTo>
                  <a:lnTo>
                    <a:pt x="37076" y="14729"/>
                  </a:lnTo>
                  <a:cubicBezTo>
                    <a:pt x="37349" y="14780"/>
                    <a:pt x="37827" y="14780"/>
                    <a:pt x="38135" y="14798"/>
                  </a:cubicBezTo>
                  <a:cubicBezTo>
                    <a:pt x="38238" y="14763"/>
                    <a:pt x="38408" y="14780"/>
                    <a:pt x="38306" y="14729"/>
                  </a:cubicBezTo>
                  <a:lnTo>
                    <a:pt x="38306" y="14729"/>
                  </a:lnTo>
                  <a:cubicBezTo>
                    <a:pt x="38408" y="14746"/>
                    <a:pt x="38528" y="14763"/>
                    <a:pt x="38648" y="14780"/>
                  </a:cubicBezTo>
                  <a:cubicBezTo>
                    <a:pt x="38750" y="14780"/>
                    <a:pt x="38860" y="14788"/>
                    <a:pt x="38973" y="14788"/>
                  </a:cubicBezTo>
                  <a:cubicBezTo>
                    <a:pt x="39029" y="14788"/>
                    <a:pt x="39086" y="14786"/>
                    <a:pt x="39143" y="14780"/>
                  </a:cubicBezTo>
                  <a:cubicBezTo>
                    <a:pt x="39160" y="14627"/>
                    <a:pt x="39177" y="14456"/>
                    <a:pt x="39177" y="14302"/>
                  </a:cubicBezTo>
                  <a:cubicBezTo>
                    <a:pt x="39177" y="14200"/>
                    <a:pt x="39194" y="14080"/>
                    <a:pt x="39194" y="13977"/>
                  </a:cubicBezTo>
                  <a:cubicBezTo>
                    <a:pt x="39194" y="13550"/>
                    <a:pt x="39246" y="13106"/>
                    <a:pt x="39331" y="12696"/>
                  </a:cubicBezTo>
                  <a:cubicBezTo>
                    <a:pt x="39331" y="12776"/>
                    <a:pt x="39331" y="12877"/>
                    <a:pt x="39339" y="12877"/>
                  </a:cubicBezTo>
                  <a:cubicBezTo>
                    <a:pt x="39341" y="12877"/>
                    <a:pt x="39344" y="12869"/>
                    <a:pt x="39348" y="12850"/>
                  </a:cubicBezTo>
                  <a:lnTo>
                    <a:pt x="39382" y="12132"/>
                  </a:lnTo>
                  <a:lnTo>
                    <a:pt x="39382" y="12132"/>
                  </a:lnTo>
                  <a:cubicBezTo>
                    <a:pt x="39331" y="12183"/>
                    <a:pt x="39348" y="12218"/>
                    <a:pt x="39297" y="12371"/>
                  </a:cubicBezTo>
                  <a:cubicBezTo>
                    <a:pt x="39263" y="12218"/>
                    <a:pt x="39263" y="12064"/>
                    <a:pt x="39280" y="11893"/>
                  </a:cubicBezTo>
                  <a:lnTo>
                    <a:pt x="39280" y="11893"/>
                  </a:lnTo>
                  <a:cubicBezTo>
                    <a:pt x="39280" y="11995"/>
                    <a:pt x="39288" y="12033"/>
                    <a:pt x="39301" y="12033"/>
                  </a:cubicBezTo>
                  <a:cubicBezTo>
                    <a:pt x="39329" y="12033"/>
                    <a:pt x="39376" y="11855"/>
                    <a:pt x="39399" y="11773"/>
                  </a:cubicBezTo>
                  <a:lnTo>
                    <a:pt x="39399" y="11773"/>
                  </a:lnTo>
                  <a:cubicBezTo>
                    <a:pt x="39397" y="11776"/>
                    <a:pt x="39394" y="11777"/>
                    <a:pt x="39392" y="11777"/>
                  </a:cubicBezTo>
                  <a:cubicBezTo>
                    <a:pt x="39380" y="11777"/>
                    <a:pt x="39368" y="11753"/>
                    <a:pt x="39356" y="11753"/>
                  </a:cubicBezTo>
                  <a:cubicBezTo>
                    <a:pt x="39353" y="11753"/>
                    <a:pt x="39351" y="11754"/>
                    <a:pt x="39348" y="11756"/>
                  </a:cubicBezTo>
                  <a:cubicBezTo>
                    <a:pt x="39485" y="11380"/>
                    <a:pt x="39246" y="11671"/>
                    <a:pt x="39348" y="11175"/>
                  </a:cubicBezTo>
                  <a:lnTo>
                    <a:pt x="39348" y="11175"/>
                  </a:lnTo>
                  <a:lnTo>
                    <a:pt x="39382" y="11192"/>
                  </a:lnTo>
                  <a:cubicBezTo>
                    <a:pt x="39365" y="11004"/>
                    <a:pt x="39365" y="10816"/>
                    <a:pt x="39382" y="10629"/>
                  </a:cubicBezTo>
                  <a:cubicBezTo>
                    <a:pt x="39391" y="10618"/>
                    <a:pt x="39398" y="10613"/>
                    <a:pt x="39402" y="10613"/>
                  </a:cubicBezTo>
                  <a:cubicBezTo>
                    <a:pt x="39435" y="10613"/>
                    <a:pt x="39389" y="10834"/>
                    <a:pt x="39434" y="10834"/>
                  </a:cubicBezTo>
                  <a:cubicBezTo>
                    <a:pt x="39468" y="10543"/>
                    <a:pt x="39365" y="10253"/>
                    <a:pt x="39434" y="9996"/>
                  </a:cubicBezTo>
                  <a:lnTo>
                    <a:pt x="39434" y="9996"/>
                  </a:lnTo>
                  <a:lnTo>
                    <a:pt x="39434" y="10423"/>
                  </a:lnTo>
                  <a:cubicBezTo>
                    <a:pt x="39502" y="10253"/>
                    <a:pt x="39536" y="10082"/>
                    <a:pt x="39536" y="9894"/>
                  </a:cubicBezTo>
                  <a:lnTo>
                    <a:pt x="39536" y="9911"/>
                  </a:lnTo>
                  <a:lnTo>
                    <a:pt x="39587" y="9552"/>
                  </a:lnTo>
                  <a:cubicBezTo>
                    <a:pt x="39434" y="9176"/>
                    <a:pt x="39587" y="8817"/>
                    <a:pt x="39519" y="8322"/>
                  </a:cubicBezTo>
                  <a:lnTo>
                    <a:pt x="39519" y="8322"/>
                  </a:lnTo>
                  <a:cubicBezTo>
                    <a:pt x="39545" y="8502"/>
                    <a:pt x="39558" y="8556"/>
                    <a:pt x="39569" y="8556"/>
                  </a:cubicBezTo>
                  <a:cubicBezTo>
                    <a:pt x="39585" y="8556"/>
                    <a:pt x="39594" y="8437"/>
                    <a:pt x="39627" y="8437"/>
                  </a:cubicBezTo>
                  <a:cubicBezTo>
                    <a:pt x="39631" y="8437"/>
                    <a:pt x="39634" y="8438"/>
                    <a:pt x="39639" y="8442"/>
                  </a:cubicBezTo>
                  <a:cubicBezTo>
                    <a:pt x="39653" y="8325"/>
                    <a:pt x="39680" y="8171"/>
                    <a:pt x="39698" y="8171"/>
                  </a:cubicBezTo>
                  <a:cubicBezTo>
                    <a:pt x="39702" y="8171"/>
                    <a:pt x="39704" y="8175"/>
                    <a:pt x="39707" y="8185"/>
                  </a:cubicBezTo>
                  <a:cubicBezTo>
                    <a:pt x="39673" y="7946"/>
                    <a:pt x="39775" y="7792"/>
                    <a:pt x="39707" y="7468"/>
                  </a:cubicBezTo>
                  <a:cubicBezTo>
                    <a:pt x="39738" y="7452"/>
                    <a:pt x="39727" y="7255"/>
                    <a:pt x="39762" y="7255"/>
                  </a:cubicBezTo>
                  <a:cubicBezTo>
                    <a:pt x="39766" y="7255"/>
                    <a:pt x="39770" y="7258"/>
                    <a:pt x="39775" y="7263"/>
                  </a:cubicBezTo>
                  <a:cubicBezTo>
                    <a:pt x="39775" y="7187"/>
                    <a:pt x="39773" y="7159"/>
                    <a:pt x="39769" y="7159"/>
                  </a:cubicBezTo>
                  <a:cubicBezTo>
                    <a:pt x="39758" y="7159"/>
                    <a:pt x="39738" y="7331"/>
                    <a:pt x="39725" y="7331"/>
                  </a:cubicBezTo>
                  <a:cubicBezTo>
                    <a:pt x="39725" y="7331"/>
                    <a:pt x="39724" y="7331"/>
                    <a:pt x="39724" y="7331"/>
                  </a:cubicBezTo>
                  <a:cubicBezTo>
                    <a:pt x="39656" y="6870"/>
                    <a:pt x="39861" y="6237"/>
                    <a:pt x="39758" y="5571"/>
                  </a:cubicBezTo>
                  <a:cubicBezTo>
                    <a:pt x="39741" y="5024"/>
                    <a:pt x="39673" y="4905"/>
                    <a:pt x="39639" y="4460"/>
                  </a:cubicBezTo>
                  <a:lnTo>
                    <a:pt x="39639" y="4324"/>
                  </a:lnTo>
                  <a:cubicBezTo>
                    <a:pt x="39644" y="4308"/>
                    <a:pt x="39649" y="4301"/>
                    <a:pt x="39655" y="4301"/>
                  </a:cubicBezTo>
                  <a:cubicBezTo>
                    <a:pt x="39683" y="4301"/>
                    <a:pt x="39707" y="4495"/>
                    <a:pt x="39707" y="4495"/>
                  </a:cubicBezTo>
                  <a:cubicBezTo>
                    <a:pt x="39741" y="4238"/>
                    <a:pt x="39741" y="3982"/>
                    <a:pt x="39724" y="3709"/>
                  </a:cubicBezTo>
                  <a:lnTo>
                    <a:pt x="39724" y="3709"/>
                  </a:lnTo>
                  <a:cubicBezTo>
                    <a:pt x="39729" y="3728"/>
                    <a:pt x="39734" y="3737"/>
                    <a:pt x="39739" y="3737"/>
                  </a:cubicBezTo>
                  <a:cubicBezTo>
                    <a:pt x="39752" y="3737"/>
                    <a:pt x="39768" y="3684"/>
                    <a:pt x="39792" y="3623"/>
                  </a:cubicBezTo>
                  <a:cubicBezTo>
                    <a:pt x="39792" y="3418"/>
                    <a:pt x="39707" y="3487"/>
                    <a:pt x="39741" y="3196"/>
                  </a:cubicBezTo>
                  <a:lnTo>
                    <a:pt x="39741" y="3196"/>
                  </a:lnTo>
                  <a:cubicBezTo>
                    <a:pt x="39775" y="3264"/>
                    <a:pt x="39809" y="3333"/>
                    <a:pt x="39827" y="3418"/>
                  </a:cubicBezTo>
                  <a:cubicBezTo>
                    <a:pt x="39809" y="3162"/>
                    <a:pt x="39775" y="2906"/>
                    <a:pt x="39741" y="2632"/>
                  </a:cubicBezTo>
                  <a:cubicBezTo>
                    <a:pt x="39748" y="2623"/>
                    <a:pt x="39754" y="2619"/>
                    <a:pt x="39759" y="2619"/>
                  </a:cubicBezTo>
                  <a:cubicBezTo>
                    <a:pt x="39797" y="2619"/>
                    <a:pt x="39812" y="2799"/>
                    <a:pt x="39827" y="2888"/>
                  </a:cubicBezTo>
                  <a:cubicBezTo>
                    <a:pt x="39809" y="2581"/>
                    <a:pt x="39792" y="2103"/>
                    <a:pt x="39741" y="2017"/>
                  </a:cubicBezTo>
                  <a:lnTo>
                    <a:pt x="39725" y="2147"/>
                  </a:lnTo>
                  <a:lnTo>
                    <a:pt x="39725" y="2147"/>
                  </a:lnTo>
                  <a:cubicBezTo>
                    <a:pt x="39726" y="2143"/>
                    <a:pt x="39729" y="2140"/>
                    <a:pt x="39733" y="2140"/>
                  </a:cubicBezTo>
                  <a:cubicBezTo>
                    <a:pt x="39748" y="2140"/>
                    <a:pt x="39775" y="2172"/>
                    <a:pt x="39775" y="2222"/>
                  </a:cubicBezTo>
                  <a:cubicBezTo>
                    <a:pt x="39827" y="2496"/>
                    <a:pt x="39758" y="2598"/>
                    <a:pt x="39741" y="2615"/>
                  </a:cubicBezTo>
                  <a:lnTo>
                    <a:pt x="39724" y="2427"/>
                  </a:lnTo>
                  <a:lnTo>
                    <a:pt x="39724" y="2427"/>
                  </a:lnTo>
                  <a:cubicBezTo>
                    <a:pt x="39587" y="2615"/>
                    <a:pt x="39741" y="3196"/>
                    <a:pt x="39724" y="3572"/>
                  </a:cubicBezTo>
                  <a:lnTo>
                    <a:pt x="39639" y="3452"/>
                  </a:lnTo>
                  <a:lnTo>
                    <a:pt x="39639" y="1590"/>
                  </a:lnTo>
                  <a:cubicBezTo>
                    <a:pt x="39280" y="1556"/>
                    <a:pt x="38921" y="1522"/>
                    <a:pt x="38579" y="1470"/>
                  </a:cubicBezTo>
                  <a:lnTo>
                    <a:pt x="38528" y="1470"/>
                  </a:lnTo>
                  <a:cubicBezTo>
                    <a:pt x="38562" y="1453"/>
                    <a:pt x="38579" y="1419"/>
                    <a:pt x="38596" y="1368"/>
                  </a:cubicBezTo>
                  <a:cubicBezTo>
                    <a:pt x="38631" y="1385"/>
                    <a:pt x="38665" y="1402"/>
                    <a:pt x="38716" y="1402"/>
                  </a:cubicBezTo>
                  <a:lnTo>
                    <a:pt x="38818" y="1334"/>
                  </a:lnTo>
                  <a:lnTo>
                    <a:pt x="38596" y="1334"/>
                  </a:lnTo>
                  <a:cubicBezTo>
                    <a:pt x="38562" y="1282"/>
                    <a:pt x="38460" y="1231"/>
                    <a:pt x="38186" y="1146"/>
                  </a:cubicBezTo>
                  <a:lnTo>
                    <a:pt x="37759" y="1146"/>
                  </a:lnTo>
                  <a:lnTo>
                    <a:pt x="37640" y="1077"/>
                  </a:lnTo>
                  <a:lnTo>
                    <a:pt x="37998" y="1129"/>
                  </a:lnTo>
                  <a:cubicBezTo>
                    <a:pt x="37883" y="1090"/>
                    <a:pt x="37758" y="1071"/>
                    <a:pt x="37638" y="1071"/>
                  </a:cubicBezTo>
                  <a:cubicBezTo>
                    <a:pt x="37598" y="1071"/>
                    <a:pt x="37558" y="1073"/>
                    <a:pt x="37520" y="1077"/>
                  </a:cubicBezTo>
                  <a:cubicBezTo>
                    <a:pt x="37469" y="1043"/>
                    <a:pt x="37417" y="1009"/>
                    <a:pt x="37349" y="992"/>
                  </a:cubicBezTo>
                  <a:lnTo>
                    <a:pt x="36922" y="1026"/>
                  </a:lnTo>
                  <a:cubicBezTo>
                    <a:pt x="36888" y="975"/>
                    <a:pt x="37127" y="975"/>
                    <a:pt x="36854" y="907"/>
                  </a:cubicBezTo>
                  <a:cubicBezTo>
                    <a:pt x="36662" y="907"/>
                    <a:pt x="36977" y="1011"/>
                    <a:pt x="36756" y="1011"/>
                  </a:cubicBezTo>
                  <a:cubicBezTo>
                    <a:pt x="36740" y="1011"/>
                    <a:pt x="36721" y="1010"/>
                    <a:pt x="36700" y="1009"/>
                  </a:cubicBezTo>
                  <a:cubicBezTo>
                    <a:pt x="36512" y="924"/>
                    <a:pt x="36580" y="889"/>
                    <a:pt x="36324" y="889"/>
                  </a:cubicBezTo>
                  <a:cubicBezTo>
                    <a:pt x="36311" y="864"/>
                    <a:pt x="36336" y="849"/>
                    <a:pt x="36390" y="849"/>
                  </a:cubicBezTo>
                  <a:cubicBezTo>
                    <a:pt x="36402" y="849"/>
                    <a:pt x="36415" y="849"/>
                    <a:pt x="36431" y="851"/>
                  </a:cubicBezTo>
                  <a:lnTo>
                    <a:pt x="36431" y="851"/>
                  </a:lnTo>
                  <a:cubicBezTo>
                    <a:pt x="36203" y="820"/>
                    <a:pt x="35990" y="804"/>
                    <a:pt x="35777" y="804"/>
                  </a:cubicBezTo>
                  <a:cubicBezTo>
                    <a:pt x="35572" y="701"/>
                    <a:pt x="35060" y="701"/>
                    <a:pt x="35094" y="582"/>
                  </a:cubicBezTo>
                  <a:lnTo>
                    <a:pt x="35094" y="582"/>
                  </a:lnTo>
                  <a:cubicBezTo>
                    <a:pt x="35000" y="590"/>
                    <a:pt x="34906" y="595"/>
                    <a:pt x="34810" y="595"/>
                  </a:cubicBezTo>
                  <a:cubicBezTo>
                    <a:pt x="34714" y="595"/>
                    <a:pt x="34615" y="590"/>
                    <a:pt x="34513" y="582"/>
                  </a:cubicBezTo>
                  <a:cubicBezTo>
                    <a:pt x="34889" y="514"/>
                    <a:pt x="33795" y="479"/>
                    <a:pt x="33898" y="377"/>
                  </a:cubicBezTo>
                  <a:lnTo>
                    <a:pt x="33898" y="377"/>
                  </a:lnTo>
                  <a:cubicBezTo>
                    <a:pt x="33822" y="396"/>
                    <a:pt x="33714" y="402"/>
                    <a:pt x="33587" y="402"/>
                  </a:cubicBezTo>
                  <a:cubicBezTo>
                    <a:pt x="33381" y="402"/>
                    <a:pt x="33126" y="386"/>
                    <a:pt x="32879" y="386"/>
                  </a:cubicBezTo>
                  <a:cubicBezTo>
                    <a:pt x="32727" y="386"/>
                    <a:pt x="32578" y="392"/>
                    <a:pt x="32445" y="411"/>
                  </a:cubicBezTo>
                  <a:cubicBezTo>
                    <a:pt x="32459" y="404"/>
                    <a:pt x="32473" y="397"/>
                    <a:pt x="32488" y="392"/>
                  </a:cubicBezTo>
                  <a:lnTo>
                    <a:pt x="32488" y="392"/>
                  </a:lnTo>
                  <a:cubicBezTo>
                    <a:pt x="32512" y="393"/>
                    <a:pt x="32537" y="394"/>
                    <a:pt x="32565" y="394"/>
                  </a:cubicBezTo>
                  <a:cubicBezTo>
                    <a:pt x="32550" y="389"/>
                    <a:pt x="32536" y="387"/>
                    <a:pt x="32524" y="387"/>
                  </a:cubicBezTo>
                  <a:cubicBezTo>
                    <a:pt x="32511" y="387"/>
                    <a:pt x="32499" y="389"/>
                    <a:pt x="32488" y="392"/>
                  </a:cubicBezTo>
                  <a:lnTo>
                    <a:pt x="32488" y="392"/>
                  </a:lnTo>
                  <a:cubicBezTo>
                    <a:pt x="32277" y="384"/>
                    <a:pt x="32204" y="341"/>
                    <a:pt x="32035" y="326"/>
                  </a:cubicBezTo>
                  <a:cubicBezTo>
                    <a:pt x="32018" y="411"/>
                    <a:pt x="31591" y="462"/>
                    <a:pt x="31369" y="548"/>
                  </a:cubicBezTo>
                  <a:cubicBezTo>
                    <a:pt x="31044" y="479"/>
                    <a:pt x="31557" y="411"/>
                    <a:pt x="31454" y="326"/>
                  </a:cubicBezTo>
                  <a:lnTo>
                    <a:pt x="31454" y="326"/>
                  </a:lnTo>
                  <a:cubicBezTo>
                    <a:pt x="31471" y="394"/>
                    <a:pt x="30890" y="462"/>
                    <a:pt x="31010" y="514"/>
                  </a:cubicBezTo>
                  <a:cubicBezTo>
                    <a:pt x="30754" y="496"/>
                    <a:pt x="30788" y="514"/>
                    <a:pt x="30651" y="462"/>
                  </a:cubicBezTo>
                  <a:cubicBezTo>
                    <a:pt x="30634" y="582"/>
                    <a:pt x="30429" y="514"/>
                    <a:pt x="30224" y="633"/>
                  </a:cubicBezTo>
                  <a:cubicBezTo>
                    <a:pt x="29985" y="633"/>
                    <a:pt x="30019" y="588"/>
                    <a:pt x="29952" y="588"/>
                  </a:cubicBezTo>
                  <a:cubicBezTo>
                    <a:pt x="29918" y="588"/>
                    <a:pt x="29860" y="599"/>
                    <a:pt x="29729" y="633"/>
                  </a:cubicBezTo>
                  <a:cubicBezTo>
                    <a:pt x="29541" y="633"/>
                    <a:pt x="29882" y="531"/>
                    <a:pt x="29882" y="531"/>
                  </a:cubicBezTo>
                  <a:lnTo>
                    <a:pt x="29882" y="531"/>
                  </a:lnTo>
                  <a:cubicBezTo>
                    <a:pt x="29489" y="599"/>
                    <a:pt x="29712" y="650"/>
                    <a:pt x="29643" y="719"/>
                  </a:cubicBezTo>
                  <a:cubicBezTo>
                    <a:pt x="29517" y="747"/>
                    <a:pt x="29442" y="757"/>
                    <a:pt x="29397" y="757"/>
                  </a:cubicBezTo>
                  <a:cubicBezTo>
                    <a:pt x="29275" y="757"/>
                    <a:pt x="29362" y="684"/>
                    <a:pt x="29250" y="684"/>
                  </a:cubicBezTo>
                  <a:cubicBezTo>
                    <a:pt x="29011" y="753"/>
                    <a:pt x="28772" y="838"/>
                    <a:pt x="28533" y="889"/>
                  </a:cubicBezTo>
                  <a:cubicBezTo>
                    <a:pt x="28516" y="889"/>
                    <a:pt x="28464" y="889"/>
                    <a:pt x="28516" y="855"/>
                  </a:cubicBezTo>
                  <a:lnTo>
                    <a:pt x="28516" y="855"/>
                  </a:lnTo>
                  <a:cubicBezTo>
                    <a:pt x="28225" y="975"/>
                    <a:pt x="27610" y="958"/>
                    <a:pt x="27251" y="1043"/>
                  </a:cubicBezTo>
                  <a:cubicBezTo>
                    <a:pt x="27247" y="1043"/>
                    <a:pt x="27242" y="1043"/>
                    <a:pt x="27238" y="1043"/>
                  </a:cubicBezTo>
                  <a:lnTo>
                    <a:pt x="27238" y="1043"/>
                  </a:lnTo>
                  <a:cubicBezTo>
                    <a:pt x="27273" y="1076"/>
                    <a:pt x="27283" y="1117"/>
                    <a:pt x="27268" y="1146"/>
                  </a:cubicBezTo>
                  <a:cubicBezTo>
                    <a:pt x="27154" y="1146"/>
                    <a:pt x="27048" y="1168"/>
                    <a:pt x="26970" y="1168"/>
                  </a:cubicBezTo>
                  <a:cubicBezTo>
                    <a:pt x="26930" y="1168"/>
                    <a:pt x="26898" y="1163"/>
                    <a:pt x="26875" y="1146"/>
                  </a:cubicBezTo>
                  <a:cubicBezTo>
                    <a:pt x="26926" y="1146"/>
                    <a:pt x="26978" y="1129"/>
                    <a:pt x="27046" y="1112"/>
                  </a:cubicBezTo>
                  <a:lnTo>
                    <a:pt x="27046" y="1112"/>
                  </a:lnTo>
                  <a:lnTo>
                    <a:pt x="26858" y="1129"/>
                  </a:lnTo>
                  <a:cubicBezTo>
                    <a:pt x="26687" y="1043"/>
                    <a:pt x="27114" y="1112"/>
                    <a:pt x="27114" y="1043"/>
                  </a:cubicBezTo>
                  <a:lnTo>
                    <a:pt x="27114" y="1043"/>
                  </a:lnTo>
                  <a:cubicBezTo>
                    <a:pt x="26887" y="1076"/>
                    <a:pt x="26659" y="1088"/>
                    <a:pt x="26432" y="1088"/>
                  </a:cubicBezTo>
                  <a:cubicBezTo>
                    <a:pt x="26301" y="1088"/>
                    <a:pt x="26169" y="1084"/>
                    <a:pt x="26038" y="1077"/>
                  </a:cubicBezTo>
                  <a:cubicBezTo>
                    <a:pt x="26012" y="1035"/>
                    <a:pt x="26175" y="1035"/>
                    <a:pt x="26299" y="1035"/>
                  </a:cubicBezTo>
                  <a:cubicBezTo>
                    <a:pt x="26422" y="1035"/>
                    <a:pt x="26508" y="1035"/>
                    <a:pt x="26328" y="992"/>
                  </a:cubicBezTo>
                  <a:lnTo>
                    <a:pt x="26328" y="992"/>
                  </a:lnTo>
                  <a:cubicBezTo>
                    <a:pt x="26465" y="1009"/>
                    <a:pt x="26602" y="1026"/>
                    <a:pt x="26756" y="1043"/>
                  </a:cubicBezTo>
                  <a:cubicBezTo>
                    <a:pt x="26626" y="989"/>
                    <a:pt x="26641" y="980"/>
                    <a:pt x="26687" y="980"/>
                  </a:cubicBezTo>
                  <a:cubicBezTo>
                    <a:pt x="26707" y="980"/>
                    <a:pt x="26732" y="982"/>
                    <a:pt x="26755" y="982"/>
                  </a:cubicBezTo>
                  <a:cubicBezTo>
                    <a:pt x="26810" y="982"/>
                    <a:pt x="26846" y="972"/>
                    <a:pt x="26721" y="907"/>
                  </a:cubicBezTo>
                  <a:cubicBezTo>
                    <a:pt x="26158" y="872"/>
                    <a:pt x="26089" y="924"/>
                    <a:pt x="25525" y="838"/>
                  </a:cubicBezTo>
                  <a:lnTo>
                    <a:pt x="25525" y="838"/>
                  </a:lnTo>
                  <a:cubicBezTo>
                    <a:pt x="25406" y="872"/>
                    <a:pt x="25560" y="907"/>
                    <a:pt x="25440" y="941"/>
                  </a:cubicBezTo>
                  <a:cubicBezTo>
                    <a:pt x="24646" y="924"/>
                    <a:pt x="24829" y="684"/>
                    <a:pt x="24284" y="684"/>
                  </a:cubicBezTo>
                  <a:cubicBezTo>
                    <a:pt x="24266" y="684"/>
                    <a:pt x="24247" y="684"/>
                    <a:pt x="24227" y="684"/>
                  </a:cubicBezTo>
                  <a:cubicBezTo>
                    <a:pt x="24124" y="727"/>
                    <a:pt x="24018" y="748"/>
                    <a:pt x="23911" y="748"/>
                  </a:cubicBezTo>
                  <a:cubicBezTo>
                    <a:pt x="23804" y="748"/>
                    <a:pt x="23697" y="727"/>
                    <a:pt x="23595" y="684"/>
                  </a:cubicBezTo>
                  <a:lnTo>
                    <a:pt x="23748" y="616"/>
                  </a:lnTo>
                  <a:cubicBezTo>
                    <a:pt x="23626" y="597"/>
                    <a:pt x="23543" y="591"/>
                    <a:pt x="23480" y="591"/>
                  </a:cubicBezTo>
                  <a:cubicBezTo>
                    <a:pt x="23357" y="591"/>
                    <a:pt x="23315" y="615"/>
                    <a:pt x="23224" y="615"/>
                  </a:cubicBezTo>
                  <a:cubicBezTo>
                    <a:pt x="23153" y="615"/>
                    <a:pt x="23052" y="600"/>
                    <a:pt x="22860" y="548"/>
                  </a:cubicBezTo>
                  <a:cubicBezTo>
                    <a:pt x="22875" y="545"/>
                    <a:pt x="22895" y="544"/>
                    <a:pt x="22917" y="544"/>
                  </a:cubicBezTo>
                  <a:cubicBezTo>
                    <a:pt x="23026" y="544"/>
                    <a:pt x="23200" y="568"/>
                    <a:pt x="23215" y="568"/>
                  </a:cubicBezTo>
                  <a:cubicBezTo>
                    <a:pt x="23218" y="568"/>
                    <a:pt x="23214" y="567"/>
                    <a:pt x="23202" y="565"/>
                  </a:cubicBezTo>
                  <a:cubicBezTo>
                    <a:pt x="23085" y="526"/>
                    <a:pt x="23017" y="514"/>
                    <a:pt x="22969" y="514"/>
                  </a:cubicBezTo>
                  <a:cubicBezTo>
                    <a:pt x="22894" y="514"/>
                    <a:pt x="22865" y="543"/>
                    <a:pt x="22774" y="543"/>
                  </a:cubicBezTo>
                  <a:cubicBezTo>
                    <a:pt x="22743" y="543"/>
                    <a:pt x="22705" y="539"/>
                    <a:pt x="22655" y="531"/>
                  </a:cubicBezTo>
                  <a:lnTo>
                    <a:pt x="22604" y="445"/>
                  </a:lnTo>
                  <a:cubicBezTo>
                    <a:pt x="22141" y="395"/>
                    <a:pt x="21669" y="363"/>
                    <a:pt x="21201" y="363"/>
                  </a:cubicBezTo>
                  <a:cubicBezTo>
                    <a:pt x="21030" y="363"/>
                    <a:pt x="20859" y="368"/>
                    <a:pt x="20690" y="377"/>
                  </a:cubicBezTo>
                  <a:cubicBezTo>
                    <a:pt x="20724" y="360"/>
                    <a:pt x="20827" y="326"/>
                    <a:pt x="20690" y="308"/>
                  </a:cubicBezTo>
                  <a:lnTo>
                    <a:pt x="18110" y="377"/>
                  </a:lnTo>
                  <a:lnTo>
                    <a:pt x="17820" y="479"/>
                  </a:lnTo>
                  <a:cubicBezTo>
                    <a:pt x="17734" y="479"/>
                    <a:pt x="17683" y="462"/>
                    <a:pt x="17751" y="445"/>
                  </a:cubicBezTo>
                  <a:cubicBezTo>
                    <a:pt x="17444" y="445"/>
                    <a:pt x="17734" y="479"/>
                    <a:pt x="17597" y="531"/>
                  </a:cubicBezTo>
                  <a:cubicBezTo>
                    <a:pt x="17562" y="539"/>
                    <a:pt x="17530" y="542"/>
                    <a:pt x="17503" y="542"/>
                  </a:cubicBezTo>
                  <a:cubicBezTo>
                    <a:pt x="17414" y="542"/>
                    <a:pt x="17382" y="506"/>
                    <a:pt x="17461" y="479"/>
                  </a:cubicBezTo>
                  <a:lnTo>
                    <a:pt x="17461" y="479"/>
                  </a:lnTo>
                  <a:cubicBezTo>
                    <a:pt x="16777" y="633"/>
                    <a:pt x="16077" y="719"/>
                    <a:pt x="15359" y="736"/>
                  </a:cubicBezTo>
                  <a:lnTo>
                    <a:pt x="15479" y="701"/>
                  </a:lnTo>
                  <a:cubicBezTo>
                    <a:pt x="15088" y="701"/>
                    <a:pt x="15001" y="847"/>
                    <a:pt x="14707" y="847"/>
                  </a:cubicBezTo>
                  <a:cubicBezTo>
                    <a:pt x="14666" y="847"/>
                    <a:pt x="14622" y="844"/>
                    <a:pt x="14573" y="838"/>
                  </a:cubicBezTo>
                  <a:lnTo>
                    <a:pt x="14641" y="821"/>
                  </a:lnTo>
                  <a:lnTo>
                    <a:pt x="14641" y="821"/>
                  </a:lnTo>
                  <a:cubicBezTo>
                    <a:pt x="14346" y="826"/>
                    <a:pt x="14042" y="833"/>
                    <a:pt x="13740" y="833"/>
                  </a:cubicBezTo>
                  <a:cubicBezTo>
                    <a:pt x="13064" y="833"/>
                    <a:pt x="12404" y="799"/>
                    <a:pt x="11908" y="633"/>
                  </a:cubicBezTo>
                  <a:cubicBezTo>
                    <a:pt x="11885" y="646"/>
                    <a:pt x="11848" y="651"/>
                    <a:pt x="11801" y="651"/>
                  </a:cubicBezTo>
                  <a:cubicBezTo>
                    <a:pt x="11604" y="651"/>
                    <a:pt x="11233" y="558"/>
                    <a:pt x="11025" y="558"/>
                  </a:cubicBezTo>
                  <a:cubicBezTo>
                    <a:pt x="10953" y="558"/>
                    <a:pt x="10901" y="569"/>
                    <a:pt x="10883" y="599"/>
                  </a:cubicBezTo>
                  <a:cubicBezTo>
                    <a:pt x="10507" y="462"/>
                    <a:pt x="10131" y="377"/>
                    <a:pt x="9738" y="291"/>
                  </a:cubicBezTo>
                  <a:cubicBezTo>
                    <a:pt x="9703" y="286"/>
                    <a:pt x="9671" y="283"/>
                    <a:pt x="9640" y="283"/>
                  </a:cubicBezTo>
                  <a:cubicBezTo>
                    <a:pt x="9505" y="283"/>
                    <a:pt x="9397" y="328"/>
                    <a:pt x="9225" y="328"/>
                  </a:cubicBezTo>
                  <a:cubicBezTo>
                    <a:pt x="9203" y="328"/>
                    <a:pt x="9181" y="327"/>
                    <a:pt x="9157" y="326"/>
                  </a:cubicBezTo>
                  <a:lnTo>
                    <a:pt x="9157" y="257"/>
                  </a:lnTo>
                  <a:lnTo>
                    <a:pt x="8798" y="291"/>
                  </a:lnTo>
                  <a:lnTo>
                    <a:pt x="8627" y="189"/>
                  </a:lnTo>
                  <a:lnTo>
                    <a:pt x="8388" y="189"/>
                  </a:lnTo>
                  <a:cubicBezTo>
                    <a:pt x="8473" y="206"/>
                    <a:pt x="8593" y="240"/>
                    <a:pt x="8576" y="257"/>
                  </a:cubicBezTo>
                  <a:cubicBezTo>
                    <a:pt x="8251" y="257"/>
                    <a:pt x="7944" y="189"/>
                    <a:pt x="7636" y="86"/>
                  </a:cubicBezTo>
                  <a:cubicBezTo>
                    <a:pt x="7346" y="86"/>
                    <a:pt x="7038" y="86"/>
                    <a:pt x="6731" y="103"/>
                  </a:cubicBezTo>
                  <a:cubicBezTo>
                    <a:pt x="6744" y="90"/>
                    <a:pt x="6802" y="76"/>
                    <a:pt x="6877" y="71"/>
                  </a:cubicBezTo>
                  <a:lnTo>
                    <a:pt x="6877" y="71"/>
                  </a:lnTo>
                  <a:cubicBezTo>
                    <a:pt x="6874" y="71"/>
                    <a:pt x="6873" y="71"/>
                    <a:pt x="6871" y="71"/>
                  </a:cubicBezTo>
                  <a:cubicBezTo>
                    <a:pt x="6688" y="71"/>
                    <a:pt x="6825" y="11"/>
                    <a:pt x="6645" y="11"/>
                  </a:cubicBezTo>
                  <a:cubicBezTo>
                    <a:pt x="6612" y="11"/>
                    <a:pt x="6568" y="13"/>
                    <a:pt x="6508" y="18"/>
                  </a:cubicBezTo>
                  <a:cubicBezTo>
                    <a:pt x="6560" y="52"/>
                    <a:pt x="6474" y="69"/>
                    <a:pt x="6457" y="86"/>
                  </a:cubicBezTo>
                  <a:cubicBezTo>
                    <a:pt x="6225" y="53"/>
                    <a:pt x="5994" y="34"/>
                    <a:pt x="5757" y="34"/>
                  </a:cubicBezTo>
                  <a:cubicBezTo>
                    <a:pt x="5628" y="34"/>
                    <a:pt x="5497" y="40"/>
                    <a:pt x="5364" y="52"/>
                  </a:cubicBezTo>
                  <a:lnTo>
                    <a:pt x="5432" y="1"/>
                  </a:lnTo>
                  <a:close/>
                </a:path>
              </a:pathLst>
            </a:custGeom>
            <a:solidFill>
              <a:schemeClr val="accent1"/>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7"/>
            <p:cNvSpPr/>
            <p:nvPr/>
          </p:nvSpPr>
          <p:spPr>
            <a:xfrm rot="-245787">
              <a:off x="-127500" y="346054"/>
              <a:ext cx="3013757" cy="808790"/>
            </a:xfrm>
            <a:custGeom>
              <a:avLst/>
              <a:gdLst/>
              <a:ahLst/>
              <a:cxnLst/>
              <a:rect l="l" t="t" r="r" b="b"/>
              <a:pathLst>
                <a:path w="35541" h="9538" extrusionOk="0">
                  <a:moveTo>
                    <a:pt x="462" y="0"/>
                  </a:moveTo>
                  <a:cubicBezTo>
                    <a:pt x="155" y="0"/>
                    <a:pt x="1" y="376"/>
                    <a:pt x="223" y="581"/>
                  </a:cubicBezTo>
                  <a:cubicBezTo>
                    <a:pt x="290" y="654"/>
                    <a:pt x="375" y="686"/>
                    <a:pt x="460" y="686"/>
                  </a:cubicBezTo>
                  <a:cubicBezTo>
                    <a:pt x="634" y="686"/>
                    <a:pt x="804" y="549"/>
                    <a:pt x="804" y="342"/>
                  </a:cubicBezTo>
                  <a:cubicBezTo>
                    <a:pt x="804" y="154"/>
                    <a:pt x="650" y="0"/>
                    <a:pt x="462" y="0"/>
                  </a:cubicBezTo>
                  <a:close/>
                  <a:moveTo>
                    <a:pt x="4324" y="0"/>
                  </a:moveTo>
                  <a:cubicBezTo>
                    <a:pt x="4016" y="0"/>
                    <a:pt x="3862" y="376"/>
                    <a:pt x="4085" y="581"/>
                  </a:cubicBezTo>
                  <a:cubicBezTo>
                    <a:pt x="4152" y="654"/>
                    <a:pt x="4237" y="686"/>
                    <a:pt x="4321" y="686"/>
                  </a:cubicBezTo>
                  <a:cubicBezTo>
                    <a:pt x="4495" y="686"/>
                    <a:pt x="4666" y="549"/>
                    <a:pt x="4666" y="342"/>
                  </a:cubicBezTo>
                  <a:cubicBezTo>
                    <a:pt x="4666" y="154"/>
                    <a:pt x="4512" y="0"/>
                    <a:pt x="4324" y="0"/>
                  </a:cubicBezTo>
                  <a:close/>
                  <a:moveTo>
                    <a:pt x="8185" y="0"/>
                  </a:moveTo>
                  <a:cubicBezTo>
                    <a:pt x="7878" y="0"/>
                    <a:pt x="7724" y="376"/>
                    <a:pt x="7946" y="581"/>
                  </a:cubicBezTo>
                  <a:cubicBezTo>
                    <a:pt x="8013" y="654"/>
                    <a:pt x="8098" y="686"/>
                    <a:pt x="8183" y="686"/>
                  </a:cubicBezTo>
                  <a:cubicBezTo>
                    <a:pt x="8357" y="686"/>
                    <a:pt x="8527" y="549"/>
                    <a:pt x="8527" y="342"/>
                  </a:cubicBezTo>
                  <a:cubicBezTo>
                    <a:pt x="8527" y="154"/>
                    <a:pt x="8373" y="0"/>
                    <a:pt x="8185" y="0"/>
                  </a:cubicBezTo>
                  <a:close/>
                  <a:moveTo>
                    <a:pt x="12047" y="0"/>
                  </a:moveTo>
                  <a:cubicBezTo>
                    <a:pt x="11739" y="0"/>
                    <a:pt x="11585" y="376"/>
                    <a:pt x="11790" y="581"/>
                  </a:cubicBezTo>
                  <a:cubicBezTo>
                    <a:pt x="11863" y="654"/>
                    <a:pt x="11952" y="686"/>
                    <a:pt x="12039" y="686"/>
                  </a:cubicBezTo>
                  <a:cubicBezTo>
                    <a:pt x="12218" y="686"/>
                    <a:pt x="12388" y="549"/>
                    <a:pt x="12388" y="342"/>
                  </a:cubicBezTo>
                  <a:cubicBezTo>
                    <a:pt x="12388" y="154"/>
                    <a:pt x="12235" y="0"/>
                    <a:pt x="12047" y="0"/>
                  </a:cubicBezTo>
                  <a:close/>
                  <a:moveTo>
                    <a:pt x="15891" y="0"/>
                  </a:moveTo>
                  <a:cubicBezTo>
                    <a:pt x="15601" y="0"/>
                    <a:pt x="15447" y="376"/>
                    <a:pt x="15652" y="581"/>
                  </a:cubicBezTo>
                  <a:cubicBezTo>
                    <a:pt x="15725" y="654"/>
                    <a:pt x="15814" y="686"/>
                    <a:pt x="15901" y="686"/>
                  </a:cubicBezTo>
                  <a:cubicBezTo>
                    <a:pt x="16080" y="686"/>
                    <a:pt x="16250" y="549"/>
                    <a:pt x="16250" y="342"/>
                  </a:cubicBezTo>
                  <a:cubicBezTo>
                    <a:pt x="16250" y="154"/>
                    <a:pt x="16096" y="0"/>
                    <a:pt x="15891" y="0"/>
                  </a:cubicBezTo>
                  <a:close/>
                  <a:moveTo>
                    <a:pt x="19753" y="0"/>
                  </a:moveTo>
                  <a:cubicBezTo>
                    <a:pt x="19445" y="0"/>
                    <a:pt x="19291" y="376"/>
                    <a:pt x="19513" y="581"/>
                  </a:cubicBezTo>
                  <a:cubicBezTo>
                    <a:pt x="19586" y="654"/>
                    <a:pt x="19673" y="686"/>
                    <a:pt x="19758" y="686"/>
                  </a:cubicBezTo>
                  <a:cubicBezTo>
                    <a:pt x="19932" y="686"/>
                    <a:pt x="20094" y="549"/>
                    <a:pt x="20094" y="342"/>
                  </a:cubicBezTo>
                  <a:cubicBezTo>
                    <a:pt x="20111" y="154"/>
                    <a:pt x="19941" y="0"/>
                    <a:pt x="19753" y="0"/>
                  </a:cubicBezTo>
                  <a:close/>
                  <a:moveTo>
                    <a:pt x="23614" y="0"/>
                  </a:moveTo>
                  <a:cubicBezTo>
                    <a:pt x="23307" y="0"/>
                    <a:pt x="23153" y="376"/>
                    <a:pt x="23375" y="581"/>
                  </a:cubicBezTo>
                  <a:cubicBezTo>
                    <a:pt x="23448" y="654"/>
                    <a:pt x="23535" y="686"/>
                    <a:pt x="23619" y="686"/>
                  </a:cubicBezTo>
                  <a:cubicBezTo>
                    <a:pt x="23793" y="686"/>
                    <a:pt x="23956" y="549"/>
                    <a:pt x="23956" y="342"/>
                  </a:cubicBezTo>
                  <a:cubicBezTo>
                    <a:pt x="23956" y="154"/>
                    <a:pt x="23802" y="0"/>
                    <a:pt x="23614" y="0"/>
                  </a:cubicBezTo>
                  <a:close/>
                  <a:moveTo>
                    <a:pt x="27476" y="0"/>
                  </a:moveTo>
                  <a:cubicBezTo>
                    <a:pt x="27168" y="0"/>
                    <a:pt x="27014" y="376"/>
                    <a:pt x="27236" y="581"/>
                  </a:cubicBezTo>
                  <a:cubicBezTo>
                    <a:pt x="27309" y="654"/>
                    <a:pt x="27396" y="686"/>
                    <a:pt x="27481" y="686"/>
                  </a:cubicBezTo>
                  <a:cubicBezTo>
                    <a:pt x="27655" y="686"/>
                    <a:pt x="27817" y="549"/>
                    <a:pt x="27817" y="342"/>
                  </a:cubicBezTo>
                  <a:cubicBezTo>
                    <a:pt x="27817" y="154"/>
                    <a:pt x="27664" y="0"/>
                    <a:pt x="27493" y="0"/>
                  </a:cubicBezTo>
                  <a:close/>
                  <a:moveTo>
                    <a:pt x="31337" y="0"/>
                  </a:moveTo>
                  <a:cubicBezTo>
                    <a:pt x="31030" y="0"/>
                    <a:pt x="30876" y="376"/>
                    <a:pt x="31098" y="581"/>
                  </a:cubicBezTo>
                  <a:cubicBezTo>
                    <a:pt x="31165" y="654"/>
                    <a:pt x="31250" y="686"/>
                    <a:pt x="31335" y="686"/>
                  </a:cubicBezTo>
                  <a:cubicBezTo>
                    <a:pt x="31509" y="686"/>
                    <a:pt x="31679" y="549"/>
                    <a:pt x="31679" y="342"/>
                  </a:cubicBezTo>
                  <a:cubicBezTo>
                    <a:pt x="31679" y="154"/>
                    <a:pt x="31525" y="0"/>
                    <a:pt x="31337" y="0"/>
                  </a:cubicBezTo>
                  <a:close/>
                  <a:moveTo>
                    <a:pt x="35199" y="0"/>
                  </a:moveTo>
                  <a:cubicBezTo>
                    <a:pt x="34891" y="0"/>
                    <a:pt x="34737" y="376"/>
                    <a:pt x="34959" y="581"/>
                  </a:cubicBezTo>
                  <a:cubicBezTo>
                    <a:pt x="35026" y="654"/>
                    <a:pt x="35112" y="686"/>
                    <a:pt x="35196" y="686"/>
                  </a:cubicBezTo>
                  <a:cubicBezTo>
                    <a:pt x="35370" y="686"/>
                    <a:pt x="35540" y="549"/>
                    <a:pt x="35540" y="342"/>
                  </a:cubicBezTo>
                  <a:cubicBezTo>
                    <a:pt x="35540" y="154"/>
                    <a:pt x="35387" y="0"/>
                    <a:pt x="35199" y="0"/>
                  </a:cubicBezTo>
                  <a:close/>
                  <a:moveTo>
                    <a:pt x="462" y="2956"/>
                  </a:moveTo>
                  <a:cubicBezTo>
                    <a:pt x="155" y="2956"/>
                    <a:pt x="1" y="3315"/>
                    <a:pt x="223" y="3537"/>
                  </a:cubicBezTo>
                  <a:cubicBezTo>
                    <a:pt x="290" y="3610"/>
                    <a:pt x="375" y="3642"/>
                    <a:pt x="460" y="3642"/>
                  </a:cubicBezTo>
                  <a:cubicBezTo>
                    <a:pt x="634" y="3642"/>
                    <a:pt x="804" y="3505"/>
                    <a:pt x="804" y="3298"/>
                  </a:cubicBezTo>
                  <a:cubicBezTo>
                    <a:pt x="804" y="3110"/>
                    <a:pt x="650" y="2956"/>
                    <a:pt x="462" y="2956"/>
                  </a:cubicBezTo>
                  <a:close/>
                  <a:moveTo>
                    <a:pt x="4324" y="2956"/>
                  </a:moveTo>
                  <a:cubicBezTo>
                    <a:pt x="4016" y="2956"/>
                    <a:pt x="3862" y="3315"/>
                    <a:pt x="4085" y="3537"/>
                  </a:cubicBezTo>
                  <a:cubicBezTo>
                    <a:pt x="4152" y="3610"/>
                    <a:pt x="4237" y="3642"/>
                    <a:pt x="4321" y="3642"/>
                  </a:cubicBezTo>
                  <a:cubicBezTo>
                    <a:pt x="4495" y="3642"/>
                    <a:pt x="4666" y="3505"/>
                    <a:pt x="4666" y="3298"/>
                  </a:cubicBezTo>
                  <a:cubicBezTo>
                    <a:pt x="4666" y="3110"/>
                    <a:pt x="4512" y="2956"/>
                    <a:pt x="4324" y="2956"/>
                  </a:cubicBezTo>
                  <a:close/>
                  <a:moveTo>
                    <a:pt x="8185" y="2956"/>
                  </a:moveTo>
                  <a:cubicBezTo>
                    <a:pt x="7878" y="2956"/>
                    <a:pt x="7724" y="3315"/>
                    <a:pt x="7946" y="3537"/>
                  </a:cubicBezTo>
                  <a:cubicBezTo>
                    <a:pt x="8013" y="3610"/>
                    <a:pt x="8098" y="3642"/>
                    <a:pt x="8183" y="3642"/>
                  </a:cubicBezTo>
                  <a:cubicBezTo>
                    <a:pt x="8357" y="3642"/>
                    <a:pt x="8527" y="3505"/>
                    <a:pt x="8527" y="3298"/>
                  </a:cubicBezTo>
                  <a:cubicBezTo>
                    <a:pt x="8527" y="3110"/>
                    <a:pt x="8373" y="2956"/>
                    <a:pt x="8185" y="2956"/>
                  </a:cubicBezTo>
                  <a:close/>
                  <a:moveTo>
                    <a:pt x="12047" y="2956"/>
                  </a:moveTo>
                  <a:cubicBezTo>
                    <a:pt x="11739" y="2956"/>
                    <a:pt x="11585" y="3332"/>
                    <a:pt x="11808" y="3537"/>
                  </a:cubicBezTo>
                  <a:cubicBezTo>
                    <a:pt x="11875" y="3610"/>
                    <a:pt x="11960" y="3642"/>
                    <a:pt x="12044" y="3642"/>
                  </a:cubicBezTo>
                  <a:cubicBezTo>
                    <a:pt x="12218" y="3642"/>
                    <a:pt x="12388" y="3505"/>
                    <a:pt x="12388" y="3298"/>
                  </a:cubicBezTo>
                  <a:cubicBezTo>
                    <a:pt x="12388" y="3110"/>
                    <a:pt x="12235" y="2956"/>
                    <a:pt x="12047" y="2956"/>
                  </a:cubicBezTo>
                  <a:close/>
                  <a:moveTo>
                    <a:pt x="15908" y="2956"/>
                  </a:moveTo>
                  <a:cubicBezTo>
                    <a:pt x="15601" y="2956"/>
                    <a:pt x="15447" y="3315"/>
                    <a:pt x="15652" y="3537"/>
                  </a:cubicBezTo>
                  <a:cubicBezTo>
                    <a:pt x="15725" y="3610"/>
                    <a:pt x="15814" y="3642"/>
                    <a:pt x="15901" y="3642"/>
                  </a:cubicBezTo>
                  <a:cubicBezTo>
                    <a:pt x="16080" y="3642"/>
                    <a:pt x="16250" y="3505"/>
                    <a:pt x="16250" y="3298"/>
                  </a:cubicBezTo>
                  <a:cubicBezTo>
                    <a:pt x="16250" y="3110"/>
                    <a:pt x="16096" y="2956"/>
                    <a:pt x="15908" y="2956"/>
                  </a:cubicBezTo>
                  <a:close/>
                  <a:moveTo>
                    <a:pt x="19753" y="2956"/>
                  </a:moveTo>
                  <a:cubicBezTo>
                    <a:pt x="19445" y="2956"/>
                    <a:pt x="19291" y="3315"/>
                    <a:pt x="19513" y="3537"/>
                  </a:cubicBezTo>
                  <a:cubicBezTo>
                    <a:pt x="19586" y="3610"/>
                    <a:pt x="19675" y="3642"/>
                    <a:pt x="19762" y="3642"/>
                  </a:cubicBezTo>
                  <a:cubicBezTo>
                    <a:pt x="19941" y="3642"/>
                    <a:pt x="20111" y="3505"/>
                    <a:pt x="20111" y="3298"/>
                  </a:cubicBezTo>
                  <a:cubicBezTo>
                    <a:pt x="20111" y="3110"/>
                    <a:pt x="19941" y="2956"/>
                    <a:pt x="19753" y="2956"/>
                  </a:cubicBezTo>
                  <a:close/>
                  <a:moveTo>
                    <a:pt x="23614" y="2956"/>
                  </a:moveTo>
                  <a:cubicBezTo>
                    <a:pt x="23307" y="2956"/>
                    <a:pt x="23153" y="3315"/>
                    <a:pt x="23375" y="3537"/>
                  </a:cubicBezTo>
                  <a:cubicBezTo>
                    <a:pt x="23448" y="3610"/>
                    <a:pt x="23535" y="3642"/>
                    <a:pt x="23619" y="3642"/>
                  </a:cubicBezTo>
                  <a:cubicBezTo>
                    <a:pt x="23793" y="3642"/>
                    <a:pt x="23956" y="3505"/>
                    <a:pt x="23956" y="3298"/>
                  </a:cubicBezTo>
                  <a:cubicBezTo>
                    <a:pt x="23956" y="3110"/>
                    <a:pt x="23802" y="2956"/>
                    <a:pt x="23614" y="2956"/>
                  </a:cubicBezTo>
                  <a:close/>
                  <a:moveTo>
                    <a:pt x="27476" y="2956"/>
                  </a:moveTo>
                  <a:cubicBezTo>
                    <a:pt x="27168" y="2956"/>
                    <a:pt x="27014" y="3315"/>
                    <a:pt x="27236" y="3537"/>
                  </a:cubicBezTo>
                  <a:cubicBezTo>
                    <a:pt x="27309" y="3610"/>
                    <a:pt x="27396" y="3642"/>
                    <a:pt x="27481" y="3642"/>
                  </a:cubicBezTo>
                  <a:cubicBezTo>
                    <a:pt x="27655" y="3642"/>
                    <a:pt x="27817" y="3505"/>
                    <a:pt x="27817" y="3298"/>
                  </a:cubicBezTo>
                  <a:cubicBezTo>
                    <a:pt x="27817" y="3110"/>
                    <a:pt x="27664" y="2956"/>
                    <a:pt x="27493" y="2956"/>
                  </a:cubicBezTo>
                  <a:close/>
                  <a:moveTo>
                    <a:pt x="31363" y="2955"/>
                  </a:moveTo>
                  <a:cubicBezTo>
                    <a:pt x="31354" y="2955"/>
                    <a:pt x="31346" y="2956"/>
                    <a:pt x="31337" y="2956"/>
                  </a:cubicBezTo>
                  <a:cubicBezTo>
                    <a:pt x="31030" y="2956"/>
                    <a:pt x="30876" y="3315"/>
                    <a:pt x="31098" y="3537"/>
                  </a:cubicBezTo>
                  <a:cubicBezTo>
                    <a:pt x="31165" y="3610"/>
                    <a:pt x="31250" y="3642"/>
                    <a:pt x="31335" y="3642"/>
                  </a:cubicBezTo>
                  <a:cubicBezTo>
                    <a:pt x="31509" y="3642"/>
                    <a:pt x="31679" y="3505"/>
                    <a:pt x="31679" y="3298"/>
                  </a:cubicBezTo>
                  <a:cubicBezTo>
                    <a:pt x="31679" y="3119"/>
                    <a:pt x="31539" y="2955"/>
                    <a:pt x="31363" y="2955"/>
                  </a:cubicBezTo>
                  <a:close/>
                  <a:moveTo>
                    <a:pt x="35199" y="2956"/>
                  </a:moveTo>
                  <a:cubicBezTo>
                    <a:pt x="34891" y="2956"/>
                    <a:pt x="34737" y="3315"/>
                    <a:pt x="34959" y="3537"/>
                  </a:cubicBezTo>
                  <a:cubicBezTo>
                    <a:pt x="35026" y="3610"/>
                    <a:pt x="35112" y="3642"/>
                    <a:pt x="35196" y="3642"/>
                  </a:cubicBezTo>
                  <a:cubicBezTo>
                    <a:pt x="35370" y="3642"/>
                    <a:pt x="35540" y="3505"/>
                    <a:pt x="35540" y="3298"/>
                  </a:cubicBezTo>
                  <a:cubicBezTo>
                    <a:pt x="35540" y="3110"/>
                    <a:pt x="35387" y="2956"/>
                    <a:pt x="35199" y="2956"/>
                  </a:cubicBezTo>
                  <a:close/>
                  <a:moveTo>
                    <a:pt x="462" y="5895"/>
                  </a:moveTo>
                  <a:cubicBezTo>
                    <a:pt x="155" y="5895"/>
                    <a:pt x="1" y="6271"/>
                    <a:pt x="223" y="6493"/>
                  </a:cubicBezTo>
                  <a:cubicBezTo>
                    <a:pt x="288" y="6558"/>
                    <a:pt x="370" y="6587"/>
                    <a:pt x="452" y="6587"/>
                  </a:cubicBezTo>
                  <a:cubicBezTo>
                    <a:pt x="629" y="6587"/>
                    <a:pt x="804" y="6452"/>
                    <a:pt x="804" y="6254"/>
                  </a:cubicBezTo>
                  <a:cubicBezTo>
                    <a:pt x="804" y="6049"/>
                    <a:pt x="650" y="5895"/>
                    <a:pt x="462" y="5895"/>
                  </a:cubicBezTo>
                  <a:close/>
                  <a:moveTo>
                    <a:pt x="4324" y="5895"/>
                  </a:moveTo>
                  <a:cubicBezTo>
                    <a:pt x="4016" y="5895"/>
                    <a:pt x="3862" y="6271"/>
                    <a:pt x="4085" y="6493"/>
                  </a:cubicBezTo>
                  <a:cubicBezTo>
                    <a:pt x="4150" y="6558"/>
                    <a:pt x="4232" y="6587"/>
                    <a:pt x="4313" y="6587"/>
                  </a:cubicBezTo>
                  <a:cubicBezTo>
                    <a:pt x="4490" y="6587"/>
                    <a:pt x="4666" y="6452"/>
                    <a:pt x="4666" y="6254"/>
                  </a:cubicBezTo>
                  <a:cubicBezTo>
                    <a:pt x="4666" y="6049"/>
                    <a:pt x="4512" y="5895"/>
                    <a:pt x="4324" y="5895"/>
                  </a:cubicBezTo>
                  <a:close/>
                  <a:moveTo>
                    <a:pt x="8185" y="5895"/>
                  </a:moveTo>
                  <a:cubicBezTo>
                    <a:pt x="7878" y="5895"/>
                    <a:pt x="7724" y="6271"/>
                    <a:pt x="7946" y="6493"/>
                  </a:cubicBezTo>
                  <a:cubicBezTo>
                    <a:pt x="8011" y="6558"/>
                    <a:pt x="8093" y="6587"/>
                    <a:pt x="8175" y="6587"/>
                  </a:cubicBezTo>
                  <a:cubicBezTo>
                    <a:pt x="8352" y="6587"/>
                    <a:pt x="8527" y="6452"/>
                    <a:pt x="8527" y="6254"/>
                  </a:cubicBezTo>
                  <a:cubicBezTo>
                    <a:pt x="8527" y="6049"/>
                    <a:pt x="8373" y="5895"/>
                    <a:pt x="8185" y="5895"/>
                  </a:cubicBezTo>
                  <a:close/>
                  <a:moveTo>
                    <a:pt x="12047" y="5895"/>
                  </a:moveTo>
                  <a:cubicBezTo>
                    <a:pt x="11739" y="5895"/>
                    <a:pt x="11585" y="6271"/>
                    <a:pt x="11790" y="6493"/>
                  </a:cubicBezTo>
                  <a:cubicBezTo>
                    <a:pt x="11861" y="6558"/>
                    <a:pt x="11947" y="6587"/>
                    <a:pt x="12031" y="6587"/>
                  </a:cubicBezTo>
                  <a:cubicBezTo>
                    <a:pt x="12213" y="6587"/>
                    <a:pt x="12388" y="6452"/>
                    <a:pt x="12388" y="6254"/>
                  </a:cubicBezTo>
                  <a:cubicBezTo>
                    <a:pt x="12388" y="6049"/>
                    <a:pt x="12235" y="5895"/>
                    <a:pt x="12047" y="5895"/>
                  </a:cubicBezTo>
                  <a:close/>
                  <a:moveTo>
                    <a:pt x="15908" y="5895"/>
                  </a:moveTo>
                  <a:cubicBezTo>
                    <a:pt x="15601" y="5895"/>
                    <a:pt x="15447" y="6271"/>
                    <a:pt x="15652" y="6493"/>
                  </a:cubicBezTo>
                  <a:cubicBezTo>
                    <a:pt x="15722" y="6558"/>
                    <a:pt x="15808" y="6587"/>
                    <a:pt x="15892" y="6587"/>
                  </a:cubicBezTo>
                  <a:cubicBezTo>
                    <a:pt x="16075" y="6587"/>
                    <a:pt x="16250" y="6452"/>
                    <a:pt x="16250" y="6254"/>
                  </a:cubicBezTo>
                  <a:cubicBezTo>
                    <a:pt x="16250" y="6049"/>
                    <a:pt x="16096" y="5895"/>
                    <a:pt x="15908" y="5895"/>
                  </a:cubicBezTo>
                  <a:close/>
                  <a:moveTo>
                    <a:pt x="19753" y="5895"/>
                  </a:moveTo>
                  <a:cubicBezTo>
                    <a:pt x="19445" y="5895"/>
                    <a:pt x="19291" y="6271"/>
                    <a:pt x="19513" y="6493"/>
                  </a:cubicBezTo>
                  <a:cubicBezTo>
                    <a:pt x="19584" y="6558"/>
                    <a:pt x="19670" y="6587"/>
                    <a:pt x="19754" y="6587"/>
                  </a:cubicBezTo>
                  <a:cubicBezTo>
                    <a:pt x="19936" y="6587"/>
                    <a:pt x="20111" y="6452"/>
                    <a:pt x="20111" y="6254"/>
                  </a:cubicBezTo>
                  <a:cubicBezTo>
                    <a:pt x="20094" y="6049"/>
                    <a:pt x="19941" y="5895"/>
                    <a:pt x="19753" y="5895"/>
                  </a:cubicBezTo>
                  <a:close/>
                  <a:moveTo>
                    <a:pt x="23614" y="5895"/>
                  </a:moveTo>
                  <a:cubicBezTo>
                    <a:pt x="23307" y="5895"/>
                    <a:pt x="23153" y="6271"/>
                    <a:pt x="23375" y="6493"/>
                  </a:cubicBezTo>
                  <a:cubicBezTo>
                    <a:pt x="23445" y="6558"/>
                    <a:pt x="23529" y="6587"/>
                    <a:pt x="23611" y="6587"/>
                  </a:cubicBezTo>
                  <a:cubicBezTo>
                    <a:pt x="23788" y="6587"/>
                    <a:pt x="23956" y="6452"/>
                    <a:pt x="23956" y="6254"/>
                  </a:cubicBezTo>
                  <a:cubicBezTo>
                    <a:pt x="23956" y="6049"/>
                    <a:pt x="23802" y="5895"/>
                    <a:pt x="23614" y="5895"/>
                  </a:cubicBezTo>
                  <a:close/>
                  <a:moveTo>
                    <a:pt x="27476" y="5895"/>
                  </a:moveTo>
                  <a:cubicBezTo>
                    <a:pt x="27168" y="5895"/>
                    <a:pt x="27014" y="6271"/>
                    <a:pt x="27236" y="6493"/>
                  </a:cubicBezTo>
                  <a:cubicBezTo>
                    <a:pt x="27307" y="6558"/>
                    <a:pt x="27391" y="6587"/>
                    <a:pt x="27473" y="6587"/>
                  </a:cubicBezTo>
                  <a:cubicBezTo>
                    <a:pt x="27650" y="6587"/>
                    <a:pt x="27817" y="6452"/>
                    <a:pt x="27817" y="6254"/>
                  </a:cubicBezTo>
                  <a:cubicBezTo>
                    <a:pt x="27817" y="6066"/>
                    <a:pt x="27664" y="5912"/>
                    <a:pt x="27493" y="5895"/>
                  </a:cubicBezTo>
                  <a:close/>
                  <a:moveTo>
                    <a:pt x="31337" y="5895"/>
                  </a:moveTo>
                  <a:cubicBezTo>
                    <a:pt x="31030" y="5895"/>
                    <a:pt x="30876" y="6271"/>
                    <a:pt x="31098" y="6493"/>
                  </a:cubicBezTo>
                  <a:cubicBezTo>
                    <a:pt x="31163" y="6558"/>
                    <a:pt x="31245" y="6587"/>
                    <a:pt x="31327" y="6587"/>
                  </a:cubicBezTo>
                  <a:cubicBezTo>
                    <a:pt x="31503" y="6587"/>
                    <a:pt x="31679" y="6452"/>
                    <a:pt x="31679" y="6254"/>
                  </a:cubicBezTo>
                  <a:cubicBezTo>
                    <a:pt x="31679" y="6049"/>
                    <a:pt x="31525" y="5895"/>
                    <a:pt x="31337" y="5895"/>
                  </a:cubicBezTo>
                  <a:close/>
                  <a:moveTo>
                    <a:pt x="35199" y="5895"/>
                  </a:moveTo>
                  <a:cubicBezTo>
                    <a:pt x="34891" y="5895"/>
                    <a:pt x="34737" y="6271"/>
                    <a:pt x="34959" y="6493"/>
                  </a:cubicBezTo>
                  <a:cubicBezTo>
                    <a:pt x="35024" y="6558"/>
                    <a:pt x="35106" y="6587"/>
                    <a:pt x="35188" y="6587"/>
                  </a:cubicBezTo>
                  <a:cubicBezTo>
                    <a:pt x="35365" y="6587"/>
                    <a:pt x="35540" y="6452"/>
                    <a:pt x="35540" y="6254"/>
                  </a:cubicBezTo>
                  <a:cubicBezTo>
                    <a:pt x="35540" y="6049"/>
                    <a:pt x="35387" y="5895"/>
                    <a:pt x="35199" y="5895"/>
                  </a:cubicBezTo>
                  <a:close/>
                  <a:moveTo>
                    <a:pt x="462" y="8851"/>
                  </a:moveTo>
                  <a:cubicBezTo>
                    <a:pt x="155" y="8851"/>
                    <a:pt x="1" y="9210"/>
                    <a:pt x="223" y="9432"/>
                  </a:cubicBezTo>
                  <a:cubicBezTo>
                    <a:pt x="290" y="9505"/>
                    <a:pt x="375" y="9537"/>
                    <a:pt x="460" y="9537"/>
                  </a:cubicBezTo>
                  <a:cubicBezTo>
                    <a:pt x="634" y="9537"/>
                    <a:pt x="804" y="9400"/>
                    <a:pt x="804" y="9193"/>
                  </a:cubicBezTo>
                  <a:cubicBezTo>
                    <a:pt x="804" y="9005"/>
                    <a:pt x="650" y="8851"/>
                    <a:pt x="462" y="8851"/>
                  </a:cubicBezTo>
                  <a:close/>
                  <a:moveTo>
                    <a:pt x="4324" y="8851"/>
                  </a:moveTo>
                  <a:cubicBezTo>
                    <a:pt x="4016" y="8851"/>
                    <a:pt x="3862" y="9210"/>
                    <a:pt x="4085" y="9432"/>
                  </a:cubicBezTo>
                  <a:cubicBezTo>
                    <a:pt x="4152" y="9505"/>
                    <a:pt x="4237" y="9537"/>
                    <a:pt x="4321" y="9537"/>
                  </a:cubicBezTo>
                  <a:cubicBezTo>
                    <a:pt x="4495" y="9537"/>
                    <a:pt x="4666" y="9400"/>
                    <a:pt x="4666" y="9193"/>
                  </a:cubicBezTo>
                  <a:cubicBezTo>
                    <a:pt x="4666" y="9005"/>
                    <a:pt x="4512" y="8851"/>
                    <a:pt x="4324" y="8851"/>
                  </a:cubicBezTo>
                  <a:close/>
                  <a:moveTo>
                    <a:pt x="8185" y="8851"/>
                  </a:moveTo>
                  <a:cubicBezTo>
                    <a:pt x="7878" y="8851"/>
                    <a:pt x="7724" y="9210"/>
                    <a:pt x="7946" y="9432"/>
                  </a:cubicBezTo>
                  <a:cubicBezTo>
                    <a:pt x="8013" y="9505"/>
                    <a:pt x="8098" y="9537"/>
                    <a:pt x="8183" y="9537"/>
                  </a:cubicBezTo>
                  <a:cubicBezTo>
                    <a:pt x="8357" y="9537"/>
                    <a:pt x="8527" y="9400"/>
                    <a:pt x="8527" y="9193"/>
                  </a:cubicBezTo>
                  <a:cubicBezTo>
                    <a:pt x="8527" y="9005"/>
                    <a:pt x="8373" y="8851"/>
                    <a:pt x="8185" y="8851"/>
                  </a:cubicBezTo>
                  <a:close/>
                  <a:moveTo>
                    <a:pt x="12047" y="8851"/>
                  </a:moveTo>
                  <a:cubicBezTo>
                    <a:pt x="11739" y="8851"/>
                    <a:pt x="11585" y="9210"/>
                    <a:pt x="11790" y="9432"/>
                  </a:cubicBezTo>
                  <a:cubicBezTo>
                    <a:pt x="11863" y="9505"/>
                    <a:pt x="11952" y="9537"/>
                    <a:pt x="12039" y="9537"/>
                  </a:cubicBezTo>
                  <a:cubicBezTo>
                    <a:pt x="12218" y="9537"/>
                    <a:pt x="12388" y="9400"/>
                    <a:pt x="12388" y="9193"/>
                  </a:cubicBezTo>
                  <a:cubicBezTo>
                    <a:pt x="12388" y="9005"/>
                    <a:pt x="12235" y="8851"/>
                    <a:pt x="12047" y="8851"/>
                  </a:cubicBezTo>
                  <a:close/>
                  <a:moveTo>
                    <a:pt x="15908" y="8851"/>
                  </a:moveTo>
                  <a:cubicBezTo>
                    <a:pt x="15601" y="8851"/>
                    <a:pt x="15447" y="9210"/>
                    <a:pt x="15652" y="9432"/>
                  </a:cubicBezTo>
                  <a:cubicBezTo>
                    <a:pt x="15725" y="9505"/>
                    <a:pt x="15814" y="9537"/>
                    <a:pt x="15901" y="9537"/>
                  </a:cubicBezTo>
                  <a:cubicBezTo>
                    <a:pt x="16080" y="9537"/>
                    <a:pt x="16250" y="9400"/>
                    <a:pt x="16250" y="9193"/>
                  </a:cubicBezTo>
                  <a:cubicBezTo>
                    <a:pt x="16250" y="9005"/>
                    <a:pt x="16096" y="8851"/>
                    <a:pt x="15908" y="8851"/>
                  </a:cubicBezTo>
                  <a:close/>
                  <a:moveTo>
                    <a:pt x="19753" y="8851"/>
                  </a:moveTo>
                  <a:cubicBezTo>
                    <a:pt x="19445" y="8851"/>
                    <a:pt x="19291" y="9210"/>
                    <a:pt x="19513" y="9432"/>
                  </a:cubicBezTo>
                  <a:cubicBezTo>
                    <a:pt x="19586" y="9505"/>
                    <a:pt x="19675" y="9537"/>
                    <a:pt x="19762" y="9537"/>
                  </a:cubicBezTo>
                  <a:cubicBezTo>
                    <a:pt x="19941" y="9537"/>
                    <a:pt x="20111" y="9400"/>
                    <a:pt x="20111" y="9193"/>
                  </a:cubicBezTo>
                  <a:cubicBezTo>
                    <a:pt x="20094" y="9005"/>
                    <a:pt x="19941" y="8851"/>
                    <a:pt x="19753" y="8851"/>
                  </a:cubicBezTo>
                  <a:close/>
                  <a:moveTo>
                    <a:pt x="23614" y="8851"/>
                  </a:moveTo>
                  <a:cubicBezTo>
                    <a:pt x="23307" y="8851"/>
                    <a:pt x="23153" y="9210"/>
                    <a:pt x="23375" y="9432"/>
                  </a:cubicBezTo>
                  <a:cubicBezTo>
                    <a:pt x="23448" y="9505"/>
                    <a:pt x="23535" y="9537"/>
                    <a:pt x="23619" y="9537"/>
                  </a:cubicBezTo>
                  <a:cubicBezTo>
                    <a:pt x="23793" y="9537"/>
                    <a:pt x="23956" y="9400"/>
                    <a:pt x="23956" y="9193"/>
                  </a:cubicBezTo>
                  <a:cubicBezTo>
                    <a:pt x="23956" y="9005"/>
                    <a:pt x="23802" y="8851"/>
                    <a:pt x="23614" y="8851"/>
                  </a:cubicBezTo>
                  <a:close/>
                  <a:moveTo>
                    <a:pt x="27493" y="8851"/>
                  </a:moveTo>
                  <a:cubicBezTo>
                    <a:pt x="27185" y="8851"/>
                    <a:pt x="27031" y="9210"/>
                    <a:pt x="27236" y="9432"/>
                  </a:cubicBezTo>
                  <a:cubicBezTo>
                    <a:pt x="27309" y="9505"/>
                    <a:pt x="27398" y="9537"/>
                    <a:pt x="27485" y="9537"/>
                  </a:cubicBezTo>
                  <a:cubicBezTo>
                    <a:pt x="27664" y="9537"/>
                    <a:pt x="27834" y="9400"/>
                    <a:pt x="27834" y="9193"/>
                  </a:cubicBezTo>
                  <a:cubicBezTo>
                    <a:pt x="27834" y="9005"/>
                    <a:pt x="27681" y="8851"/>
                    <a:pt x="27493" y="8851"/>
                  </a:cubicBezTo>
                  <a:close/>
                  <a:moveTo>
                    <a:pt x="31337" y="8851"/>
                  </a:moveTo>
                  <a:cubicBezTo>
                    <a:pt x="31030" y="8851"/>
                    <a:pt x="30876" y="9210"/>
                    <a:pt x="31081" y="9432"/>
                  </a:cubicBezTo>
                  <a:cubicBezTo>
                    <a:pt x="31153" y="9505"/>
                    <a:pt x="31243" y="9537"/>
                    <a:pt x="31330" y="9537"/>
                  </a:cubicBezTo>
                  <a:cubicBezTo>
                    <a:pt x="31509" y="9537"/>
                    <a:pt x="31679" y="9400"/>
                    <a:pt x="31679" y="9193"/>
                  </a:cubicBezTo>
                  <a:cubicBezTo>
                    <a:pt x="31679" y="9005"/>
                    <a:pt x="31525" y="8851"/>
                    <a:pt x="31337" y="8851"/>
                  </a:cubicBezTo>
                  <a:close/>
                  <a:moveTo>
                    <a:pt x="35182" y="8851"/>
                  </a:moveTo>
                  <a:cubicBezTo>
                    <a:pt x="34874" y="8851"/>
                    <a:pt x="34720" y="9210"/>
                    <a:pt x="34942" y="9432"/>
                  </a:cubicBezTo>
                  <a:cubicBezTo>
                    <a:pt x="35015" y="9505"/>
                    <a:pt x="35104" y="9537"/>
                    <a:pt x="35191" y="9537"/>
                  </a:cubicBezTo>
                  <a:cubicBezTo>
                    <a:pt x="35370" y="9537"/>
                    <a:pt x="35540" y="9400"/>
                    <a:pt x="35540" y="9193"/>
                  </a:cubicBezTo>
                  <a:cubicBezTo>
                    <a:pt x="35540" y="9005"/>
                    <a:pt x="35387" y="8851"/>
                    <a:pt x="35199" y="88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47"/>
          <p:cNvGrpSpPr/>
          <p:nvPr/>
        </p:nvGrpSpPr>
        <p:grpSpPr>
          <a:xfrm>
            <a:off x="2142084" y="2871510"/>
            <a:ext cx="2701057" cy="2433159"/>
            <a:chOff x="1726875" y="3062551"/>
            <a:chExt cx="2379576" cy="2143563"/>
          </a:xfrm>
        </p:grpSpPr>
        <p:sp>
          <p:nvSpPr>
            <p:cNvPr id="935" name="Google Shape;935;p47"/>
            <p:cNvSpPr/>
            <p:nvPr/>
          </p:nvSpPr>
          <p:spPr>
            <a:xfrm rot="-667034">
              <a:off x="1878679" y="3246023"/>
              <a:ext cx="2075970" cy="1776619"/>
            </a:xfrm>
            <a:custGeom>
              <a:avLst/>
              <a:gdLst/>
              <a:ahLst/>
              <a:cxnLst/>
              <a:rect l="l" t="t" r="r" b="b"/>
              <a:pathLst>
                <a:path w="51783" h="44316" extrusionOk="0">
                  <a:moveTo>
                    <a:pt x="5126" y="6436"/>
                  </a:moveTo>
                  <a:lnTo>
                    <a:pt x="5314" y="8776"/>
                  </a:lnTo>
                  <a:lnTo>
                    <a:pt x="3212" y="8947"/>
                  </a:lnTo>
                  <a:lnTo>
                    <a:pt x="3025" y="6589"/>
                  </a:lnTo>
                  <a:lnTo>
                    <a:pt x="5126" y="6436"/>
                  </a:lnTo>
                  <a:close/>
                  <a:moveTo>
                    <a:pt x="5519" y="11151"/>
                  </a:moveTo>
                  <a:lnTo>
                    <a:pt x="5724" y="13509"/>
                  </a:lnTo>
                  <a:lnTo>
                    <a:pt x="3623" y="13663"/>
                  </a:lnTo>
                  <a:lnTo>
                    <a:pt x="3418" y="11322"/>
                  </a:lnTo>
                  <a:lnTo>
                    <a:pt x="5519" y="11151"/>
                  </a:lnTo>
                  <a:close/>
                  <a:moveTo>
                    <a:pt x="5912" y="15884"/>
                  </a:moveTo>
                  <a:lnTo>
                    <a:pt x="6117" y="18225"/>
                  </a:lnTo>
                  <a:lnTo>
                    <a:pt x="4016" y="18396"/>
                  </a:lnTo>
                  <a:lnTo>
                    <a:pt x="3811" y="16038"/>
                  </a:lnTo>
                  <a:lnTo>
                    <a:pt x="5912" y="15884"/>
                  </a:lnTo>
                  <a:close/>
                  <a:moveTo>
                    <a:pt x="6322" y="20600"/>
                  </a:moveTo>
                  <a:lnTo>
                    <a:pt x="6510" y="22958"/>
                  </a:lnTo>
                  <a:lnTo>
                    <a:pt x="4409" y="23112"/>
                  </a:lnTo>
                  <a:lnTo>
                    <a:pt x="4221" y="20754"/>
                  </a:lnTo>
                  <a:lnTo>
                    <a:pt x="6322" y="20600"/>
                  </a:lnTo>
                  <a:close/>
                  <a:moveTo>
                    <a:pt x="6715" y="25333"/>
                  </a:moveTo>
                  <a:lnTo>
                    <a:pt x="6920" y="27674"/>
                  </a:lnTo>
                  <a:lnTo>
                    <a:pt x="4802" y="27845"/>
                  </a:lnTo>
                  <a:lnTo>
                    <a:pt x="4614" y="25487"/>
                  </a:lnTo>
                  <a:lnTo>
                    <a:pt x="6715" y="25333"/>
                  </a:lnTo>
                  <a:close/>
                  <a:moveTo>
                    <a:pt x="7108" y="30032"/>
                  </a:moveTo>
                  <a:lnTo>
                    <a:pt x="7313" y="32407"/>
                  </a:lnTo>
                  <a:lnTo>
                    <a:pt x="5212" y="32560"/>
                  </a:lnTo>
                  <a:lnTo>
                    <a:pt x="5007" y="30202"/>
                  </a:lnTo>
                  <a:lnTo>
                    <a:pt x="7108" y="30032"/>
                  </a:lnTo>
                  <a:close/>
                  <a:moveTo>
                    <a:pt x="7518" y="34782"/>
                  </a:moveTo>
                  <a:lnTo>
                    <a:pt x="7706" y="37122"/>
                  </a:lnTo>
                  <a:lnTo>
                    <a:pt x="5605" y="37293"/>
                  </a:lnTo>
                  <a:lnTo>
                    <a:pt x="5400" y="34935"/>
                  </a:lnTo>
                  <a:lnTo>
                    <a:pt x="7518" y="34782"/>
                  </a:lnTo>
                  <a:close/>
                  <a:moveTo>
                    <a:pt x="7911" y="39480"/>
                  </a:moveTo>
                  <a:lnTo>
                    <a:pt x="8099" y="41855"/>
                  </a:lnTo>
                  <a:lnTo>
                    <a:pt x="5998" y="42009"/>
                  </a:lnTo>
                  <a:lnTo>
                    <a:pt x="5810" y="39651"/>
                  </a:lnTo>
                  <a:lnTo>
                    <a:pt x="7911" y="39480"/>
                  </a:lnTo>
                  <a:close/>
                  <a:moveTo>
                    <a:pt x="9295" y="43632"/>
                  </a:moveTo>
                  <a:lnTo>
                    <a:pt x="9073" y="43683"/>
                  </a:lnTo>
                  <a:cubicBezTo>
                    <a:pt x="9056" y="43683"/>
                    <a:pt x="9039" y="43666"/>
                    <a:pt x="9005" y="43666"/>
                  </a:cubicBezTo>
                  <a:lnTo>
                    <a:pt x="9295" y="43632"/>
                  </a:lnTo>
                  <a:close/>
                  <a:moveTo>
                    <a:pt x="41761" y="0"/>
                  </a:moveTo>
                  <a:cubicBezTo>
                    <a:pt x="41616" y="0"/>
                    <a:pt x="41461" y="29"/>
                    <a:pt x="41246" y="62"/>
                  </a:cubicBezTo>
                  <a:cubicBezTo>
                    <a:pt x="41144" y="50"/>
                    <a:pt x="41038" y="45"/>
                    <a:pt x="40933" y="45"/>
                  </a:cubicBezTo>
                  <a:cubicBezTo>
                    <a:pt x="40740" y="45"/>
                    <a:pt x="40546" y="63"/>
                    <a:pt x="40358" y="97"/>
                  </a:cubicBezTo>
                  <a:cubicBezTo>
                    <a:pt x="38466" y="467"/>
                    <a:pt x="36545" y="547"/>
                    <a:pt x="34613" y="547"/>
                  </a:cubicBezTo>
                  <a:cubicBezTo>
                    <a:pt x="33160" y="547"/>
                    <a:pt x="31701" y="502"/>
                    <a:pt x="30244" y="502"/>
                  </a:cubicBezTo>
                  <a:cubicBezTo>
                    <a:pt x="29439" y="502"/>
                    <a:pt x="28636" y="515"/>
                    <a:pt x="27834" y="558"/>
                  </a:cubicBezTo>
                  <a:cubicBezTo>
                    <a:pt x="20162" y="934"/>
                    <a:pt x="12764" y="3924"/>
                    <a:pt x="5041" y="3992"/>
                  </a:cubicBezTo>
                  <a:cubicBezTo>
                    <a:pt x="4221" y="3992"/>
                    <a:pt x="3418" y="4214"/>
                    <a:pt x="2597" y="4249"/>
                  </a:cubicBezTo>
                  <a:cubicBezTo>
                    <a:pt x="0" y="4385"/>
                    <a:pt x="479" y="4659"/>
                    <a:pt x="1077" y="8845"/>
                  </a:cubicBezTo>
                  <a:cubicBezTo>
                    <a:pt x="1521" y="11920"/>
                    <a:pt x="1623" y="15799"/>
                    <a:pt x="1914" y="18908"/>
                  </a:cubicBezTo>
                  <a:cubicBezTo>
                    <a:pt x="2614" y="26768"/>
                    <a:pt x="2307" y="34816"/>
                    <a:pt x="3725" y="42607"/>
                  </a:cubicBezTo>
                  <a:cubicBezTo>
                    <a:pt x="3811" y="43068"/>
                    <a:pt x="3896" y="43530"/>
                    <a:pt x="3981" y="44008"/>
                  </a:cubicBezTo>
                  <a:cubicBezTo>
                    <a:pt x="5651" y="43798"/>
                    <a:pt x="7322" y="43721"/>
                    <a:pt x="8995" y="43721"/>
                  </a:cubicBezTo>
                  <a:cubicBezTo>
                    <a:pt x="10317" y="43721"/>
                    <a:pt x="11641" y="43769"/>
                    <a:pt x="12969" y="43837"/>
                  </a:cubicBezTo>
                  <a:lnTo>
                    <a:pt x="12935" y="43820"/>
                  </a:lnTo>
                  <a:lnTo>
                    <a:pt x="13208" y="43854"/>
                  </a:lnTo>
                  <a:cubicBezTo>
                    <a:pt x="14541" y="43923"/>
                    <a:pt x="15856" y="44008"/>
                    <a:pt x="17189" y="44093"/>
                  </a:cubicBezTo>
                  <a:cubicBezTo>
                    <a:pt x="17206" y="44093"/>
                    <a:pt x="17223" y="44076"/>
                    <a:pt x="17240" y="44076"/>
                  </a:cubicBezTo>
                  <a:lnTo>
                    <a:pt x="17240" y="44076"/>
                  </a:lnTo>
                  <a:cubicBezTo>
                    <a:pt x="17223" y="44076"/>
                    <a:pt x="17223" y="44093"/>
                    <a:pt x="17223" y="44093"/>
                  </a:cubicBezTo>
                  <a:lnTo>
                    <a:pt x="25988" y="44316"/>
                  </a:lnTo>
                  <a:cubicBezTo>
                    <a:pt x="27048" y="44264"/>
                    <a:pt x="28090" y="44179"/>
                    <a:pt x="29132" y="44059"/>
                  </a:cubicBezTo>
                  <a:lnTo>
                    <a:pt x="29094" y="44059"/>
                  </a:lnTo>
                  <a:cubicBezTo>
                    <a:pt x="29139" y="44055"/>
                    <a:pt x="29185" y="44052"/>
                    <a:pt x="29228" y="44052"/>
                  </a:cubicBezTo>
                  <a:cubicBezTo>
                    <a:pt x="29266" y="44052"/>
                    <a:pt x="29302" y="44054"/>
                    <a:pt x="29337" y="44059"/>
                  </a:cubicBezTo>
                  <a:cubicBezTo>
                    <a:pt x="31029" y="43871"/>
                    <a:pt x="32720" y="43632"/>
                    <a:pt x="34412" y="43359"/>
                  </a:cubicBezTo>
                  <a:lnTo>
                    <a:pt x="34514" y="43342"/>
                  </a:lnTo>
                  <a:cubicBezTo>
                    <a:pt x="37487" y="42897"/>
                    <a:pt x="38940" y="42932"/>
                    <a:pt x="41844" y="42146"/>
                  </a:cubicBezTo>
                  <a:cubicBezTo>
                    <a:pt x="41989" y="42114"/>
                    <a:pt x="43290" y="41886"/>
                    <a:pt x="43550" y="41886"/>
                  </a:cubicBezTo>
                  <a:cubicBezTo>
                    <a:pt x="43567" y="41886"/>
                    <a:pt x="43580" y="41887"/>
                    <a:pt x="43587" y="41889"/>
                  </a:cubicBezTo>
                  <a:cubicBezTo>
                    <a:pt x="43619" y="41869"/>
                    <a:pt x="43648" y="41863"/>
                    <a:pt x="43676" y="41863"/>
                  </a:cubicBezTo>
                  <a:cubicBezTo>
                    <a:pt x="43739" y="41863"/>
                    <a:pt x="43794" y="41899"/>
                    <a:pt x="43858" y="41899"/>
                  </a:cubicBezTo>
                  <a:cubicBezTo>
                    <a:pt x="43885" y="41899"/>
                    <a:pt x="43914" y="41892"/>
                    <a:pt x="43946" y="41872"/>
                  </a:cubicBezTo>
                  <a:lnTo>
                    <a:pt x="43946" y="41872"/>
                  </a:lnTo>
                  <a:cubicBezTo>
                    <a:pt x="43935" y="41922"/>
                    <a:pt x="43963" y="41941"/>
                    <a:pt x="44014" y="41941"/>
                  </a:cubicBezTo>
                  <a:cubicBezTo>
                    <a:pt x="44182" y="41941"/>
                    <a:pt x="44595" y="41733"/>
                    <a:pt x="44628" y="41733"/>
                  </a:cubicBezTo>
                  <a:cubicBezTo>
                    <a:pt x="44630" y="41733"/>
                    <a:pt x="44630" y="41734"/>
                    <a:pt x="44629" y="41736"/>
                  </a:cubicBezTo>
                  <a:cubicBezTo>
                    <a:pt x="45159" y="41667"/>
                    <a:pt x="44954" y="41548"/>
                    <a:pt x="45501" y="41479"/>
                  </a:cubicBezTo>
                  <a:cubicBezTo>
                    <a:pt x="45971" y="41408"/>
                    <a:pt x="46441" y="41372"/>
                    <a:pt x="46910" y="41372"/>
                  </a:cubicBezTo>
                  <a:cubicBezTo>
                    <a:pt x="47004" y="41372"/>
                    <a:pt x="47098" y="41374"/>
                    <a:pt x="47192" y="41377"/>
                  </a:cubicBezTo>
                  <a:cubicBezTo>
                    <a:pt x="47516" y="41377"/>
                    <a:pt x="47842" y="41382"/>
                    <a:pt x="48167" y="41382"/>
                  </a:cubicBezTo>
                  <a:cubicBezTo>
                    <a:pt x="48871" y="41382"/>
                    <a:pt x="49573" y="41358"/>
                    <a:pt x="50251" y="41206"/>
                  </a:cubicBezTo>
                  <a:cubicBezTo>
                    <a:pt x="50746" y="41103"/>
                    <a:pt x="51208" y="40933"/>
                    <a:pt x="51618" y="40659"/>
                  </a:cubicBezTo>
                  <a:lnTo>
                    <a:pt x="51618" y="40659"/>
                  </a:lnTo>
                  <a:cubicBezTo>
                    <a:pt x="51602" y="40760"/>
                    <a:pt x="51640" y="40830"/>
                    <a:pt x="51674" y="40830"/>
                  </a:cubicBezTo>
                  <a:cubicBezTo>
                    <a:pt x="51712" y="40830"/>
                    <a:pt x="51745" y="40747"/>
                    <a:pt x="51700" y="40534"/>
                  </a:cubicBezTo>
                  <a:lnTo>
                    <a:pt x="51700" y="40534"/>
                  </a:lnTo>
                  <a:cubicBezTo>
                    <a:pt x="51718" y="40581"/>
                    <a:pt x="51736" y="40629"/>
                    <a:pt x="51754" y="40676"/>
                  </a:cubicBezTo>
                  <a:cubicBezTo>
                    <a:pt x="51766" y="40700"/>
                    <a:pt x="51772" y="40710"/>
                    <a:pt x="51774" y="40710"/>
                  </a:cubicBezTo>
                  <a:cubicBezTo>
                    <a:pt x="51782" y="40710"/>
                    <a:pt x="51673" y="40438"/>
                    <a:pt x="51673" y="40438"/>
                  </a:cubicBezTo>
                  <a:lnTo>
                    <a:pt x="51673" y="40438"/>
                  </a:lnTo>
                  <a:cubicBezTo>
                    <a:pt x="51673" y="40438"/>
                    <a:pt x="51677" y="40448"/>
                    <a:pt x="51686" y="40471"/>
                  </a:cubicBezTo>
                  <a:cubicBezTo>
                    <a:pt x="51692" y="40493"/>
                    <a:pt x="51696" y="40514"/>
                    <a:pt x="51700" y="40534"/>
                  </a:cubicBezTo>
                  <a:lnTo>
                    <a:pt x="51700" y="40534"/>
                  </a:lnTo>
                  <a:cubicBezTo>
                    <a:pt x="51022" y="38712"/>
                    <a:pt x="50750" y="36764"/>
                    <a:pt x="50900" y="34816"/>
                  </a:cubicBezTo>
                  <a:cubicBezTo>
                    <a:pt x="50866" y="34679"/>
                    <a:pt x="50900" y="34064"/>
                    <a:pt x="50866" y="33927"/>
                  </a:cubicBezTo>
                  <a:cubicBezTo>
                    <a:pt x="50883" y="31569"/>
                    <a:pt x="50439" y="29707"/>
                    <a:pt x="50080" y="27383"/>
                  </a:cubicBezTo>
                  <a:lnTo>
                    <a:pt x="49790" y="25504"/>
                  </a:lnTo>
                  <a:cubicBezTo>
                    <a:pt x="49790" y="25487"/>
                    <a:pt x="49772" y="25470"/>
                    <a:pt x="49772" y="25470"/>
                  </a:cubicBezTo>
                  <a:lnTo>
                    <a:pt x="49772" y="25435"/>
                  </a:lnTo>
                  <a:lnTo>
                    <a:pt x="49311" y="22445"/>
                  </a:lnTo>
                  <a:cubicBezTo>
                    <a:pt x="49277" y="22411"/>
                    <a:pt x="49260" y="22377"/>
                    <a:pt x="49260" y="22343"/>
                  </a:cubicBezTo>
                  <a:lnTo>
                    <a:pt x="49294" y="22309"/>
                  </a:lnTo>
                  <a:cubicBezTo>
                    <a:pt x="49260" y="22189"/>
                    <a:pt x="49243" y="22052"/>
                    <a:pt x="49226" y="21933"/>
                  </a:cubicBezTo>
                  <a:lnTo>
                    <a:pt x="49174" y="21523"/>
                  </a:lnTo>
                  <a:lnTo>
                    <a:pt x="49174" y="21693"/>
                  </a:lnTo>
                  <a:lnTo>
                    <a:pt x="49140" y="21574"/>
                  </a:lnTo>
                  <a:cubicBezTo>
                    <a:pt x="49140" y="21540"/>
                    <a:pt x="49140" y="21523"/>
                    <a:pt x="49157" y="21506"/>
                  </a:cubicBezTo>
                  <a:cubicBezTo>
                    <a:pt x="48679" y="18447"/>
                    <a:pt x="48218" y="15423"/>
                    <a:pt x="47756" y="12382"/>
                  </a:cubicBezTo>
                  <a:cubicBezTo>
                    <a:pt x="47380" y="10502"/>
                    <a:pt x="47022" y="8623"/>
                    <a:pt x="46646" y="6743"/>
                  </a:cubicBezTo>
                  <a:lnTo>
                    <a:pt x="46646" y="6743"/>
                  </a:lnTo>
                  <a:cubicBezTo>
                    <a:pt x="46668" y="6809"/>
                    <a:pt x="46679" y="6836"/>
                    <a:pt x="46682" y="6836"/>
                  </a:cubicBezTo>
                  <a:cubicBezTo>
                    <a:pt x="46693" y="6836"/>
                    <a:pt x="46513" y="6223"/>
                    <a:pt x="46524" y="6223"/>
                  </a:cubicBezTo>
                  <a:lnTo>
                    <a:pt x="46524" y="6223"/>
                  </a:lnTo>
                  <a:cubicBezTo>
                    <a:pt x="46527" y="6223"/>
                    <a:pt x="46537" y="6250"/>
                    <a:pt x="46560" y="6316"/>
                  </a:cubicBezTo>
                  <a:cubicBezTo>
                    <a:pt x="45826" y="3685"/>
                    <a:pt x="45894" y="2745"/>
                    <a:pt x="45706" y="28"/>
                  </a:cubicBezTo>
                  <a:lnTo>
                    <a:pt x="43280" y="79"/>
                  </a:lnTo>
                  <a:cubicBezTo>
                    <a:pt x="43256" y="95"/>
                    <a:pt x="43248" y="104"/>
                    <a:pt x="43246" y="108"/>
                  </a:cubicBezTo>
                  <a:lnTo>
                    <a:pt x="43246" y="108"/>
                  </a:lnTo>
                  <a:cubicBezTo>
                    <a:pt x="43242" y="106"/>
                    <a:pt x="43232" y="103"/>
                    <a:pt x="43207" y="103"/>
                  </a:cubicBezTo>
                  <a:cubicBezTo>
                    <a:pt x="43182" y="103"/>
                    <a:pt x="43140" y="106"/>
                    <a:pt x="43075" y="114"/>
                  </a:cubicBezTo>
                  <a:cubicBezTo>
                    <a:pt x="43004" y="94"/>
                    <a:pt x="42949" y="87"/>
                    <a:pt x="42907" y="87"/>
                  </a:cubicBezTo>
                  <a:cubicBezTo>
                    <a:pt x="42833" y="87"/>
                    <a:pt x="42803" y="108"/>
                    <a:pt x="42812" y="114"/>
                  </a:cubicBezTo>
                  <a:lnTo>
                    <a:pt x="42812" y="114"/>
                  </a:lnTo>
                  <a:lnTo>
                    <a:pt x="42255" y="131"/>
                  </a:lnTo>
                  <a:cubicBezTo>
                    <a:pt x="42060" y="34"/>
                    <a:pt x="41916" y="0"/>
                    <a:pt x="41761" y="0"/>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6" name="Google Shape;936;p47"/>
            <p:cNvGrpSpPr/>
            <p:nvPr/>
          </p:nvGrpSpPr>
          <p:grpSpPr>
            <a:xfrm rot="-667034">
              <a:off x="2205342" y="3272515"/>
              <a:ext cx="1619347" cy="1703616"/>
              <a:chOff x="4619450" y="1094400"/>
              <a:chExt cx="1009825" cy="1062375"/>
            </a:xfrm>
          </p:grpSpPr>
          <p:sp>
            <p:nvSpPr>
              <p:cNvPr id="937" name="Google Shape;937;p47"/>
              <p:cNvSpPr/>
              <p:nvPr/>
            </p:nvSpPr>
            <p:spPr>
              <a:xfrm>
                <a:off x="4619450" y="1172575"/>
                <a:ext cx="85875" cy="984200"/>
              </a:xfrm>
              <a:custGeom>
                <a:avLst/>
                <a:gdLst/>
                <a:ahLst/>
                <a:cxnLst/>
                <a:rect l="l" t="t" r="r" b="b"/>
                <a:pathLst>
                  <a:path w="3435" h="39368" fill="none" extrusionOk="0">
                    <a:moveTo>
                      <a:pt x="0" y="1"/>
                    </a:moveTo>
                    <a:lnTo>
                      <a:pt x="3435" y="39367"/>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7"/>
              <p:cNvSpPr/>
              <p:nvPr/>
            </p:nvSpPr>
            <p:spPr>
              <a:xfrm>
                <a:off x="4749725" y="1143950"/>
                <a:ext cx="87600" cy="1003000"/>
              </a:xfrm>
              <a:custGeom>
                <a:avLst/>
                <a:gdLst/>
                <a:ahLst/>
                <a:cxnLst/>
                <a:rect l="l" t="t" r="r" b="b"/>
                <a:pathLst>
                  <a:path w="3504" h="40120" fill="none" extrusionOk="0">
                    <a:moveTo>
                      <a:pt x="1" y="1"/>
                    </a:moveTo>
                    <a:lnTo>
                      <a:pt x="3503" y="40119"/>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7"/>
              <p:cNvSpPr/>
              <p:nvPr/>
            </p:nvSpPr>
            <p:spPr>
              <a:xfrm>
                <a:off x="4882150" y="1134125"/>
                <a:ext cx="87600" cy="1002575"/>
              </a:xfrm>
              <a:custGeom>
                <a:avLst/>
                <a:gdLst/>
                <a:ahLst/>
                <a:cxnLst/>
                <a:rect l="l" t="t" r="r" b="b"/>
                <a:pathLst>
                  <a:path w="3504" h="40103" fill="none" extrusionOk="0">
                    <a:moveTo>
                      <a:pt x="0" y="1"/>
                    </a:moveTo>
                    <a:lnTo>
                      <a:pt x="3503" y="40102"/>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7"/>
              <p:cNvSpPr/>
              <p:nvPr/>
            </p:nvSpPr>
            <p:spPr>
              <a:xfrm>
                <a:off x="5014150" y="1124300"/>
                <a:ext cx="87575" cy="1002575"/>
              </a:xfrm>
              <a:custGeom>
                <a:avLst/>
                <a:gdLst/>
                <a:ahLst/>
                <a:cxnLst/>
                <a:rect l="l" t="t" r="r" b="b"/>
                <a:pathLst>
                  <a:path w="3503" h="40103" fill="none" extrusionOk="0">
                    <a:moveTo>
                      <a:pt x="0" y="1"/>
                    </a:moveTo>
                    <a:lnTo>
                      <a:pt x="3503" y="40102"/>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7"/>
              <p:cNvSpPr/>
              <p:nvPr/>
            </p:nvSpPr>
            <p:spPr>
              <a:xfrm>
                <a:off x="5146125" y="1114050"/>
                <a:ext cx="87600" cy="1003000"/>
              </a:xfrm>
              <a:custGeom>
                <a:avLst/>
                <a:gdLst/>
                <a:ahLst/>
                <a:cxnLst/>
                <a:rect l="l" t="t" r="r" b="b"/>
                <a:pathLst>
                  <a:path w="3504" h="40120" fill="none" extrusionOk="0">
                    <a:moveTo>
                      <a:pt x="1" y="1"/>
                    </a:moveTo>
                    <a:lnTo>
                      <a:pt x="3503" y="40119"/>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7"/>
              <p:cNvSpPr/>
              <p:nvPr/>
            </p:nvSpPr>
            <p:spPr>
              <a:xfrm>
                <a:off x="5278550" y="1104225"/>
                <a:ext cx="87600" cy="1002575"/>
              </a:xfrm>
              <a:custGeom>
                <a:avLst/>
                <a:gdLst/>
                <a:ahLst/>
                <a:cxnLst/>
                <a:rect l="l" t="t" r="r" b="b"/>
                <a:pathLst>
                  <a:path w="3504" h="40103" fill="none" extrusionOk="0">
                    <a:moveTo>
                      <a:pt x="0" y="1"/>
                    </a:moveTo>
                    <a:lnTo>
                      <a:pt x="3503" y="40102"/>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7"/>
              <p:cNvSpPr/>
              <p:nvPr/>
            </p:nvSpPr>
            <p:spPr>
              <a:xfrm>
                <a:off x="5410550" y="1094400"/>
                <a:ext cx="87575" cy="1002575"/>
              </a:xfrm>
              <a:custGeom>
                <a:avLst/>
                <a:gdLst/>
                <a:ahLst/>
                <a:cxnLst/>
                <a:rect l="l" t="t" r="r" b="b"/>
                <a:pathLst>
                  <a:path w="3503" h="40103" fill="none" extrusionOk="0">
                    <a:moveTo>
                      <a:pt x="0" y="1"/>
                    </a:moveTo>
                    <a:lnTo>
                      <a:pt x="3503" y="40102"/>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7"/>
              <p:cNvSpPr/>
              <p:nvPr/>
            </p:nvSpPr>
            <p:spPr>
              <a:xfrm>
                <a:off x="4629275" y="1216150"/>
                <a:ext cx="935925" cy="70925"/>
              </a:xfrm>
              <a:custGeom>
                <a:avLst/>
                <a:gdLst/>
                <a:ahLst/>
                <a:cxnLst/>
                <a:rect l="l" t="t" r="r" b="b"/>
                <a:pathLst>
                  <a:path w="37437" h="2837" fill="none" extrusionOk="0">
                    <a:moveTo>
                      <a:pt x="37436" y="0"/>
                    </a:moveTo>
                    <a:lnTo>
                      <a:pt x="0" y="2837"/>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7"/>
              <p:cNvSpPr/>
              <p:nvPr/>
            </p:nvSpPr>
            <p:spPr>
              <a:xfrm>
                <a:off x="4639950" y="1339175"/>
                <a:ext cx="935925" cy="70500"/>
              </a:xfrm>
              <a:custGeom>
                <a:avLst/>
                <a:gdLst/>
                <a:ahLst/>
                <a:cxnLst/>
                <a:rect l="l" t="t" r="r" b="b"/>
                <a:pathLst>
                  <a:path w="37437" h="2820" fill="none" extrusionOk="0">
                    <a:moveTo>
                      <a:pt x="37436" y="0"/>
                    </a:moveTo>
                    <a:lnTo>
                      <a:pt x="1" y="2819"/>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7"/>
              <p:cNvSpPr/>
              <p:nvPr/>
            </p:nvSpPr>
            <p:spPr>
              <a:xfrm>
                <a:off x="4650625" y="1461750"/>
                <a:ext cx="935925" cy="70950"/>
              </a:xfrm>
              <a:custGeom>
                <a:avLst/>
                <a:gdLst/>
                <a:ahLst/>
                <a:cxnLst/>
                <a:rect l="l" t="t" r="r" b="b"/>
                <a:pathLst>
                  <a:path w="37437" h="2838" fill="none" extrusionOk="0">
                    <a:moveTo>
                      <a:pt x="37437" y="1"/>
                    </a:moveTo>
                    <a:lnTo>
                      <a:pt x="1" y="2837"/>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7"/>
              <p:cNvSpPr/>
              <p:nvPr/>
            </p:nvSpPr>
            <p:spPr>
              <a:xfrm>
                <a:off x="4661725" y="1584775"/>
                <a:ext cx="935500" cy="70500"/>
              </a:xfrm>
              <a:custGeom>
                <a:avLst/>
                <a:gdLst/>
                <a:ahLst/>
                <a:cxnLst/>
                <a:rect l="l" t="t" r="r" b="b"/>
                <a:pathLst>
                  <a:path w="37420" h="2820" fill="none" extrusionOk="0">
                    <a:moveTo>
                      <a:pt x="37420" y="1"/>
                    </a:moveTo>
                    <a:lnTo>
                      <a:pt x="1" y="2820"/>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7"/>
              <p:cNvSpPr/>
              <p:nvPr/>
            </p:nvSpPr>
            <p:spPr>
              <a:xfrm>
                <a:off x="4672425" y="1707800"/>
                <a:ext cx="935475" cy="70500"/>
              </a:xfrm>
              <a:custGeom>
                <a:avLst/>
                <a:gdLst/>
                <a:ahLst/>
                <a:cxnLst/>
                <a:rect l="l" t="t" r="r" b="b"/>
                <a:pathLst>
                  <a:path w="37419" h="2820" fill="none" extrusionOk="0">
                    <a:moveTo>
                      <a:pt x="37419" y="1"/>
                    </a:moveTo>
                    <a:lnTo>
                      <a:pt x="0" y="2820"/>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7"/>
              <p:cNvSpPr/>
              <p:nvPr/>
            </p:nvSpPr>
            <p:spPr>
              <a:xfrm>
                <a:off x="4683100" y="1830400"/>
                <a:ext cx="935500" cy="70500"/>
              </a:xfrm>
              <a:custGeom>
                <a:avLst/>
                <a:gdLst/>
                <a:ahLst/>
                <a:cxnLst/>
                <a:rect l="l" t="t" r="r" b="b"/>
                <a:pathLst>
                  <a:path w="37420" h="2820" fill="none" extrusionOk="0">
                    <a:moveTo>
                      <a:pt x="37419" y="0"/>
                    </a:moveTo>
                    <a:lnTo>
                      <a:pt x="0" y="2820"/>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7"/>
              <p:cNvSpPr/>
              <p:nvPr/>
            </p:nvSpPr>
            <p:spPr>
              <a:xfrm>
                <a:off x="4693775" y="1953425"/>
                <a:ext cx="935500" cy="70500"/>
              </a:xfrm>
              <a:custGeom>
                <a:avLst/>
                <a:gdLst/>
                <a:ahLst/>
                <a:cxnLst/>
                <a:rect l="l" t="t" r="r" b="b"/>
                <a:pathLst>
                  <a:path w="37420" h="2820" fill="none" extrusionOk="0">
                    <a:moveTo>
                      <a:pt x="37419" y="0"/>
                    </a:moveTo>
                    <a:lnTo>
                      <a:pt x="0" y="2819"/>
                    </a:lnTo>
                  </a:path>
                </a:pathLst>
              </a:custGeom>
              <a:solidFill>
                <a:schemeClr val="accent6"/>
              </a:solidFill>
              <a:ln w="3425" cap="flat" cmpd="sng">
                <a:solidFill>
                  <a:srgbClr val="FDFDFD"/>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51" name="Google Shape;951;p47"/>
          <p:cNvSpPr/>
          <p:nvPr/>
        </p:nvSpPr>
        <p:spPr>
          <a:xfrm rot="5400000">
            <a:off x="3051561" y="-963290"/>
            <a:ext cx="3042914" cy="7138212"/>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7"/>
          <p:cNvSpPr txBox="1">
            <a:spLocks noGrp="1"/>
          </p:cNvSpPr>
          <p:nvPr>
            <p:ph type="title"/>
          </p:nvPr>
        </p:nvSpPr>
        <p:spPr>
          <a:xfrm>
            <a:off x="1681655" y="1300791"/>
            <a:ext cx="5246168" cy="4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1</a:t>
            </a:r>
            <a:r>
              <a:rPr lang="en" dirty="0" smtClean="0">
                <a:latin typeface="Times New Roman" panose="02020603050405020304" pitchFamily="18" charset="0"/>
                <a:cs typeface="Times New Roman" panose="02020603050405020304" pitchFamily="18" charset="0"/>
              </a:rPr>
              <a:t>. THÔNG TIN HỌC SINH</a:t>
            </a:r>
            <a:endParaRPr dirty="0">
              <a:latin typeface="Times New Roman" panose="02020603050405020304" pitchFamily="18" charset="0"/>
              <a:cs typeface="Times New Roman" panose="02020603050405020304" pitchFamily="18" charset="0"/>
            </a:endParaRPr>
          </a:p>
        </p:txBody>
      </p:sp>
      <p:sp>
        <p:nvSpPr>
          <p:cNvPr id="954" name="Google Shape;954;p47"/>
          <p:cNvSpPr/>
          <p:nvPr/>
        </p:nvSpPr>
        <p:spPr>
          <a:xfrm>
            <a:off x="1868652" y="3674947"/>
            <a:ext cx="17350" cy="15016"/>
          </a:xfrm>
          <a:custGeom>
            <a:avLst/>
            <a:gdLst/>
            <a:ahLst/>
            <a:cxnLst/>
            <a:rect l="l" t="t" r="r" b="b"/>
            <a:pathLst>
              <a:path w="223" h="193" extrusionOk="0">
                <a:moveTo>
                  <a:pt x="103" y="0"/>
                </a:moveTo>
                <a:cubicBezTo>
                  <a:pt x="74" y="0"/>
                  <a:pt x="44" y="13"/>
                  <a:pt x="18" y="39"/>
                </a:cubicBezTo>
                <a:cubicBezTo>
                  <a:pt x="1" y="56"/>
                  <a:pt x="1" y="73"/>
                  <a:pt x="1" y="90"/>
                </a:cubicBezTo>
                <a:lnTo>
                  <a:pt x="120" y="192"/>
                </a:lnTo>
                <a:cubicBezTo>
                  <a:pt x="138" y="192"/>
                  <a:pt x="172" y="175"/>
                  <a:pt x="189" y="158"/>
                </a:cubicBezTo>
                <a:cubicBezTo>
                  <a:pt x="223" y="124"/>
                  <a:pt x="223" y="73"/>
                  <a:pt x="189" y="39"/>
                </a:cubicBezTo>
                <a:cubicBezTo>
                  <a:pt x="163" y="13"/>
                  <a:pt x="133" y="0"/>
                  <a:pt x="1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5" name="Google Shape;955;p47"/>
          <p:cNvGrpSpPr/>
          <p:nvPr/>
        </p:nvGrpSpPr>
        <p:grpSpPr>
          <a:xfrm>
            <a:off x="7305126" y="3317616"/>
            <a:ext cx="1400004" cy="1354341"/>
            <a:chOff x="7305126" y="3317616"/>
            <a:chExt cx="1400004" cy="1354341"/>
          </a:xfrm>
        </p:grpSpPr>
        <p:sp>
          <p:nvSpPr>
            <p:cNvPr id="956" name="Google Shape;956;p47"/>
            <p:cNvSpPr/>
            <p:nvPr/>
          </p:nvSpPr>
          <p:spPr>
            <a:xfrm>
              <a:off x="7305126" y="3317616"/>
              <a:ext cx="1400004" cy="1354341"/>
            </a:xfrm>
            <a:custGeom>
              <a:avLst/>
              <a:gdLst/>
              <a:ahLst/>
              <a:cxnLst/>
              <a:rect l="l" t="t" r="r" b="b"/>
              <a:pathLst>
                <a:path w="17292" h="16728" extrusionOk="0">
                  <a:moveTo>
                    <a:pt x="12969" y="0"/>
                  </a:moveTo>
                  <a:lnTo>
                    <a:pt x="0" y="12097"/>
                  </a:lnTo>
                  <a:lnTo>
                    <a:pt x="4323" y="16728"/>
                  </a:lnTo>
                  <a:lnTo>
                    <a:pt x="17291" y="4631"/>
                  </a:lnTo>
                  <a:lnTo>
                    <a:pt x="12969" y="0"/>
                  </a:lnTo>
                  <a:close/>
                </a:path>
              </a:pathLst>
            </a:custGeom>
            <a:solidFill>
              <a:schemeClr val="lt1"/>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7"/>
            <p:cNvSpPr/>
            <p:nvPr/>
          </p:nvSpPr>
          <p:spPr>
            <a:xfrm>
              <a:off x="7357671" y="4013738"/>
              <a:ext cx="409508" cy="405622"/>
            </a:xfrm>
            <a:custGeom>
              <a:avLst/>
              <a:gdLst/>
              <a:ahLst/>
              <a:cxnLst/>
              <a:rect l="l" t="t" r="r" b="b"/>
              <a:pathLst>
                <a:path w="5058" h="5010" extrusionOk="0">
                  <a:moveTo>
                    <a:pt x="3743" y="0"/>
                  </a:moveTo>
                  <a:cubicBezTo>
                    <a:pt x="3706" y="0"/>
                    <a:pt x="3681" y="28"/>
                    <a:pt x="3657" y="65"/>
                  </a:cubicBezTo>
                  <a:cubicBezTo>
                    <a:pt x="3298" y="612"/>
                    <a:pt x="2922" y="1142"/>
                    <a:pt x="2563" y="1688"/>
                  </a:cubicBezTo>
                  <a:cubicBezTo>
                    <a:pt x="2521" y="1742"/>
                    <a:pt x="2491" y="1768"/>
                    <a:pt x="2450" y="1768"/>
                  </a:cubicBezTo>
                  <a:cubicBezTo>
                    <a:pt x="2426" y="1768"/>
                    <a:pt x="2397" y="1759"/>
                    <a:pt x="2358" y="1740"/>
                  </a:cubicBezTo>
                  <a:cubicBezTo>
                    <a:pt x="2085" y="1620"/>
                    <a:pt x="1829" y="1500"/>
                    <a:pt x="1572" y="1398"/>
                  </a:cubicBezTo>
                  <a:lnTo>
                    <a:pt x="1162" y="1774"/>
                  </a:lnTo>
                  <a:cubicBezTo>
                    <a:pt x="1333" y="1962"/>
                    <a:pt x="1487" y="2150"/>
                    <a:pt x="1675" y="2321"/>
                  </a:cubicBezTo>
                  <a:cubicBezTo>
                    <a:pt x="1350" y="2526"/>
                    <a:pt x="1026" y="2731"/>
                    <a:pt x="718" y="2919"/>
                  </a:cubicBezTo>
                  <a:cubicBezTo>
                    <a:pt x="513" y="3038"/>
                    <a:pt x="308" y="3158"/>
                    <a:pt x="120" y="3294"/>
                  </a:cubicBezTo>
                  <a:cubicBezTo>
                    <a:pt x="69" y="3329"/>
                    <a:pt x="0" y="3363"/>
                    <a:pt x="35" y="3448"/>
                  </a:cubicBezTo>
                  <a:cubicBezTo>
                    <a:pt x="59" y="3509"/>
                    <a:pt x="101" y="3518"/>
                    <a:pt x="141" y="3518"/>
                  </a:cubicBezTo>
                  <a:cubicBezTo>
                    <a:pt x="158" y="3518"/>
                    <a:pt x="174" y="3517"/>
                    <a:pt x="188" y="3517"/>
                  </a:cubicBezTo>
                  <a:cubicBezTo>
                    <a:pt x="257" y="3499"/>
                    <a:pt x="308" y="3482"/>
                    <a:pt x="376" y="3482"/>
                  </a:cubicBezTo>
                  <a:cubicBezTo>
                    <a:pt x="906" y="3363"/>
                    <a:pt x="1419" y="3226"/>
                    <a:pt x="1948" y="3141"/>
                  </a:cubicBezTo>
                  <a:cubicBezTo>
                    <a:pt x="1971" y="3141"/>
                    <a:pt x="1994" y="3125"/>
                    <a:pt x="2017" y="3125"/>
                  </a:cubicBezTo>
                  <a:cubicBezTo>
                    <a:pt x="2028" y="3125"/>
                    <a:pt x="2039" y="3129"/>
                    <a:pt x="2051" y="3141"/>
                  </a:cubicBezTo>
                  <a:cubicBezTo>
                    <a:pt x="2051" y="3192"/>
                    <a:pt x="2051" y="3243"/>
                    <a:pt x="2034" y="3294"/>
                  </a:cubicBezTo>
                  <a:cubicBezTo>
                    <a:pt x="1982" y="3807"/>
                    <a:pt x="1914" y="4303"/>
                    <a:pt x="1897" y="4798"/>
                  </a:cubicBezTo>
                  <a:cubicBezTo>
                    <a:pt x="1897" y="4883"/>
                    <a:pt x="1880" y="4969"/>
                    <a:pt x="1965" y="5003"/>
                  </a:cubicBezTo>
                  <a:cubicBezTo>
                    <a:pt x="1979" y="5008"/>
                    <a:pt x="1992" y="5010"/>
                    <a:pt x="2004" y="5010"/>
                  </a:cubicBezTo>
                  <a:cubicBezTo>
                    <a:pt x="2077" y="5010"/>
                    <a:pt x="2109" y="4925"/>
                    <a:pt x="2153" y="4866"/>
                  </a:cubicBezTo>
                  <a:cubicBezTo>
                    <a:pt x="2358" y="4473"/>
                    <a:pt x="2580" y="4063"/>
                    <a:pt x="2751" y="3653"/>
                  </a:cubicBezTo>
                  <a:cubicBezTo>
                    <a:pt x="2768" y="3619"/>
                    <a:pt x="2768" y="3551"/>
                    <a:pt x="2837" y="3534"/>
                  </a:cubicBezTo>
                  <a:lnTo>
                    <a:pt x="2922" y="3705"/>
                  </a:lnTo>
                  <a:cubicBezTo>
                    <a:pt x="3076" y="4046"/>
                    <a:pt x="3230" y="4388"/>
                    <a:pt x="3418" y="4713"/>
                  </a:cubicBezTo>
                  <a:cubicBezTo>
                    <a:pt x="3448" y="4758"/>
                    <a:pt x="3479" y="4818"/>
                    <a:pt x="3533" y="4818"/>
                  </a:cubicBezTo>
                  <a:cubicBezTo>
                    <a:pt x="3540" y="4818"/>
                    <a:pt x="3547" y="4817"/>
                    <a:pt x="3554" y="4815"/>
                  </a:cubicBezTo>
                  <a:cubicBezTo>
                    <a:pt x="3623" y="4798"/>
                    <a:pt x="3623" y="4713"/>
                    <a:pt x="3623" y="4644"/>
                  </a:cubicBezTo>
                  <a:cubicBezTo>
                    <a:pt x="3606" y="4354"/>
                    <a:pt x="3606" y="4046"/>
                    <a:pt x="3571" y="3756"/>
                  </a:cubicBezTo>
                  <a:cubicBezTo>
                    <a:pt x="3554" y="3465"/>
                    <a:pt x="3537" y="3158"/>
                    <a:pt x="3503" y="2850"/>
                  </a:cubicBezTo>
                  <a:lnTo>
                    <a:pt x="4836" y="2491"/>
                  </a:lnTo>
                  <a:cubicBezTo>
                    <a:pt x="4921" y="2474"/>
                    <a:pt x="5058" y="2457"/>
                    <a:pt x="5041" y="2338"/>
                  </a:cubicBezTo>
                  <a:cubicBezTo>
                    <a:pt x="5027" y="2245"/>
                    <a:pt x="4952" y="2234"/>
                    <a:pt x="4879" y="2234"/>
                  </a:cubicBezTo>
                  <a:cubicBezTo>
                    <a:pt x="4858" y="2234"/>
                    <a:pt x="4838" y="2235"/>
                    <a:pt x="4819" y="2235"/>
                  </a:cubicBezTo>
                  <a:cubicBezTo>
                    <a:pt x="4323" y="2184"/>
                    <a:pt x="3811" y="2150"/>
                    <a:pt x="3281" y="2098"/>
                  </a:cubicBezTo>
                  <a:cubicBezTo>
                    <a:pt x="3332" y="1945"/>
                    <a:pt x="3366" y="1791"/>
                    <a:pt x="3418" y="1637"/>
                  </a:cubicBezTo>
                  <a:cubicBezTo>
                    <a:pt x="3554" y="1142"/>
                    <a:pt x="3708" y="663"/>
                    <a:pt x="3845" y="168"/>
                  </a:cubicBezTo>
                  <a:cubicBezTo>
                    <a:pt x="3862" y="116"/>
                    <a:pt x="3862" y="48"/>
                    <a:pt x="3793" y="14"/>
                  </a:cubicBezTo>
                  <a:cubicBezTo>
                    <a:pt x="3774" y="4"/>
                    <a:pt x="3758" y="0"/>
                    <a:pt x="3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7"/>
            <p:cNvSpPr/>
            <p:nvPr/>
          </p:nvSpPr>
          <p:spPr>
            <a:xfrm>
              <a:off x="7833576" y="3668268"/>
              <a:ext cx="384572" cy="356235"/>
            </a:xfrm>
            <a:custGeom>
              <a:avLst/>
              <a:gdLst/>
              <a:ahLst/>
              <a:cxnLst/>
              <a:rect l="l" t="t" r="r" b="b"/>
              <a:pathLst>
                <a:path w="4750" h="4400" extrusionOk="0">
                  <a:moveTo>
                    <a:pt x="3228" y="0"/>
                  </a:moveTo>
                  <a:cubicBezTo>
                    <a:pt x="3182" y="0"/>
                    <a:pt x="3155" y="53"/>
                    <a:pt x="3127" y="95"/>
                  </a:cubicBezTo>
                  <a:cubicBezTo>
                    <a:pt x="2802" y="539"/>
                    <a:pt x="2478" y="1000"/>
                    <a:pt x="2187" y="1496"/>
                  </a:cubicBezTo>
                  <a:cubicBezTo>
                    <a:pt x="1948" y="1376"/>
                    <a:pt x="1709" y="1274"/>
                    <a:pt x="1469" y="1171"/>
                  </a:cubicBezTo>
                  <a:cubicBezTo>
                    <a:pt x="1230" y="1069"/>
                    <a:pt x="1042" y="983"/>
                    <a:pt x="837" y="898"/>
                  </a:cubicBezTo>
                  <a:lnTo>
                    <a:pt x="615" y="1086"/>
                  </a:lnTo>
                  <a:lnTo>
                    <a:pt x="632" y="1103"/>
                  </a:lnTo>
                  <a:lnTo>
                    <a:pt x="1435" y="1923"/>
                  </a:lnTo>
                  <a:cubicBezTo>
                    <a:pt x="1418" y="1940"/>
                    <a:pt x="1418" y="1957"/>
                    <a:pt x="1401" y="1974"/>
                  </a:cubicBezTo>
                  <a:lnTo>
                    <a:pt x="137" y="3051"/>
                  </a:lnTo>
                  <a:cubicBezTo>
                    <a:pt x="68" y="3102"/>
                    <a:pt x="0" y="3170"/>
                    <a:pt x="34" y="3256"/>
                  </a:cubicBezTo>
                  <a:cubicBezTo>
                    <a:pt x="62" y="3302"/>
                    <a:pt x="99" y="3318"/>
                    <a:pt x="141" y="3318"/>
                  </a:cubicBezTo>
                  <a:cubicBezTo>
                    <a:pt x="177" y="3318"/>
                    <a:pt x="217" y="3306"/>
                    <a:pt x="256" y="3290"/>
                  </a:cubicBezTo>
                  <a:cubicBezTo>
                    <a:pt x="427" y="3256"/>
                    <a:pt x="581" y="3204"/>
                    <a:pt x="752" y="3153"/>
                  </a:cubicBezTo>
                  <a:lnTo>
                    <a:pt x="1709" y="2829"/>
                  </a:lnTo>
                  <a:lnTo>
                    <a:pt x="1709" y="2829"/>
                  </a:lnTo>
                  <a:cubicBezTo>
                    <a:pt x="1709" y="2880"/>
                    <a:pt x="1692" y="2914"/>
                    <a:pt x="1692" y="2931"/>
                  </a:cubicBezTo>
                  <a:cubicBezTo>
                    <a:pt x="1623" y="3358"/>
                    <a:pt x="1538" y="3785"/>
                    <a:pt x="1469" y="4195"/>
                  </a:cubicBezTo>
                  <a:cubicBezTo>
                    <a:pt x="1452" y="4264"/>
                    <a:pt x="1418" y="4349"/>
                    <a:pt x="1521" y="4383"/>
                  </a:cubicBezTo>
                  <a:cubicBezTo>
                    <a:pt x="1539" y="4395"/>
                    <a:pt x="1555" y="4399"/>
                    <a:pt x="1570" y="4399"/>
                  </a:cubicBezTo>
                  <a:cubicBezTo>
                    <a:pt x="1622" y="4399"/>
                    <a:pt x="1651" y="4338"/>
                    <a:pt x="1692" y="4298"/>
                  </a:cubicBezTo>
                  <a:cubicBezTo>
                    <a:pt x="1760" y="4213"/>
                    <a:pt x="1811" y="4127"/>
                    <a:pt x="1862" y="4042"/>
                  </a:cubicBezTo>
                  <a:lnTo>
                    <a:pt x="2563" y="2931"/>
                  </a:lnTo>
                  <a:lnTo>
                    <a:pt x="3041" y="3512"/>
                  </a:lnTo>
                  <a:lnTo>
                    <a:pt x="3520" y="4076"/>
                  </a:lnTo>
                  <a:cubicBezTo>
                    <a:pt x="3531" y="4109"/>
                    <a:pt x="3563" y="4128"/>
                    <a:pt x="3599" y="4128"/>
                  </a:cubicBezTo>
                  <a:cubicBezTo>
                    <a:pt x="3618" y="4128"/>
                    <a:pt x="3638" y="4122"/>
                    <a:pt x="3656" y="4110"/>
                  </a:cubicBezTo>
                  <a:cubicBezTo>
                    <a:pt x="3691" y="4093"/>
                    <a:pt x="3708" y="4042"/>
                    <a:pt x="3708" y="3990"/>
                  </a:cubicBezTo>
                  <a:cubicBezTo>
                    <a:pt x="3691" y="3956"/>
                    <a:pt x="3674" y="3905"/>
                    <a:pt x="3674" y="3871"/>
                  </a:cubicBezTo>
                  <a:cubicBezTo>
                    <a:pt x="3537" y="3461"/>
                    <a:pt x="3400" y="3068"/>
                    <a:pt x="3263" y="2658"/>
                  </a:cubicBezTo>
                  <a:cubicBezTo>
                    <a:pt x="3212" y="2589"/>
                    <a:pt x="3195" y="2504"/>
                    <a:pt x="3195" y="2419"/>
                  </a:cubicBezTo>
                  <a:cubicBezTo>
                    <a:pt x="3246" y="2401"/>
                    <a:pt x="3281" y="2384"/>
                    <a:pt x="3332" y="2367"/>
                  </a:cubicBezTo>
                  <a:cubicBezTo>
                    <a:pt x="3742" y="2231"/>
                    <a:pt x="4135" y="2094"/>
                    <a:pt x="4545" y="1940"/>
                  </a:cubicBezTo>
                  <a:cubicBezTo>
                    <a:pt x="4630" y="1906"/>
                    <a:pt x="4750" y="1889"/>
                    <a:pt x="4733" y="1752"/>
                  </a:cubicBezTo>
                  <a:cubicBezTo>
                    <a:pt x="4711" y="1676"/>
                    <a:pt x="4662" y="1662"/>
                    <a:pt x="4607" y="1662"/>
                  </a:cubicBezTo>
                  <a:cubicBezTo>
                    <a:pt x="4575" y="1662"/>
                    <a:pt x="4542" y="1667"/>
                    <a:pt x="4511" y="1667"/>
                  </a:cubicBezTo>
                  <a:cubicBezTo>
                    <a:pt x="4482" y="1661"/>
                    <a:pt x="4460" y="1659"/>
                    <a:pt x="4439" y="1659"/>
                  </a:cubicBezTo>
                  <a:cubicBezTo>
                    <a:pt x="4399" y="1659"/>
                    <a:pt x="4368" y="1667"/>
                    <a:pt x="4323" y="1667"/>
                  </a:cubicBezTo>
                  <a:lnTo>
                    <a:pt x="2939" y="1564"/>
                  </a:lnTo>
                  <a:cubicBezTo>
                    <a:pt x="2922" y="1547"/>
                    <a:pt x="2956" y="1479"/>
                    <a:pt x="2973" y="1410"/>
                  </a:cubicBezTo>
                  <a:cubicBezTo>
                    <a:pt x="3076" y="1000"/>
                    <a:pt x="3246" y="590"/>
                    <a:pt x="3315" y="180"/>
                  </a:cubicBezTo>
                  <a:cubicBezTo>
                    <a:pt x="3332" y="112"/>
                    <a:pt x="3349" y="44"/>
                    <a:pt x="3263" y="9"/>
                  </a:cubicBezTo>
                  <a:cubicBezTo>
                    <a:pt x="3251" y="3"/>
                    <a:pt x="3239" y="0"/>
                    <a:pt x="32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7"/>
            <p:cNvSpPr/>
            <p:nvPr/>
          </p:nvSpPr>
          <p:spPr>
            <a:xfrm>
              <a:off x="8201476" y="3556943"/>
              <a:ext cx="358421" cy="358988"/>
            </a:xfrm>
            <a:custGeom>
              <a:avLst/>
              <a:gdLst/>
              <a:ahLst/>
              <a:cxnLst/>
              <a:rect l="l" t="t" r="r" b="b"/>
              <a:pathLst>
                <a:path w="4427" h="4434" extrusionOk="0">
                  <a:moveTo>
                    <a:pt x="2239" y="0"/>
                  </a:moveTo>
                  <a:cubicBezTo>
                    <a:pt x="2171" y="0"/>
                    <a:pt x="2154" y="86"/>
                    <a:pt x="2137" y="137"/>
                  </a:cubicBezTo>
                  <a:cubicBezTo>
                    <a:pt x="2034" y="496"/>
                    <a:pt x="1932" y="855"/>
                    <a:pt x="1846" y="1231"/>
                  </a:cubicBezTo>
                  <a:cubicBezTo>
                    <a:pt x="1831" y="1323"/>
                    <a:pt x="1761" y="1387"/>
                    <a:pt x="1672" y="1387"/>
                  </a:cubicBezTo>
                  <a:cubicBezTo>
                    <a:pt x="1662" y="1387"/>
                    <a:pt x="1652" y="1386"/>
                    <a:pt x="1641" y="1384"/>
                  </a:cubicBezTo>
                  <a:cubicBezTo>
                    <a:pt x="1146" y="1419"/>
                    <a:pt x="667" y="1419"/>
                    <a:pt x="172" y="1470"/>
                  </a:cubicBezTo>
                  <a:cubicBezTo>
                    <a:pt x="103" y="1470"/>
                    <a:pt x="35" y="1470"/>
                    <a:pt x="18" y="1572"/>
                  </a:cubicBezTo>
                  <a:cubicBezTo>
                    <a:pt x="1" y="1658"/>
                    <a:pt x="86" y="1675"/>
                    <a:pt x="155" y="1692"/>
                  </a:cubicBezTo>
                  <a:lnTo>
                    <a:pt x="941" y="1999"/>
                  </a:lnTo>
                  <a:lnTo>
                    <a:pt x="1573" y="2239"/>
                  </a:lnTo>
                  <a:cubicBezTo>
                    <a:pt x="1334" y="2444"/>
                    <a:pt x="1112" y="2666"/>
                    <a:pt x="889" y="2871"/>
                  </a:cubicBezTo>
                  <a:cubicBezTo>
                    <a:pt x="770" y="2973"/>
                    <a:pt x="650" y="3076"/>
                    <a:pt x="548" y="3195"/>
                  </a:cubicBezTo>
                  <a:cubicBezTo>
                    <a:pt x="514" y="3247"/>
                    <a:pt x="445" y="3298"/>
                    <a:pt x="496" y="3366"/>
                  </a:cubicBezTo>
                  <a:cubicBezTo>
                    <a:pt x="520" y="3397"/>
                    <a:pt x="546" y="3407"/>
                    <a:pt x="573" y="3407"/>
                  </a:cubicBezTo>
                  <a:cubicBezTo>
                    <a:pt x="606" y="3407"/>
                    <a:pt x="639" y="3393"/>
                    <a:pt x="667" y="3383"/>
                  </a:cubicBezTo>
                  <a:cubicBezTo>
                    <a:pt x="889" y="3315"/>
                    <a:pt x="1094" y="3247"/>
                    <a:pt x="1299" y="3178"/>
                  </a:cubicBezTo>
                  <a:cubicBezTo>
                    <a:pt x="1573" y="3076"/>
                    <a:pt x="1846" y="2973"/>
                    <a:pt x="2154" y="2871"/>
                  </a:cubicBezTo>
                  <a:lnTo>
                    <a:pt x="2154" y="2871"/>
                  </a:lnTo>
                  <a:cubicBezTo>
                    <a:pt x="2154" y="3008"/>
                    <a:pt x="2137" y="3127"/>
                    <a:pt x="2120" y="3230"/>
                  </a:cubicBezTo>
                  <a:cubicBezTo>
                    <a:pt x="2085" y="3571"/>
                    <a:pt x="2051" y="3913"/>
                    <a:pt x="2034" y="4255"/>
                  </a:cubicBezTo>
                  <a:cubicBezTo>
                    <a:pt x="2034" y="4323"/>
                    <a:pt x="2017" y="4409"/>
                    <a:pt x="2103" y="4426"/>
                  </a:cubicBezTo>
                  <a:cubicBezTo>
                    <a:pt x="2116" y="4431"/>
                    <a:pt x="2128" y="4433"/>
                    <a:pt x="2139" y="4433"/>
                  </a:cubicBezTo>
                  <a:cubicBezTo>
                    <a:pt x="2199" y="4433"/>
                    <a:pt x="2228" y="4364"/>
                    <a:pt x="2256" y="4306"/>
                  </a:cubicBezTo>
                  <a:cubicBezTo>
                    <a:pt x="2410" y="3947"/>
                    <a:pt x="2581" y="3588"/>
                    <a:pt x="2718" y="3213"/>
                  </a:cubicBezTo>
                  <a:cubicBezTo>
                    <a:pt x="2735" y="3161"/>
                    <a:pt x="2752" y="3110"/>
                    <a:pt x="2803" y="3076"/>
                  </a:cubicBezTo>
                  <a:lnTo>
                    <a:pt x="3640" y="3383"/>
                  </a:lnTo>
                  <a:cubicBezTo>
                    <a:pt x="3760" y="3435"/>
                    <a:pt x="3862" y="3486"/>
                    <a:pt x="3982" y="3520"/>
                  </a:cubicBezTo>
                  <a:cubicBezTo>
                    <a:pt x="3996" y="3525"/>
                    <a:pt x="4009" y="3527"/>
                    <a:pt x="4023" y="3527"/>
                  </a:cubicBezTo>
                  <a:cubicBezTo>
                    <a:pt x="4060" y="3527"/>
                    <a:pt x="4094" y="3511"/>
                    <a:pt x="4119" y="3486"/>
                  </a:cubicBezTo>
                  <a:cubicBezTo>
                    <a:pt x="4136" y="3452"/>
                    <a:pt x="4136" y="3383"/>
                    <a:pt x="4102" y="3349"/>
                  </a:cubicBezTo>
                  <a:cubicBezTo>
                    <a:pt x="4067" y="3315"/>
                    <a:pt x="4016" y="3264"/>
                    <a:pt x="3982" y="3230"/>
                  </a:cubicBezTo>
                  <a:lnTo>
                    <a:pt x="3196" y="2375"/>
                  </a:lnTo>
                  <a:cubicBezTo>
                    <a:pt x="3162" y="2341"/>
                    <a:pt x="3111" y="2307"/>
                    <a:pt x="3111" y="2239"/>
                  </a:cubicBezTo>
                  <a:lnTo>
                    <a:pt x="3162" y="2187"/>
                  </a:lnTo>
                  <a:cubicBezTo>
                    <a:pt x="3555" y="1897"/>
                    <a:pt x="3948" y="1589"/>
                    <a:pt x="4307" y="1248"/>
                  </a:cubicBezTo>
                  <a:cubicBezTo>
                    <a:pt x="4358" y="1196"/>
                    <a:pt x="4426" y="1145"/>
                    <a:pt x="4375" y="1060"/>
                  </a:cubicBezTo>
                  <a:cubicBezTo>
                    <a:pt x="4353" y="1023"/>
                    <a:pt x="4328" y="1012"/>
                    <a:pt x="4303" y="1012"/>
                  </a:cubicBezTo>
                  <a:cubicBezTo>
                    <a:pt x="4269" y="1012"/>
                    <a:pt x="4234" y="1033"/>
                    <a:pt x="4204" y="1043"/>
                  </a:cubicBezTo>
                  <a:cubicBezTo>
                    <a:pt x="3931" y="1128"/>
                    <a:pt x="3657" y="1213"/>
                    <a:pt x="3367" y="1282"/>
                  </a:cubicBezTo>
                  <a:cubicBezTo>
                    <a:pt x="3162" y="1350"/>
                    <a:pt x="2940" y="1401"/>
                    <a:pt x="2718" y="1453"/>
                  </a:cubicBezTo>
                  <a:lnTo>
                    <a:pt x="2359" y="137"/>
                  </a:lnTo>
                  <a:cubicBezTo>
                    <a:pt x="2342" y="86"/>
                    <a:pt x="2325" y="0"/>
                    <a:pt x="2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7"/>
            <p:cNvSpPr/>
            <p:nvPr/>
          </p:nvSpPr>
          <p:spPr>
            <a:xfrm>
              <a:off x="7814145" y="4043694"/>
              <a:ext cx="327979" cy="348867"/>
            </a:xfrm>
            <a:custGeom>
              <a:avLst/>
              <a:gdLst/>
              <a:ahLst/>
              <a:cxnLst/>
              <a:rect l="l" t="t" r="r" b="b"/>
              <a:pathLst>
                <a:path w="4051" h="4309" extrusionOk="0">
                  <a:moveTo>
                    <a:pt x="1598" y="0"/>
                  </a:moveTo>
                  <a:cubicBezTo>
                    <a:pt x="1590" y="0"/>
                    <a:pt x="1582" y="1"/>
                    <a:pt x="1573" y="3"/>
                  </a:cubicBezTo>
                  <a:cubicBezTo>
                    <a:pt x="1470" y="20"/>
                    <a:pt x="1470" y="88"/>
                    <a:pt x="1453" y="174"/>
                  </a:cubicBezTo>
                  <a:cubicBezTo>
                    <a:pt x="1436" y="259"/>
                    <a:pt x="1453" y="362"/>
                    <a:pt x="1470" y="447"/>
                  </a:cubicBezTo>
                  <a:cubicBezTo>
                    <a:pt x="1504" y="772"/>
                    <a:pt x="1539" y="1096"/>
                    <a:pt x="1590" y="1438"/>
                  </a:cubicBezTo>
                  <a:lnTo>
                    <a:pt x="1248" y="1489"/>
                  </a:lnTo>
                  <a:lnTo>
                    <a:pt x="137" y="1660"/>
                  </a:lnTo>
                  <a:cubicBezTo>
                    <a:pt x="69" y="1660"/>
                    <a:pt x="1" y="1694"/>
                    <a:pt x="1" y="1780"/>
                  </a:cubicBezTo>
                  <a:cubicBezTo>
                    <a:pt x="1" y="1848"/>
                    <a:pt x="52" y="1882"/>
                    <a:pt x="120" y="1899"/>
                  </a:cubicBezTo>
                  <a:cubicBezTo>
                    <a:pt x="223" y="1916"/>
                    <a:pt x="325" y="1951"/>
                    <a:pt x="428" y="1968"/>
                  </a:cubicBezTo>
                  <a:lnTo>
                    <a:pt x="1504" y="2156"/>
                  </a:lnTo>
                  <a:lnTo>
                    <a:pt x="1334" y="2361"/>
                  </a:lnTo>
                  <a:cubicBezTo>
                    <a:pt x="1060" y="2685"/>
                    <a:pt x="804" y="2993"/>
                    <a:pt x="582" y="3335"/>
                  </a:cubicBezTo>
                  <a:cubicBezTo>
                    <a:pt x="548" y="3386"/>
                    <a:pt x="513" y="3437"/>
                    <a:pt x="565" y="3488"/>
                  </a:cubicBezTo>
                  <a:cubicBezTo>
                    <a:pt x="588" y="3511"/>
                    <a:pt x="611" y="3521"/>
                    <a:pt x="634" y="3521"/>
                  </a:cubicBezTo>
                  <a:cubicBezTo>
                    <a:pt x="662" y="3521"/>
                    <a:pt x="690" y="3507"/>
                    <a:pt x="718" y="3488"/>
                  </a:cubicBezTo>
                  <a:lnTo>
                    <a:pt x="1265" y="3181"/>
                  </a:lnTo>
                  <a:cubicBezTo>
                    <a:pt x="1470" y="3044"/>
                    <a:pt x="1692" y="2890"/>
                    <a:pt x="1932" y="2771"/>
                  </a:cubicBezTo>
                  <a:lnTo>
                    <a:pt x="1932" y="2771"/>
                  </a:lnTo>
                  <a:cubicBezTo>
                    <a:pt x="1880" y="3095"/>
                    <a:pt x="1812" y="3420"/>
                    <a:pt x="1761" y="3745"/>
                  </a:cubicBezTo>
                  <a:cubicBezTo>
                    <a:pt x="1744" y="3881"/>
                    <a:pt x="1709" y="4018"/>
                    <a:pt x="1692" y="4172"/>
                  </a:cubicBezTo>
                  <a:cubicBezTo>
                    <a:pt x="1692" y="4206"/>
                    <a:pt x="1692" y="4257"/>
                    <a:pt x="1709" y="4308"/>
                  </a:cubicBezTo>
                  <a:lnTo>
                    <a:pt x="2051" y="3984"/>
                  </a:lnTo>
                  <a:lnTo>
                    <a:pt x="2666" y="2822"/>
                  </a:lnTo>
                  <a:lnTo>
                    <a:pt x="3247" y="2890"/>
                  </a:lnTo>
                  <a:lnTo>
                    <a:pt x="3760" y="2395"/>
                  </a:lnTo>
                  <a:lnTo>
                    <a:pt x="3059" y="1968"/>
                  </a:lnTo>
                  <a:cubicBezTo>
                    <a:pt x="3008" y="1933"/>
                    <a:pt x="2957" y="1899"/>
                    <a:pt x="3025" y="1831"/>
                  </a:cubicBezTo>
                  <a:lnTo>
                    <a:pt x="3555" y="1199"/>
                  </a:lnTo>
                  <a:cubicBezTo>
                    <a:pt x="3691" y="1028"/>
                    <a:pt x="3845" y="857"/>
                    <a:pt x="3982" y="686"/>
                  </a:cubicBezTo>
                  <a:cubicBezTo>
                    <a:pt x="4016" y="635"/>
                    <a:pt x="4050" y="584"/>
                    <a:pt x="3999" y="532"/>
                  </a:cubicBezTo>
                  <a:cubicBezTo>
                    <a:pt x="3985" y="503"/>
                    <a:pt x="3967" y="493"/>
                    <a:pt x="3948" y="493"/>
                  </a:cubicBezTo>
                  <a:cubicBezTo>
                    <a:pt x="3921" y="493"/>
                    <a:pt x="3892" y="513"/>
                    <a:pt x="3862" y="532"/>
                  </a:cubicBezTo>
                  <a:lnTo>
                    <a:pt x="3401" y="754"/>
                  </a:lnTo>
                  <a:cubicBezTo>
                    <a:pt x="3059" y="942"/>
                    <a:pt x="2735" y="1130"/>
                    <a:pt x="2410" y="1335"/>
                  </a:cubicBezTo>
                  <a:cubicBezTo>
                    <a:pt x="2342" y="1216"/>
                    <a:pt x="2290" y="1096"/>
                    <a:pt x="2222" y="994"/>
                  </a:cubicBezTo>
                  <a:cubicBezTo>
                    <a:pt x="2051" y="703"/>
                    <a:pt x="1897" y="413"/>
                    <a:pt x="1727" y="122"/>
                  </a:cubicBezTo>
                  <a:cubicBezTo>
                    <a:pt x="1696" y="61"/>
                    <a:pt x="1665" y="0"/>
                    <a:pt x="15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7"/>
            <p:cNvSpPr/>
            <p:nvPr/>
          </p:nvSpPr>
          <p:spPr>
            <a:xfrm>
              <a:off x="8148931" y="3371537"/>
              <a:ext cx="244912" cy="204349"/>
            </a:xfrm>
            <a:custGeom>
              <a:avLst/>
              <a:gdLst/>
              <a:ahLst/>
              <a:cxnLst/>
              <a:rect l="l" t="t" r="r" b="b"/>
              <a:pathLst>
                <a:path w="3025" h="2524" extrusionOk="0">
                  <a:moveTo>
                    <a:pt x="1812" y="1"/>
                  </a:moveTo>
                  <a:lnTo>
                    <a:pt x="1" y="1675"/>
                  </a:lnTo>
                  <a:lnTo>
                    <a:pt x="35" y="1658"/>
                  </a:lnTo>
                  <a:lnTo>
                    <a:pt x="718" y="1385"/>
                  </a:lnTo>
                  <a:lnTo>
                    <a:pt x="718" y="1504"/>
                  </a:lnTo>
                  <a:lnTo>
                    <a:pt x="718" y="2359"/>
                  </a:lnTo>
                  <a:cubicBezTo>
                    <a:pt x="718" y="2410"/>
                    <a:pt x="718" y="2461"/>
                    <a:pt x="787" y="2461"/>
                  </a:cubicBezTo>
                  <a:cubicBezTo>
                    <a:pt x="796" y="2464"/>
                    <a:pt x="805" y="2466"/>
                    <a:pt x="814" y="2466"/>
                  </a:cubicBezTo>
                  <a:cubicBezTo>
                    <a:pt x="855" y="2466"/>
                    <a:pt x="892" y="2435"/>
                    <a:pt x="906" y="2393"/>
                  </a:cubicBezTo>
                  <a:cubicBezTo>
                    <a:pt x="923" y="2376"/>
                    <a:pt x="923" y="2359"/>
                    <a:pt x="940" y="2342"/>
                  </a:cubicBezTo>
                  <a:cubicBezTo>
                    <a:pt x="1077" y="2102"/>
                    <a:pt x="1197" y="1863"/>
                    <a:pt x="1333" y="1607"/>
                  </a:cubicBezTo>
                  <a:cubicBezTo>
                    <a:pt x="1487" y="1863"/>
                    <a:pt x="1590" y="2120"/>
                    <a:pt x="1761" y="2359"/>
                  </a:cubicBezTo>
                  <a:cubicBezTo>
                    <a:pt x="1804" y="2417"/>
                    <a:pt x="1823" y="2524"/>
                    <a:pt x="1901" y="2524"/>
                  </a:cubicBezTo>
                  <a:cubicBezTo>
                    <a:pt x="1914" y="2524"/>
                    <a:pt x="1930" y="2520"/>
                    <a:pt x="1948" y="2512"/>
                  </a:cubicBezTo>
                  <a:cubicBezTo>
                    <a:pt x="2068" y="2461"/>
                    <a:pt x="2000" y="2342"/>
                    <a:pt x="2000" y="2256"/>
                  </a:cubicBezTo>
                  <a:cubicBezTo>
                    <a:pt x="1931" y="1897"/>
                    <a:pt x="1897" y="1521"/>
                    <a:pt x="1863" y="1163"/>
                  </a:cubicBezTo>
                  <a:cubicBezTo>
                    <a:pt x="1931" y="1163"/>
                    <a:pt x="2000" y="1146"/>
                    <a:pt x="2051" y="1146"/>
                  </a:cubicBezTo>
                  <a:lnTo>
                    <a:pt x="2888" y="1094"/>
                  </a:lnTo>
                  <a:cubicBezTo>
                    <a:pt x="2939" y="1094"/>
                    <a:pt x="3008" y="1094"/>
                    <a:pt x="3025" y="1009"/>
                  </a:cubicBezTo>
                  <a:cubicBezTo>
                    <a:pt x="3025" y="941"/>
                    <a:pt x="2957" y="923"/>
                    <a:pt x="2905" y="906"/>
                  </a:cubicBezTo>
                  <a:cubicBezTo>
                    <a:pt x="2854" y="872"/>
                    <a:pt x="2734" y="838"/>
                    <a:pt x="2649" y="821"/>
                  </a:cubicBezTo>
                  <a:lnTo>
                    <a:pt x="1692" y="479"/>
                  </a:lnTo>
                  <a:cubicBezTo>
                    <a:pt x="1726" y="308"/>
                    <a:pt x="1778" y="155"/>
                    <a:pt x="18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47"/>
            <p:cNvGrpSpPr/>
            <p:nvPr/>
          </p:nvGrpSpPr>
          <p:grpSpPr>
            <a:xfrm>
              <a:off x="7772692" y="3529254"/>
              <a:ext cx="854978" cy="784858"/>
              <a:chOff x="1056446" y="3510390"/>
              <a:chExt cx="821620" cy="754236"/>
            </a:xfrm>
          </p:grpSpPr>
          <p:sp>
            <p:nvSpPr>
              <p:cNvPr id="963" name="Google Shape;963;p47"/>
              <p:cNvSpPr/>
              <p:nvPr/>
            </p:nvSpPr>
            <p:spPr>
              <a:xfrm>
                <a:off x="1061737" y="4021954"/>
                <a:ext cx="33299" cy="24741"/>
              </a:xfrm>
              <a:custGeom>
                <a:avLst/>
                <a:gdLst/>
                <a:ahLst/>
                <a:cxnLst/>
                <a:rect l="l" t="t" r="r" b="b"/>
                <a:pathLst>
                  <a:path w="428" h="318" extrusionOk="0">
                    <a:moveTo>
                      <a:pt x="206" y="0"/>
                    </a:moveTo>
                    <a:cubicBezTo>
                      <a:pt x="156" y="0"/>
                      <a:pt x="106" y="18"/>
                      <a:pt x="69" y="55"/>
                    </a:cubicBezTo>
                    <a:cubicBezTo>
                      <a:pt x="1" y="106"/>
                      <a:pt x="1" y="192"/>
                      <a:pt x="52" y="260"/>
                    </a:cubicBezTo>
                    <a:cubicBezTo>
                      <a:pt x="97" y="296"/>
                      <a:pt x="151" y="318"/>
                      <a:pt x="206" y="318"/>
                    </a:cubicBezTo>
                    <a:cubicBezTo>
                      <a:pt x="254" y="318"/>
                      <a:pt x="302" y="300"/>
                      <a:pt x="342" y="260"/>
                    </a:cubicBezTo>
                    <a:cubicBezTo>
                      <a:pt x="411" y="209"/>
                      <a:pt x="428" y="141"/>
                      <a:pt x="376" y="89"/>
                    </a:cubicBezTo>
                    <a:cubicBezTo>
                      <a:pt x="338" y="31"/>
                      <a:pt x="271"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7"/>
              <p:cNvSpPr/>
              <p:nvPr/>
            </p:nvSpPr>
            <p:spPr>
              <a:xfrm>
                <a:off x="1521720" y="3945784"/>
                <a:ext cx="34622" cy="22718"/>
              </a:xfrm>
              <a:custGeom>
                <a:avLst/>
                <a:gdLst/>
                <a:ahLst/>
                <a:cxnLst/>
                <a:rect l="l" t="t" r="r" b="b"/>
                <a:pathLst>
                  <a:path w="445" h="292" extrusionOk="0">
                    <a:moveTo>
                      <a:pt x="253" y="1"/>
                    </a:moveTo>
                    <a:cubicBezTo>
                      <a:pt x="186" y="1"/>
                      <a:pt x="119" y="27"/>
                      <a:pt x="69" y="77"/>
                    </a:cubicBezTo>
                    <a:cubicBezTo>
                      <a:pt x="0" y="129"/>
                      <a:pt x="0" y="197"/>
                      <a:pt x="52" y="248"/>
                    </a:cubicBezTo>
                    <a:cubicBezTo>
                      <a:pt x="97" y="278"/>
                      <a:pt x="148" y="292"/>
                      <a:pt x="200" y="292"/>
                    </a:cubicBezTo>
                    <a:cubicBezTo>
                      <a:pt x="267" y="292"/>
                      <a:pt x="336" y="269"/>
                      <a:pt x="393" y="231"/>
                    </a:cubicBezTo>
                    <a:cubicBezTo>
                      <a:pt x="445" y="180"/>
                      <a:pt x="445" y="94"/>
                      <a:pt x="393" y="43"/>
                    </a:cubicBezTo>
                    <a:cubicBezTo>
                      <a:pt x="351" y="15"/>
                      <a:pt x="302"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7"/>
              <p:cNvSpPr/>
              <p:nvPr/>
            </p:nvSpPr>
            <p:spPr>
              <a:xfrm>
                <a:off x="1710475" y="3510390"/>
                <a:ext cx="30654" cy="25519"/>
              </a:xfrm>
              <a:custGeom>
                <a:avLst/>
                <a:gdLst/>
                <a:ahLst/>
                <a:cxnLst/>
                <a:rect l="l" t="t" r="r" b="b"/>
                <a:pathLst>
                  <a:path w="394" h="328" extrusionOk="0">
                    <a:moveTo>
                      <a:pt x="199" y="1"/>
                    </a:moveTo>
                    <a:cubicBezTo>
                      <a:pt x="154" y="1"/>
                      <a:pt x="112" y="18"/>
                      <a:pt x="86" y="52"/>
                    </a:cubicBezTo>
                    <a:cubicBezTo>
                      <a:pt x="1" y="103"/>
                      <a:pt x="1" y="206"/>
                      <a:pt x="69" y="274"/>
                    </a:cubicBezTo>
                    <a:cubicBezTo>
                      <a:pt x="96" y="311"/>
                      <a:pt x="144" y="328"/>
                      <a:pt x="192" y="328"/>
                    </a:cubicBezTo>
                    <a:cubicBezTo>
                      <a:pt x="234" y="328"/>
                      <a:pt x="276" y="315"/>
                      <a:pt x="308" y="291"/>
                    </a:cubicBezTo>
                    <a:cubicBezTo>
                      <a:pt x="377" y="223"/>
                      <a:pt x="394" y="120"/>
                      <a:pt x="325" y="52"/>
                    </a:cubicBezTo>
                    <a:cubicBezTo>
                      <a:pt x="291" y="18"/>
                      <a:pt x="244" y="1"/>
                      <a:pt x="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7"/>
              <p:cNvSpPr/>
              <p:nvPr/>
            </p:nvSpPr>
            <p:spPr>
              <a:xfrm>
                <a:off x="1056446" y="3949207"/>
                <a:ext cx="29332" cy="23730"/>
              </a:xfrm>
              <a:custGeom>
                <a:avLst/>
                <a:gdLst/>
                <a:ahLst/>
                <a:cxnLst/>
                <a:rect l="l" t="t" r="r" b="b"/>
                <a:pathLst>
                  <a:path w="377" h="305" extrusionOk="0">
                    <a:moveTo>
                      <a:pt x="170" y="1"/>
                    </a:moveTo>
                    <a:cubicBezTo>
                      <a:pt x="143" y="1"/>
                      <a:pt x="114" y="10"/>
                      <a:pt x="86" y="33"/>
                    </a:cubicBezTo>
                    <a:cubicBezTo>
                      <a:pt x="0" y="102"/>
                      <a:pt x="51" y="170"/>
                      <a:pt x="86" y="238"/>
                    </a:cubicBezTo>
                    <a:cubicBezTo>
                      <a:pt x="113" y="283"/>
                      <a:pt x="154" y="305"/>
                      <a:pt x="197" y="305"/>
                    </a:cubicBezTo>
                    <a:cubicBezTo>
                      <a:pt x="236" y="305"/>
                      <a:pt x="275" y="288"/>
                      <a:pt x="308" y="255"/>
                    </a:cubicBezTo>
                    <a:cubicBezTo>
                      <a:pt x="376" y="221"/>
                      <a:pt x="376" y="119"/>
                      <a:pt x="325" y="85"/>
                    </a:cubicBezTo>
                    <a:cubicBezTo>
                      <a:pt x="279" y="39"/>
                      <a:pt x="226"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7"/>
              <p:cNvSpPr/>
              <p:nvPr/>
            </p:nvSpPr>
            <p:spPr>
              <a:xfrm>
                <a:off x="1472547" y="4037282"/>
                <a:ext cx="27931" cy="23574"/>
              </a:xfrm>
              <a:custGeom>
                <a:avLst/>
                <a:gdLst/>
                <a:ahLst/>
                <a:cxnLst/>
                <a:rect l="l" t="t" r="r" b="b"/>
                <a:pathLst>
                  <a:path w="359" h="303" extrusionOk="0">
                    <a:moveTo>
                      <a:pt x="194" y="0"/>
                    </a:moveTo>
                    <a:cubicBezTo>
                      <a:pt x="152" y="0"/>
                      <a:pt x="110" y="32"/>
                      <a:pt x="69" y="63"/>
                    </a:cubicBezTo>
                    <a:cubicBezTo>
                      <a:pt x="0" y="114"/>
                      <a:pt x="0" y="200"/>
                      <a:pt x="51" y="251"/>
                    </a:cubicBezTo>
                    <a:cubicBezTo>
                      <a:pt x="69" y="285"/>
                      <a:pt x="103" y="302"/>
                      <a:pt x="141" y="302"/>
                    </a:cubicBezTo>
                    <a:cubicBezTo>
                      <a:pt x="180" y="302"/>
                      <a:pt x="222" y="285"/>
                      <a:pt x="256" y="251"/>
                    </a:cubicBezTo>
                    <a:cubicBezTo>
                      <a:pt x="308" y="200"/>
                      <a:pt x="359" y="114"/>
                      <a:pt x="274" y="46"/>
                    </a:cubicBezTo>
                    <a:cubicBezTo>
                      <a:pt x="247" y="13"/>
                      <a:pt x="221" y="0"/>
                      <a:pt x="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7"/>
              <p:cNvSpPr/>
              <p:nvPr/>
            </p:nvSpPr>
            <p:spPr>
              <a:xfrm>
                <a:off x="1056446" y="4244475"/>
                <a:ext cx="26608" cy="20151"/>
              </a:xfrm>
              <a:custGeom>
                <a:avLst/>
                <a:gdLst/>
                <a:ahLst/>
                <a:cxnLst/>
                <a:rect l="l" t="t" r="r" b="b"/>
                <a:pathLst>
                  <a:path w="342" h="259" extrusionOk="0">
                    <a:moveTo>
                      <a:pt x="169" y="0"/>
                    </a:moveTo>
                    <a:cubicBezTo>
                      <a:pt x="138" y="0"/>
                      <a:pt x="107" y="10"/>
                      <a:pt x="86" y="31"/>
                    </a:cubicBezTo>
                    <a:cubicBezTo>
                      <a:pt x="17" y="66"/>
                      <a:pt x="0" y="151"/>
                      <a:pt x="51" y="202"/>
                    </a:cubicBezTo>
                    <a:cubicBezTo>
                      <a:pt x="92" y="242"/>
                      <a:pt x="137" y="259"/>
                      <a:pt x="182" y="259"/>
                    </a:cubicBezTo>
                    <a:cubicBezTo>
                      <a:pt x="214" y="259"/>
                      <a:pt x="245" y="251"/>
                      <a:pt x="274" y="236"/>
                    </a:cubicBezTo>
                    <a:cubicBezTo>
                      <a:pt x="308" y="185"/>
                      <a:pt x="342" y="117"/>
                      <a:pt x="291" y="48"/>
                    </a:cubicBezTo>
                    <a:cubicBezTo>
                      <a:pt x="261" y="19"/>
                      <a:pt x="214" y="0"/>
                      <a:pt x="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7"/>
              <p:cNvSpPr/>
              <p:nvPr/>
            </p:nvSpPr>
            <p:spPr>
              <a:xfrm>
                <a:off x="1816834" y="3690508"/>
                <a:ext cx="26686" cy="20462"/>
              </a:xfrm>
              <a:custGeom>
                <a:avLst/>
                <a:gdLst/>
                <a:ahLst/>
                <a:cxnLst/>
                <a:rect l="l" t="t" r="r" b="b"/>
                <a:pathLst>
                  <a:path w="343" h="263" extrusionOk="0">
                    <a:moveTo>
                      <a:pt x="174" y="0"/>
                    </a:moveTo>
                    <a:cubicBezTo>
                      <a:pt x="140" y="0"/>
                      <a:pt x="107" y="22"/>
                      <a:pt x="69" y="61"/>
                    </a:cubicBezTo>
                    <a:cubicBezTo>
                      <a:pt x="1" y="112"/>
                      <a:pt x="1" y="163"/>
                      <a:pt x="52" y="231"/>
                    </a:cubicBezTo>
                    <a:cubicBezTo>
                      <a:pt x="73" y="253"/>
                      <a:pt x="104" y="262"/>
                      <a:pt x="137" y="262"/>
                    </a:cubicBezTo>
                    <a:cubicBezTo>
                      <a:pt x="183" y="262"/>
                      <a:pt x="234" y="244"/>
                      <a:pt x="274" y="214"/>
                    </a:cubicBezTo>
                    <a:cubicBezTo>
                      <a:pt x="342" y="163"/>
                      <a:pt x="308" y="112"/>
                      <a:pt x="257" y="44"/>
                    </a:cubicBezTo>
                    <a:cubicBezTo>
                      <a:pt x="227" y="14"/>
                      <a:pt x="200"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7"/>
              <p:cNvSpPr/>
              <p:nvPr/>
            </p:nvSpPr>
            <p:spPr>
              <a:xfrm>
                <a:off x="1868652" y="3681871"/>
                <a:ext cx="9414" cy="8091"/>
              </a:xfrm>
              <a:custGeom>
                <a:avLst/>
                <a:gdLst/>
                <a:ahLst/>
                <a:cxnLst/>
                <a:rect l="l" t="t" r="r" b="b"/>
                <a:pathLst>
                  <a:path w="121" h="104" extrusionOk="0">
                    <a:moveTo>
                      <a:pt x="1" y="1"/>
                    </a:moveTo>
                    <a:cubicBezTo>
                      <a:pt x="1" y="18"/>
                      <a:pt x="1" y="52"/>
                      <a:pt x="18" y="69"/>
                    </a:cubicBezTo>
                    <a:cubicBezTo>
                      <a:pt x="52" y="103"/>
                      <a:pt x="86" y="103"/>
                      <a:pt x="120" y="103"/>
                    </a:cubicBezTo>
                    <a:lnTo>
                      <a:pt x="1" y="1"/>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1" name="Google Shape;971;p47"/>
          <p:cNvGrpSpPr/>
          <p:nvPr/>
        </p:nvGrpSpPr>
        <p:grpSpPr>
          <a:xfrm>
            <a:off x="5742815" y="254075"/>
            <a:ext cx="766141" cy="598575"/>
            <a:chOff x="5814365" y="313825"/>
            <a:chExt cx="766141" cy="598575"/>
          </a:xfrm>
        </p:grpSpPr>
        <p:sp>
          <p:nvSpPr>
            <p:cNvPr id="972" name="Google Shape;972;p47"/>
            <p:cNvSpPr/>
            <p:nvPr/>
          </p:nvSpPr>
          <p:spPr>
            <a:xfrm>
              <a:off x="5814365" y="348834"/>
              <a:ext cx="720087" cy="528566"/>
            </a:xfrm>
            <a:custGeom>
              <a:avLst/>
              <a:gdLst/>
              <a:ahLst/>
              <a:cxnLst/>
              <a:rect l="l" t="t" r="r" b="b"/>
              <a:pathLst>
                <a:path w="14904" h="10940" extrusionOk="0">
                  <a:moveTo>
                    <a:pt x="5124" y="1"/>
                  </a:moveTo>
                  <a:cubicBezTo>
                    <a:pt x="4651" y="1"/>
                    <a:pt x="4242" y="645"/>
                    <a:pt x="4635" y="1128"/>
                  </a:cubicBezTo>
                  <a:lnTo>
                    <a:pt x="5387" y="2051"/>
                  </a:lnTo>
                  <a:cubicBezTo>
                    <a:pt x="4618" y="1351"/>
                    <a:pt x="3780" y="718"/>
                    <a:pt x="2926" y="137"/>
                  </a:cubicBezTo>
                  <a:cubicBezTo>
                    <a:pt x="2825" y="67"/>
                    <a:pt x="2716" y="36"/>
                    <a:pt x="2610" y="36"/>
                  </a:cubicBezTo>
                  <a:cubicBezTo>
                    <a:pt x="2306" y="36"/>
                    <a:pt x="2020" y="290"/>
                    <a:pt x="1969" y="582"/>
                  </a:cubicBezTo>
                  <a:cubicBezTo>
                    <a:pt x="1696" y="428"/>
                    <a:pt x="1423" y="291"/>
                    <a:pt x="1115" y="155"/>
                  </a:cubicBezTo>
                  <a:cubicBezTo>
                    <a:pt x="1033" y="121"/>
                    <a:pt x="946" y="105"/>
                    <a:pt x="861" y="105"/>
                  </a:cubicBezTo>
                  <a:cubicBezTo>
                    <a:pt x="431" y="105"/>
                    <a:pt x="27" y="501"/>
                    <a:pt x="312" y="958"/>
                  </a:cubicBezTo>
                  <a:cubicBezTo>
                    <a:pt x="517" y="1282"/>
                    <a:pt x="739" y="1607"/>
                    <a:pt x="944" y="1914"/>
                  </a:cubicBezTo>
                  <a:cubicBezTo>
                    <a:pt x="903" y="1907"/>
                    <a:pt x="861" y="1903"/>
                    <a:pt x="820" y="1903"/>
                  </a:cubicBezTo>
                  <a:cubicBezTo>
                    <a:pt x="398" y="1903"/>
                    <a:pt x="1" y="2283"/>
                    <a:pt x="312" y="2735"/>
                  </a:cubicBezTo>
                  <a:cubicBezTo>
                    <a:pt x="1457" y="4443"/>
                    <a:pt x="2824" y="6032"/>
                    <a:pt x="4003" y="7707"/>
                  </a:cubicBezTo>
                  <a:cubicBezTo>
                    <a:pt x="3695" y="7502"/>
                    <a:pt x="3370" y="7314"/>
                    <a:pt x="3029" y="7160"/>
                  </a:cubicBezTo>
                  <a:cubicBezTo>
                    <a:pt x="2943" y="7112"/>
                    <a:pt x="2856" y="7091"/>
                    <a:pt x="2774" y="7091"/>
                  </a:cubicBezTo>
                  <a:cubicBezTo>
                    <a:pt x="2409" y="7091"/>
                    <a:pt x="2119" y="7499"/>
                    <a:pt x="2328" y="7860"/>
                  </a:cubicBezTo>
                  <a:cubicBezTo>
                    <a:pt x="2926" y="9142"/>
                    <a:pt x="3883" y="10201"/>
                    <a:pt x="5096" y="10902"/>
                  </a:cubicBezTo>
                  <a:cubicBezTo>
                    <a:pt x="5148" y="10928"/>
                    <a:pt x="5201" y="10940"/>
                    <a:pt x="5251" y="10940"/>
                  </a:cubicBezTo>
                  <a:cubicBezTo>
                    <a:pt x="5466" y="10940"/>
                    <a:pt x="5644" y="10727"/>
                    <a:pt x="5574" y="10492"/>
                  </a:cubicBezTo>
                  <a:lnTo>
                    <a:pt x="5574" y="10492"/>
                  </a:lnTo>
                  <a:lnTo>
                    <a:pt x="5762" y="10663"/>
                  </a:lnTo>
                  <a:cubicBezTo>
                    <a:pt x="5878" y="10770"/>
                    <a:pt x="6009" y="10816"/>
                    <a:pt x="6135" y="10816"/>
                  </a:cubicBezTo>
                  <a:cubicBezTo>
                    <a:pt x="6513" y="10816"/>
                    <a:pt x="6851" y="10406"/>
                    <a:pt x="6634" y="9996"/>
                  </a:cubicBezTo>
                  <a:cubicBezTo>
                    <a:pt x="6292" y="9227"/>
                    <a:pt x="5882" y="8493"/>
                    <a:pt x="5421" y="7792"/>
                  </a:cubicBezTo>
                  <a:lnTo>
                    <a:pt x="5421" y="7792"/>
                  </a:lnTo>
                  <a:cubicBezTo>
                    <a:pt x="6326" y="8749"/>
                    <a:pt x="7300" y="9637"/>
                    <a:pt x="8342" y="10423"/>
                  </a:cubicBezTo>
                  <a:cubicBezTo>
                    <a:pt x="8434" y="10490"/>
                    <a:pt x="8532" y="10520"/>
                    <a:pt x="8627" y="10520"/>
                  </a:cubicBezTo>
                  <a:cubicBezTo>
                    <a:pt x="8995" y="10520"/>
                    <a:pt x="9332" y="10089"/>
                    <a:pt x="9197" y="9723"/>
                  </a:cubicBezTo>
                  <a:lnTo>
                    <a:pt x="9197" y="9723"/>
                  </a:lnTo>
                  <a:cubicBezTo>
                    <a:pt x="9282" y="9808"/>
                    <a:pt x="9368" y="9894"/>
                    <a:pt x="9453" y="9996"/>
                  </a:cubicBezTo>
                  <a:cubicBezTo>
                    <a:pt x="9572" y="10119"/>
                    <a:pt x="9715" y="10172"/>
                    <a:pt x="9858" y="10172"/>
                  </a:cubicBezTo>
                  <a:cubicBezTo>
                    <a:pt x="10288" y="10172"/>
                    <a:pt x="10709" y="9694"/>
                    <a:pt x="10427" y="9244"/>
                  </a:cubicBezTo>
                  <a:cubicBezTo>
                    <a:pt x="10085" y="8732"/>
                    <a:pt x="9709" y="8219"/>
                    <a:pt x="9333" y="7741"/>
                  </a:cubicBezTo>
                  <a:lnTo>
                    <a:pt x="9333" y="7741"/>
                  </a:lnTo>
                  <a:cubicBezTo>
                    <a:pt x="10000" y="8407"/>
                    <a:pt x="10666" y="9056"/>
                    <a:pt x="11384" y="9654"/>
                  </a:cubicBezTo>
                  <a:cubicBezTo>
                    <a:pt x="11514" y="9763"/>
                    <a:pt x="11666" y="9811"/>
                    <a:pt x="11816" y="9811"/>
                  </a:cubicBezTo>
                  <a:cubicBezTo>
                    <a:pt x="12278" y="9811"/>
                    <a:pt x="12718" y="9363"/>
                    <a:pt x="12409" y="8886"/>
                  </a:cubicBezTo>
                  <a:lnTo>
                    <a:pt x="12170" y="8544"/>
                  </a:lnTo>
                  <a:lnTo>
                    <a:pt x="12409" y="8698"/>
                  </a:lnTo>
                  <a:cubicBezTo>
                    <a:pt x="12505" y="8762"/>
                    <a:pt x="12612" y="8790"/>
                    <a:pt x="12719" y="8790"/>
                  </a:cubicBezTo>
                  <a:cubicBezTo>
                    <a:pt x="13123" y="8790"/>
                    <a:pt x="13528" y="8382"/>
                    <a:pt x="13366" y="7963"/>
                  </a:cubicBezTo>
                  <a:cubicBezTo>
                    <a:pt x="13246" y="7638"/>
                    <a:pt x="13092" y="7314"/>
                    <a:pt x="12939" y="7006"/>
                  </a:cubicBezTo>
                  <a:cubicBezTo>
                    <a:pt x="13161" y="6904"/>
                    <a:pt x="13315" y="6681"/>
                    <a:pt x="13366" y="6442"/>
                  </a:cubicBezTo>
                  <a:cubicBezTo>
                    <a:pt x="13448" y="6482"/>
                    <a:pt x="13532" y="6500"/>
                    <a:pt x="13614" y="6500"/>
                  </a:cubicBezTo>
                  <a:cubicBezTo>
                    <a:pt x="13992" y="6500"/>
                    <a:pt x="14331" y="6121"/>
                    <a:pt x="14288" y="5742"/>
                  </a:cubicBezTo>
                  <a:cubicBezTo>
                    <a:pt x="14442" y="5639"/>
                    <a:pt x="14528" y="5485"/>
                    <a:pt x="14528" y="5315"/>
                  </a:cubicBezTo>
                  <a:cubicBezTo>
                    <a:pt x="14835" y="5092"/>
                    <a:pt x="14904" y="4665"/>
                    <a:pt x="14698" y="4358"/>
                  </a:cubicBezTo>
                  <a:cubicBezTo>
                    <a:pt x="14767" y="4255"/>
                    <a:pt x="14801" y="4136"/>
                    <a:pt x="14818" y="4016"/>
                  </a:cubicBezTo>
                  <a:cubicBezTo>
                    <a:pt x="14886" y="3435"/>
                    <a:pt x="14186" y="3008"/>
                    <a:pt x="13793" y="2752"/>
                  </a:cubicBezTo>
                  <a:cubicBezTo>
                    <a:pt x="13687" y="2666"/>
                    <a:pt x="13564" y="2626"/>
                    <a:pt x="13442" y="2626"/>
                  </a:cubicBezTo>
                  <a:cubicBezTo>
                    <a:pt x="13247" y="2626"/>
                    <a:pt x="13054" y="2727"/>
                    <a:pt x="12939" y="2905"/>
                  </a:cubicBezTo>
                  <a:cubicBezTo>
                    <a:pt x="12853" y="2837"/>
                    <a:pt x="12768" y="2752"/>
                    <a:pt x="12699" y="2683"/>
                  </a:cubicBezTo>
                  <a:cubicBezTo>
                    <a:pt x="12557" y="2562"/>
                    <a:pt x="12385" y="2503"/>
                    <a:pt x="12214" y="2503"/>
                  </a:cubicBezTo>
                  <a:cubicBezTo>
                    <a:pt x="11975" y="2503"/>
                    <a:pt x="11738" y="2618"/>
                    <a:pt x="11589" y="2837"/>
                  </a:cubicBezTo>
                  <a:cubicBezTo>
                    <a:pt x="11561" y="2832"/>
                    <a:pt x="11534" y="2830"/>
                    <a:pt x="11506" y="2830"/>
                  </a:cubicBezTo>
                  <a:cubicBezTo>
                    <a:pt x="11431" y="2830"/>
                    <a:pt x="11356" y="2846"/>
                    <a:pt x="11281" y="2871"/>
                  </a:cubicBezTo>
                  <a:lnTo>
                    <a:pt x="11127" y="2769"/>
                  </a:lnTo>
                  <a:cubicBezTo>
                    <a:pt x="11022" y="2687"/>
                    <a:pt x="10901" y="2649"/>
                    <a:pt x="10782" y="2649"/>
                  </a:cubicBezTo>
                  <a:cubicBezTo>
                    <a:pt x="10552" y="2649"/>
                    <a:pt x="10329" y="2789"/>
                    <a:pt x="10239" y="3025"/>
                  </a:cubicBezTo>
                  <a:cubicBezTo>
                    <a:pt x="10034" y="2803"/>
                    <a:pt x="9846" y="2564"/>
                    <a:pt x="9641" y="2342"/>
                  </a:cubicBezTo>
                  <a:cubicBezTo>
                    <a:pt x="9510" y="2186"/>
                    <a:pt x="9359" y="2120"/>
                    <a:pt x="9212" y="2120"/>
                  </a:cubicBezTo>
                  <a:cubicBezTo>
                    <a:pt x="8748" y="2120"/>
                    <a:pt x="8329" y="2775"/>
                    <a:pt x="8718" y="3281"/>
                  </a:cubicBezTo>
                  <a:cubicBezTo>
                    <a:pt x="9299" y="4016"/>
                    <a:pt x="9931" y="4768"/>
                    <a:pt x="10495" y="5537"/>
                  </a:cubicBezTo>
                  <a:cubicBezTo>
                    <a:pt x="8735" y="3879"/>
                    <a:pt x="7198" y="1983"/>
                    <a:pt x="5557" y="206"/>
                  </a:cubicBezTo>
                  <a:cubicBezTo>
                    <a:pt x="5421" y="61"/>
                    <a:pt x="5270" y="1"/>
                    <a:pt x="51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7"/>
            <p:cNvSpPr/>
            <p:nvPr/>
          </p:nvSpPr>
          <p:spPr>
            <a:xfrm>
              <a:off x="5814375" y="313825"/>
              <a:ext cx="766131" cy="598575"/>
            </a:xfrm>
            <a:custGeom>
              <a:avLst/>
              <a:gdLst/>
              <a:ahLst/>
              <a:cxnLst/>
              <a:rect l="l" t="t" r="r" b="b"/>
              <a:pathLst>
                <a:path w="15857" h="12389" extrusionOk="0">
                  <a:moveTo>
                    <a:pt x="2794" y="475"/>
                  </a:moveTo>
                  <a:cubicBezTo>
                    <a:pt x="3496" y="475"/>
                    <a:pt x="4233" y="918"/>
                    <a:pt x="4784" y="1237"/>
                  </a:cubicBezTo>
                  <a:cubicBezTo>
                    <a:pt x="6203" y="2126"/>
                    <a:pt x="7450" y="3271"/>
                    <a:pt x="8441" y="4603"/>
                  </a:cubicBezTo>
                  <a:cubicBezTo>
                    <a:pt x="8490" y="4681"/>
                    <a:pt x="8566" y="4720"/>
                    <a:pt x="8642" y="4720"/>
                  </a:cubicBezTo>
                  <a:cubicBezTo>
                    <a:pt x="8699" y="4720"/>
                    <a:pt x="8756" y="4698"/>
                    <a:pt x="8800" y="4655"/>
                  </a:cubicBezTo>
                  <a:cubicBezTo>
                    <a:pt x="9694" y="3838"/>
                    <a:pt x="10801" y="3336"/>
                    <a:pt x="11934" y="3336"/>
                  </a:cubicBezTo>
                  <a:cubicBezTo>
                    <a:pt x="12531" y="3336"/>
                    <a:pt x="13136" y="3476"/>
                    <a:pt x="13721" y="3783"/>
                  </a:cubicBezTo>
                  <a:cubicBezTo>
                    <a:pt x="15497" y="4723"/>
                    <a:pt x="15344" y="6722"/>
                    <a:pt x="14387" y="8191"/>
                  </a:cubicBezTo>
                  <a:cubicBezTo>
                    <a:pt x="12712" y="10737"/>
                    <a:pt x="8578" y="11472"/>
                    <a:pt x="5775" y="11916"/>
                  </a:cubicBezTo>
                  <a:cubicBezTo>
                    <a:pt x="4340" y="11164"/>
                    <a:pt x="3315" y="9490"/>
                    <a:pt x="2563" y="8157"/>
                  </a:cubicBezTo>
                  <a:cubicBezTo>
                    <a:pt x="1675" y="6585"/>
                    <a:pt x="855" y="4689"/>
                    <a:pt x="940" y="2843"/>
                  </a:cubicBezTo>
                  <a:cubicBezTo>
                    <a:pt x="974" y="1904"/>
                    <a:pt x="1436" y="776"/>
                    <a:pt x="2427" y="520"/>
                  </a:cubicBezTo>
                  <a:cubicBezTo>
                    <a:pt x="2547" y="489"/>
                    <a:pt x="2670" y="475"/>
                    <a:pt x="2794" y="475"/>
                  </a:cubicBezTo>
                  <a:close/>
                  <a:moveTo>
                    <a:pt x="2649" y="1"/>
                  </a:moveTo>
                  <a:cubicBezTo>
                    <a:pt x="1864" y="1"/>
                    <a:pt x="1200" y="417"/>
                    <a:pt x="803" y="1494"/>
                  </a:cubicBezTo>
                  <a:cubicBezTo>
                    <a:pt x="0" y="3629"/>
                    <a:pt x="906" y="5885"/>
                    <a:pt x="1880" y="7798"/>
                  </a:cubicBezTo>
                  <a:cubicBezTo>
                    <a:pt x="2666" y="9353"/>
                    <a:pt x="3879" y="11335"/>
                    <a:pt x="5553" y="12138"/>
                  </a:cubicBezTo>
                  <a:cubicBezTo>
                    <a:pt x="5568" y="12259"/>
                    <a:pt x="5663" y="12366"/>
                    <a:pt x="5791" y="12366"/>
                  </a:cubicBezTo>
                  <a:cubicBezTo>
                    <a:pt x="5808" y="12366"/>
                    <a:pt x="5826" y="12364"/>
                    <a:pt x="5844" y="12360"/>
                  </a:cubicBezTo>
                  <a:lnTo>
                    <a:pt x="6049" y="12326"/>
                  </a:lnTo>
                  <a:lnTo>
                    <a:pt x="6203" y="12378"/>
                  </a:lnTo>
                  <a:cubicBezTo>
                    <a:pt x="6218" y="12385"/>
                    <a:pt x="6233" y="12388"/>
                    <a:pt x="6247" y="12388"/>
                  </a:cubicBezTo>
                  <a:cubicBezTo>
                    <a:pt x="6298" y="12388"/>
                    <a:pt x="6343" y="12345"/>
                    <a:pt x="6356" y="12292"/>
                  </a:cubicBezTo>
                  <a:cubicBezTo>
                    <a:pt x="9808" y="11711"/>
                    <a:pt x="14780" y="10498"/>
                    <a:pt x="15549" y="6602"/>
                  </a:cubicBezTo>
                  <a:cubicBezTo>
                    <a:pt x="15856" y="5082"/>
                    <a:pt x="14831" y="3749"/>
                    <a:pt x="13498" y="3168"/>
                  </a:cubicBezTo>
                  <a:cubicBezTo>
                    <a:pt x="13000" y="2949"/>
                    <a:pt x="12487" y="2852"/>
                    <a:pt x="11977" y="2852"/>
                  </a:cubicBezTo>
                  <a:cubicBezTo>
                    <a:pt x="10773" y="2852"/>
                    <a:pt x="9587" y="3396"/>
                    <a:pt x="8663" y="4176"/>
                  </a:cubicBezTo>
                  <a:cubicBezTo>
                    <a:pt x="7587" y="2853"/>
                    <a:pt x="4705" y="1"/>
                    <a:pt x="26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1880735" y="1937709"/>
            <a:ext cx="6261389" cy="1569660"/>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https://docs.google.com/forms/d/e/1FAIpQLSdQYRvsq-3LcFGKUze25cBj9K5i1LFkivDeMFVKedDH6Zg5FQ/viewform?vc=0&amp;c=0&amp;w=1&amp;flr=0</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49"/>
          <p:cNvSpPr/>
          <p:nvPr/>
        </p:nvSpPr>
        <p:spPr>
          <a:xfrm rot="-243456" flipH="1">
            <a:off x="337813" y="130362"/>
            <a:ext cx="8198897" cy="5014210"/>
          </a:xfrm>
          <a:custGeom>
            <a:avLst/>
            <a:gdLst/>
            <a:ahLst/>
            <a:cxnLst/>
            <a:rect l="l" t="t" r="r" b="b"/>
            <a:pathLst>
              <a:path w="43844" h="29834" extrusionOk="0">
                <a:moveTo>
                  <a:pt x="41668" y="12451"/>
                </a:moveTo>
                <a:cubicBezTo>
                  <a:pt x="41665" y="12451"/>
                  <a:pt x="41661" y="12452"/>
                  <a:pt x="41656" y="12457"/>
                </a:cubicBezTo>
                <a:cubicBezTo>
                  <a:pt x="41661" y="12480"/>
                  <a:pt x="41665" y="12503"/>
                  <a:pt x="41669" y="12526"/>
                </a:cubicBezTo>
                <a:lnTo>
                  <a:pt x="41669" y="12526"/>
                </a:lnTo>
                <a:cubicBezTo>
                  <a:pt x="41699" y="12521"/>
                  <a:pt x="41691" y="12451"/>
                  <a:pt x="41668" y="12451"/>
                </a:cubicBezTo>
                <a:close/>
                <a:moveTo>
                  <a:pt x="310" y="14449"/>
                </a:moveTo>
                <a:cubicBezTo>
                  <a:pt x="315" y="14449"/>
                  <a:pt x="320" y="14451"/>
                  <a:pt x="325" y="14456"/>
                </a:cubicBezTo>
                <a:lnTo>
                  <a:pt x="325" y="14815"/>
                </a:lnTo>
                <a:cubicBezTo>
                  <a:pt x="325" y="14798"/>
                  <a:pt x="291" y="14712"/>
                  <a:pt x="274" y="14473"/>
                </a:cubicBezTo>
                <a:cubicBezTo>
                  <a:pt x="286" y="14461"/>
                  <a:pt x="298" y="14449"/>
                  <a:pt x="310" y="14449"/>
                </a:cubicBezTo>
                <a:close/>
                <a:moveTo>
                  <a:pt x="222" y="16528"/>
                </a:moveTo>
                <a:cubicBezTo>
                  <a:pt x="182" y="16550"/>
                  <a:pt x="169" y="16627"/>
                  <a:pt x="211" y="16627"/>
                </a:cubicBezTo>
                <a:cubicBezTo>
                  <a:pt x="215" y="16627"/>
                  <a:pt x="218" y="16627"/>
                  <a:pt x="222" y="16626"/>
                </a:cubicBezTo>
                <a:cubicBezTo>
                  <a:pt x="222" y="16593"/>
                  <a:pt x="222" y="16560"/>
                  <a:pt x="222" y="16528"/>
                </a:cubicBezTo>
                <a:close/>
                <a:moveTo>
                  <a:pt x="43142" y="21770"/>
                </a:moveTo>
                <a:lnTo>
                  <a:pt x="43142" y="21770"/>
                </a:lnTo>
                <a:cubicBezTo>
                  <a:pt x="43143" y="21775"/>
                  <a:pt x="43143" y="21780"/>
                  <a:pt x="43143" y="21786"/>
                </a:cubicBezTo>
                <a:cubicBezTo>
                  <a:pt x="43143" y="21780"/>
                  <a:pt x="43143" y="21775"/>
                  <a:pt x="43142" y="21770"/>
                </a:cubicBezTo>
                <a:close/>
                <a:moveTo>
                  <a:pt x="923" y="25237"/>
                </a:moveTo>
                <a:cubicBezTo>
                  <a:pt x="923" y="25374"/>
                  <a:pt x="940" y="25528"/>
                  <a:pt x="940" y="25664"/>
                </a:cubicBezTo>
                <a:cubicBezTo>
                  <a:pt x="906" y="25579"/>
                  <a:pt x="889" y="25476"/>
                  <a:pt x="872" y="25391"/>
                </a:cubicBezTo>
                <a:lnTo>
                  <a:pt x="923" y="25237"/>
                </a:lnTo>
                <a:close/>
                <a:moveTo>
                  <a:pt x="43432" y="27146"/>
                </a:moveTo>
                <a:lnTo>
                  <a:pt x="43432" y="27146"/>
                </a:lnTo>
                <a:cubicBezTo>
                  <a:pt x="43398" y="27147"/>
                  <a:pt x="43358" y="27149"/>
                  <a:pt x="43314" y="27151"/>
                </a:cubicBezTo>
                <a:cubicBezTo>
                  <a:pt x="43352" y="27151"/>
                  <a:pt x="43392" y="27149"/>
                  <a:pt x="43432" y="27146"/>
                </a:cubicBezTo>
                <a:close/>
                <a:moveTo>
                  <a:pt x="26706" y="27813"/>
                </a:moveTo>
                <a:cubicBezTo>
                  <a:pt x="26721" y="27813"/>
                  <a:pt x="26738" y="27814"/>
                  <a:pt x="26757" y="27817"/>
                </a:cubicBezTo>
                <a:cubicBezTo>
                  <a:pt x="26706" y="27817"/>
                  <a:pt x="26928" y="27851"/>
                  <a:pt x="27082" y="27886"/>
                </a:cubicBezTo>
                <a:lnTo>
                  <a:pt x="26655" y="27851"/>
                </a:lnTo>
                <a:cubicBezTo>
                  <a:pt x="26627" y="27838"/>
                  <a:pt x="26644" y="27813"/>
                  <a:pt x="26706" y="27813"/>
                </a:cubicBezTo>
                <a:close/>
                <a:moveTo>
                  <a:pt x="38359" y="1"/>
                </a:moveTo>
                <a:cubicBezTo>
                  <a:pt x="36479" y="69"/>
                  <a:pt x="34668" y="718"/>
                  <a:pt x="32754" y="770"/>
                </a:cubicBezTo>
                <a:cubicBezTo>
                  <a:pt x="32840" y="753"/>
                  <a:pt x="32891" y="718"/>
                  <a:pt x="32960" y="684"/>
                </a:cubicBezTo>
                <a:cubicBezTo>
                  <a:pt x="31541" y="513"/>
                  <a:pt x="30072" y="155"/>
                  <a:pt x="28637" y="155"/>
                </a:cubicBezTo>
                <a:cubicBezTo>
                  <a:pt x="28722" y="120"/>
                  <a:pt x="28790" y="120"/>
                  <a:pt x="28876" y="120"/>
                </a:cubicBezTo>
                <a:cubicBezTo>
                  <a:pt x="28773" y="86"/>
                  <a:pt x="28671" y="69"/>
                  <a:pt x="28568" y="69"/>
                </a:cubicBezTo>
                <a:lnTo>
                  <a:pt x="28175" y="69"/>
                </a:lnTo>
                <a:cubicBezTo>
                  <a:pt x="28022" y="69"/>
                  <a:pt x="27868" y="103"/>
                  <a:pt x="27731" y="155"/>
                </a:cubicBezTo>
                <a:cubicBezTo>
                  <a:pt x="27700" y="157"/>
                  <a:pt x="27676" y="158"/>
                  <a:pt x="27658" y="158"/>
                </a:cubicBezTo>
                <a:cubicBezTo>
                  <a:pt x="27546" y="158"/>
                  <a:pt x="27644" y="118"/>
                  <a:pt x="27526" y="103"/>
                </a:cubicBezTo>
                <a:cubicBezTo>
                  <a:pt x="27502" y="101"/>
                  <a:pt x="27477" y="100"/>
                  <a:pt x="27452" y="100"/>
                </a:cubicBezTo>
                <a:cubicBezTo>
                  <a:pt x="27188" y="100"/>
                  <a:pt x="26855" y="231"/>
                  <a:pt x="26671" y="231"/>
                </a:cubicBezTo>
                <a:cubicBezTo>
                  <a:pt x="26645" y="231"/>
                  <a:pt x="26623" y="229"/>
                  <a:pt x="26603" y="223"/>
                </a:cubicBezTo>
                <a:cubicBezTo>
                  <a:pt x="26586" y="223"/>
                  <a:pt x="26638" y="206"/>
                  <a:pt x="26689" y="189"/>
                </a:cubicBezTo>
                <a:lnTo>
                  <a:pt x="26689" y="189"/>
                </a:lnTo>
                <a:cubicBezTo>
                  <a:pt x="25630" y="445"/>
                  <a:pt x="24553" y="599"/>
                  <a:pt x="23460" y="650"/>
                </a:cubicBezTo>
                <a:cubicBezTo>
                  <a:pt x="22863" y="650"/>
                  <a:pt x="22276" y="578"/>
                  <a:pt x="21684" y="578"/>
                </a:cubicBezTo>
                <a:cubicBezTo>
                  <a:pt x="21462" y="578"/>
                  <a:pt x="21240" y="588"/>
                  <a:pt x="21016" y="616"/>
                </a:cubicBezTo>
                <a:cubicBezTo>
                  <a:pt x="19860" y="761"/>
                  <a:pt x="18532" y="1443"/>
                  <a:pt x="17303" y="1443"/>
                </a:cubicBezTo>
                <a:cubicBezTo>
                  <a:pt x="17079" y="1443"/>
                  <a:pt x="16858" y="1420"/>
                  <a:pt x="16642" y="1368"/>
                </a:cubicBezTo>
                <a:lnTo>
                  <a:pt x="15395" y="1299"/>
                </a:lnTo>
                <a:cubicBezTo>
                  <a:pt x="15004" y="1299"/>
                  <a:pt x="12776" y="1384"/>
                  <a:pt x="12764" y="1485"/>
                </a:cubicBezTo>
                <a:lnTo>
                  <a:pt x="12764" y="1485"/>
                </a:lnTo>
                <a:cubicBezTo>
                  <a:pt x="12762" y="1454"/>
                  <a:pt x="12729" y="1443"/>
                  <a:pt x="12695" y="1443"/>
                </a:cubicBezTo>
                <a:cubicBezTo>
                  <a:pt x="12676" y="1443"/>
                  <a:pt x="12657" y="1447"/>
                  <a:pt x="12644" y="1453"/>
                </a:cubicBezTo>
                <a:cubicBezTo>
                  <a:pt x="12593" y="1453"/>
                  <a:pt x="12541" y="1487"/>
                  <a:pt x="12490" y="1487"/>
                </a:cubicBezTo>
                <a:lnTo>
                  <a:pt x="12712" y="1504"/>
                </a:lnTo>
                <a:cubicBezTo>
                  <a:pt x="12490" y="1624"/>
                  <a:pt x="12251" y="1692"/>
                  <a:pt x="11995" y="1727"/>
                </a:cubicBezTo>
                <a:cubicBezTo>
                  <a:pt x="11662" y="1688"/>
                  <a:pt x="11328" y="1671"/>
                  <a:pt x="10994" y="1671"/>
                </a:cubicBezTo>
                <a:cubicBezTo>
                  <a:pt x="9116" y="1671"/>
                  <a:pt x="7227" y="2216"/>
                  <a:pt x="5399" y="2564"/>
                </a:cubicBezTo>
                <a:cubicBezTo>
                  <a:pt x="5416" y="2581"/>
                  <a:pt x="5450" y="2581"/>
                  <a:pt x="5484" y="2614"/>
                </a:cubicBezTo>
                <a:lnTo>
                  <a:pt x="5484" y="2614"/>
                </a:lnTo>
                <a:cubicBezTo>
                  <a:pt x="5478" y="2610"/>
                  <a:pt x="5460" y="2608"/>
                  <a:pt x="5432" y="2608"/>
                </a:cubicBezTo>
                <a:cubicBezTo>
                  <a:pt x="5044" y="2608"/>
                  <a:pt x="2680" y="2978"/>
                  <a:pt x="2426" y="3025"/>
                </a:cubicBezTo>
                <a:cubicBezTo>
                  <a:pt x="1470" y="3196"/>
                  <a:pt x="752" y="3674"/>
                  <a:pt x="581" y="4700"/>
                </a:cubicBezTo>
                <a:lnTo>
                  <a:pt x="410" y="5332"/>
                </a:lnTo>
                <a:cubicBezTo>
                  <a:pt x="393" y="5998"/>
                  <a:pt x="376" y="6682"/>
                  <a:pt x="325" y="7348"/>
                </a:cubicBezTo>
                <a:cubicBezTo>
                  <a:pt x="342" y="7348"/>
                  <a:pt x="342" y="7280"/>
                  <a:pt x="359" y="7263"/>
                </a:cubicBezTo>
                <a:lnTo>
                  <a:pt x="359" y="7263"/>
                </a:lnTo>
                <a:cubicBezTo>
                  <a:pt x="359" y="7621"/>
                  <a:pt x="328" y="7980"/>
                  <a:pt x="266" y="8324"/>
                </a:cubicBezTo>
                <a:lnTo>
                  <a:pt x="266" y="8324"/>
                </a:lnTo>
                <a:cubicBezTo>
                  <a:pt x="261" y="8321"/>
                  <a:pt x="256" y="8319"/>
                  <a:pt x="251" y="8319"/>
                </a:cubicBezTo>
                <a:cubicBezTo>
                  <a:pt x="247" y="8319"/>
                  <a:pt x="243" y="8320"/>
                  <a:pt x="239" y="8322"/>
                </a:cubicBezTo>
                <a:cubicBezTo>
                  <a:pt x="205" y="8322"/>
                  <a:pt x="205" y="8373"/>
                  <a:pt x="205" y="8424"/>
                </a:cubicBezTo>
                <a:cubicBezTo>
                  <a:pt x="205" y="9176"/>
                  <a:pt x="205" y="9928"/>
                  <a:pt x="222" y="10680"/>
                </a:cubicBezTo>
                <a:lnTo>
                  <a:pt x="188" y="10560"/>
                </a:lnTo>
                <a:cubicBezTo>
                  <a:pt x="154" y="10953"/>
                  <a:pt x="154" y="11602"/>
                  <a:pt x="137" y="12030"/>
                </a:cubicBezTo>
                <a:cubicBezTo>
                  <a:pt x="164" y="12124"/>
                  <a:pt x="159" y="12293"/>
                  <a:pt x="181" y="12293"/>
                </a:cubicBezTo>
                <a:cubicBezTo>
                  <a:pt x="187" y="12293"/>
                  <a:pt x="194" y="12281"/>
                  <a:pt x="205" y="12252"/>
                </a:cubicBezTo>
                <a:lnTo>
                  <a:pt x="205" y="12252"/>
                </a:lnTo>
                <a:cubicBezTo>
                  <a:pt x="0" y="12850"/>
                  <a:pt x="171" y="13670"/>
                  <a:pt x="205" y="14302"/>
                </a:cubicBezTo>
                <a:cubicBezTo>
                  <a:pt x="238" y="15038"/>
                  <a:pt x="224" y="15790"/>
                  <a:pt x="222" y="16528"/>
                </a:cubicBezTo>
                <a:lnTo>
                  <a:pt x="222" y="16528"/>
                </a:lnTo>
                <a:cubicBezTo>
                  <a:pt x="229" y="16524"/>
                  <a:pt x="237" y="16522"/>
                  <a:pt x="245" y="16522"/>
                </a:cubicBezTo>
                <a:cubicBezTo>
                  <a:pt x="249" y="16522"/>
                  <a:pt x="252" y="16522"/>
                  <a:pt x="256" y="16523"/>
                </a:cubicBezTo>
                <a:cubicBezTo>
                  <a:pt x="308" y="16557"/>
                  <a:pt x="325" y="16626"/>
                  <a:pt x="342" y="16694"/>
                </a:cubicBezTo>
                <a:lnTo>
                  <a:pt x="462" y="19548"/>
                </a:lnTo>
                <a:lnTo>
                  <a:pt x="427" y="19155"/>
                </a:lnTo>
                <a:lnTo>
                  <a:pt x="427" y="19155"/>
                </a:lnTo>
                <a:cubicBezTo>
                  <a:pt x="309" y="20032"/>
                  <a:pt x="358" y="20926"/>
                  <a:pt x="557" y="21788"/>
                </a:cubicBezTo>
                <a:lnTo>
                  <a:pt x="557" y="21788"/>
                </a:lnTo>
                <a:cubicBezTo>
                  <a:pt x="542" y="21796"/>
                  <a:pt x="530" y="21825"/>
                  <a:pt x="530" y="21854"/>
                </a:cubicBezTo>
                <a:cubicBezTo>
                  <a:pt x="598" y="24520"/>
                  <a:pt x="837" y="27185"/>
                  <a:pt x="1196" y="29833"/>
                </a:cubicBezTo>
                <a:lnTo>
                  <a:pt x="3691" y="29560"/>
                </a:lnTo>
                <a:cubicBezTo>
                  <a:pt x="5519" y="29287"/>
                  <a:pt x="7364" y="28996"/>
                  <a:pt x="9227" y="28979"/>
                </a:cubicBezTo>
                <a:lnTo>
                  <a:pt x="10320" y="28979"/>
                </a:lnTo>
                <a:cubicBezTo>
                  <a:pt x="10730" y="28979"/>
                  <a:pt x="11123" y="28979"/>
                  <a:pt x="11516" y="28996"/>
                </a:cubicBezTo>
                <a:cubicBezTo>
                  <a:pt x="11928" y="29020"/>
                  <a:pt x="12337" y="29032"/>
                  <a:pt x="12746" y="29032"/>
                </a:cubicBezTo>
                <a:cubicBezTo>
                  <a:pt x="13491" y="29032"/>
                  <a:pt x="14235" y="28994"/>
                  <a:pt x="14985" y="28928"/>
                </a:cubicBezTo>
                <a:cubicBezTo>
                  <a:pt x="16078" y="28825"/>
                  <a:pt x="17155" y="28723"/>
                  <a:pt x="18248" y="28552"/>
                </a:cubicBezTo>
                <a:lnTo>
                  <a:pt x="20931" y="28091"/>
                </a:lnTo>
                <a:cubicBezTo>
                  <a:pt x="21751" y="27937"/>
                  <a:pt x="22571" y="27834"/>
                  <a:pt x="23408" y="27749"/>
                </a:cubicBezTo>
                <a:lnTo>
                  <a:pt x="23408" y="27749"/>
                </a:lnTo>
                <a:lnTo>
                  <a:pt x="23084" y="27834"/>
                </a:lnTo>
                <a:cubicBezTo>
                  <a:pt x="23491" y="27741"/>
                  <a:pt x="23907" y="27705"/>
                  <a:pt x="24324" y="27705"/>
                </a:cubicBezTo>
                <a:cubicBezTo>
                  <a:pt x="24974" y="27705"/>
                  <a:pt x="25627" y="27792"/>
                  <a:pt x="26262" y="27886"/>
                </a:cubicBezTo>
                <a:cubicBezTo>
                  <a:pt x="26911" y="27976"/>
                  <a:pt x="27855" y="28205"/>
                  <a:pt x="28639" y="28205"/>
                </a:cubicBezTo>
                <a:cubicBezTo>
                  <a:pt x="28887" y="28205"/>
                  <a:pt x="29119" y="28182"/>
                  <a:pt x="29320" y="28125"/>
                </a:cubicBezTo>
                <a:lnTo>
                  <a:pt x="29696" y="28005"/>
                </a:lnTo>
                <a:cubicBezTo>
                  <a:pt x="29781" y="28005"/>
                  <a:pt x="29867" y="28022"/>
                  <a:pt x="29764" y="28056"/>
                </a:cubicBezTo>
                <a:cubicBezTo>
                  <a:pt x="30174" y="28056"/>
                  <a:pt x="29781" y="28005"/>
                  <a:pt x="29969" y="27937"/>
                </a:cubicBezTo>
                <a:cubicBezTo>
                  <a:pt x="30022" y="27933"/>
                  <a:pt x="30067" y="27931"/>
                  <a:pt x="30103" y="27931"/>
                </a:cubicBezTo>
                <a:cubicBezTo>
                  <a:pt x="30220" y="27931"/>
                  <a:pt x="30245" y="27953"/>
                  <a:pt x="30140" y="28005"/>
                </a:cubicBezTo>
                <a:cubicBezTo>
                  <a:pt x="31302" y="27629"/>
                  <a:pt x="32498" y="27356"/>
                  <a:pt x="33660" y="26946"/>
                </a:cubicBezTo>
                <a:cubicBezTo>
                  <a:pt x="33711" y="26946"/>
                  <a:pt x="33626" y="26980"/>
                  <a:pt x="33626" y="26980"/>
                </a:cubicBezTo>
                <a:cubicBezTo>
                  <a:pt x="34428" y="26773"/>
                  <a:pt x="35298" y="26596"/>
                  <a:pt x="36148" y="26596"/>
                </a:cubicBezTo>
                <a:cubicBezTo>
                  <a:pt x="36421" y="26596"/>
                  <a:pt x="36692" y="26614"/>
                  <a:pt x="36958" y="26655"/>
                </a:cubicBezTo>
                <a:cubicBezTo>
                  <a:pt x="37042" y="26597"/>
                  <a:pt x="37201" y="26578"/>
                  <a:pt x="37380" y="26578"/>
                </a:cubicBezTo>
                <a:cubicBezTo>
                  <a:pt x="37670" y="26578"/>
                  <a:pt x="38012" y="26628"/>
                  <a:pt x="38171" y="26638"/>
                </a:cubicBezTo>
                <a:cubicBezTo>
                  <a:pt x="38735" y="26690"/>
                  <a:pt x="39486" y="26877"/>
                  <a:pt x="40136" y="26912"/>
                </a:cubicBezTo>
                <a:lnTo>
                  <a:pt x="41298" y="26997"/>
                </a:lnTo>
                <a:lnTo>
                  <a:pt x="41298" y="26997"/>
                </a:lnTo>
                <a:lnTo>
                  <a:pt x="41127" y="26963"/>
                </a:lnTo>
                <a:cubicBezTo>
                  <a:pt x="41167" y="26958"/>
                  <a:pt x="41206" y="26956"/>
                  <a:pt x="41245" y="26956"/>
                </a:cubicBezTo>
                <a:cubicBezTo>
                  <a:pt x="41596" y="26956"/>
                  <a:pt x="41923" y="27135"/>
                  <a:pt x="42250" y="27135"/>
                </a:cubicBezTo>
                <a:cubicBezTo>
                  <a:pt x="42263" y="27135"/>
                  <a:pt x="42276" y="27134"/>
                  <a:pt x="42289" y="27134"/>
                </a:cubicBezTo>
                <a:cubicBezTo>
                  <a:pt x="42477" y="27134"/>
                  <a:pt x="42664" y="27134"/>
                  <a:pt x="42852" y="27117"/>
                </a:cubicBezTo>
                <a:lnTo>
                  <a:pt x="43245" y="27117"/>
                </a:lnTo>
                <a:lnTo>
                  <a:pt x="43690" y="27100"/>
                </a:lnTo>
                <a:lnTo>
                  <a:pt x="43690" y="27100"/>
                </a:lnTo>
                <a:cubicBezTo>
                  <a:pt x="43608" y="27123"/>
                  <a:pt x="43519" y="27138"/>
                  <a:pt x="43432" y="27146"/>
                </a:cubicBezTo>
                <a:lnTo>
                  <a:pt x="43432" y="27146"/>
                </a:lnTo>
                <a:cubicBezTo>
                  <a:pt x="43471" y="27144"/>
                  <a:pt x="43504" y="27144"/>
                  <a:pt x="43532" y="27144"/>
                </a:cubicBezTo>
                <a:cubicBezTo>
                  <a:pt x="43661" y="27144"/>
                  <a:pt x="43693" y="27156"/>
                  <a:pt x="43741" y="27168"/>
                </a:cubicBezTo>
                <a:cubicBezTo>
                  <a:pt x="43758" y="27185"/>
                  <a:pt x="43775" y="27185"/>
                  <a:pt x="43792" y="27185"/>
                </a:cubicBezTo>
                <a:lnTo>
                  <a:pt x="43843" y="27185"/>
                </a:lnTo>
                <a:lnTo>
                  <a:pt x="43843" y="27168"/>
                </a:lnTo>
                <a:cubicBezTo>
                  <a:pt x="43843" y="27083"/>
                  <a:pt x="43826" y="26929"/>
                  <a:pt x="43775" y="26638"/>
                </a:cubicBezTo>
                <a:cubicBezTo>
                  <a:pt x="43775" y="26670"/>
                  <a:pt x="43771" y="26682"/>
                  <a:pt x="43766" y="26682"/>
                </a:cubicBezTo>
                <a:cubicBezTo>
                  <a:pt x="43746" y="26682"/>
                  <a:pt x="43703" y="26545"/>
                  <a:pt x="43690" y="26519"/>
                </a:cubicBezTo>
                <a:cubicBezTo>
                  <a:pt x="43690" y="26194"/>
                  <a:pt x="43673" y="26023"/>
                  <a:pt x="43638" y="25733"/>
                </a:cubicBezTo>
                <a:cubicBezTo>
                  <a:pt x="43621" y="25442"/>
                  <a:pt x="43570" y="25169"/>
                  <a:pt x="43536" y="24913"/>
                </a:cubicBezTo>
                <a:lnTo>
                  <a:pt x="43536" y="24913"/>
                </a:lnTo>
                <a:lnTo>
                  <a:pt x="43604" y="24998"/>
                </a:lnTo>
                <a:cubicBezTo>
                  <a:pt x="43416" y="24742"/>
                  <a:pt x="43468" y="23853"/>
                  <a:pt x="43416" y="23512"/>
                </a:cubicBezTo>
                <a:cubicBezTo>
                  <a:pt x="43348" y="23033"/>
                  <a:pt x="43280" y="22555"/>
                  <a:pt x="43211" y="22076"/>
                </a:cubicBezTo>
                <a:cubicBezTo>
                  <a:pt x="43211" y="22162"/>
                  <a:pt x="43194" y="22230"/>
                  <a:pt x="43177" y="22298"/>
                </a:cubicBezTo>
                <a:cubicBezTo>
                  <a:pt x="43075" y="22196"/>
                  <a:pt x="43057" y="22059"/>
                  <a:pt x="43126" y="21940"/>
                </a:cubicBezTo>
                <a:cubicBezTo>
                  <a:pt x="43023" y="21854"/>
                  <a:pt x="42989" y="21700"/>
                  <a:pt x="43057" y="21598"/>
                </a:cubicBezTo>
                <a:lnTo>
                  <a:pt x="43057" y="21598"/>
                </a:lnTo>
                <a:cubicBezTo>
                  <a:pt x="43105" y="21630"/>
                  <a:pt x="43138" y="21692"/>
                  <a:pt x="43142" y="21770"/>
                </a:cubicBezTo>
                <a:lnTo>
                  <a:pt x="43142" y="21770"/>
                </a:lnTo>
                <a:cubicBezTo>
                  <a:pt x="43106" y="20391"/>
                  <a:pt x="42766" y="19013"/>
                  <a:pt x="42545" y="17668"/>
                </a:cubicBezTo>
                <a:cubicBezTo>
                  <a:pt x="42258" y="15949"/>
                  <a:pt x="41988" y="14229"/>
                  <a:pt x="41669" y="12526"/>
                </a:cubicBezTo>
                <a:lnTo>
                  <a:pt x="41669" y="12526"/>
                </a:lnTo>
                <a:cubicBezTo>
                  <a:pt x="41668" y="12527"/>
                  <a:pt x="41667" y="12527"/>
                  <a:pt x="41666" y="12527"/>
                </a:cubicBezTo>
                <a:cubicBezTo>
                  <a:pt x="41663" y="12527"/>
                  <a:pt x="41660" y="12526"/>
                  <a:pt x="41656" y="12525"/>
                </a:cubicBezTo>
                <a:cubicBezTo>
                  <a:pt x="41588" y="12525"/>
                  <a:pt x="41571" y="12457"/>
                  <a:pt x="41571" y="12388"/>
                </a:cubicBezTo>
                <a:cubicBezTo>
                  <a:pt x="41349" y="9296"/>
                  <a:pt x="40853" y="6032"/>
                  <a:pt x="40409" y="2940"/>
                </a:cubicBezTo>
                <a:cubicBezTo>
                  <a:pt x="40358" y="2615"/>
                  <a:pt x="40307" y="2273"/>
                  <a:pt x="40272" y="1966"/>
                </a:cubicBezTo>
                <a:cubicBezTo>
                  <a:pt x="40238" y="1658"/>
                  <a:pt x="40221" y="1351"/>
                  <a:pt x="40187" y="1060"/>
                </a:cubicBezTo>
                <a:lnTo>
                  <a:pt x="40153" y="1129"/>
                </a:lnTo>
                <a:cubicBezTo>
                  <a:pt x="40119" y="1026"/>
                  <a:pt x="40084" y="906"/>
                  <a:pt x="40050" y="804"/>
                </a:cubicBezTo>
                <a:cubicBezTo>
                  <a:pt x="40033" y="684"/>
                  <a:pt x="39982" y="582"/>
                  <a:pt x="39914" y="479"/>
                </a:cubicBezTo>
                <a:lnTo>
                  <a:pt x="39914" y="479"/>
                </a:lnTo>
                <a:cubicBezTo>
                  <a:pt x="39927" y="533"/>
                  <a:pt x="40034" y="742"/>
                  <a:pt x="40015" y="742"/>
                </a:cubicBezTo>
                <a:cubicBezTo>
                  <a:pt x="40010" y="742"/>
                  <a:pt x="39995" y="726"/>
                  <a:pt x="39965" y="684"/>
                </a:cubicBezTo>
                <a:cubicBezTo>
                  <a:pt x="39879" y="513"/>
                  <a:pt x="39743" y="394"/>
                  <a:pt x="39572" y="291"/>
                </a:cubicBezTo>
                <a:cubicBezTo>
                  <a:pt x="39452" y="223"/>
                  <a:pt x="39316" y="172"/>
                  <a:pt x="39179" y="138"/>
                </a:cubicBezTo>
                <a:cubicBezTo>
                  <a:pt x="38923" y="35"/>
                  <a:pt x="38649" y="1"/>
                  <a:pt x="38359" y="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9"/>
          <p:cNvSpPr txBox="1">
            <a:spLocks noGrp="1"/>
          </p:cNvSpPr>
          <p:nvPr>
            <p:ph type="title"/>
          </p:nvPr>
        </p:nvSpPr>
        <p:spPr>
          <a:xfrm>
            <a:off x="2340942" y="398277"/>
            <a:ext cx="4566027" cy="75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000" dirty="0" smtClean="0">
                <a:latin typeface="Times New Roman" panose="02020603050405020304" pitchFamily="18" charset="0"/>
                <a:cs typeface="Times New Roman" panose="02020603050405020304" pitchFamily="18" charset="0"/>
              </a:rPr>
              <a:t>TỔ CHỨC LỚP</a:t>
            </a:r>
            <a:endParaRPr sz="4000" dirty="0">
              <a:latin typeface="Times New Roman" panose="02020603050405020304" pitchFamily="18" charset="0"/>
              <a:cs typeface="Times New Roman" panose="02020603050405020304" pitchFamily="18" charset="0"/>
            </a:endParaRPr>
          </a:p>
        </p:txBody>
      </p:sp>
      <p:sp>
        <p:nvSpPr>
          <p:cNvPr id="1009" name="Google Shape;1009;p49"/>
          <p:cNvSpPr txBox="1">
            <a:spLocks noGrp="1"/>
          </p:cNvSpPr>
          <p:nvPr>
            <p:ph type="subTitle" idx="1"/>
          </p:nvPr>
        </p:nvSpPr>
        <p:spPr>
          <a:xfrm>
            <a:off x="746766" y="1423220"/>
            <a:ext cx="7320604" cy="1277981"/>
          </a:xfrm>
          <a:prstGeom prst="rect">
            <a:avLst/>
          </a:prstGeom>
        </p:spPr>
        <p:txBody>
          <a:bodyPr spcFirstLastPara="1" wrap="square" lIns="91425" tIns="91425" rIns="91425" bIns="91425" anchor="ctr" anchorCtr="0">
            <a:noAutofit/>
          </a:bodyPr>
          <a:lstStyle/>
          <a:p>
            <a:pPr lvl="0" indent="-457200" algn="l" rtl="0">
              <a:spcBef>
                <a:spcPts val="0"/>
              </a:spcBef>
              <a:spcAft>
                <a:spcPts val="0"/>
              </a:spcAft>
              <a:buFontTx/>
              <a:buChar char="-"/>
            </a:pPr>
            <a:r>
              <a:rPr lang="vi-VN" sz="2400" b="1" dirty="0" smtClean="0">
                <a:solidFill>
                  <a:srgbClr val="FF0000"/>
                </a:solidFill>
                <a:latin typeface="Times New Roman" panose="02020603050405020304" pitchFamily="18" charset="0"/>
                <a:cs typeface="Times New Roman" panose="02020603050405020304" pitchFamily="18" charset="0"/>
              </a:rPr>
              <a:t>Bầu ban cán sự lớp: </a:t>
            </a:r>
            <a:r>
              <a:rPr lang="vi-VN" sz="2400" b="1" dirty="0" smtClean="0">
                <a:solidFill>
                  <a:schemeClr val="bg2"/>
                </a:solidFill>
                <a:latin typeface="Times New Roman" panose="02020603050405020304" pitchFamily="18" charset="0"/>
                <a:cs typeface="Times New Roman" panose="02020603050405020304" pitchFamily="18" charset="0"/>
              </a:rPr>
              <a:t>Lớp trưởng, Phó học tập, Phó kỉ luật, Phó lao động, Phó phong trào.</a:t>
            </a:r>
          </a:p>
          <a:p>
            <a:pPr lvl="0" indent="-457200" algn="l" rtl="0">
              <a:spcBef>
                <a:spcPts val="0"/>
              </a:spcBef>
              <a:spcAft>
                <a:spcPts val="0"/>
              </a:spcAft>
              <a:buFontTx/>
              <a:buChar char="-"/>
            </a:pPr>
            <a:endParaRPr lang="en" sz="2800" b="1" dirty="0" smtClean="0">
              <a:solidFill>
                <a:srgbClr val="FF0000"/>
              </a:solidFill>
              <a:latin typeface="Times New Roman" panose="02020603050405020304" pitchFamily="18" charset="0"/>
              <a:cs typeface="Times New Roman" panose="02020603050405020304" pitchFamily="18" charset="0"/>
            </a:endParaRPr>
          </a:p>
        </p:txBody>
      </p:sp>
      <p:sp>
        <p:nvSpPr>
          <p:cNvPr id="1011" name="Google Shape;1011;p49"/>
          <p:cNvSpPr/>
          <p:nvPr/>
        </p:nvSpPr>
        <p:spPr>
          <a:xfrm rot="-495299" flipH="1">
            <a:off x="7346294" y="397053"/>
            <a:ext cx="1205303" cy="1143407"/>
          </a:xfrm>
          <a:custGeom>
            <a:avLst/>
            <a:gdLst/>
            <a:ahLst/>
            <a:cxnLst/>
            <a:rect l="l" t="t" r="r" b="b"/>
            <a:pathLst>
              <a:path w="16660" h="15805" extrusionOk="0">
                <a:moveTo>
                  <a:pt x="13106" y="0"/>
                </a:moveTo>
                <a:lnTo>
                  <a:pt x="12456" y="581"/>
                </a:lnTo>
                <a:lnTo>
                  <a:pt x="667" y="11294"/>
                </a:lnTo>
                <a:lnTo>
                  <a:pt x="0" y="11892"/>
                </a:lnTo>
                <a:lnTo>
                  <a:pt x="889" y="11995"/>
                </a:lnTo>
                <a:lnTo>
                  <a:pt x="889" y="12883"/>
                </a:lnTo>
                <a:lnTo>
                  <a:pt x="1777" y="12969"/>
                </a:lnTo>
                <a:lnTo>
                  <a:pt x="1777" y="13857"/>
                </a:lnTo>
                <a:lnTo>
                  <a:pt x="2666" y="13942"/>
                </a:lnTo>
                <a:lnTo>
                  <a:pt x="2666" y="14831"/>
                </a:lnTo>
                <a:lnTo>
                  <a:pt x="3554" y="14916"/>
                </a:lnTo>
                <a:lnTo>
                  <a:pt x="3554" y="15805"/>
                </a:lnTo>
                <a:lnTo>
                  <a:pt x="4204" y="15207"/>
                </a:lnTo>
                <a:lnTo>
                  <a:pt x="15993" y="4494"/>
                </a:lnTo>
                <a:lnTo>
                  <a:pt x="16660" y="3896"/>
                </a:lnTo>
                <a:lnTo>
                  <a:pt x="15771" y="3810"/>
                </a:lnTo>
                <a:lnTo>
                  <a:pt x="15771" y="2922"/>
                </a:lnTo>
                <a:lnTo>
                  <a:pt x="14883" y="2819"/>
                </a:lnTo>
                <a:lnTo>
                  <a:pt x="14883" y="1948"/>
                </a:lnTo>
                <a:lnTo>
                  <a:pt x="13994" y="1845"/>
                </a:lnTo>
                <a:lnTo>
                  <a:pt x="13994" y="974"/>
                </a:lnTo>
                <a:lnTo>
                  <a:pt x="13106" y="872"/>
                </a:lnTo>
                <a:lnTo>
                  <a:pt x="13106" y="0"/>
                </a:lnTo>
                <a:close/>
              </a:path>
            </a:pathLst>
          </a:custGeom>
          <a:solidFill>
            <a:schemeClr val="accent5"/>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9"/>
          <p:cNvSpPr/>
          <p:nvPr/>
        </p:nvSpPr>
        <p:spPr>
          <a:xfrm rot="-1111287" flipH="1">
            <a:off x="149143" y="3486121"/>
            <a:ext cx="1195246" cy="1133905"/>
          </a:xfrm>
          <a:custGeom>
            <a:avLst/>
            <a:gdLst/>
            <a:ahLst/>
            <a:cxnLst/>
            <a:rect l="l" t="t" r="r" b="b"/>
            <a:pathLst>
              <a:path w="16660" h="15805" extrusionOk="0">
                <a:moveTo>
                  <a:pt x="13106" y="0"/>
                </a:moveTo>
                <a:lnTo>
                  <a:pt x="12456" y="581"/>
                </a:lnTo>
                <a:lnTo>
                  <a:pt x="667" y="11294"/>
                </a:lnTo>
                <a:lnTo>
                  <a:pt x="0" y="11892"/>
                </a:lnTo>
                <a:lnTo>
                  <a:pt x="889" y="11995"/>
                </a:lnTo>
                <a:lnTo>
                  <a:pt x="889" y="12883"/>
                </a:lnTo>
                <a:lnTo>
                  <a:pt x="1777" y="12969"/>
                </a:lnTo>
                <a:lnTo>
                  <a:pt x="1777" y="13857"/>
                </a:lnTo>
                <a:lnTo>
                  <a:pt x="2666" y="13942"/>
                </a:lnTo>
                <a:lnTo>
                  <a:pt x="2666" y="14831"/>
                </a:lnTo>
                <a:lnTo>
                  <a:pt x="3554" y="14916"/>
                </a:lnTo>
                <a:lnTo>
                  <a:pt x="3554" y="15805"/>
                </a:lnTo>
                <a:lnTo>
                  <a:pt x="4204" y="15207"/>
                </a:lnTo>
                <a:lnTo>
                  <a:pt x="15993" y="4494"/>
                </a:lnTo>
                <a:lnTo>
                  <a:pt x="16660" y="3896"/>
                </a:lnTo>
                <a:lnTo>
                  <a:pt x="15771" y="3810"/>
                </a:lnTo>
                <a:lnTo>
                  <a:pt x="15771" y="2922"/>
                </a:lnTo>
                <a:lnTo>
                  <a:pt x="14883" y="2819"/>
                </a:lnTo>
                <a:lnTo>
                  <a:pt x="14883" y="1948"/>
                </a:lnTo>
                <a:lnTo>
                  <a:pt x="13994" y="1845"/>
                </a:lnTo>
                <a:lnTo>
                  <a:pt x="13994" y="974"/>
                </a:lnTo>
                <a:lnTo>
                  <a:pt x="13106" y="872"/>
                </a:lnTo>
                <a:lnTo>
                  <a:pt x="13106" y="0"/>
                </a:ln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09;p49"/>
          <p:cNvSpPr txBox="1">
            <a:spLocks/>
          </p:cNvSpPr>
          <p:nvPr/>
        </p:nvSpPr>
        <p:spPr>
          <a:xfrm>
            <a:off x="746766" y="2264049"/>
            <a:ext cx="7320604" cy="127798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Poppins"/>
              <a:buNone/>
              <a:defRPr sz="1600" b="0" i="0" u="none" strike="noStrike" cap="none">
                <a:solidFill>
                  <a:schemeClr val="dk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indent="-457200">
              <a:buFontTx/>
              <a:buChar char="-"/>
            </a:pPr>
            <a:r>
              <a:rPr lang="vi-VN" sz="2400" dirty="0" smtClean="0">
                <a:solidFill>
                  <a:schemeClr val="bg2"/>
                </a:solidFill>
                <a:latin typeface="Times New Roman" panose="02020603050405020304" pitchFamily="18" charset="0"/>
                <a:cs typeface="Times New Roman" panose="02020603050405020304" pitchFamily="18" charset="0"/>
              </a:rPr>
              <a:t>Ban cán sự lớp do tập thể HS trong lớp bầu ra, được GVCN xem xét và quyết định công nhận.</a:t>
            </a:r>
          </a:p>
          <a:p>
            <a:pPr indent="-457200">
              <a:buFontTx/>
              <a:buChar char="-"/>
            </a:pPr>
            <a:endParaRPr lang="en" sz="2800" b="1" dirty="0" smtClean="0">
              <a:solidFill>
                <a:srgbClr val="FF0000"/>
              </a:solidFill>
              <a:latin typeface="Times New Roman" panose="02020603050405020304" pitchFamily="18" charset="0"/>
              <a:cs typeface="Times New Roman" panose="02020603050405020304" pitchFamily="18" charset="0"/>
            </a:endParaRPr>
          </a:p>
        </p:txBody>
      </p:sp>
      <p:sp>
        <p:nvSpPr>
          <p:cNvPr id="8" name="Google Shape;1009;p49"/>
          <p:cNvSpPr txBox="1">
            <a:spLocks/>
          </p:cNvSpPr>
          <p:nvPr/>
        </p:nvSpPr>
        <p:spPr>
          <a:xfrm>
            <a:off x="746766" y="3325645"/>
            <a:ext cx="7320604" cy="127798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Poppins"/>
              <a:buNone/>
              <a:defRPr sz="1600" b="0" i="0" u="none" strike="noStrike" cap="none">
                <a:solidFill>
                  <a:schemeClr val="dk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indent="-457200">
              <a:buFontTx/>
              <a:buChar char="-"/>
            </a:pPr>
            <a:r>
              <a:rPr lang="vi-VN" sz="2400" dirty="0" smtClean="0">
                <a:solidFill>
                  <a:schemeClr val="bg2"/>
                </a:solidFill>
                <a:latin typeface="Times New Roman" panose="02020603050405020304" pitchFamily="18" charset="0"/>
                <a:cs typeface="Times New Roman" panose="02020603050405020304" pitchFamily="18" charset="0"/>
              </a:rPr>
              <a:t>Ban cán sự đại diện cho lớp chịu trách nhiệm trước lớp và nhà trường về toàn bộ học tập, rèn luyện và đời sống của lớp trong thời gian học tập tại trường.</a:t>
            </a:r>
          </a:p>
          <a:p>
            <a:pPr indent="-457200">
              <a:buFontTx/>
              <a:buChar char="-"/>
            </a:pPr>
            <a:endParaRPr lang="en" sz="2800" b="1" dirty="0" smtClean="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009">
                                            <p:txEl>
                                              <p:pRg st="0" end="0"/>
                                            </p:txEl>
                                          </p:spTgt>
                                        </p:tgtEl>
                                        <p:attrNameLst>
                                          <p:attrName>style.visibility</p:attrName>
                                        </p:attrNameLst>
                                      </p:cBhvr>
                                      <p:to>
                                        <p:strVal val="visible"/>
                                      </p:to>
                                    </p:set>
                                    <p:animEffect transition="in" filter="wedge">
                                      <p:cBhvr>
                                        <p:cTn id="7" dur="2000"/>
                                        <p:tgtEl>
                                          <p:spTgt spid="10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edg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edge">
                                      <p:cBhvr>
                                        <p:cTn id="1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 grpId="0" build="p"/>
      <p:bldP spid="7" grpId="0" build="p"/>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06;p49"/>
          <p:cNvSpPr/>
          <p:nvPr/>
        </p:nvSpPr>
        <p:spPr>
          <a:xfrm rot="21393946" flipH="1">
            <a:off x="2709444" y="612307"/>
            <a:ext cx="4533819" cy="1158126"/>
          </a:xfrm>
          <a:custGeom>
            <a:avLst/>
            <a:gdLst/>
            <a:ahLst/>
            <a:cxnLst/>
            <a:rect l="l" t="t" r="r" b="b"/>
            <a:pathLst>
              <a:path w="43844" h="29834" extrusionOk="0">
                <a:moveTo>
                  <a:pt x="41668" y="12451"/>
                </a:moveTo>
                <a:cubicBezTo>
                  <a:pt x="41665" y="12451"/>
                  <a:pt x="41661" y="12452"/>
                  <a:pt x="41656" y="12457"/>
                </a:cubicBezTo>
                <a:cubicBezTo>
                  <a:pt x="41661" y="12480"/>
                  <a:pt x="41665" y="12503"/>
                  <a:pt x="41669" y="12526"/>
                </a:cubicBezTo>
                <a:lnTo>
                  <a:pt x="41669" y="12526"/>
                </a:lnTo>
                <a:cubicBezTo>
                  <a:pt x="41699" y="12521"/>
                  <a:pt x="41691" y="12451"/>
                  <a:pt x="41668" y="12451"/>
                </a:cubicBezTo>
                <a:close/>
                <a:moveTo>
                  <a:pt x="310" y="14449"/>
                </a:moveTo>
                <a:cubicBezTo>
                  <a:pt x="315" y="14449"/>
                  <a:pt x="320" y="14451"/>
                  <a:pt x="325" y="14456"/>
                </a:cubicBezTo>
                <a:lnTo>
                  <a:pt x="325" y="14815"/>
                </a:lnTo>
                <a:cubicBezTo>
                  <a:pt x="325" y="14798"/>
                  <a:pt x="291" y="14712"/>
                  <a:pt x="274" y="14473"/>
                </a:cubicBezTo>
                <a:cubicBezTo>
                  <a:pt x="286" y="14461"/>
                  <a:pt x="298" y="14449"/>
                  <a:pt x="310" y="14449"/>
                </a:cubicBezTo>
                <a:close/>
                <a:moveTo>
                  <a:pt x="222" y="16528"/>
                </a:moveTo>
                <a:cubicBezTo>
                  <a:pt x="182" y="16550"/>
                  <a:pt x="169" y="16627"/>
                  <a:pt x="211" y="16627"/>
                </a:cubicBezTo>
                <a:cubicBezTo>
                  <a:pt x="215" y="16627"/>
                  <a:pt x="218" y="16627"/>
                  <a:pt x="222" y="16626"/>
                </a:cubicBezTo>
                <a:cubicBezTo>
                  <a:pt x="222" y="16593"/>
                  <a:pt x="222" y="16560"/>
                  <a:pt x="222" y="16528"/>
                </a:cubicBezTo>
                <a:close/>
                <a:moveTo>
                  <a:pt x="43142" y="21770"/>
                </a:moveTo>
                <a:lnTo>
                  <a:pt x="43142" y="21770"/>
                </a:lnTo>
                <a:cubicBezTo>
                  <a:pt x="43143" y="21775"/>
                  <a:pt x="43143" y="21780"/>
                  <a:pt x="43143" y="21786"/>
                </a:cubicBezTo>
                <a:cubicBezTo>
                  <a:pt x="43143" y="21780"/>
                  <a:pt x="43143" y="21775"/>
                  <a:pt x="43142" y="21770"/>
                </a:cubicBezTo>
                <a:close/>
                <a:moveTo>
                  <a:pt x="923" y="25237"/>
                </a:moveTo>
                <a:cubicBezTo>
                  <a:pt x="923" y="25374"/>
                  <a:pt x="940" y="25528"/>
                  <a:pt x="940" y="25664"/>
                </a:cubicBezTo>
                <a:cubicBezTo>
                  <a:pt x="906" y="25579"/>
                  <a:pt x="889" y="25476"/>
                  <a:pt x="872" y="25391"/>
                </a:cubicBezTo>
                <a:lnTo>
                  <a:pt x="923" y="25237"/>
                </a:lnTo>
                <a:close/>
                <a:moveTo>
                  <a:pt x="43432" y="27146"/>
                </a:moveTo>
                <a:lnTo>
                  <a:pt x="43432" y="27146"/>
                </a:lnTo>
                <a:cubicBezTo>
                  <a:pt x="43398" y="27147"/>
                  <a:pt x="43358" y="27149"/>
                  <a:pt x="43314" y="27151"/>
                </a:cubicBezTo>
                <a:cubicBezTo>
                  <a:pt x="43352" y="27151"/>
                  <a:pt x="43392" y="27149"/>
                  <a:pt x="43432" y="27146"/>
                </a:cubicBezTo>
                <a:close/>
                <a:moveTo>
                  <a:pt x="26706" y="27813"/>
                </a:moveTo>
                <a:cubicBezTo>
                  <a:pt x="26721" y="27813"/>
                  <a:pt x="26738" y="27814"/>
                  <a:pt x="26757" y="27817"/>
                </a:cubicBezTo>
                <a:cubicBezTo>
                  <a:pt x="26706" y="27817"/>
                  <a:pt x="26928" y="27851"/>
                  <a:pt x="27082" y="27886"/>
                </a:cubicBezTo>
                <a:lnTo>
                  <a:pt x="26655" y="27851"/>
                </a:lnTo>
                <a:cubicBezTo>
                  <a:pt x="26627" y="27838"/>
                  <a:pt x="26644" y="27813"/>
                  <a:pt x="26706" y="27813"/>
                </a:cubicBezTo>
                <a:close/>
                <a:moveTo>
                  <a:pt x="38359" y="1"/>
                </a:moveTo>
                <a:cubicBezTo>
                  <a:pt x="36479" y="69"/>
                  <a:pt x="34668" y="718"/>
                  <a:pt x="32754" y="770"/>
                </a:cubicBezTo>
                <a:cubicBezTo>
                  <a:pt x="32840" y="753"/>
                  <a:pt x="32891" y="718"/>
                  <a:pt x="32960" y="684"/>
                </a:cubicBezTo>
                <a:cubicBezTo>
                  <a:pt x="31541" y="513"/>
                  <a:pt x="30072" y="155"/>
                  <a:pt x="28637" y="155"/>
                </a:cubicBezTo>
                <a:cubicBezTo>
                  <a:pt x="28722" y="120"/>
                  <a:pt x="28790" y="120"/>
                  <a:pt x="28876" y="120"/>
                </a:cubicBezTo>
                <a:cubicBezTo>
                  <a:pt x="28773" y="86"/>
                  <a:pt x="28671" y="69"/>
                  <a:pt x="28568" y="69"/>
                </a:cubicBezTo>
                <a:lnTo>
                  <a:pt x="28175" y="69"/>
                </a:lnTo>
                <a:cubicBezTo>
                  <a:pt x="28022" y="69"/>
                  <a:pt x="27868" y="103"/>
                  <a:pt x="27731" y="155"/>
                </a:cubicBezTo>
                <a:cubicBezTo>
                  <a:pt x="27700" y="157"/>
                  <a:pt x="27676" y="158"/>
                  <a:pt x="27658" y="158"/>
                </a:cubicBezTo>
                <a:cubicBezTo>
                  <a:pt x="27546" y="158"/>
                  <a:pt x="27644" y="118"/>
                  <a:pt x="27526" y="103"/>
                </a:cubicBezTo>
                <a:cubicBezTo>
                  <a:pt x="27502" y="101"/>
                  <a:pt x="27477" y="100"/>
                  <a:pt x="27452" y="100"/>
                </a:cubicBezTo>
                <a:cubicBezTo>
                  <a:pt x="27188" y="100"/>
                  <a:pt x="26855" y="231"/>
                  <a:pt x="26671" y="231"/>
                </a:cubicBezTo>
                <a:cubicBezTo>
                  <a:pt x="26645" y="231"/>
                  <a:pt x="26623" y="229"/>
                  <a:pt x="26603" y="223"/>
                </a:cubicBezTo>
                <a:cubicBezTo>
                  <a:pt x="26586" y="223"/>
                  <a:pt x="26638" y="206"/>
                  <a:pt x="26689" y="189"/>
                </a:cubicBezTo>
                <a:lnTo>
                  <a:pt x="26689" y="189"/>
                </a:lnTo>
                <a:cubicBezTo>
                  <a:pt x="25630" y="445"/>
                  <a:pt x="24553" y="599"/>
                  <a:pt x="23460" y="650"/>
                </a:cubicBezTo>
                <a:cubicBezTo>
                  <a:pt x="22863" y="650"/>
                  <a:pt x="22276" y="578"/>
                  <a:pt x="21684" y="578"/>
                </a:cubicBezTo>
                <a:cubicBezTo>
                  <a:pt x="21462" y="578"/>
                  <a:pt x="21240" y="588"/>
                  <a:pt x="21016" y="616"/>
                </a:cubicBezTo>
                <a:cubicBezTo>
                  <a:pt x="19860" y="761"/>
                  <a:pt x="18532" y="1443"/>
                  <a:pt x="17303" y="1443"/>
                </a:cubicBezTo>
                <a:cubicBezTo>
                  <a:pt x="17079" y="1443"/>
                  <a:pt x="16858" y="1420"/>
                  <a:pt x="16642" y="1368"/>
                </a:cubicBezTo>
                <a:lnTo>
                  <a:pt x="15395" y="1299"/>
                </a:lnTo>
                <a:cubicBezTo>
                  <a:pt x="15004" y="1299"/>
                  <a:pt x="12776" y="1384"/>
                  <a:pt x="12764" y="1485"/>
                </a:cubicBezTo>
                <a:lnTo>
                  <a:pt x="12764" y="1485"/>
                </a:lnTo>
                <a:cubicBezTo>
                  <a:pt x="12762" y="1454"/>
                  <a:pt x="12729" y="1443"/>
                  <a:pt x="12695" y="1443"/>
                </a:cubicBezTo>
                <a:cubicBezTo>
                  <a:pt x="12676" y="1443"/>
                  <a:pt x="12657" y="1447"/>
                  <a:pt x="12644" y="1453"/>
                </a:cubicBezTo>
                <a:cubicBezTo>
                  <a:pt x="12593" y="1453"/>
                  <a:pt x="12541" y="1487"/>
                  <a:pt x="12490" y="1487"/>
                </a:cubicBezTo>
                <a:lnTo>
                  <a:pt x="12712" y="1504"/>
                </a:lnTo>
                <a:cubicBezTo>
                  <a:pt x="12490" y="1624"/>
                  <a:pt x="12251" y="1692"/>
                  <a:pt x="11995" y="1727"/>
                </a:cubicBezTo>
                <a:cubicBezTo>
                  <a:pt x="11662" y="1688"/>
                  <a:pt x="11328" y="1671"/>
                  <a:pt x="10994" y="1671"/>
                </a:cubicBezTo>
                <a:cubicBezTo>
                  <a:pt x="9116" y="1671"/>
                  <a:pt x="7227" y="2216"/>
                  <a:pt x="5399" y="2564"/>
                </a:cubicBezTo>
                <a:cubicBezTo>
                  <a:pt x="5416" y="2581"/>
                  <a:pt x="5450" y="2581"/>
                  <a:pt x="5484" y="2614"/>
                </a:cubicBezTo>
                <a:lnTo>
                  <a:pt x="5484" y="2614"/>
                </a:lnTo>
                <a:cubicBezTo>
                  <a:pt x="5478" y="2610"/>
                  <a:pt x="5460" y="2608"/>
                  <a:pt x="5432" y="2608"/>
                </a:cubicBezTo>
                <a:cubicBezTo>
                  <a:pt x="5044" y="2608"/>
                  <a:pt x="2680" y="2978"/>
                  <a:pt x="2426" y="3025"/>
                </a:cubicBezTo>
                <a:cubicBezTo>
                  <a:pt x="1470" y="3196"/>
                  <a:pt x="752" y="3674"/>
                  <a:pt x="581" y="4700"/>
                </a:cubicBezTo>
                <a:lnTo>
                  <a:pt x="410" y="5332"/>
                </a:lnTo>
                <a:cubicBezTo>
                  <a:pt x="393" y="5998"/>
                  <a:pt x="376" y="6682"/>
                  <a:pt x="325" y="7348"/>
                </a:cubicBezTo>
                <a:cubicBezTo>
                  <a:pt x="342" y="7348"/>
                  <a:pt x="342" y="7280"/>
                  <a:pt x="359" y="7263"/>
                </a:cubicBezTo>
                <a:lnTo>
                  <a:pt x="359" y="7263"/>
                </a:lnTo>
                <a:cubicBezTo>
                  <a:pt x="359" y="7621"/>
                  <a:pt x="328" y="7980"/>
                  <a:pt x="266" y="8324"/>
                </a:cubicBezTo>
                <a:lnTo>
                  <a:pt x="266" y="8324"/>
                </a:lnTo>
                <a:cubicBezTo>
                  <a:pt x="261" y="8321"/>
                  <a:pt x="256" y="8319"/>
                  <a:pt x="251" y="8319"/>
                </a:cubicBezTo>
                <a:cubicBezTo>
                  <a:pt x="247" y="8319"/>
                  <a:pt x="243" y="8320"/>
                  <a:pt x="239" y="8322"/>
                </a:cubicBezTo>
                <a:cubicBezTo>
                  <a:pt x="205" y="8322"/>
                  <a:pt x="205" y="8373"/>
                  <a:pt x="205" y="8424"/>
                </a:cubicBezTo>
                <a:cubicBezTo>
                  <a:pt x="205" y="9176"/>
                  <a:pt x="205" y="9928"/>
                  <a:pt x="222" y="10680"/>
                </a:cubicBezTo>
                <a:lnTo>
                  <a:pt x="188" y="10560"/>
                </a:lnTo>
                <a:cubicBezTo>
                  <a:pt x="154" y="10953"/>
                  <a:pt x="154" y="11602"/>
                  <a:pt x="137" y="12030"/>
                </a:cubicBezTo>
                <a:cubicBezTo>
                  <a:pt x="164" y="12124"/>
                  <a:pt x="159" y="12293"/>
                  <a:pt x="181" y="12293"/>
                </a:cubicBezTo>
                <a:cubicBezTo>
                  <a:pt x="187" y="12293"/>
                  <a:pt x="194" y="12281"/>
                  <a:pt x="205" y="12252"/>
                </a:cubicBezTo>
                <a:lnTo>
                  <a:pt x="205" y="12252"/>
                </a:lnTo>
                <a:cubicBezTo>
                  <a:pt x="0" y="12850"/>
                  <a:pt x="171" y="13670"/>
                  <a:pt x="205" y="14302"/>
                </a:cubicBezTo>
                <a:cubicBezTo>
                  <a:pt x="238" y="15038"/>
                  <a:pt x="224" y="15790"/>
                  <a:pt x="222" y="16528"/>
                </a:cubicBezTo>
                <a:lnTo>
                  <a:pt x="222" y="16528"/>
                </a:lnTo>
                <a:cubicBezTo>
                  <a:pt x="229" y="16524"/>
                  <a:pt x="237" y="16522"/>
                  <a:pt x="245" y="16522"/>
                </a:cubicBezTo>
                <a:cubicBezTo>
                  <a:pt x="249" y="16522"/>
                  <a:pt x="252" y="16522"/>
                  <a:pt x="256" y="16523"/>
                </a:cubicBezTo>
                <a:cubicBezTo>
                  <a:pt x="308" y="16557"/>
                  <a:pt x="325" y="16626"/>
                  <a:pt x="342" y="16694"/>
                </a:cubicBezTo>
                <a:lnTo>
                  <a:pt x="462" y="19548"/>
                </a:lnTo>
                <a:lnTo>
                  <a:pt x="427" y="19155"/>
                </a:lnTo>
                <a:lnTo>
                  <a:pt x="427" y="19155"/>
                </a:lnTo>
                <a:cubicBezTo>
                  <a:pt x="309" y="20032"/>
                  <a:pt x="358" y="20926"/>
                  <a:pt x="557" y="21788"/>
                </a:cubicBezTo>
                <a:lnTo>
                  <a:pt x="557" y="21788"/>
                </a:lnTo>
                <a:cubicBezTo>
                  <a:pt x="542" y="21796"/>
                  <a:pt x="530" y="21825"/>
                  <a:pt x="530" y="21854"/>
                </a:cubicBezTo>
                <a:cubicBezTo>
                  <a:pt x="598" y="24520"/>
                  <a:pt x="837" y="27185"/>
                  <a:pt x="1196" y="29833"/>
                </a:cubicBezTo>
                <a:lnTo>
                  <a:pt x="3691" y="29560"/>
                </a:lnTo>
                <a:cubicBezTo>
                  <a:pt x="5519" y="29287"/>
                  <a:pt x="7364" y="28996"/>
                  <a:pt x="9227" y="28979"/>
                </a:cubicBezTo>
                <a:lnTo>
                  <a:pt x="10320" y="28979"/>
                </a:lnTo>
                <a:cubicBezTo>
                  <a:pt x="10730" y="28979"/>
                  <a:pt x="11123" y="28979"/>
                  <a:pt x="11516" y="28996"/>
                </a:cubicBezTo>
                <a:cubicBezTo>
                  <a:pt x="11928" y="29020"/>
                  <a:pt x="12337" y="29032"/>
                  <a:pt x="12746" y="29032"/>
                </a:cubicBezTo>
                <a:cubicBezTo>
                  <a:pt x="13491" y="29032"/>
                  <a:pt x="14235" y="28994"/>
                  <a:pt x="14985" y="28928"/>
                </a:cubicBezTo>
                <a:cubicBezTo>
                  <a:pt x="16078" y="28825"/>
                  <a:pt x="17155" y="28723"/>
                  <a:pt x="18248" y="28552"/>
                </a:cubicBezTo>
                <a:lnTo>
                  <a:pt x="20931" y="28091"/>
                </a:lnTo>
                <a:cubicBezTo>
                  <a:pt x="21751" y="27937"/>
                  <a:pt x="22571" y="27834"/>
                  <a:pt x="23408" y="27749"/>
                </a:cubicBezTo>
                <a:lnTo>
                  <a:pt x="23408" y="27749"/>
                </a:lnTo>
                <a:lnTo>
                  <a:pt x="23084" y="27834"/>
                </a:lnTo>
                <a:cubicBezTo>
                  <a:pt x="23491" y="27741"/>
                  <a:pt x="23907" y="27705"/>
                  <a:pt x="24324" y="27705"/>
                </a:cubicBezTo>
                <a:cubicBezTo>
                  <a:pt x="24974" y="27705"/>
                  <a:pt x="25627" y="27792"/>
                  <a:pt x="26262" y="27886"/>
                </a:cubicBezTo>
                <a:cubicBezTo>
                  <a:pt x="26911" y="27976"/>
                  <a:pt x="27855" y="28205"/>
                  <a:pt x="28639" y="28205"/>
                </a:cubicBezTo>
                <a:cubicBezTo>
                  <a:pt x="28887" y="28205"/>
                  <a:pt x="29119" y="28182"/>
                  <a:pt x="29320" y="28125"/>
                </a:cubicBezTo>
                <a:lnTo>
                  <a:pt x="29696" y="28005"/>
                </a:lnTo>
                <a:cubicBezTo>
                  <a:pt x="29781" y="28005"/>
                  <a:pt x="29867" y="28022"/>
                  <a:pt x="29764" y="28056"/>
                </a:cubicBezTo>
                <a:cubicBezTo>
                  <a:pt x="30174" y="28056"/>
                  <a:pt x="29781" y="28005"/>
                  <a:pt x="29969" y="27937"/>
                </a:cubicBezTo>
                <a:cubicBezTo>
                  <a:pt x="30022" y="27933"/>
                  <a:pt x="30067" y="27931"/>
                  <a:pt x="30103" y="27931"/>
                </a:cubicBezTo>
                <a:cubicBezTo>
                  <a:pt x="30220" y="27931"/>
                  <a:pt x="30245" y="27953"/>
                  <a:pt x="30140" y="28005"/>
                </a:cubicBezTo>
                <a:cubicBezTo>
                  <a:pt x="31302" y="27629"/>
                  <a:pt x="32498" y="27356"/>
                  <a:pt x="33660" y="26946"/>
                </a:cubicBezTo>
                <a:cubicBezTo>
                  <a:pt x="33711" y="26946"/>
                  <a:pt x="33626" y="26980"/>
                  <a:pt x="33626" y="26980"/>
                </a:cubicBezTo>
                <a:cubicBezTo>
                  <a:pt x="34428" y="26773"/>
                  <a:pt x="35298" y="26596"/>
                  <a:pt x="36148" y="26596"/>
                </a:cubicBezTo>
                <a:cubicBezTo>
                  <a:pt x="36421" y="26596"/>
                  <a:pt x="36692" y="26614"/>
                  <a:pt x="36958" y="26655"/>
                </a:cubicBezTo>
                <a:cubicBezTo>
                  <a:pt x="37042" y="26597"/>
                  <a:pt x="37201" y="26578"/>
                  <a:pt x="37380" y="26578"/>
                </a:cubicBezTo>
                <a:cubicBezTo>
                  <a:pt x="37670" y="26578"/>
                  <a:pt x="38012" y="26628"/>
                  <a:pt x="38171" y="26638"/>
                </a:cubicBezTo>
                <a:cubicBezTo>
                  <a:pt x="38735" y="26690"/>
                  <a:pt x="39486" y="26877"/>
                  <a:pt x="40136" y="26912"/>
                </a:cubicBezTo>
                <a:lnTo>
                  <a:pt x="41298" y="26997"/>
                </a:lnTo>
                <a:lnTo>
                  <a:pt x="41298" y="26997"/>
                </a:lnTo>
                <a:lnTo>
                  <a:pt x="41127" y="26963"/>
                </a:lnTo>
                <a:cubicBezTo>
                  <a:pt x="41167" y="26958"/>
                  <a:pt x="41206" y="26956"/>
                  <a:pt x="41245" y="26956"/>
                </a:cubicBezTo>
                <a:cubicBezTo>
                  <a:pt x="41596" y="26956"/>
                  <a:pt x="41923" y="27135"/>
                  <a:pt x="42250" y="27135"/>
                </a:cubicBezTo>
                <a:cubicBezTo>
                  <a:pt x="42263" y="27135"/>
                  <a:pt x="42276" y="27134"/>
                  <a:pt x="42289" y="27134"/>
                </a:cubicBezTo>
                <a:cubicBezTo>
                  <a:pt x="42477" y="27134"/>
                  <a:pt x="42664" y="27134"/>
                  <a:pt x="42852" y="27117"/>
                </a:cubicBezTo>
                <a:lnTo>
                  <a:pt x="43245" y="27117"/>
                </a:lnTo>
                <a:lnTo>
                  <a:pt x="43690" y="27100"/>
                </a:lnTo>
                <a:lnTo>
                  <a:pt x="43690" y="27100"/>
                </a:lnTo>
                <a:cubicBezTo>
                  <a:pt x="43608" y="27123"/>
                  <a:pt x="43519" y="27138"/>
                  <a:pt x="43432" y="27146"/>
                </a:cubicBezTo>
                <a:lnTo>
                  <a:pt x="43432" y="27146"/>
                </a:lnTo>
                <a:cubicBezTo>
                  <a:pt x="43471" y="27144"/>
                  <a:pt x="43504" y="27144"/>
                  <a:pt x="43532" y="27144"/>
                </a:cubicBezTo>
                <a:cubicBezTo>
                  <a:pt x="43661" y="27144"/>
                  <a:pt x="43693" y="27156"/>
                  <a:pt x="43741" y="27168"/>
                </a:cubicBezTo>
                <a:cubicBezTo>
                  <a:pt x="43758" y="27185"/>
                  <a:pt x="43775" y="27185"/>
                  <a:pt x="43792" y="27185"/>
                </a:cubicBezTo>
                <a:lnTo>
                  <a:pt x="43843" y="27185"/>
                </a:lnTo>
                <a:lnTo>
                  <a:pt x="43843" y="27168"/>
                </a:lnTo>
                <a:cubicBezTo>
                  <a:pt x="43843" y="27083"/>
                  <a:pt x="43826" y="26929"/>
                  <a:pt x="43775" y="26638"/>
                </a:cubicBezTo>
                <a:cubicBezTo>
                  <a:pt x="43775" y="26670"/>
                  <a:pt x="43771" y="26682"/>
                  <a:pt x="43766" y="26682"/>
                </a:cubicBezTo>
                <a:cubicBezTo>
                  <a:pt x="43746" y="26682"/>
                  <a:pt x="43703" y="26545"/>
                  <a:pt x="43690" y="26519"/>
                </a:cubicBezTo>
                <a:cubicBezTo>
                  <a:pt x="43690" y="26194"/>
                  <a:pt x="43673" y="26023"/>
                  <a:pt x="43638" y="25733"/>
                </a:cubicBezTo>
                <a:cubicBezTo>
                  <a:pt x="43621" y="25442"/>
                  <a:pt x="43570" y="25169"/>
                  <a:pt x="43536" y="24913"/>
                </a:cubicBezTo>
                <a:lnTo>
                  <a:pt x="43536" y="24913"/>
                </a:lnTo>
                <a:lnTo>
                  <a:pt x="43604" y="24998"/>
                </a:lnTo>
                <a:cubicBezTo>
                  <a:pt x="43416" y="24742"/>
                  <a:pt x="43468" y="23853"/>
                  <a:pt x="43416" y="23512"/>
                </a:cubicBezTo>
                <a:cubicBezTo>
                  <a:pt x="43348" y="23033"/>
                  <a:pt x="43280" y="22555"/>
                  <a:pt x="43211" y="22076"/>
                </a:cubicBezTo>
                <a:cubicBezTo>
                  <a:pt x="43211" y="22162"/>
                  <a:pt x="43194" y="22230"/>
                  <a:pt x="43177" y="22298"/>
                </a:cubicBezTo>
                <a:cubicBezTo>
                  <a:pt x="43075" y="22196"/>
                  <a:pt x="43057" y="22059"/>
                  <a:pt x="43126" y="21940"/>
                </a:cubicBezTo>
                <a:cubicBezTo>
                  <a:pt x="43023" y="21854"/>
                  <a:pt x="42989" y="21700"/>
                  <a:pt x="43057" y="21598"/>
                </a:cubicBezTo>
                <a:lnTo>
                  <a:pt x="43057" y="21598"/>
                </a:lnTo>
                <a:cubicBezTo>
                  <a:pt x="43105" y="21630"/>
                  <a:pt x="43138" y="21692"/>
                  <a:pt x="43142" y="21770"/>
                </a:cubicBezTo>
                <a:lnTo>
                  <a:pt x="43142" y="21770"/>
                </a:lnTo>
                <a:cubicBezTo>
                  <a:pt x="43106" y="20391"/>
                  <a:pt x="42766" y="19013"/>
                  <a:pt x="42545" y="17668"/>
                </a:cubicBezTo>
                <a:cubicBezTo>
                  <a:pt x="42258" y="15949"/>
                  <a:pt x="41988" y="14229"/>
                  <a:pt x="41669" y="12526"/>
                </a:cubicBezTo>
                <a:lnTo>
                  <a:pt x="41669" y="12526"/>
                </a:lnTo>
                <a:cubicBezTo>
                  <a:pt x="41668" y="12527"/>
                  <a:pt x="41667" y="12527"/>
                  <a:pt x="41666" y="12527"/>
                </a:cubicBezTo>
                <a:cubicBezTo>
                  <a:pt x="41663" y="12527"/>
                  <a:pt x="41660" y="12526"/>
                  <a:pt x="41656" y="12525"/>
                </a:cubicBezTo>
                <a:cubicBezTo>
                  <a:pt x="41588" y="12525"/>
                  <a:pt x="41571" y="12457"/>
                  <a:pt x="41571" y="12388"/>
                </a:cubicBezTo>
                <a:cubicBezTo>
                  <a:pt x="41349" y="9296"/>
                  <a:pt x="40853" y="6032"/>
                  <a:pt x="40409" y="2940"/>
                </a:cubicBezTo>
                <a:cubicBezTo>
                  <a:pt x="40358" y="2615"/>
                  <a:pt x="40307" y="2273"/>
                  <a:pt x="40272" y="1966"/>
                </a:cubicBezTo>
                <a:cubicBezTo>
                  <a:pt x="40238" y="1658"/>
                  <a:pt x="40221" y="1351"/>
                  <a:pt x="40187" y="1060"/>
                </a:cubicBezTo>
                <a:lnTo>
                  <a:pt x="40153" y="1129"/>
                </a:lnTo>
                <a:cubicBezTo>
                  <a:pt x="40119" y="1026"/>
                  <a:pt x="40084" y="906"/>
                  <a:pt x="40050" y="804"/>
                </a:cubicBezTo>
                <a:cubicBezTo>
                  <a:pt x="40033" y="684"/>
                  <a:pt x="39982" y="582"/>
                  <a:pt x="39914" y="479"/>
                </a:cubicBezTo>
                <a:lnTo>
                  <a:pt x="39914" y="479"/>
                </a:lnTo>
                <a:cubicBezTo>
                  <a:pt x="39927" y="533"/>
                  <a:pt x="40034" y="742"/>
                  <a:pt x="40015" y="742"/>
                </a:cubicBezTo>
                <a:cubicBezTo>
                  <a:pt x="40010" y="742"/>
                  <a:pt x="39995" y="726"/>
                  <a:pt x="39965" y="684"/>
                </a:cubicBezTo>
                <a:cubicBezTo>
                  <a:pt x="39879" y="513"/>
                  <a:pt x="39743" y="394"/>
                  <a:pt x="39572" y="291"/>
                </a:cubicBezTo>
                <a:cubicBezTo>
                  <a:pt x="39452" y="223"/>
                  <a:pt x="39316" y="172"/>
                  <a:pt x="39179" y="138"/>
                </a:cubicBezTo>
                <a:cubicBezTo>
                  <a:pt x="38923" y="35"/>
                  <a:pt x="38649" y="1"/>
                  <a:pt x="38359" y="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1008;p49"/>
          <p:cNvSpPr txBox="1">
            <a:spLocks noGrp="1"/>
          </p:cNvSpPr>
          <p:nvPr>
            <p:ph type="title"/>
          </p:nvPr>
        </p:nvSpPr>
        <p:spPr>
          <a:xfrm rot="21410063">
            <a:off x="3069100" y="811869"/>
            <a:ext cx="4566027" cy="75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000" dirty="0" smtClean="0">
                <a:latin typeface="Times New Roman" panose="02020603050405020304" pitchFamily="18" charset="0"/>
                <a:cs typeface="Times New Roman" panose="02020603050405020304" pitchFamily="18" charset="0"/>
              </a:rPr>
              <a:t>TỔ CHỨC LỚP</a:t>
            </a:r>
            <a:endParaRPr sz="4000" dirty="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2436088188"/>
              </p:ext>
            </p:extLst>
          </p:nvPr>
        </p:nvGraphicFramePr>
        <p:xfrm>
          <a:off x="215316" y="1908420"/>
          <a:ext cx="4169580" cy="2782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extLst>
              <p:ext uri="{D42A27DB-BD31-4B8C-83A1-F6EECF244321}">
                <p14:modId xmlns:p14="http://schemas.microsoft.com/office/powerpoint/2010/main" val="3431545855"/>
              </p:ext>
            </p:extLst>
          </p:nvPr>
        </p:nvGraphicFramePr>
        <p:xfrm>
          <a:off x="4620768" y="2114011"/>
          <a:ext cx="4344555" cy="25600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22786877"/>
      </p:ext>
    </p:extLst>
  </p:cSld>
  <p:clrMapOvr>
    <a:masterClrMapping/>
  </p:clrMapOvr>
  <p:transition spd="slow">
    <p:comb/>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547772708"/>
              </p:ext>
            </p:extLst>
          </p:nvPr>
        </p:nvGraphicFramePr>
        <p:xfrm>
          <a:off x="296726" y="2283558"/>
          <a:ext cx="4141078" cy="23187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389768047"/>
              </p:ext>
            </p:extLst>
          </p:nvPr>
        </p:nvGraphicFramePr>
        <p:xfrm>
          <a:off x="4824245" y="2270033"/>
          <a:ext cx="4141078" cy="231871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Google Shape;1006;p49"/>
          <p:cNvSpPr/>
          <p:nvPr/>
        </p:nvSpPr>
        <p:spPr>
          <a:xfrm rot="21393946" flipH="1">
            <a:off x="2709444" y="612307"/>
            <a:ext cx="4533819" cy="1158126"/>
          </a:xfrm>
          <a:custGeom>
            <a:avLst/>
            <a:gdLst/>
            <a:ahLst/>
            <a:cxnLst/>
            <a:rect l="l" t="t" r="r" b="b"/>
            <a:pathLst>
              <a:path w="43844" h="29834" extrusionOk="0">
                <a:moveTo>
                  <a:pt x="41668" y="12451"/>
                </a:moveTo>
                <a:cubicBezTo>
                  <a:pt x="41665" y="12451"/>
                  <a:pt x="41661" y="12452"/>
                  <a:pt x="41656" y="12457"/>
                </a:cubicBezTo>
                <a:cubicBezTo>
                  <a:pt x="41661" y="12480"/>
                  <a:pt x="41665" y="12503"/>
                  <a:pt x="41669" y="12526"/>
                </a:cubicBezTo>
                <a:lnTo>
                  <a:pt x="41669" y="12526"/>
                </a:lnTo>
                <a:cubicBezTo>
                  <a:pt x="41699" y="12521"/>
                  <a:pt x="41691" y="12451"/>
                  <a:pt x="41668" y="12451"/>
                </a:cubicBezTo>
                <a:close/>
                <a:moveTo>
                  <a:pt x="310" y="14449"/>
                </a:moveTo>
                <a:cubicBezTo>
                  <a:pt x="315" y="14449"/>
                  <a:pt x="320" y="14451"/>
                  <a:pt x="325" y="14456"/>
                </a:cubicBezTo>
                <a:lnTo>
                  <a:pt x="325" y="14815"/>
                </a:lnTo>
                <a:cubicBezTo>
                  <a:pt x="325" y="14798"/>
                  <a:pt x="291" y="14712"/>
                  <a:pt x="274" y="14473"/>
                </a:cubicBezTo>
                <a:cubicBezTo>
                  <a:pt x="286" y="14461"/>
                  <a:pt x="298" y="14449"/>
                  <a:pt x="310" y="14449"/>
                </a:cubicBezTo>
                <a:close/>
                <a:moveTo>
                  <a:pt x="222" y="16528"/>
                </a:moveTo>
                <a:cubicBezTo>
                  <a:pt x="182" y="16550"/>
                  <a:pt x="169" y="16627"/>
                  <a:pt x="211" y="16627"/>
                </a:cubicBezTo>
                <a:cubicBezTo>
                  <a:pt x="215" y="16627"/>
                  <a:pt x="218" y="16627"/>
                  <a:pt x="222" y="16626"/>
                </a:cubicBezTo>
                <a:cubicBezTo>
                  <a:pt x="222" y="16593"/>
                  <a:pt x="222" y="16560"/>
                  <a:pt x="222" y="16528"/>
                </a:cubicBezTo>
                <a:close/>
                <a:moveTo>
                  <a:pt x="43142" y="21770"/>
                </a:moveTo>
                <a:lnTo>
                  <a:pt x="43142" y="21770"/>
                </a:lnTo>
                <a:cubicBezTo>
                  <a:pt x="43143" y="21775"/>
                  <a:pt x="43143" y="21780"/>
                  <a:pt x="43143" y="21786"/>
                </a:cubicBezTo>
                <a:cubicBezTo>
                  <a:pt x="43143" y="21780"/>
                  <a:pt x="43143" y="21775"/>
                  <a:pt x="43142" y="21770"/>
                </a:cubicBezTo>
                <a:close/>
                <a:moveTo>
                  <a:pt x="923" y="25237"/>
                </a:moveTo>
                <a:cubicBezTo>
                  <a:pt x="923" y="25374"/>
                  <a:pt x="940" y="25528"/>
                  <a:pt x="940" y="25664"/>
                </a:cubicBezTo>
                <a:cubicBezTo>
                  <a:pt x="906" y="25579"/>
                  <a:pt x="889" y="25476"/>
                  <a:pt x="872" y="25391"/>
                </a:cubicBezTo>
                <a:lnTo>
                  <a:pt x="923" y="25237"/>
                </a:lnTo>
                <a:close/>
                <a:moveTo>
                  <a:pt x="43432" y="27146"/>
                </a:moveTo>
                <a:lnTo>
                  <a:pt x="43432" y="27146"/>
                </a:lnTo>
                <a:cubicBezTo>
                  <a:pt x="43398" y="27147"/>
                  <a:pt x="43358" y="27149"/>
                  <a:pt x="43314" y="27151"/>
                </a:cubicBezTo>
                <a:cubicBezTo>
                  <a:pt x="43352" y="27151"/>
                  <a:pt x="43392" y="27149"/>
                  <a:pt x="43432" y="27146"/>
                </a:cubicBezTo>
                <a:close/>
                <a:moveTo>
                  <a:pt x="26706" y="27813"/>
                </a:moveTo>
                <a:cubicBezTo>
                  <a:pt x="26721" y="27813"/>
                  <a:pt x="26738" y="27814"/>
                  <a:pt x="26757" y="27817"/>
                </a:cubicBezTo>
                <a:cubicBezTo>
                  <a:pt x="26706" y="27817"/>
                  <a:pt x="26928" y="27851"/>
                  <a:pt x="27082" y="27886"/>
                </a:cubicBezTo>
                <a:lnTo>
                  <a:pt x="26655" y="27851"/>
                </a:lnTo>
                <a:cubicBezTo>
                  <a:pt x="26627" y="27838"/>
                  <a:pt x="26644" y="27813"/>
                  <a:pt x="26706" y="27813"/>
                </a:cubicBezTo>
                <a:close/>
                <a:moveTo>
                  <a:pt x="38359" y="1"/>
                </a:moveTo>
                <a:cubicBezTo>
                  <a:pt x="36479" y="69"/>
                  <a:pt x="34668" y="718"/>
                  <a:pt x="32754" y="770"/>
                </a:cubicBezTo>
                <a:cubicBezTo>
                  <a:pt x="32840" y="753"/>
                  <a:pt x="32891" y="718"/>
                  <a:pt x="32960" y="684"/>
                </a:cubicBezTo>
                <a:cubicBezTo>
                  <a:pt x="31541" y="513"/>
                  <a:pt x="30072" y="155"/>
                  <a:pt x="28637" y="155"/>
                </a:cubicBezTo>
                <a:cubicBezTo>
                  <a:pt x="28722" y="120"/>
                  <a:pt x="28790" y="120"/>
                  <a:pt x="28876" y="120"/>
                </a:cubicBezTo>
                <a:cubicBezTo>
                  <a:pt x="28773" y="86"/>
                  <a:pt x="28671" y="69"/>
                  <a:pt x="28568" y="69"/>
                </a:cubicBezTo>
                <a:lnTo>
                  <a:pt x="28175" y="69"/>
                </a:lnTo>
                <a:cubicBezTo>
                  <a:pt x="28022" y="69"/>
                  <a:pt x="27868" y="103"/>
                  <a:pt x="27731" y="155"/>
                </a:cubicBezTo>
                <a:cubicBezTo>
                  <a:pt x="27700" y="157"/>
                  <a:pt x="27676" y="158"/>
                  <a:pt x="27658" y="158"/>
                </a:cubicBezTo>
                <a:cubicBezTo>
                  <a:pt x="27546" y="158"/>
                  <a:pt x="27644" y="118"/>
                  <a:pt x="27526" y="103"/>
                </a:cubicBezTo>
                <a:cubicBezTo>
                  <a:pt x="27502" y="101"/>
                  <a:pt x="27477" y="100"/>
                  <a:pt x="27452" y="100"/>
                </a:cubicBezTo>
                <a:cubicBezTo>
                  <a:pt x="27188" y="100"/>
                  <a:pt x="26855" y="231"/>
                  <a:pt x="26671" y="231"/>
                </a:cubicBezTo>
                <a:cubicBezTo>
                  <a:pt x="26645" y="231"/>
                  <a:pt x="26623" y="229"/>
                  <a:pt x="26603" y="223"/>
                </a:cubicBezTo>
                <a:cubicBezTo>
                  <a:pt x="26586" y="223"/>
                  <a:pt x="26638" y="206"/>
                  <a:pt x="26689" y="189"/>
                </a:cubicBezTo>
                <a:lnTo>
                  <a:pt x="26689" y="189"/>
                </a:lnTo>
                <a:cubicBezTo>
                  <a:pt x="25630" y="445"/>
                  <a:pt x="24553" y="599"/>
                  <a:pt x="23460" y="650"/>
                </a:cubicBezTo>
                <a:cubicBezTo>
                  <a:pt x="22863" y="650"/>
                  <a:pt x="22276" y="578"/>
                  <a:pt x="21684" y="578"/>
                </a:cubicBezTo>
                <a:cubicBezTo>
                  <a:pt x="21462" y="578"/>
                  <a:pt x="21240" y="588"/>
                  <a:pt x="21016" y="616"/>
                </a:cubicBezTo>
                <a:cubicBezTo>
                  <a:pt x="19860" y="761"/>
                  <a:pt x="18532" y="1443"/>
                  <a:pt x="17303" y="1443"/>
                </a:cubicBezTo>
                <a:cubicBezTo>
                  <a:pt x="17079" y="1443"/>
                  <a:pt x="16858" y="1420"/>
                  <a:pt x="16642" y="1368"/>
                </a:cubicBezTo>
                <a:lnTo>
                  <a:pt x="15395" y="1299"/>
                </a:lnTo>
                <a:cubicBezTo>
                  <a:pt x="15004" y="1299"/>
                  <a:pt x="12776" y="1384"/>
                  <a:pt x="12764" y="1485"/>
                </a:cubicBezTo>
                <a:lnTo>
                  <a:pt x="12764" y="1485"/>
                </a:lnTo>
                <a:cubicBezTo>
                  <a:pt x="12762" y="1454"/>
                  <a:pt x="12729" y="1443"/>
                  <a:pt x="12695" y="1443"/>
                </a:cubicBezTo>
                <a:cubicBezTo>
                  <a:pt x="12676" y="1443"/>
                  <a:pt x="12657" y="1447"/>
                  <a:pt x="12644" y="1453"/>
                </a:cubicBezTo>
                <a:cubicBezTo>
                  <a:pt x="12593" y="1453"/>
                  <a:pt x="12541" y="1487"/>
                  <a:pt x="12490" y="1487"/>
                </a:cubicBezTo>
                <a:lnTo>
                  <a:pt x="12712" y="1504"/>
                </a:lnTo>
                <a:cubicBezTo>
                  <a:pt x="12490" y="1624"/>
                  <a:pt x="12251" y="1692"/>
                  <a:pt x="11995" y="1727"/>
                </a:cubicBezTo>
                <a:cubicBezTo>
                  <a:pt x="11662" y="1688"/>
                  <a:pt x="11328" y="1671"/>
                  <a:pt x="10994" y="1671"/>
                </a:cubicBezTo>
                <a:cubicBezTo>
                  <a:pt x="9116" y="1671"/>
                  <a:pt x="7227" y="2216"/>
                  <a:pt x="5399" y="2564"/>
                </a:cubicBezTo>
                <a:cubicBezTo>
                  <a:pt x="5416" y="2581"/>
                  <a:pt x="5450" y="2581"/>
                  <a:pt x="5484" y="2614"/>
                </a:cubicBezTo>
                <a:lnTo>
                  <a:pt x="5484" y="2614"/>
                </a:lnTo>
                <a:cubicBezTo>
                  <a:pt x="5478" y="2610"/>
                  <a:pt x="5460" y="2608"/>
                  <a:pt x="5432" y="2608"/>
                </a:cubicBezTo>
                <a:cubicBezTo>
                  <a:pt x="5044" y="2608"/>
                  <a:pt x="2680" y="2978"/>
                  <a:pt x="2426" y="3025"/>
                </a:cubicBezTo>
                <a:cubicBezTo>
                  <a:pt x="1470" y="3196"/>
                  <a:pt x="752" y="3674"/>
                  <a:pt x="581" y="4700"/>
                </a:cubicBezTo>
                <a:lnTo>
                  <a:pt x="410" y="5332"/>
                </a:lnTo>
                <a:cubicBezTo>
                  <a:pt x="393" y="5998"/>
                  <a:pt x="376" y="6682"/>
                  <a:pt x="325" y="7348"/>
                </a:cubicBezTo>
                <a:cubicBezTo>
                  <a:pt x="342" y="7348"/>
                  <a:pt x="342" y="7280"/>
                  <a:pt x="359" y="7263"/>
                </a:cubicBezTo>
                <a:lnTo>
                  <a:pt x="359" y="7263"/>
                </a:lnTo>
                <a:cubicBezTo>
                  <a:pt x="359" y="7621"/>
                  <a:pt x="328" y="7980"/>
                  <a:pt x="266" y="8324"/>
                </a:cubicBezTo>
                <a:lnTo>
                  <a:pt x="266" y="8324"/>
                </a:lnTo>
                <a:cubicBezTo>
                  <a:pt x="261" y="8321"/>
                  <a:pt x="256" y="8319"/>
                  <a:pt x="251" y="8319"/>
                </a:cubicBezTo>
                <a:cubicBezTo>
                  <a:pt x="247" y="8319"/>
                  <a:pt x="243" y="8320"/>
                  <a:pt x="239" y="8322"/>
                </a:cubicBezTo>
                <a:cubicBezTo>
                  <a:pt x="205" y="8322"/>
                  <a:pt x="205" y="8373"/>
                  <a:pt x="205" y="8424"/>
                </a:cubicBezTo>
                <a:cubicBezTo>
                  <a:pt x="205" y="9176"/>
                  <a:pt x="205" y="9928"/>
                  <a:pt x="222" y="10680"/>
                </a:cubicBezTo>
                <a:lnTo>
                  <a:pt x="188" y="10560"/>
                </a:lnTo>
                <a:cubicBezTo>
                  <a:pt x="154" y="10953"/>
                  <a:pt x="154" y="11602"/>
                  <a:pt x="137" y="12030"/>
                </a:cubicBezTo>
                <a:cubicBezTo>
                  <a:pt x="164" y="12124"/>
                  <a:pt x="159" y="12293"/>
                  <a:pt x="181" y="12293"/>
                </a:cubicBezTo>
                <a:cubicBezTo>
                  <a:pt x="187" y="12293"/>
                  <a:pt x="194" y="12281"/>
                  <a:pt x="205" y="12252"/>
                </a:cubicBezTo>
                <a:lnTo>
                  <a:pt x="205" y="12252"/>
                </a:lnTo>
                <a:cubicBezTo>
                  <a:pt x="0" y="12850"/>
                  <a:pt x="171" y="13670"/>
                  <a:pt x="205" y="14302"/>
                </a:cubicBezTo>
                <a:cubicBezTo>
                  <a:pt x="238" y="15038"/>
                  <a:pt x="224" y="15790"/>
                  <a:pt x="222" y="16528"/>
                </a:cubicBezTo>
                <a:lnTo>
                  <a:pt x="222" y="16528"/>
                </a:lnTo>
                <a:cubicBezTo>
                  <a:pt x="229" y="16524"/>
                  <a:pt x="237" y="16522"/>
                  <a:pt x="245" y="16522"/>
                </a:cubicBezTo>
                <a:cubicBezTo>
                  <a:pt x="249" y="16522"/>
                  <a:pt x="252" y="16522"/>
                  <a:pt x="256" y="16523"/>
                </a:cubicBezTo>
                <a:cubicBezTo>
                  <a:pt x="308" y="16557"/>
                  <a:pt x="325" y="16626"/>
                  <a:pt x="342" y="16694"/>
                </a:cubicBezTo>
                <a:lnTo>
                  <a:pt x="462" y="19548"/>
                </a:lnTo>
                <a:lnTo>
                  <a:pt x="427" y="19155"/>
                </a:lnTo>
                <a:lnTo>
                  <a:pt x="427" y="19155"/>
                </a:lnTo>
                <a:cubicBezTo>
                  <a:pt x="309" y="20032"/>
                  <a:pt x="358" y="20926"/>
                  <a:pt x="557" y="21788"/>
                </a:cubicBezTo>
                <a:lnTo>
                  <a:pt x="557" y="21788"/>
                </a:lnTo>
                <a:cubicBezTo>
                  <a:pt x="542" y="21796"/>
                  <a:pt x="530" y="21825"/>
                  <a:pt x="530" y="21854"/>
                </a:cubicBezTo>
                <a:cubicBezTo>
                  <a:pt x="598" y="24520"/>
                  <a:pt x="837" y="27185"/>
                  <a:pt x="1196" y="29833"/>
                </a:cubicBezTo>
                <a:lnTo>
                  <a:pt x="3691" y="29560"/>
                </a:lnTo>
                <a:cubicBezTo>
                  <a:pt x="5519" y="29287"/>
                  <a:pt x="7364" y="28996"/>
                  <a:pt x="9227" y="28979"/>
                </a:cubicBezTo>
                <a:lnTo>
                  <a:pt x="10320" y="28979"/>
                </a:lnTo>
                <a:cubicBezTo>
                  <a:pt x="10730" y="28979"/>
                  <a:pt x="11123" y="28979"/>
                  <a:pt x="11516" y="28996"/>
                </a:cubicBezTo>
                <a:cubicBezTo>
                  <a:pt x="11928" y="29020"/>
                  <a:pt x="12337" y="29032"/>
                  <a:pt x="12746" y="29032"/>
                </a:cubicBezTo>
                <a:cubicBezTo>
                  <a:pt x="13491" y="29032"/>
                  <a:pt x="14235" y="28994"/>
                  <a:pt x="14985" y="28928"/>
                </a:cubicBezTo>
                <a:cubicBezTo>
                  <a:pt x="16078" y="28825"/>
                  <a:pt x="17155" y="28723"/>
                  <a:pt x="18248" y="28552"/>
                </a:cubicBezTo>
                <a:lnTo>
                  <a:pt x="20931" y="28091"/>
                </a:lnTo>
                <a:cubicBezTo>
                  <a:pt x="21751" y="27937"/>
                  <a:pt x="22571" y="27834"/>
                  <a:pt x="23408" y="27749"/>
                </a:cubicBezTo>
                <a:lnTo>
                  <a:pt x="23408" y="27749"/>
                </a:lnTo>
                <a:lnTo>
                  <a:pt x="23084" y="27834"/>
                </a:lnTo>
                <a:cubicBezTo>
                  <a:pt x="23491" y="27741"/>
                  <a:pt x="23907" y="27705"/>
                  <a:pt x="24324" y="27705"/>
                </a:cubicBezTo>
                <a:cubicBezTo>
                  <a:pt x="24974" y="27705"/>
                  <a:pt x="25627" y="27792"/>
                  <a:pt x="26262" y="27886"/>
                </a:cubicBezTo>
                <a:cubicBezTo>
                  <a:pt x="26911" y="27976"/>
                  <a:pt x="27855" y="28205"/>
                  <a:pt x="28639" y="28205"/>
                </a:cubicBezTo>
                <a:cubicBezTo>
                  <a:pt x="28887" y="28205"/>
                  <a:pt x="29119" y="28182"/>
                  <a:pt x="29320" y="28125"/>
                </a:cubicBezTo>
                <a:lnTo>
                  <a:pt x="29696" y="28005"/>
                </a:lnTo>
                <a:cubicBezTo>
                  <a:pt x="29781" y="28005"/>
                  <a:pt x="29867" y="28022"/>
                  <a:pt x="29764" y="28056"/>
                </a:cubicBezTo>
                <a:cubicBezTo>
                  <a:pt x="30174" y="28056"/>
                  <a:pt x="29781" y="28005"/>
                  <a:pt x="29969" y="27937"/>
                </a:cubicBezTo>
                <a:cubicBezTo>
                  <a:pt x="30022" y="27933"/>
                  <a:pt x="30067" y="27931"/>
                  <a:pt x="30103" y="27931"/>
                </a:cubicBezTo>
                <a:cubicBezTo>
                  <a:pt x="30220" y="27931"/>
                  <a:pt x="30245" y="27953"/>
                  <a:pt x="30140" y="28005"/>
                </a:cubicBezTo>
                <a:cubicBezTo>
                  <a:pt x="31302" y="27629"/>
                  <a:pt x="32498" y="27356"/>
                  <a:pt x="33660" y="26946"/>
                </a:cubicBezTo>
                <a:cubicBezTo>
                  <a:pt x="33711" y="26946"/>
                  <a:pt x="33626" y="26980"/>
                  <a:pt x="33626" y="26980"/>
                </a:cubicBezTo>
                <a:cubicBezTo>
                  <a:pt x="34428" y="26773"/>
                  <a:pt x="35298" y="26596"/>
                  <a:pt x="36148" y="26596"/>
                </a:cubicBezTo>
                <a:cubicBezTo>
                  <a:pt x="36421" y="26596"/>
                  <a:pt x="36692" y="26614"/>
                  <a:pt x="36958" y="26655"/>
                </a:cubicBezTo>
                <a:cubicBezTo>
                  <a:pt x="37042" y="26597"/>
                  <a:pt x="37201" y="26578"/>
                  <a:pt x="37380" y="26578"/>
                </a:cubicBezTo>
                <a:cubicBezTo>
                  <a:pt x="37670" y="26578"/>
                  <a:pt x="38012" y="26628"/>
                  <a:pt x="38171" y="26638"/>
                </a:cubicBezTo>
                <a:cubicBezTo>
                  <a:pt x="38735" y="26690"/>
                  <a:pt x="39486" y="26877"/>
                  <a:pt x="40136" y="26912"/>
                </a:cubicBezTo>
                <a:lnTo>
                  <a:pt x="41298" y="26997"/>
                </a:lnTo>
                <a:lnTo>
                  <a:pt x="41298" y="26997"/>
                </a:lnTo>
                <a:lnTo>
                  <a:pt x="41127" y="26963"/>
                </a:lnTo>
                <a:cubicBezTo>
                  <a:pt x="41167" y="26958"/>
                  <a:pt x="41206" y="26956"/>
                  <a:pt x="41245" y="26956"/>
                </a:cubicBezTo>
                <a:cubicBezTo>
                  <a:pt x="41596" y="26956"/>
                  <a:pt x="41923" y="27135"/>
                  <a:pt x="42250" y="27135"/>
                </a:cubicBezTo>
                <a:cubicBezTo>
                  <a:pt x="42263" y="27135"/>
                  <a:pt x="42276" y="27134"/>
                  <a:pt x="42289" y="27134"/>
                </a:cubicBezTo>
                <a:cubicBezTo>
                  <a:pt x="42477" y="27134"/>
                  <a:pt x="42664" y="27134"/>
                  <a:pt x="42852" y="27117"/>
                </a:cubicBezTo>
                <a:lnTo>
                  <a:pt x="43245" y="27117"/>
                </a:lnTo>
                <a:lnTo>
                  <a:pt x="43690" y="27100"/>
                </a:lnTo>
                <a:lnTo>
                  <a:pt x="43690" y="27100"/>
                </a:lnTo>
                <a:cubicBezTo>
                  <a:pt x="43608" y="27123"/>
                  <a:pt x="43519" y="27138"/>
                  <a:pt x="43432" y="27146"/>
                </a:cubicBezTo>
                <a:lnTo>
                  <a:pt x="43432" y="27146"/>
                </a:lnTo>
                <a:cubicBezTo>
                  <a:pt x="43471" y="27144"/>
                  <a:pt x="43504" y="27144"/>
                  <a:pt x="43532" y="27144"/>
                </a:cubicBezTo>
                <a:cubicBezTo>
                  <a:pt x="43661" y="27144"/>
                  <a:pt x="43693" y="27156"/>
                  <a:pt x="43741" y="27168"/>
                </a:cubicBezTo>
                <a:cubicBezTo>
                  <a:pt x="43758" y="27185"/>
                  <a:pt x="43775" y="27185"/>
                  <a:pt x="43792" y="27185"/>
                </a:cubicBezTo>
                <a:lnTo>
                  <a:pt x="43843" y="27185"/>
                </a:lnTo>
                <a:lnTo>
                  <a:pt x="43843" y="27168"/>
                </a:lnTo>
                <a:cubicBezTo>
                  <a:pt x="43843" y="27083"/>
                  <a:pt x="43826" y="26929"/>
                  <a:pt x="43775" y="26638"/>
                </a:cubicBezTo>
                <a:cubicBezTo>
                  <a:pt x="43775" y="26670"/>
                  <a:pt x="43771" y="26682"/>
                  <a:pt x="43766" y="26682"/>
                </a:cubicBezTo>
                <a:cubicBezTo>
                  <a:pt x="43746" y="26682"/>
                  <a:pt x="43703" y="26545"/>
                  <a:pt x="43690" y="26519"/>
                </a:cubicBezTo>
                <a:cubicBezTo>
                  <a:pt x="43690" y="26194"/>
                  <a:pt x="43673" y="26023"/>
                  <a:pt x="43638" y="25733"/>
                </a:cubicBezTo>
                <a:cubicBezTo>
                  <a:pt x="43621" y="25442"/>
                  <a:pt x="43570" y="25169"/>
                  <a:pt x="43536" y="24913"/>
                </a:cubicBezTo>
                <a:lnTo>
                  <a:pt x="43536" y="24913"/>
                </a:lnTo>
                <a:lnTo>
                  <a:pt x="43604" y="24998"/>
                </a:lnTo>
                <a:cubicBezTo>
                  <a:pt x="43416" y="24742"/>
                  <a:pt x="43468" y="23853"/>
                  <a:pt x="43416" y="23512"/>
                </a:cubicBezTo>
                <a:cubicBezTo>
                  <a:pt x="43348" y="23033"/>
                  <a:pt x="43280" y="22555"/>
                  <a:pt x="43211" y="22076"/>
                </a:cubicBezTo>
                <a:cubicBezTo>
                  <a:pt x="43211" y="22162"/>
                  <a:pt x="43194" y="22230"/>
                  <a:pt x="43177" y="22298"/>
                </a:cubicBezTo>
                <a:cubicBezTo>
                  <a:pt x="43075" y="22196"/>
                  <a:pt x="43057" y="22059"/>
                  <a:pt x="43126" y="21940"/>
                </a:cubicBezTo>
                <a:cubicBezTo>
                  <a:pt x="43023" y="21854"/>
                  <a:pt x="42989" y="21700"/>
                  <a:pt x="43057" y="21598"/>
                </a:cubicBezTo>
                <a:lnTo>
                  <a:pt x="43057" y="21598"/>
                </a:lnTo>
                <a:cubicBezTo>
                  <a:pt x="43105" y="21630"/>
                  <a:pt x="43138" y="21692"/>
                  <a:pt x="43142" y="21770"/>
                </a:cubicBezTo>
                <a:lnTo>
                  <a:pt x="43142" y="21770"/>
                </a:lnTo>
                <a:cubicBezTo>
                  <a:pt x="43106" y="20391"/>
                  <a:pt x="42766" y="19013"/>
                  <a:pt x="42545" y="17668"/>
                </a:cubicBezTo>
                <a:cubicBezTo>
                  <a:pt x="42258" y="15949"/>
                  <a:pt x="41988" y="14229"/>
                  <a:pt x="41669" y="12526"/>
                </a:cubicBezTo>
                <a:lnTo>
                  <a:pt x="41669" y="12526"/>
                </a:lnTo>
                <a:cubicBezTo>
                  <a:pt x="41668" y="12527"/>
                  <a:pt x="41667" y="12527"/>
                  <a:pt x="41666" y="12527"/>
                </a:cubicBezTo>
                <a:cubicBezTo>
                  <a:pt x="41663" y="12527"/>
                  <a:pt x="41660" y="12526"/>
                  <a:pt x="41656" y="12525"/>
                </a:cubicBezTo>
                <a:cubicBezTo>
                  <a:pt x="41588" y="12525"/>
                  <a:pt x="41571" y="12457"/>
                  <a:pt x="41571" y="12388"/>
                </a:cubicBezTo>
                <a:cubicBezTo>
                  <a:pt x="41349" y="9296"/>
                  <a:pt x="40853" y="6032"/>
                  <a:pt x="40409" y="2940"/>
                </a:cubicBezTo>
                <a:cubicBezTo>
                  <a:pt x="40358" y="2615"/>
                  <a:pt x="40307" y="2273"/>
                  <a:pt x="40272" y="1966"/>
                </a:cubicBezTo>
                <a:cubicBezTo>
                  <a:pt x="40238" y="1658"/>
                  <a:pt x="40221" y="1351"/>
                  <a:pt x="40187" y="1060"/>
                </a:cubicBezTo>
                <a:lnTo>
                  <a:pt x="40153" y="1129"/>
                </a:lnTo>
                <a:cubicBezTo>
                  <a:pt x="40119" y="1026"/>
                  <a:pt x="40084" y="906"/>
                  <a:pt x="40050" y="804"/>
                </a:cubicBezTo>
                <a:cubicBezTo>
                  <a:pt x="40033" y="684"/>
                  <a:pt x="39982" y="582"/>
                  <a:pt x="39914" y="479"/>
                </a:cubicBezTo>
                <a:lnTo>
                  <a:pt x="39914" y="479"/>
                </a:lnTo>
                <a:cubicBezTo>
                  <a:pt x="39927" y="533"/>
                  <a:pt x="40034" y="742"/>
                  <a:pt x="40015" y="742"/>
                </a:cubicBezTo>
                <a:cubicBezTo>
                  <a:pt x="40010" y="742"/>
                  <a:pt x="39995" y="726"/>
                  <a:pt x="39965" y="684"/>
                </a:cubicBezTo>
                <a:cubicBezTo>
                  <a:pt x="39879" y="513"/>
                  <a:pt x="39743" y="394"/>
                  <a:pt x="39572" y="291"/>
                </a:cubicBezTo>
                <a:cubicBezTo>
                  <a:pt x="39452" y="223"/>
                  <a:pt x="39316" y="172"/>
                  <a:pt x="39179" y="138"/>
                </a:cubicBezTo>
                <a:cubicBezTo>
                  <a:pt x="38923" y="35"/>
                  <a:pt x="38649" y="1"/>
                  <a:pt x="38359" y="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008;p49"/>
          <p:cNvSpPr txBox="1">
            <a:spLocks noGrp="1"/>
          </p:cNvSpPr>
          <p:nvPr>
            <p:ph type="title"/>
          </p:nvPr>
        </p:nvSpPr>
        <p:spPr>
          <a:xfrm rot="21410063">
            <a:off x="3069100" y="811869"/>
            <a:ext cx="4566027" cy="75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000" dirty="0" smtClean="0">
                <a:latin typeface="Times New Roman" panose="02020603050405020304" pitchFamily="18" charset="0"/>
                <a:cs typeface="Times New Roman" panose="02020603050405020304" pitchFamily="18" charset="0"/>
              </a:rPr>
              <a:t>TỔ CHỨC LỚP</a:t>
            </a:r>
            <a:endParaRPr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52061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5" name="图片 2" descr="999ba5066198f2db59d550c4dbd2090b">
            <a:extLst>
              <a:ext uri="{FF2B5EF4-FFF2-40B4-BE49-F238E27FC236}">
                <a16:creationId xmlns="" xmlns:a16="http://schemas.microsoft.com/office/drawing/2014/main" id="{78266EB3-380D-44AC-877F-37A8BECEF85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34149" r="34357"/>
          <a:stretch/>
        </p:blipFill>
        <p:spPr>
          <a:xfrm>
            <a:off x="-18629" y="-21822"/>
            <a:ext cx="2828936" cy="1757363"/>
          </a:xfrm>
          <a:prstGeom prst="rect">
            <a:avLst/>
          </a:prstGeom>
        </p:spPr>
      </p:pic>
      <p:pic>
        <p:nvPicPr>
          <p:cNvPr id="8" name="图片 12"/>
          <p:cNvPicPr>
            <a:picLocks noChangeAspect="1"/>
          </p:cNvPicPr>
          <p:nvPr/>
        </p:nvPicPr>
        <p:blipFill rotWithShape="1">
          <a:blip r:embed="rId3" cstate="screen">
            <a:extLst>
              <a:ext uri="{28A0092B-C50C-407E-A947-70E740481C1C}">
                <a14:useLocalDpi xmlns:a14="http://schemas.microsoft.com/office/drawing/2010/main"/>
              </a:ext>
            </a:extLst>
          </a:blip>
          <a:srcRect/>
          <a:stretch>
            <a:fillRect/>
          </a:stretch>
        </p:blipFill>
        <p:spPr>
          <a:xfrm rot="1176634">
            <a:off x="2344561" y="266820"/>
            <a:ext cx="2829734" cy="1350781"/>
          </a:xfrm>
          <a:prstGeom prst="rect">
            <a:avLst/>
          </a:prstGeom>
        </p:spPr>
      </p:pic>
      <p:sp>
        <p:nvSpPr>
          <p:cNvPr id="6" name="文本框 3"/>
          <p:cNvSpPr txBox="1"/>
          <p:nvPr/>
        </p:nvSpPr>
        <p:spPr>
          <a:xfrm>
            <a:off x="421060" y="314471"/>
            <a:ext cx="1949557" cy="1061829"/>
          </a:xfrm>
          <a:prstGeom prst="rect">
            <a:avLst/>
          </a:prstGeom>
          <a:pattFill prst="pct5">
            <a:fgClr>
              <a:schemeClr val="tx2"/>
            </a:fgClr>
            <a:bgClr>
              <a:schemeClr val="tx2"/>
            </a:bgClr>
          </a:pattFill>
        </p:spPr>
        <p:txBody>
          <a:bodyPr wrap="square" rtlCol="0">
            <a:spAutoFit/>
          </a:bodyPr>
          <a:lstStyle/>
          <a:p>
            <a:pPr algn="just"/>
            <a:r>
              <a:rPr lang="vi-VN" sz="2100" b="1" dirty="0" smtClean="0">
                <a:solidFill>
                  <a:srgbClr val="FF0000"/>
                </a:solidFill>
                <a:latin typeface="+mj-lt"/>
              </a:rPr>
              <a:t>2. Giới </a:t>
            </a:r>
            <a:r>
              <a:rPr lang="vi-VN" sz="2100" b="1" dirty="0">
                <a:solidFill>
                  <a:srgbClr val="FF0000"/>
                </a:solidFill>
                <a:latin typeface="+mj-lt"/>
              </a:rPr>
              <a:t>thiệu thông tin của </a:t>
            </a:r>
            <a:r>
              <a:rPr lang="vi-VN" sz="2100" b="1" dirty="0" smtClean="0">
                <a:solidFill>
                  <a:srgbClr val="FF0000"/>
                </a:solidFill>
                <a:latin typeface="+mj-lt"/>
              </a:rPr>
              <a:t>GVBM</a:t>
            </a:r>
            <a:endParaRPr lang="zh-CN" altLang="en-US" sz="2100" b="1" dirty="0">
              <a:solidFill>
                <a:srgbClr val="FF0000"/>
              </a:solidFill>
              <a:latin typeface="+mj-lt"/>
              <a:cs typeface="+mn-ea"/>
              <a:sym typeface="+mn-lt"/>
            </a:endParaRPr>
          </a:p>
        </p:txBody>
      </p:sp>
      <p:sp>
        <p:nvSpPr>
          <p:cNvPr id="21" name="Rectangle 20"/>
          <p:cNvSpPr/>
          <p:nvPr/>
        </p:nvSpPr>
        <p:spPr>
          <a:xfrm>
            <a:off x="4455151" y="2742101"/>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dirty="0"/>
              <a:t> </a:t>
            </a:r>
            <a:r>
              <a:rPr lang="vi-VN" sz="1050" b="1" dirty="0">
                <a:solidFill>
                  <a:schemeClr val="tx2">
                    <a:lumMod val="50000"/>
                  </a:schemeClr>
                </a:solidFill>
              </a:rPr>
              <a:t>Sử: Cô Hà Thảo. </a:t>
            </a:r>
            <a:endParaRPr lang="vi-VN" sz="1050" b="1" dirty="0" smtClean="0">
              <a:solidFill>
                <a:schemeClr val="tx2">
                  <a:lumMod val="50000"/>
                </a:schemeClr>
              </a:solidFill>
            </a:endParaRPr>
          </a:p>
          <a:p>
            <a:endParaRPr lang="en-US" sz="1050" b="1" dirty="0">
              <a:solidFill>
                <a:schemeClr val="tx2">
                  <a:lumMod val="50000"/>
                </a:schemeClr>
              </a:solidFill>
            </a:endParaRPr>
          </a:p>
        </p:txBody>
      </p:sp>
      <p:sp>
        <p:nvSpPr>
          <p:cNvPr id="22" name="Rectangle 21"/>
          <p:cNvSpPr/>
          <p:nvPr/>
        </p:nvSpPr>
        <p:spPr>
          <a:xfrm>
            <a:off x="4380776" y="1858535"/>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a:solidFill>
                  <a:schemeClr val="tx2">
                    <a:lumMod val="50000"/>
                  </a:schemeClr>
                </a:solidFill>
              </a:rPr>
              <a:t>Văn: </a:t>
            </a:r>
            <a:r>
              <a:rPr lang="vi-VN" sz="1050" b="1" dirty="0" smtClean="0">
                <a:solidFill>
                  <a:schemeClr val="tx2">
                    <a:lumMod val="50000"/>
                  </a:schemeClr>
                </a:solidFill>
              </a:rPr>
              <a:t>Thầy Ngô Quốc Dũng </a:t>
            </a:r>
            <a:r>
              <a:rPr lang="vi-VN" sz="1050" b="1" dirty="0">
                <a:solidFill>
                  <a:schemeClr val="tx2">
                    <a:lumMod val="50000"/>
                  </a:schemeClr>
                </a:solidFill>
              </a:rPr>
              <a:t>. </a:t>
            </a:r>
            <a:endParaRPr lang="en-US" sz="1050" b="1" dirty="0">
              <a:solidFill>
                <a:schemeClr val="tx2">
                  <a:lumMod val="50000"/>
                </a:schemeClr>
              </a:solidFill>
            </a:endParaRPr>
          </a:p>
        </p:txBody>
      </p:sp>
      <p:grpSp>
        <p:nvGrpSpPr>
          <p:cNvPr id="26" name="Group 25"/>
          <p:cNvGrpSpPr/>
          <p:nvPr/>
        </p:nvGrpSpPr>
        <p:grpSpPr>
          <a:xfrm>
            <a:off x="120200" y="2446943"/>
            <a:ext cx="1104767" cy="1104767"/>
            <a:chOff x="3552" y="1014843"/>
            <a:chExt cx="1473023" cy="1473023"/>
          </a:xfrm>
          <a:solidFill>
            <a:srgbClr val="0070C0"/>
          </a:solidFill>
          <a:scene3d>
            <a:camera prst="orthographicFront">
              <a:rot lat="0" lon="0" rev="0"/>
            </a:camera>
            <a:lightRig rig="contrasting" dir="t">
              <a:rot lat="0" lon="0" rev="1500000"/>
            </a:lightRig>
          </a:scene3d>
        </p:grpSpPr>
        <p:sp>
          <p:nvSpPr>
            <p:cNvPr id="27" name="Oval 26"/>
            <p:cNvSpPr/>
            <p:nvPr/>
          </p:nvSpPr>
          <p:spPr>
            <a:xfrm>
              <a:off x="3552" y="1014843"/>
              <a:ext cx="1473023" cy="1473023"/>
            </a:xfrm>
            <a:prstGeom prst="ellipse">
              <a:avLst/>
            </a:prstGeom>
            <a:grpFill/>
            <a:ln>
              <a:noFill/>
            </a:ln>
            <a:effectLst>
              <a:outerShdw blurRad="149987" dist="250190" dir="8460000" algn="ctr">
                <a:srgbClr val="000000">
                  <a:alpha val="28000"/>
                </a:srgbClr>
              </a:outerShdw>
            </a:effectLst>
            <a:sp3d prstMaterial="metal">
              <a:bevelT w="88900" h="88900"/>
            </a:sp3d>
          </p:spPr>
          <p:style>
            <a:lnRef idx="2">
              <a:scrgbClr r="0" g="0" b="0"/>
            </a:lnRef>
            <a:fillRef idx="1">
              <a:scrgbClr r="0" g="0" b="0"/>
            </a:fillRef>
            <a:effectRef idx="0">
              <a:scrgbClr r="0" g="0" b="0"/>
            </a:effectRef>
            <a:fontRef idx="minor">
              <a:schemeClr val="lt1"/>
            </a:fontRef>
          </p:style>
        </p:sp>
        <p:sp>
          <p:nvSpPr>
            <p:cNvPr id="28" name="Oval 4"/>
            <p:cNvSpPr/>
            <p:nvPr/>
          </p:nvSpPr>
          <p:spPr>
            <a:xfrm>
              <a:off x="219271" y="1230562"/>
              <a:ext cx="1041585" cy="1041585"/>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666750">
                <a:lnSpc>
                  <a:spcPct val="90000"/>
                </a:lnSpc>
                <a:spcBef>
                  <a:spcPct val="0"/>
                </a:spcBef>
                <a:spcAft>
                  <a:spcPct val="35000"/>
                </a:spcAft>
              </a:pPr>
              <a:r>
                <a:rPr lang="vi-VN" sz="1500" b="1" kern="1200" dirty="0">
                  <a:latin typeface="+mj-lt"/>
                </a:rPr>
                <a:t>GVBM</a:t>
              </a:r>
              <a:endParaRPr lang="en-US" sz="1500" b="1" kern="1200" dirty="0">
                <a:latin typeface="+mj-lt"/>
              </a:endParaRPr>
            </a:p>
          </p:txBody>
        </p:sp>
      </p:grpSp>
      <p:sp>
        <p:nvSpPr>
          <p:cNvPr id="32" name="Rectangle 31"/>
          <p:cNvSpPr/>
          <p:nvPr/>
        </p:nvSpPr>
        <p:spPr>
          <a:xfrm>
            <a:off x="1744122" y="1849125"/>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a:solidFill>
                  <a:schemeClr val="tx2">
                    <a:lumMod val="50000"/>
                  </a:schemeClr>
                </a:solidFill>
              </a:rPr>
              <a:t>Toán: Thầy Nguyễn Thiện Phi. </a:t>
            </a:r>
            <a:endParaRPr lang="en-US" sz="1050" b="1" dirty="0">
              <a:solidFill>
                <a:schemeClr val="tx2">
                  <a:lumMod val="50000"/>
                </a:schemeClr>
              </a:solidFill>
            </a:endParaRPr>
          </a:p>
        </p:txBody>
      </p:sp>
      <p:sp>
        <p:nvSpPr>
          <p:cNvPr id="33" name="Rectangle 32"/>
          <p:cNvSpPr/>
          <p:nvPr/>
        </p:nvSpPr>
        <p:spPr>
          <a:xfrm>
            <a:off x="1774653" y="2742101"/>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a:solidFill>
                  <a:schemeClr val="tx2">
                    <a:lumMod val="50000"/>
                  </a:schemeClr>
                </a:solidFill>
              </a:rPr>
              <a:t>Lý: Cô Nguyễn Kim Phụng</a:t>
            </a:r>
            <a:r>
              <a:rPr lang="vi-VN" sz="1050" b="1" dirty="0" smtClean="0">
                <a:solidFill>
                  <a:schemeClr val="tx2">
                    <a:lumMod val="50000"/>
                  </a:schemeClr>
                </a:solidFill>
              </a:rPr>
              <a:t>.</a:t>
            </a:r>
            <a:endParaRPr lang="en-US" sz="1050" b="1" dirty="0">
              <a:solidFill>
                <a:schemeClr val="tx2">
                  <a:lumMod val="50000"/>
                </a:schemeClr>
              </a:solidFill>
            </a:endParaRPr>
          </a:p>
        </p:txBody>
      </p:sp>
      <p:sp>
        <p:nvSpPr>
          <p:cNvPr id="37" name="Rectangle 36"/>
          <p:cNvSpPr/>
          <p:nvPr/>
        </p:nvSpPr>
        <p:spPr>
          <a:xfrm>
            <a:off x="1744122" y="3693706"/>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a:solidFill>
                  <a:schemeClr val="tx2">
                    <a:lumMod val="50000"/>
                  </a:schemeClr>
                </a:solidFill>
              </a:rPr>
              <a:t>Hóa: Thầy Nguyễn Hồng Phúc. </a:t>
            </a:r>
            <a:endParaRPr lang="en-US" sz="1050" b="1" dirty="0">
              <a:solidFill>
                <a:schemeClr val="tx2">
                  <a:lumMod val="50000"/>
                </a:schemeClr>
              </a:solidFill>
            </a:endParaRPr>
          </a:p>
        </p:txBody>
      </p:sp>
      <p:cxnSp>
        <p:nvCxnSpPr>
          <p:cNvPr id="38" name="Straight Connector 37"/>
          <p:cNvCxnSpPr/>
          <p:nvPr/>
        </p:nvCxnSpPr>
        <p:spPr>
          <a:xfrm flipV="1">
            <a:off x="1216720" y="2386372"/>
            <a:ext cx="454142" cy="50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endCxn id="33" idx="1"/>
          </p:cNvCxnSpPr>
          <p:nvPr/>
        </p:nvCxnSpPr>
        <p:spPr>
          <a:xfrm>
            <a:off x="1213588" y="2892844"/>
            <a:ext cx="561065" cy="136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257825" y="2988609"/>
            <a:ext cx="478408" cy="724531"/>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6914394" y="1812564"/>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Anh Văn: Cô Trần Thị Thu Hoài</a:t>
            </a:r>
          </a:p>
          <a:p>
            <a:endParaRPr lang="en-US" sz="1050" b="1" dirty="0">
              <a:solidFill>
                <a:schemeClr val="tx2">
                  <a:lumMod val="50000"/>
                </a:schemeClr>
              </a:solidFill>
            </a:endParaRPr>
          </a:p>
        </p:txBody>
      </p:sp>
      <p:sp>
        <p:nvSpPr>
          <p:cNvPr id="42" name="Rectangle 41"/>
          <p:cNvSpPr/>
          <p:nvPr/>
        </p:nvSpPr>
        <p:spPr>
          <a:xfrm>
            <a:off x="6914394" y="2742101"/>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Tin học: Thầy Đoàn Ngọc Vũ. </a:t>
            </a:r>
            <a:endParaRPr lang="en-US" sz="1050" b="1" dirty="0">
              <a:solidFill>
                <a:schemeClr val="tx2">
                  <a:lumMod val="50000"/>
                </a:schemeClr>
              </a:solidFill>
            </a:endParaRPr>
          </a:p>
        </p:txBody>
      </p:sp>
      <p:sp>
        <p:nvSpPr>
          <p:cNvPr id="43" name="Rectangle 42"/>
          <p:cNvSpPr/>
          <p:nvPr/>
        </p:nvSpPr>
        <p:spPr>
          <a:xfrm>
            <a:off x="6923202" y="3686088"/>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Công nghệ: Lê Thị Ngọc</a:t>
            </a:r>
          </a:p>
          <a:p>
            <a:endParaRPr lang="en-US" sz="1050" b="1" dirty="0">
              <a:solidFill>
                <a:schemeClr val="tx2">
                  <a:lumMod val="50000"/>
                </a:schemeClr>
              </a:solidFill>
            </a:endParaRPr>
          </a:p>
        </p:txBody>
      </p:sp>
      <p:sp>
        <p:nvSpPr>
          <p:cNvPr id="44" name="Rectangle 43"/>
          <p:cNvSpPr/>
          <p:nvPr/>
        </p:nvSpPr>
        <p:spPr>
          <a:xfrm>
            <a:off x="1730056" y="4568638"/>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Sinh: Cô Tiền Thị Mỹ Trang.</a:t>
            </a:r>
          </a:p>
          <a:p>
            <a:endParaRPr lang="en-US" sz="1050" b="1" dirty="0">
              <a:solidFill>
                <a:schemeClr val="tx2">
                  <a:lumMod val="50000"/>
                </a:schemeClr>
              </a:solidFill>
            </a:endParaRPr>
          </a:p>
        </p:txBody>
      </p:sp>
      <p:sp>
        <p:nvSpPr>
          <p:cNvPr id="45" name="Rectangle 44"/>
          <p:cNvSpPr/>
          <p:nvPr/>
        </p:nvSpPr>
        <p:spPr>
          <a:xfrm>
            <a:off x="4447259" y="4568638"/>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GDCD: Thầy Nguyễn Đức Phong.</a:t>
            </a:r>
          </a:p>
          <a:p>
            <a:endParaRPr lang="en-US" sz="1050" b="1" dirty="0">
              <a:solidFill>
                <a:schemeClr val="tx2">
                  <a:lumMod val="50000"/>
                </a:schemeClr>
              </a:solidFill>
            </a:endParaRPr>
          </a:p>
        </p:txBody>
      </p:sp>
      <p:sp>
        <p:nvSpPr>
          <p:cNvPr id="46" name="Rectangle 45"/>
          <p:cNvSpPr/>
          <p:nvPr/>
        </p:nvSpPr>
        <p:spPr>
          <a:xfrm>
            <a:off x="4447259" y="3693706"/>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Địa: Cô Lê THị Trang.</a:t>
            </a:r>
          </a:p>
          <a:p>
            <a:endParaRPr lang="en-US" sz="1050" b="1" dirty="0">
              <a:solidFill>
                <a:schemeClr val="tx2">
                  <a:lumMod val="50000"/>
                </a:schemeClr>
              </a:solidFill>
            </a:endParaRPr>
          </a:p>
        </p:txBody>
      </p:sp>
      <p:sp>
        <p:nvSpPr>
          <p:cNvPr id="47" name="Rectangle 46"/>
          <p:cNvSpPr/>
          <p:nvPr/>
        </p:nvSpPr>
        <p:spPr>
          <a:xfrm>
            <a:off x="6914394" y="4645920"/>
            <a:ext cx="2228850" cy="5748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050" b="1" dirty="0" smtClean="0">
                <a:solidFill>
                  <a:schemeClr val="tx2">
                    <a:lumMod val="50000"/>
                  </a:schemeClr>
                </a:solidFill>
              </a:rPr>
              <a:t>Thể dục: Thầy Lê Đồng Tâm.</a:t>
            </a:r>
          </a:p>
          <a:p>
            <a:endParaRPr lang="en-US" sz="1050" b="1" dirty="0">
              <a:solidFill>
                <a:schemeClr val="tx2">
                  <a:lumMod val="50000"/>
                </a:schemeClr>
              </a:solidFill>
            </a:endParaRPr>
          </a:p>
        </p:txBody>
      </p:sp>
      <p:cxnSp>
        <p:nvCxnSpPr>
          <p:cNvPr id="29" name="Straight Connector 28"/>
          <p:cNvCxnSpPr/>
          <p:nvPr/>
        </p:nvCxnSpPr>
        <p:spPr>
          <a:xfrm>
            <a:off x="1224967" y="2915406"/>
            <a:ext cx="505089" cy="185674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1344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2" descr="999ba5066198f2db59d550c4dbd2090b">
            <a:extLst>
              <a:ext uri="{FF2B5EF4-FFF2-40B4-BE49-F238E27FC236}">
                <a16:creationId xmlns="" xmlns:a16="http://schemas.microsoft.com/office/drawing/2014/main" id="{78266EB3-380D-44AC-877F-37A8BECEF85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34149" r="34357"/>
          <a:stretch/>
        </p:blipFill>
        <p:spPr>
          <a:xfrm>
            <a:off x="649090" y="1052316"/>
            <a:ext cx="2828936" cy="1757363"/>
          </a:xfrm>
          <a:prstGeom prst="rect">
            <a:avLst/>
          </a:prstGeom>
          <a:solidFill>
            <a:schemeClr val="tx2"/>
          </a:solidFill>
        </p:spPr>
      </p:pic>
      <p:pic>
        <p:nvPicPr>
          <p:cNvPr id="8" name="图片 12"/>
          <p:cNvPicPr>
            <a:picLocks noChangeAspect="1"/>
          </p:cNvPicPr>
          <p:nvPr/>
        </p:nvPicPr>
        <p:blipFill rotWithShape="1">
          <a:blip r:embed="rId3" cstate="screen">
            <a:extLst>
              <a:ext uri="{28A0092B-C50C-407E-A947-70E740481C1C}">
                <a14:useLocalDpi xmlns:a14="http://schemas.microsoft.com/office/drawing/2010/main"/>
              </a:ext>
            </a:extLst>
          </a:blip>
          <a:srcRect/>
          <a:stretch>
            <a:fillRect/>
          </a:stretch>
        </p:blipFill>
        <p:spPr>
          <a:xfrm>
            <a:off x="-116127" y="-28983"/>
            <a:ext cx="4359371" cy="1350781"/>
          </a:xfrm>
          <a:prstGeom prst="rect">
            <a:avLst/>
          </a:prstGeom>
        </p:spPr>
      </p:pic>
      <p:sp>
        <p:nvSpPr>
          <p:cNvPr id="6" name="Rectangle 5"/>
          <p:cNvSpPr/>
          <p:nvPr/>
        </p:nvSpPr>
        <p:spPr>
          <a:xfrm>
            <a:off x="1089060" y="1308028"/>
            <a:ext cx="2085213" cy="1061829"/>
          </a:xfrm>
          <a:prstGeom prst="rect">
            <a:avLst/>
          </a:prstGeom>
        </p:spPr>
        <p:txBody>
          <a:bodyPr wrap="square">
            <a:spAutoFit/>
          </a:bodyPr>
          <a:lstStyle/>
          <a:p>
            <a:r>
              <a:rPr lang="vi-VN" sz="2100" b="1" dirty="0" smtClean="0">
                <a:solidFill>
                  <a:srgbClr val="FF0000"/>
                </a:solidFill>
                <a:latin typeface="Times New Roman" panose="02020603050405020304" pitchFamily="18" charset="0"/>
                <a:ea typeface="Calibri" panose="020F0502020204030204" pitchFamily="34" charset="0"/>
              </a:rPr>
              <a:t>3. Thông </a:t>
            </a:r>
            <a:r>
              <a:rPr lang="vi-VN" sz="2100" b="1" dirty="0">
                <a:solidFill>
                  <a:srgbClr val="FF0000"/>
                </a:solidFill>
                <a:latin typeface="Times New Roman" panose="02020603050405020304" pitchFamily="18" charset="0"/>
                <a:ea typeface="Calibri" panose="020F0502020204030204" pitchFamily="34" charset="0"/>
              </a:rPr>
              <a:t>báo về thời khóa biểu, thời gian biểu</a:t>
            </a:r>
            <a:endParaRPr lang="en-US" sz="2100" b="1" dirty="0">
              <a:solidFill>
                <a:srgbClr val="FF0000"/>
              </a:solidFill>
            </a:endParaRPr>
          </a:p>
        </p:txBody>
      </p:sp>
      <p:graphicFrame>
        <p:nvGraphicFramePr>
          <p:cNvPr id="2" name="Table 1"/>
          <p:cNvGraphicFramePr>
            <a:graphicFrameLocks noGrp="1"/>
          </p:cNvGraphicFramePr>
          <p:nvPr>
            <p:extLst/>
          </p:nvPr>
        </p:nvGraphicFramePr>
        <p:xfrm>
          <a:off x="3787041" y="2164161"/>
          <a:ext cx="5190706" cy="2761134"/>
        </p:xfrm>
        <a:graphic>
          <a:graphicData uri="http://schemas.openxmlformats.org/drawingml/2006/table">
            <a:tbl>
              <a:tblPr firstRow="1" firstCol="1" bandRow="1">
                <a:tableStyleId>{5C22544A-7EE6-4342-B048-85BDC9FD1C3A}</a:tableStyleId>
              </a:tblPr>
              <a:tblGrid>
                <a:gridCol w="499231"/>
                <a:gridCol w="611979"/>
                <a:gridCol w="664016"/>
                <a:gridCol w="606016"/>
                <a:gridCol w="729062"/>
                <a:gridCol w="671062"/>
                <a:gridCol w="681362"/>
                <a:gridCol w="727978"/>
              </a:tblGrid>
              <a:tr h="457282">
                <a:tc>
                  <a:txBody>
                    <a:bodyPr/>
                    <a:lstStyle/>
                    <a:p>
                      <a:pPr algn="ctr">
                        <a:lnSpc>
                          <a:spcPct val="107000"/>
                        </a:lnSpc>
                        <a:spcAft>
                          <a:spcPts val="800"/>
                        </a:spcAft>
                      </a:pPr>
                      <a:r>
                        <a:rPr lang="vi-VN" sz="1000" dirty="0">
                          <a:solidFill>
                            <a:srgbClr val="002060"/>
                          </a:solidFill>
                          <a:effectLst/>
                          <a:latin typeface="+mj-lt"/>
                        </a:rPr>
                        <a:t>Tiết</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vi-VN" sz="1000" dirty="0">
                          <a:solidFill>
                            <a:srgbClr val="002060"/>
                          </a:solidFill>
                          <a:effectLst/>
                          <a:latin typeface="+mj-lt"/>
                        </a:rPr>
                        <a:t>Thời gian</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dirty="0" err="1">
                          <a:solidFill>
                            <a:srgbClr val="002060"/>
                          </a:solidFill>
                          <a:effectLst/>
                          <a:latin typeface="+mj-lt"/>
                        </a:rPr>
                        <a:t>Thứ</a:t>
                      </a:r>
                      <a:r>
                        <a:rPr lang="en-US" sz="1000" dirty="0">
                          <a:solidFill>
                            <a:srgbClr val="002060"/>
                          </a:solidFill>
                          <a:effectLst/>
                          <a:latin typeface="+mj-lt"/>
                        </a:rPr>
                        <a:t> 2</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dirty="0" err="1">
                          <a:solidFill>
                            <a:srgbClr val="002060"/>
                          </a:solidFill>
                          <a:effectLst/>
                          <a:latin typeface="+mj-lt"/>
                        </a:rPr>
                        <a:t>Thứ</a:t>
                      </a:r>
                      <a:r>
                        <a:rPr lang="en-US" sz="1000" dirty="0">
                          <a:solidFill>
                            <a:srgbClr val="002060"/>
                          </a:solidFill>
                          <a:effectLst/>
                          <a:latin typeface="+mj-lt"/>
                        </a:rPr>
                        <a:t> 3</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dirty="0" err="1">
                          <a:solidFill>
                            <a:srgbClr val="002060"/>
                          </a:solidFill>
                          <a:effectLst/>
                          <a:latin typeface="+mj-lt"/>
                        </a:rPr>
                        <a:t>Thứ</a:t>
                      </a:r>
                      <a:r>
                        <a:rPr lang="en-US" sz="1000" dirty="0">
                          <a:solidFill>
                            <a:srgbClr val="002060"/>
                          </a:solidFill>
                          <a:effectLst/>
                          <a:latin typeface="+mj-lt"/>
                        </a:rPr>
                        <a:t> 4</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dirty="0" err="1">
                          <a:solidFill>
                            <a:srgbClr val="002060"/>
                          </a:solidFill>
                          <a:effectLst/>
                          <a:latin typeface="+mj-lt"/>
                        </a:rPr>
                        <a:t>Thứ</a:t>
                      </a:r>
                      <a:r>
                        <a:rPr lang="en-US" sz="1000" dirty="0">
                          <a:solidFill>
                            <a:srgbClr val="002060"/>
                          </a:solidFill>
                          <a:effectLst/>
                          <a:latin typeface="+mj-lt"/>
                        </a:rPr>
                        <a:t> 5</a:t>
                      </a:r>
                    </a:p>
                    <a:p>
                      <a:pPr algn="ctr">
                        <a:lnSpc>
                          <a:spcPct val="107000"/>
                        </a:lnSpc>
                        <a:spcAft>
                          <a:spcPts val="800"/>
                        </a:spcAft>
                      </a:pPr>
                      <a:r>
                        <a:rPr lang="vi-VN" sz="1000" dirty="0">
                          <a:solidFill>
                            <a:srgbClr val="002060"/>
                          </a:solidFill>
                          <a:effectLst/>
                          <a:latin typeface="+mj-lt"/>
                        </a:rPr>
                        <a:t> </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dirty="0" err="1">
                          <a:solidFill>
                            <a:srgbClr val="002060"/>
                          </a:solidFill>
                          <a:effectLst/>
                          <a:latin typeface="+mj-lt"/>
                        </a:rPr>
                        <a:t>Thứ</a:t>
                      </a:r>
                      <a:r>
                        <a:rPr lang="en-US" sz="1000" dirty="0">
                          <a:solidFill>
                            <a:srgbClr val="002060"/>
                          </a:solidFill>
                          <a:effectLst/>
                          <a:latin typeface="+mj-lt"/>
                        </a:rPr>
                        <a:t> 6</a:t>
                      </a:r>
                    </a:p>
                    <a:p>
                      <a:pPr algn="ctr">
                        <a:lnSpc>
                          <a:spcPct val="107000"/>
                        </a:lnSpc>
                        <a:spcAft>
                          <a:spcPts val="800"/>
                        </a:spcAft>
                      </a:pPr>
                      <a:r>
                        <a:rPr lang="vi-VN" sz="1000" dirty="0">
                          <a:solidFill>
                            <a:srgbClr val="002060"/>
                          </a:solidFill>
                          <a:effectLst/>
                          <a:latin typeface="+mj-lt"/>
                        </a:rPr>
                        <a:t> </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dirty="0" err="1">
                          <a:solidFill>
                            <a:srgbClr val="002060"/>
                          </a:solidFill>
                          <a:effectLst/>
                          <a:latin typeface="+mj-lt"/>
                        </a:rPr>
                        <a:t>Thứ</a:t>
                      </a:r>
                      <a:r>
                        <a:rPr lang="en-US" sz="1000" dirty="0">
                          <a:solidFill>
                            <a:srgbClr val="002060"/>
                          </a:solidFill>
                          <a:effectLst/>
                          <a:latin typeface="+mj-lt"/>
                        </a:rPr>
                        <a:t> 7</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r>
              <a:tr h="458696">
                <a:tc>
                  <a:txBody>
                    <a:bodyPr/>
                    <a:lstStyle/>
                    <a:p>
                      <a:pPr algn="ctr">
                        <a:lnSpc>
                          <a:spcPct val="107000"/>
                        </a:lnSpc>
                        <a:spcAft>
                          <a:spcPts val="800"/>
                        </a:spcAft>
                      </a:pPr>
                      <a:r>
                        <a:rPr lang="vi-VN" sz="1000" dirty="0">
                          <a:solidFill>
                            <a:srgbClr val="002060"/>
                          </a:solidFill>
                          <a:effectLst/>
                          <a:latin typeface="+mj-lt"/>
                        </a:rPr>
                        <a:t>1</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en-US" sz="1000" dirty="0" err="1">
                          <a:effectLst/>
                          <a:latin typeface="Times New Roman" panose="02020603050405020304" pitchFamily="18" charset="0"/>
                          <a:cs typeface="Times New Roman" panose="02020603050405020304" pitchFamily="18" charset="0"/>
                        </a:rPr>
                        <a:t>Từ</a:t>
                      </a:r>
                      <a:r>
                        <a:rPr lang="en-US" sz="1000" dirty="0">
                          <a:effectLst/>
                          <a:latin typeface="Times New Roman" panose="02020603050405020304" pitchFamily="18" charset="0"/>
                          <a:cs typeface="Times New Roman" panose="02020603050405020304" pitchFamily="18" charset="0"/>
                        </a:rPr>
                        <a:t> 7g00' </a:t>
                      </a:r>
                      <a:r>
                        <a:rPr lang="en-US" sz="1000" dirty="0" err="1">
                          <a:effectLst/>
                          <a:latin typeface="Times New Roman" panose="02020603050405020304" pitchFamily="18" charset="0"/>
                          <a:cs typeface="Times New Roman" panose="02020603050405020304" pitchFamily="18" charset="0"/>
                        </a:rPr>
                        <a:t>đến</a:t>
                      </a:r>
                      <a:r>
                        <a:rPr lang="en-US" sz="1000" dirty="0">
                          <a:effectLst/>
                          <a:latin typeface="Times New Roman" panose="02020603050405020304" pitchFamily="18" charset="0"/>
                          <a:cs typeface="Times New Roman" panose="02020603050405020304" pitchFamily="18" charset="0"/>
                        </a:rPr>
                        <a:t> 8g00'</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dirty="0">
                          <a:effectLst/>
                          <a:latin typeface="+mj-lt"/>
                        </a:rPr>
                        <a:t> </a:t>
                      </a:r>
                      <a:endParaRPr lang="en-US" sz="1000"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dirty="0">
                          <a:effectLst/>
                          <a:latin typeface="+mj-lt"/>
                        </a:rPr>
                        <a:t> </a:t>
                      </a:r>
                      <a:endParaRPr lang="en-US" sz="1000"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Sinh</a:t>
                      </a:r>
                      <a:r>
                        <a:rPr lang="en-US" sz="1000" b="1" dirty="0">
                          <a:effectLst/>
                          <a:latin typeface="Times New Roman" panose="02020603050405020304" pitchFamily="18" charset="0"/>
                          <a:cs typeface="Times New Roman" panose="02020603050405020304" pitchFamily="18" charset="0"/>
                        </a:rPr>
                        <a:t> </a:t>
                      </a:r>
                      <a:r>
                        <a:rPr lang="en-US" sz="1000" b="1" dirty="0" err="1">
                          <a:effectLst/>
                          <a:latin typeface="Times New Roman" panose="02020603050405020304" pitchFamily="18" charset="0"/>
                          <a:cs typeface="Times New Roman" panose="02020603050405020304" pitchFamily="18" charset="0"/>
                        </a:rPr>
                        <a:t>hoạt</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800"/>
                        </a:spcAft>
                      </a:pPr>
                      <a:r>
                        <a:rPr lang="vi-VN" sz="1000" b="1">
                          <a:effectLst/>
                          <a:latin typeface="Times New Roman" panose="02020603050405020304" pitchFamily="18" charset="0"/>
                          <a:cs typeface="Times New Roman" panose="02020603050405020304" pitchFamily="18" charset="0"/>
                        </a:rPr>
                        <a:t> </a:t>
                      </a:r>
                      <a:endParaRPr lang="en-US" sz="1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800"/>
                        </a:spcAft>
                      </a:pPr>
                      <a:r>
                        <a:rPr lang="vi-VN" sz="1000" b="1">
                          <a:effectLst/>
                          <a:latin typeface="Times New Roman" panose="02020603050405020304" pitchFamily="18" charset="0"/>
                          <a:cs typeface="Times New Roman" panose="02020603050405020304" pitchFamily="18" charset="0"/>
                        </a:rPr>
                        <a:t> </a:t>
                      </a:r>
                      <a:endParaRPr lang="en-US" sz="1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800"/>
                        </a:spcAft>
                      </a:pPr>
                      <a:r>
                        <a:rPr lang="vi-VN" sz="1000" b="1">
                          <a:effectLst/>
                          <a:latin typeface="Times New Roman" panose="02020603050405020304" pitchFamily="18" charset="0"/>
                          <a:cs typeface="Times New Roman" panose="02020603050405020304" pitchFamily="18" charset="0"/>
                        </a:rPr>
                        <a:t> </a:t>
                      </a:r>
                      <a:endParaRPr lang="en-US" sz="1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r>
              <a:tr h="458696">
                <a:tc>
                  <a:txBody>
                    <a:bodyPr/>
                    <a:lstStyle/>
                    <a:p>
                      <a:pPr algn="ctr">
                        <a:lnSpc>
                          <a:spcPct val="107000"/>
                        </a:lnSpc>
                        <a:spcAft>
                          <a:spcPts val="800"/>
                        </a:spcAft>
                      </a:pPr>
                      <a:r>
                        <a:rPr lang="vi-VN" sz="1000" dirty="0">
                          <a:solidFill>
                            <a:srgbClr val="002060"/>
                          </a:solidFill>
                          <a:effectLst/>
                          <a:latin typeface="+mj-lt"/>
                        </a:rPr>
                        <a:t>2</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en-US" sz="1000" dirty="0" err="1">
                          <a:effectLst/>
                          <a:latin typeface="Times New Roman" panose="02020603050405020304" pitchFamily="18" charset="0"/>
                          <a:cs typeface="Times New Roman" panose="02020603050405020304" pitchFamily="18" charset="0"/>
                        </a:rPr>
                        <a:t>Từ</a:t>
                      </a:r>
                      <a:r>
                        <a:rPr lang="en-US" sz="1000" dirty="0">
                          <a:effectLst/>
                          <a:latin typeface="Times New Roman" panose="02020603050405020304" pitchFamily="18" charset="0"/>
                          <a:cs typeface="Times New Roman" panose="02020603050405020304" pitchFamily="18" charset="0"/>
                        </a:rPr>
                        <a:t> 8g00' </a:t>
                      </a:r>
                      <a:r>
                        <a:rPr lang="en-US" sz="1000" dirty="0" err="1">
                          <a:effectLst/>
                          <a:latin typeface="Times New Roman" panose="02020603050405020304" pitchFamily="18" charset="0"/>
                          <a:cs typeface="Times New Roman" panose="02020603050405020304" pitchFamily="18" charset="0"/>
                        </a:rPr>
                        <a:t>đến</a:t>
                      </a:r>
                      <a:r>
                        <a:rPr lang="en-US" sz="1000" dirty="0">
                          <a:effectLst/>
                          <a:latin typeface="Times New Roman" panose="02020603050405020304" pitchFamily="18" charset="0"/>
                          <a:cs typeface="Times New Roman" panose="02020603050405020304" pitchFamily="18" charset="0"/>
                        </a:rPr>
                        <a:t> 9g00'</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a:effectLst/>
                          <a:latin typeface="+mj-lt"/>
                        </a:rPr>
                        <a:t> </a:t>
                      </a:r>
                      <a:endParaRPr lang="en-US" sz="100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dirty="0">
                          <a:effectLst/>
                          <a:latin typeface="+mj-lt"/>
                        </a:rPr>
                        <a:t> </a:t>
                      </a:r>
                      <a:endParaRPr lang="en-US" sz="1000"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Toán</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Địa</a:t>
                      </a:r>
                      <a:r>
                        <a:rPr lang="en-US" sz="1000" b="1" dirty="0">
                          <a:effectLst/>
                          <a:latin typeface="Times New Roman" panose="02020603050405020304" pitchFamily="18" charset="0"/>
                          <a:cs typeface="Times New Roman" panose="02020603050405020304" pitchFamily="18" charset="0"/>
                        </a:rPr>
                        <a:t> </a:t>
                      </a:r>
                      <a:r>
                        <a:rPr lang="en-US" sz="1000" b="1" dirty="0" err="1">
                          <a:effectLst/>
                          <a:latin typeface="Times New Roman" panose="02020603050405020304" pitchFamily="18" charset="0"/>
                          <a:cs typeface="Times New Roman" panose="02020603050405020304" pitchFamily="18" charset="0"/>
                        </a:rPr>
                        <a:t>lí</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a:effectLst/>
                          <a:latin typeface="Times New Roman" panose="02020603050405020304" pitchFamily="18" charset="0"/>
                          <a:cs typeface="Times New Roman" panose="02020603050405020304" pitchFamily="18" charset="0"/>
                        </a:rPr>
                        <a:t>Toán</a:t>
                      </a:r>
                      <a:endParaRPr lang="en-US" sz="1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a:effectLst/>
                          <a:latin typeface="Times New Roman" panose="02020603050405020304" pitchFamily="18" charset="0"/>
                          <a:cs typeface="Times New Roman" panose="02020603050405020304" pitchFamily="18" charset="0"/>
                        </a:rPr>
                        <a:t>Văn học</a:t>
                      </a:r>
                      <a:endParaRPr lang="en-US" sz="1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r>
              <a:tr h="693230">
                <a:tc>
                  <a:txBody>
                    <a:bodyPr/>
                    <a:lstStyle/>
                    <a:p>
                      <a:pPr algn="ctr">
                        <a:lnSpc>
                          <a:spcPct val="107000"/>
                        </a:lnSpc>
                        <a:spcAft>
                          <a:spcPts val="800"/>
                        </a:spcAft>
                      </a:pPr>
                      <a:r>
                        <a:rPr lang="vi-VN" sz="1000" dirty="0">
                          <a:solidFill>
                            <a:srgbClr val="002060"/>
                          </a:solidFill>
                          <a:effectLst/>
                          <a:latin typeface="+mj-lt"/>
                        </a:rPr>
                        <a:t>3</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en-US" sz="1000" dirty="0" err="1">
                          <a:effectLst/>
                          <a:latin typeface="Times New Roman" panose="02020603050405020304" pitchFamily="18" charset="0"/>
                          <a:cs typeface="Times New Roman" panose="02020603050405020304" pitchFamily="18" charset="0"/>
                        </a:rPr>
                        <a:t>Từ</a:t>
                      </a:r>
                      <a:r>
                        <a:rPr lang="en-US" sz="1000" dirty="0">
                          <a:effectLst/>
                          <a:latin typeface="Times New Roman" panose="02020603050405020304" pitchFamily="18" charset="0"/>
                          <a:cs typeface="Times New Roman" panose="02020603050405020304" pitchFamily="18" charset="0"/>
                        </a:rPr>
                        <a:t> 9g00' </a:t>
                      </a:r>
                      <a:r>
                        <a:rPr lang="en-US" sz="1000" dirty="0" err="1">
                          <a:effectLst/>
                          <a:latin typeface="Times New Roman" panose="02020603050405020304" pitchFamily="18" charset="0"/>
                          <a:cs typeface="Times New Roman" panose="02020603050405020304" pitchFamily="18" charset="0"/>
                        </a:rPr>
                        <a:t>đến</a:t>
                      </a:r>
                      <a:r>
                        <a:rPr lang="en-US" sz="1000" dirty="0">
                          <a:effectLst/>
                          <a:latin typeface="Times New Roman" panose="02020603050405020304" pitchFamily="18" charset="0"/>
                          <a:cs typeface="Times New Roman" panose="02020603050405020304" pitchFamily="18" charset="0"/>
                        </a:rPr>
                        <a:t> 10g00'</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a:effectLst/>
                          <a:latin typeface="+mj-lt"/>
                        </a:rPr>
                        <a:t> </a:t>
                      </a:r>
                      <a:endParaRPr lang="en-US" sz="100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a:effectLst/>
                          <a:latin typeface="+mj-lt"/>
                        </a:rPr>
                        <a:t> </a:t>
                      </a:r>
                      <a:endParaRPr lang="en-US" sz="100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Toán</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Toán</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Văn</a:t>
                      </a:r>
                      <a:r>
                        <a:rPr lang="en-US" sz="1000" b="1" dirty="0">
                          <a:effectLst/>
                          <a:latin typeface="Times New Roman" panose="02020603050405020304" pitchFamily="18" charset="0"/>
                          <a:cs typeface="Times New Roman" panose="02020603050405020304" pitchFamily="18" charset="0"/>
                        </a:rPr>
                        <a:t> </a:t>
                      </a:r>
                      <a:r>
                        <a:rPr lang="en-US" sz="1000" b="1" dirty="0" err="1">
                          <a:effectLst/>
                          <a:latin typeface="Times New Roman" panose="02020603050405020304" pitchFamily="18" charset="0"/>
                          <a:cs typeface="Times New Roman" panose="02020603050405020304" pitchFamily="18" charset="0"/>
                        </a:rPr>
                        <a:t>học</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Times New Roman" panose="02020603050405020304" pitchFamily="18" charset="0"/>
                          <a:cs typeface="Times New Roman" panose="02020603050405020304" pitchFamily="18" charset="0"/>
                        </a:rPr>
                        <a:t>Ngoại</a:t>
                      </a:r>
                      <a:r>
                        <a:rPr lang="en-US" sz="1000" b="1" dirty="0">
                          <a:effectLst/>
                          <a:latin typeface="Times New Roman" panose="02020603050405020304" pitchFamily="18" charset="0"/>
                          <a:cs typeface="Times New Roman" panose="02020603050405020304" pitchFamily="18" charset="0"/>
                        </a:rPr>
                        <a:t> </a:t>
                      </a:r>
                      <a:r>
                        <a:rPr lang="en-US" sz="1000" b="1" dirty="0" err="1">
                          <a:effectLst/>
                          <a:latin typeface="Times New Roman" panose="02020603050405020304" pitchFamily="18" charset="0"/>
                          <a:cs typeface="Times New Roman" panose="02020603050405020304" pitchFamily="18" charset="0"/>
                        </a:rPr>
                        <a:t>ngữ</a:t>
                      </a: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r>
              <a:tr h="693230">
                <a:tc>
                  <a:txBody>
                    <a:bodyPr/>
                    <a:lstStyle/>
                    <a:p>
                      <a:pPr algn="ctr">
                        <a:lnSpc>
                          <a:spcPct val="107000"/>
                        </a:lnSpc>
                        <a:spcAft>
                          <a:spcPts val="800"/>
                        </a:spcAft>
                      </a:pPr>
                      <a:r>
                        <a:rPr lang="vi-VN" sz="1000" dirty="0">
                          <a:solidFill>
                            <a:srgbClr val="002060"/>
                          </a:solidFill>
                          <a:effectLst/>
                          <a:latin typeface="+mj-lt"/>
                        </a:rPr>
                        <a:t>4</a:t>
                      </a:r>
                      <a:endParaRPr lang="en-US" sz="1000" dirty="0">
                        <a:solidFill>
                          <a:srgbClr val="002060"/>
                        </a:solidFill>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en-US" sz="1000" dirty="0" err="1">
                          <a:effectLst/>
                          <a:latin typeface="Times New Roman" panose="02020603050405020304" pitchFamily="18" charset="0"/>
                          <a:cs typeface="Times New Roman" panose="02020603050405020304" pitchFamily="18" charset="0"/>
                        </a:rPr>
                        <a:t>Từ</a:t>
                      </a:r>
                      <a:r>
                        <a:rPr lang="en-US" sz="1000" dirty="0">
                          <a:effectLst/>
                          <a:latin typeface="Times New Roman" panose="02020603050405020304" pitchFamily="18" charset="0"/>
                          <a:cs typeface="Times New Roman" panose="02020603050405020304" pitchFamily="18" charset="0"/>
                        </a:rPr>
                        <a:t> 10g00' </a:t>
                      </a:r>
                      <a:r>
                        <a:rPr lang="en-US" sz="1000" dirty="0" err="1">
                          <a:effectLst/>
                          <a:latin typeface="Times New Roman" panose="02020603050405020304" pitchFamily="18" charset="0"/>
                          <a:cs typeface="Times New Roman" panose="02020603050405020304" pitchFamily="18" charset="0"/>
                        </a:rPr>
                        <a:t>đến</a:t>
                      </a:r>
                      <a:r>
                        <a:rPr lang="en-US" sz="1000" dirty="0">
                          <a:effectLst/>
                          <a:latin typeface="Times New Roman" panose="02020603050405020304" pitchFamily="18" charset="0"/>
                          <a:cs typeface="Times New Roman" panose="02020603050405020304" pitchFamily="18" charset="0"/>
                        </a:rPr>
                        <a:t> 11g00'</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a:effectLst/>
                          <a:latin typeface="+mj-lt"/>
                        </a:rPr>
                        <a:t> </a:t>
                      </a:r>
                      <a:endParaRPr lang="en-US" sz="100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nSpc>
                          <a:spcPct val="107000"/>
                        </a:lnSpc>
                        <a:spcAft>
                          <a:spcPts val="800"/>
                        </a:spcAft>
                      </a:pPr>
                      <a:r>
                        <a:rPr lang="vi-VN" sz="1000">
                          <a:effectLst/>
                          <a:latin typeface="+mj-lt"/>
                        </a:rPr>
                        <a:t> </a:t>
                      </a:r>
                      <a:endParaRPr lang="en-US" sz="100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mj-lt"/>
                        </a:rPr>
                        <a:t>Lịch</a:t>
                      </a:r>
                      <a:r>
                        <a:rPr lang="en-US" sz="1000" b="1" dirty="0">
                          <a:effectLst/>
                          <a:latin typeface="+mj-lt"/>
                        </a:rPr>
                        <a:t> </a:t>
                      </a:r>
                      <a:r>
                        <a:rPr lang="en-US" sz="1000" b="1" dirty="0" err="1">
                          <a:effectLst/>
                          <a:latin typeface="+mj-lt"/>
                        </a:rPr>
                        <a:t>sử</a:t>
                      </a:r>
                      <a:endParaRPr lang="en-US" sz="1000" b="1"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mj-lt"/>
                        </a:rPr>
                        <a:t>Toán</a:t>
                      </a:r>
                      <a:endParaRPr lang="en-US" sz="1000" b="1"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mj-lt"/>
                        </a:rPr>
                        <a:t>Ngoại</a:t>
                      </a:r>
                      <a:r>
                        <a:rPr lang="en-US" sz="1000" b="1" dirty="0">
                          <a:effectLst/>
                          <a:latin typeface="+mj-lt"/>
                        </a:rPr>
                        <a:t> </a:t>
                      </a:r>
                      <a:r>
                        <a:rPr lang="en-US" sz="1000" b="1" dirty="0" err="1">
                          <a:effectLst/>
                          <a:latin typeface="+mj-lt"/>
                        </a:rPr>
                        <a:t>ngữ</a:t>
                      </a:r>
                      <a:endParaRPr lang="en-US" sz="1000" b="1"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c>
                  <a:txBody>
                    <a:bodyPr/>
                    <a:lstStyle/>
                    <a:p>
                      <a:pPr algn="ctr">
                        <a:lnSpc>
                          <a:spcPct val="107000"/>
                        </a:lnSpc>
                        <a:spcAft>
                          <a:spcPts val="0"/>
                        </a:spcAft>
                      </a:pPr>
                      <a:r>
                        <a:rPr lang="en-US" sz="1000" b="1" dirty="0" err="1">
                          <a:effectLst/>
                          <a:latin typeface="+mj-lt"/>
                        </a:rPr>
                        <a:t>Ngoại</a:t>
                      </a:r>
                      <a:r>
                        <a:rPr lang="en-US" sz="1000" b="1" dirty="0">
                          <a:effectLst/>
                          <a:latin typeface="+mj-lt"/>
                        </a:rPr>
                        <a:t> </a:t>
                      </a:r>
                      <a:r>
                        <a:rPr lang="en-US" sz="1000" b="1" dirty="0" err="1">
                          <a:effectLst/>
                          <a:latin typeface="+mj-lt"/>
                        </a:rPr>
                        <a:t>ngữ</a:t>
                      </a:r>
                      <a:endParaRPr lang="en-US" sz="1000" b="1" dirty="0">
                        <a:effectLst/>
                        <a:latin typeface="+mj-lt"/>
                        <a:ea typeface="Calibri" panose="020F0502020204030204" pitchFamily="34" charset="0"/>
                        <a:cs typeface="Times New Roman" panose="02020603050405020304" pitchFamily="18" charset="0"/>
                      </a:endParaRPr>
                    </a:p>
                  </a:txBody>
                  <a:tcPr marL="51435" marR="51435" marT="0" marB="0">
                    <a:solidFill>
                      <a:srgbClr val="92D050"/>
                    </a:solidFill>
                  </a:tcPr>
                </a:tc>
              </a:tr>
            </a:tbl>
          </a:graphicData>
        </a:graphic>
      </p:graphicFrame>
      <p:sp>
        <p:nvSpPr>
          <p:cNvPr id="4" name="Line Callout 1 3"/>
          <p:cNvSpPr/>
          <p:nvPr/>
        </p:nvSpPr>
        <p:spPr>
          <a:xfrm>
            <a:off x="5008461" y="958916"/>
            <a:ext cx="3075666" cy="810869"/>
          </a:xfrm>
          <a:prstGeom prst="borderCallout1">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b="1" dirty="0">
                <a:latin typeface="+mj-lt"/>
              </a:rPr>
              <a:t>Lớp: 10C8 – TK 15</a:t>
            </a:r>
            <a:endParaRPr lang="en-US" sz="1800" dirty="0">
              <a:latin typeface="+mj-lt"/>
            </a:endParaRPr>
          </a:p>
          <a:p>
            <a:r>
              <a:rPr lang="vi-VN" sz="1800" b="1" dirty="0">
                <a:latin typeface="+mj-lt"/>
              </a:rPr>
              <a:t>Có tác dụng từ ngày </a:t>
            </a:r>
            <a:r>
              <a:rPr lang="en-US" sz="1800" b="1" dirty="0">
                <a:latin typeface="+mj-lt"/>
              </a:rPr>
              <a:t>1/9/2021</a:t>
            </a:r>
            <a:endParaRPr lang="en-US" sz="1800" dirty="0">
              <a:latin typeface="+mj-lt"/>
            </a:endParaRPr>
          </a:p>
        </p:txBody>
      </p:sp>
    </p:spTree>
    <p:extLst>
      <p:ext uri="{BB962C8B-B14F-4D97-AF65-F5344CB8AC3E}">
        <p14:creationId xmlns:p14="http://schemas.microsoft.com/office/powerpoint/2010/main" val="411439366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900" decel="100000" fill="hold"/>
                                        <p:tgtEl>
                                          <p:spTgt spid="4"/>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par>
                                <p:cTn id="16" presetID="37"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900" decel="100000" fill="hold"/>
                                        <p:tgtEl>
                                          <p:spTgt spid="2"/>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690" name="Google Shape;1690;p68"/>
          <p:cNvSpPr/>
          <p:nvPr/>
        </p:nvSpPr>
        <p:spPr>
          <a:xfrm rot="5400000">
            <a:off x="4016309" y="-1918250"/>
            <a:ext cx="942060" cy="5127748"/>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9" name="Google Shape;1709;p68"/>
          <p:cNvGrpSpPr/>
          <p:nvPr/>
        </p:nvGrpSpPr>
        <p:grpSpPr>
          <a:xfrm rot="-2178502">
            <a:off x="5687868" y="1190065"/>
            <a:ext cx="1290354" cy="820059"/>
            <a:chOff x="7685850" y="32550"/>
            <a:chExt cx="1290421" cy="820102"/>
          </a:xfrm>
        </p:grpSpPr>
        <p:sp>
          <p:nvSpPr>
            <p:cNvPr id="1710" name="Google Shape;1710;p68"/>
            <p:cNvSpPr/>
            <p:nvPr/>
          </p:nvSpPr>
          <p:spPr>
            <a:xfrm>
              <a:off x="7685850" y="397672"/>
              <a:ext cx="148531" cy="61160"/>
            </a:xfrm>
            <a:custGeom>
              <a:avLst/>
              <a:gdLst/>
              <a:ahLst/>
              <a:cxnLst/>
              <a:rect l="l" t="t" r="r" b="b"/>
              <a:pathLst>
                <a:path w="2997" h="1234" extrusionOk="0">
                  <a:moveTo>
                    <a:pt x="231" y="0"/>
                  </a:moveTo>
                  <a:cubicBezTo>
                    <a:pt x="53" y="0"/>
                    <a:pt x="1" y="287"/>
                    <a:pt x="203" y="334"/>
                  </a:cubicBezTo>
                  <a:cubicBezTo>
                    <a:pt x="972" y="693"/>
                    <a:pt x="1775" y="983"/>
                    <a:pt x="2595" y="1222"/>
                  </a:cubicBezTo>
                  <a:cubicBezTo>
                    <a:pt x="2623" y="1230"/>
                    <a:pt x="2649" y="1233"/>
                    <a:pt x="2674" y="1233"/>
                  </a:cubicBezTo>
                  <a:cubicBezTo>
                    <a:pt x="2934" y="1233"/>
                    <a:pt x="2997" y="853"/>
                    <a:pt x="2731" y="744"/>
                  </a:cubicBezTo>
                  <a:cubicBezTo>
                    <a:pt x="1928" y="436"/>
                    <a:pt x="1125" y="197"/>
                    <a:pt x="288" y="9"/>
                  </a:cubicBezTo>
                  <a:cubicBezTo>
                    <a:pt x="268" y="3"/>
                    <a:pt x="249" y="0"/>
                    <a:pt x="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68"/>
            <p:cNvSpPr/>
            <p:nvPr/>
          </p:nvSpPr>
          <p:spPr>
            <a:xfrm>
              <a:off x="7911750" y="507105"/>
              <a:ext cx="136340" cy="55262"/>
            </a:xfrm>
            <a:custGeom>
              <a:avLst/>
              <a:gdLst/>
              <a:ahLst/>
              <a:cxnLst/>
              <a:rect l="l" t="t" r="r" b="b"/>
              <a:pathLst>
                <a:path w="2751" h="1115" extrusionOk="0">
                  <a:moveTo>
                    <a:pt x="313" y="1"/>
                  </a:moveTo>
                  <a:cubicBezTo>
                    <a:pt x="76" y="1"/>
                    <a:pt x="0" y="353"/>
                    <a:pt x="241" y="450"/>
                  </a:cubicBezTo>
                  <a:cubicBezTo>
                    <a:pt x="907" y="655"/>
                    <a:pt x="1557" y="928"/>
                    <a:pt x="2240" y="1099"/>
                  </a:cubicBezTo>
                  <a:cubicBezTo>
                    <a:pt x="2275" y="1110"/>
                    <a:pt x="2308" y="1115"/>
                    <a:pt x="2339" y="1115"/>
                  </a:cubicBezTo>
                  <a:cubicBezTo>
                    <a:pt x="2643" y="1115"/>
                    <a:pt x="2750" y="628"/>
                    <a:pt x="2394" y="535"/>
                  </a:cubicBezTo>
                  <a:cubicBezTo>
                    <a:pt x="1744" y="313"/>
                    <a:pt x="1044" y="176"/>
                    <a:pt x="360" y="5"/>
                  </a:cubicBezTo>
                  <a:cubicBezTo>
                    <a:pt x="344" y="2"/>
                    <a:pt x="328"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8"/>
            <p:cNvSpPr/>
            <p:nvPr/>
          </p:nvSpPr>
          <p:spPr>
            <a:xfrm>
              <a:off x="8149198" y="577880"/>
              <a:ext cx="137331" cy="63985"/>
            </a:xfrm>
            <a:custGeom>
              <a:avLst/>
              <a:gdLst/>
              <a:ahLst/>
              <a:cxnLst/>
              <a:rect l="l" t="t" r="r" b="b"/>
              <a:pathLst>
                <a:path w="2771" h="1291" extrusionOk="0">
                  <a:moveTo>
                    <a:pt x="321" y="0"/>
                  </a:moveTo>
                  <a:cubicBezTo>
                    <a:pt x="119" y="0"/>
                    <a:pt x="1" y="330"/>
                    <a:pt x="217" y="423"/>
                  </a:cubicBezTo>
                  <a:cubicBezTo>
                    <a:pt x="900" y="730"/>
                    <a:pt x="1584" y="1038"/>
                    <a:pt x="2284" y="1277"/>
                  </a:cubicBezTo>
                  <a:cubicBezTo>
                    <a:pt x="2311" y="1286"/>
                    <a:pt x="2338" y="1291"/>
                    <a:pt x="2363" y="1291"/>
                  </a:cubicBezTo>
                  <a:cubicBezTo>
                    <a:pt x="2612" y="1291"/>
                    <a:pt x="2770" y="873"/>
                    <a:pt x="2507" y="764"/>
                  </a:cubicBezTo>
                  <a:cubicBezTo>
                    <a:pt x="1806" y="474"/>
                    <a:pt x="1105" y="235"/>
                    <a:pt x="388" y="13"/>
                  </a:cubicBezTo>
                  <a:cubicBezTo>
                    <a:pt x="365" y="4"/>
                    <a:pt x="342" y="0"/>
                    <a:pt x="3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8"/>
            <p:cNvSpPr/>
            <p:nvPr/>
          </p:nvSpPr>
          <p:spPr>
            <a:xfrm>
              <a:off x="8377526" y="679878"/>
              <a:ext cx="140651" cy="62003"/>
            </a:xfrm>
            <a:custGeom>
              <a:avLst/>
              <a:gdLst/>
              <a:ahLst/>
              <a:cxnLst/>
              <a:rect l="l" t="t" r="r" b="b"/>
              <a:pathLst>
                <a:path w="2838" h="1251" extrusionOk="0">
                  <a:moveTo>
                    <a:pt x="418" y="0"/>
                  </a:moveTo>
                  <a:cubicBezTo>
                    <a:pt x="182" y="0"/>
                    <a:pt x="1" y="371"/>
                    <a:pt x="274" y="483"/>
                  </a:cubicBezTo>
                  <a:cubicBezTo>
                    <a:pt x="924" y="774"/>
                    <a:pt x="1624" y="1013"/>
                    <a:pt x="2308" y="1235"/>
                  </a:cubicBezTo>
                  <a:cubicBezTo>
                    <a:pt x="2344" y="1246"/>
                    <a:pt x="2378" y="1250"/>
                    <a:pt x="2410" y="1250"/>
                  </a:cubicBezTo>
                  <a:cubicBezTo>
                    <a:pt x="2741" y="1250"/>
                    <a:pt x="2837" y="728"/>
                    <a:pt x="2479" y="603"/>
                  </a:cubicBezTo>
                  <a:cubicBezTo>
                    <a:pt x="1812" y="381"/>
                    <a:pt x="1146" y="176"/>
                    <a:pt x="462" y="5"/>
                  </a:cubicBezTo>
                  <a:cubicBezTo>
                    <a:pt x="447" y="2"/>
                    <a:pt x="433" y="0"/>
                    <a:pt x="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8"/>
            <p:cNvSpPr/>
            <p:nvPr/>
          </p:nvSpPr>
          <p:spPr>
            <a:xfrm>
              <a:off x="8587616" y="783214"/>
              <a:ext cx="142485" cy="69437"/>
            </a:xfrm>
            <a:custGeom>
              <a:avLst/>
              <a:gdLst/>
              <a:ahLst/>
              <a:cxnLst/>
              <a:rect l="l" t="t" r="r" b="b"/>
              <a:pathLst>
                <a:path w="2875" h="1401" extrusionOk="0">
                  <a:moveTo>
                    <a:pt x="332" y="1"/>
                  </a:moveTo>
                  <a:cubicBezTo>
                    <a:pt x="115" y="1"/>
                    <a:pt x="0" y="343"/>
                    <a:pt x="256" y="449"/>
                  </a:cubicBezTo>
                  <a:cubicBezTo>
                    <a:pt x="905" y="825"/>
                    <a:pt x="1589" y="1132"/>
                    <a:pt x="2289" y="1388"/>
                  </a:cubicBezTo>
                  <a:cubicBezTo>
                    <a:pt x="2319" y="1397"/>
                    <a:pt x="2347" y="1401"/>
                    <a:pt x="2375" y="1401"/>
                  </a:cubicBezTo>
                  <a:cubicBezTo>
                    <a:pt x="2686" y="1401"/>
                    <a:pt x="2875" y="913"/>
                    <a:pt x="2545" y="756"/>
                  </a:cubicBezTo>
                  <a:cubicBezTo>
                    <a:pt x="1879" y="449"/>
                    <a:pt x="1161" y="192"/>
                    <a:pt x="427" y="21"/>
                  </a:cubicBezTo>
                  <a:cubicBezTo>
                    <a:pt x="394" y="7"/>
                    <a:pt x="362" y="1"/>
                    <a:pt x="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68"/>
            <p:cNvSpPr/>
            <p:nvPr/>
          </p:nvSpPr>
          <p:spPr>
            <a:xfrm>
              <a:off x="7896683" y="331904"/>
              <a:ext cx="202552" cy="93971"/>
            </a:xfrm>
            <a:custGeom>
              <a:avLst/>
              <a:gdLst/>
              <a:ahLst/>
              <a:cxnLst/>
              <a:rect l="l" t="t" r="r" b="b"/>
              <a:pathLst>
                <a:path w="4087" h="1896" extrusionOk="0">
                  <a:moveTo>
                    <a:pt x="382" y="0"/>
                  </a:moveTo>
                  <a:cubicBezTo>
                    <a:pt x="78" y="0"/>
                    <a:pt x="0" y="497"/>
                    <a:pt x="323" y="636"/>
                  </a:cubicBezTo>
                  <a:cubicBezTo>
                    <a:pt x="1382" y="1063"/>
                    <a:pt x="2441" y="1558"/>
                    <a:pt x="3535" y="1883"/>
                  </a:cubicBezTo>
                  <a:cubicBezTo>
                    <a:pt x="3565" y="1892"/>
                    <a:pt x="3594" y="1896"/>
                    <a:pt x="3622" y="1896"/>
                  </a:cubicBezTo>
                  <a:cubicBezTo>
                    <a:pt x="3914" y="1896"/>
                    <a:pt x="4086" y="1442"/>
                    <a:pt x="3774" y="1302"/>
                  </a:cubicBezTo>
                  <a:cubicBezTo>
                    <a:pt x="2732" y="789"/>
                    <a:pt x="1587" y="414"/>
                    <a:pt x="494" y="21"/>
                  </a:cubicBezTo>
                  <a:cubicBezTo>
                    <a:pt x="454" y="7"/>
                    <a:pt x="417" y="0"/>
                    <a:pt x="3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68"/>
            <p:cNvSpPr/>
            <p:nvPr/>
          </p:nvSpPr>
          <p:spPr>
            <a:xfrm>
              <a:off x="8209662" y="472759"/>
              <a:ext cx="172717" cy="67108"/>
            </a:xfrm>
            <a:custGeom>
              <a:avLst/>
              <a:gdLst/>
              <a:ahLst/>
              <a:cxnLst/>
              <a:rect l="l" t="t" r="r" b="b"/>
              <a:pathLst>
                <a:path w="3485" h="1354" extrusionOk="0">
                  <a:moveTo>
                    <a:pt x="328" y="1"/>
                  </a:moveTo>
                  <a:cubicBezTo>
                    <a:pt x="71" y="1"/>
                    <a:pt x="0" y="401"/>
                    <a:pt x="278" y="493"/>
                  </a:cubicBezTo>
                  <a:cubicBezTo>
                    <a:pt x="1133" y="784"/>
                    <a:pt x="1987" y="1194"/>
                    <a:pt x="2893" y="1348"/>
                  </a:cubicBezTo>
                  <a:cubicBezTo>
                    <a:pt x="2913" y="1352"/>
                    <a:pt x="2934" y="1354"/>
                    <a:pt x="2954" y="1354"/>
                  </a:cubicBezTo>
                  <a:cubicBezTo>
                    <a:pt x="3252" y="1354"/>
                    <a:pt x="3485" y="909"/>
                    <a:pt x="3149" y="750"/>
                  </a:cubicBezTo>
                  <a:cubicBezTo>
                    <a:pt x="2295" y="374"/>
                    <a:pt x="1321" y="237"/>
                    <a:pt x="415" y="15"/>
                  </a:cubicBezTo>
                  <a:cubicBezTo>
                    <a:pt x="384" y="5"/>
                    <a:pt x="355" y="1"/>
                    <a:pt x="3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8"/>
            <p:cNvSpPr/>
            <p:nvPr/>
          </p:nvSpPr>
          <p:spPr>
            <a:xfrm>
              <a:off x="8468967" y="557064"/>
              <a:ext cx="123950" cy="56749"/>
            </a:xfrm>
            <a:custGeom>
              <a:avLst/>
              <a:gdLst/>
              <a:ahLst/>
              <a:cxnLst/>
              <a:rect l="l" t="t" r="r" b="b"/>
              <a:pathLst>
                <a:path w="2501" h="1145" extrusionOk="0">
                  <a:moveTo>
                    <a:pt x="349" y="0"/>
                  </a:moveTo>
                  <a:cubicBezTo>
                    <a:pt x="148" y="0"/>
                    <a:pt x="1" y="304"/>
                    <a:pt x="224" y="415"/>
                  </a:cubicBezTo>
                  <a:cubicBezTo>
                    <a:pt x="770" y="655"/>
                    <a:pt x="1300" y="996"/>
                    <a:pt x="1864" y="1133"/>
                  </a:cubicBezTo>
                  <a:cubicBezTo>
                    <a:pt x="1893" y="1141"/>
                    <a:pt x="1922" y="1145"/>
                    <a:pt x="1950" y="1145"/>
                  </a:cubicBezTo>
                  <a:cubicBezTo>
                    <a:pt x="2281" y="1145"/>
                    <a:pt x="2501" y="624"/>
                    <a:pt x="2154" y="467"/>
                  </a:cubicBezTo>
                  <a:cubicBezTo>
                    <a:pt x="1590" y="227"/>
                    <a:pt x="975" y="159"/>
                    <a:pt x="394" y="5"/>
                  </a:cubicBezTo>
                  <a:cubicBezTo>
                    <a:pt x="379" y="2"/>
                    <a:pt x="364" y="0"/>
                    <a:pt x="3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8"/>
            <p:cNvSpPr/>
            <p:nvPr/>
          </p:nvSpPr>
          <p:spPr>
            <a:xfrm>
              <a:off x="8636137" y="643153"/>
              <a:ext cx="141989" cy="81382"/>
            </a:xfrm>
            <a:custGeom>
              <a:avLst/>
              <a:gdLst/>
              <a:ahLst/>
              <a:cxnLst/>
              <a:rect l="l" t="t" r="r" b="b"/>
              <a:pathLst>
                <a:path w="2865" h="1642" extrusionOk="0">
                  <a:moveTo>
                    <a:pt x="387" y="0"/>
                  </a:moveTo>
                  <a:cubicBezTo>
                    <a:pt x="150" y="0"/>
                    <a:pt x="1" y="382"/>
                    <a:pt x="251" y="507"/>
                  </a:cubicBezTo>
                  <a:cubicBezTo>
                    <a:pt x="610" y="678"/>
                    <a:pt x="951" y="848"/>
                    <a:pt x="1293" y="1053"/>
                  </a:cubicBezTo>
                  <a:cubicBezTo>
                    <a:pt x="1327" y="1105"/>
                    <a:pt x="1361" y="1139"/>
                    <a:pt x="1413" y="1173"/>
                  </a:cubicBezTo>
                  <a:lnTo>
                    <a:pt x="2130" y="1583"/>
                  </a:lnTo>
                  <a:cubicBezTo>
                    <a:pt x="2198" y="1624"/>
                    <a:pt x="2265" y="1642"/>
                    <a:pt x="2328" y="1642"/>
                  </a:cubicBezTo>
                  <a:cubicBezTo>
                    <a:pt x="2657" y="1642"/>
                    <a:pt x="2865" y="1149"/>
                    <a:pt x="2506" y="934"/>
                  </a:cubicBezTo>
                  <a:cubicBezTo>
                    <a:pt x="1874" y="558"/>
                    <a:pt x="1173" y="233"/>
                    <a:pt x="456" y="11"/>
                  </a:cubicBezTo>
                  <a:cubicBezTo>
                    <a:pt x="432" y="4"/>
                    <a:pt x="409"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8"/>
            <p:cNvSpPr/>
            <p:nvPr/>
          </p:nvSpPr>
          <p:spPr>
            <a:xfrm>
              <a:off x="7867492" y="150160"/>
              <a:ext cx="150861" cy="72857"/>
            </a:xfrm>
            <a:custGeom>
              <a:avLst/>
              <a:gdLst/>
              <a:ahLst/>
              <a:cxnLst/>
              <a:rect l="l" t="t" r="r" b="b"/>
              <a:pathLst>
                <a:path w="3044" h="1470" extrusionOk="0">
                  <a:moveTo>
                    <a:pt x="419" y="0"/>
                  </a:moveTo>
                  <a:cubicBezTo>
                    <a:pt x="158" y="0"/>
                    <a:pt x="0" y="420"/>
                    <a:pt x="280" y="544"/>
                  </a:cubicBezTo>
                  <a:cubicBezTo>
                    <a:pt x="1031" y="868"/>
                    <a:pt x="1783" y="1176"/>
                    <a:pt x="2552" y="1449"/>
                  </a:cubicBezTo>
                  <a:cubicBezTo>
                    <a:pt x="2590" y="1463"/>
                    <a:pt x="2626" y="1469"/>
                    <a:pt x="2659" y="1469"/>
                  </a:cubicBezTo>
                  <a:cubicBezTo>
                    <a:pt x="2954" y="1469"/>
                    <a:pt x="3044" y="972"/>
                    <a:pt x="2706" y="834"/>
                  </a:cubicBezTo>
                  <a:cubicBezTo>
                    <a:pt x="1988" y="544"/>
                    <a:pt x="1253" y="253"/>
                    <a:pt x="502" y="14"/>
                  </a:cubicBezTo>
                  <a:cubicBezTo>
                    <a:pt x="473" y="5"/>
                    <a:pt x="445" y="0"/>
                    <a:pt x="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68"/>
            <p:cNvSpPr/>
            <p:nvPr/>
          </p:nvSpPr>
          <p:spPr>
            <a:xfrm>
              <a:off x="8160696" y="292155"/>
              <a:ext cx="178020" cy="81332"/>
            </a:xfrm>
            <a:custGeom>
              <a:avLst/>
              <a:gdLst/>
              <a:ahLst/>
              <a:cxnLst/>
              <a:rect l="l" t="t" r="r" b="b"/>
              <a:pathLst>
                <a:path w="3592" h="1641" extrusionOk="0">
                  <a:moveTo>
                    <a:pt x="316" y="1"/>
                  </a:moveTo>
                  <a:cubicBezTo>
                    <a:pt x="67" y="1"/>
                    <a:pt x="1" y="408"/>
                    <a:pt x="275" y="515"/>
                  </a:cubicBezTo>
                  <a:cubicBezTo>
                    <a:pt x="1198" y="874"/>
                    <a:pt x="2104" y="1318"/>
                    <a:pt x="3060" y="1626"/>
                  </a:cubicBezTo>
                  <a:cubicBezTo>
                    <a:pt x="3096" y="1636"/>
                    <a:pt x="3130" y="1641"/>
                    <a:pt x="3162" y="1641"/>
                  </a:cubicBezTo>
                  <a:cubicBezTo>
                    <a:pt x="3493" y="1641"/>
                    <a:pt x="3591" y="1117"/>
                    <a:pt x="3248" y="976"/>
                  </a:cubicBezTo>
                  <a:cubicBezTo>
                    <a:pt x="2326" y="600"/>
                    <a:pt x="1352" y="327"/>
                    <a:pt x="412" y="19"/>
                  </a:cubicBezTo>
                  <a:cubicBezTo>
                    <a:pt x="378" y="7"/>
                    <a:pt x="345"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68"/>
            <p:cNvSpPr/>
            <p:nvPr/>
          </p:nvSpPr>
          <p:spPr>
            <a:xfrm>
              <a:off x="8437297" y="392320"/>
              <a:ext cx="164291" cy="78259"/>
            </a:xfrm>
            <a:custGeom>
              <a:avLst/>
              <a:gdLst/>
              <a:ahLst/>
              <a:cxnLst/>
              <a:rect l="l" t="t" r="r" b="b"/>
              <a:pathLst>
                <a:path w="3315" h="1579" extrusionOk="0">
                  <a:moveTo>
                    <a:pt x="389" y="0"/>
                  </a:moveTo>
                  <a:cubicBezTo>
                    <a:pt x="144" y="0"/>
                    <a:pt x="0" y="404"/>
                    <a:pt x="247" y="527"/>
                  </a:cubicBezTo>
                  <a:cubicBezTo>
                    <a:pt x="1085" y="869"/>
                    <a:pt x="1871" y="1330"/>
                    <a:pt x="2742" y="1569"/>
                  </a:cubicBezTo>
                  <a:cubicBezTo>
                    <a:pt x="2767" y="1576"/>
                    <a:pt x="2792" y="1579"/>
                    <a:pt x="2816" y="1579"/>
                  </a:cubicBezTo>
                  <a:cubicBezTo>
                    <a:pt x="3118" y="1579"/>
                    <a:pt x="3315" y="1111"/>
                    <a:pt x="2998" y="937"/>
                  </a:cubicBezTo>
                  <a:cubicBezTo>
                    <a:pt x="2195" y="527"/>
                    <a:pt x="1307" y="322"/>
                    <a:pt x="470" y="15"/>
                  </a:cubicBezTo>
                  <a:cubicBezTo>
                    <a:pt x="442" y="5"/>
                    <a:pt x="415"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68"/>
            <p:cNvSpPr/>
            <p:nvPr/>
          </p:nvSpPr>
          <p:spPr>
            <a:xfrm>
              <a:off x="8664585" y="500315"/>
              <a:ext cx="209193" cy="101851"/>
            </a:xfrm>
            <a:custGeom>
              <a:avLst/>
              <a:gdLst/>
              <a:ahLst/>
              <a:cxnLst/>
              <a:rect l="l" t="t" r="r" b="b"/>
              <a:pathLst>
                <a:path w="4221" h="2055" extrusionOk="0">
                  <a:moveTo>
                    <a:pt x="411" y="1"/>
                  </a:moveTo>
                  <a:cubicBezTo>
                    <a:pt x="147" y="1"/>
                    <a:pt x="1" y="448"/>
                    <a:pt x="275" y="569"/>
                  </a:cubicBezTo>
                  <a:cubicBezTo>
                    <a:pt x="1334" y="1031"/>
                    <a:pt x="2376" y="1492"/>
                    <a:pt x="3401" y="2005"/>
                  </a:cubicBezTo>
                  <a:cubicBezTo>
                    <a:pt x="3471" y="2039"/>
                    <a:pt x="3539" y="2055"/>
                    <a:pt x="3603" y="2055"/>
                  </a:cubicBezTo>
                  <a:cubicBezTo>
                    <a:pt x="3980" y="2055"/>
                    <a:pt x="4221" y="1523"/>
                    <a:pt x="3812" y="1304"/>
                  </a:cubicBezTo>
                  <a:cubicBezTo>
                    <a:pt x="3624" y="1202"/>
                    <a:pt x="3436" y="1082"/>
                    <a:pt x="3231" y="997"/>
                  </a:cubicBezTo>
                  <a:cubicBezTo>
                    <a:pt x="3175" y="963"/>
                    <a:pt x="3106" y="945"/>
                    <a:pt x="3036" y="945"/>
                  </a:cubicBezTo>
                  <a:cubicBezTo>
                    <a:pt x="2998" y="945"/>
                    <a:pt x="2959" y="950"/>
                    <a:pt x="2923" y="962"/>
                  </a:cubicBezTo>
                  <a:cubicBezTo>
                    <a:pt x="2120" y="655"/>
                    <a:pt x="1317" y="347"/>
                    <a:pt x="514" y="23"/>
                  </a:cubicBezTo>
                  <a:cubicBezTo>
                    <a:pt x="478" y="8"/>
                    <a:pt x="444" y="1"/>
                    <a:pt x="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68"/>
            <p:cNvSpPr/>
            <p:nvPr/>
          </p:nvSpPr>
          <p:spPr>
            <a:xfrm>
              <a:off x="8046061" y="32550"/>
              <a:ext cx="155767" cy="82323"/>
            </a:xfrm>
            <a:custGeom>
              <a:avLst/>
              <a:gdLst/>
              <a:ahLst/>
              <a:cxnLst/>
              <a:rect l="l" t="t" r="r" b="b"/>
              <a:pathLst>
                <a:path w="3143" h="1661" extrusionOk="0">
                  <a:moveTo>
                    <a:pt x="432" y="1"/>
                  </a:moveTo>
                  <a:cubicBezTo>
                    <a:pt x="201" y="1"/>
                    <a:pt x="0" y="340"/>
                    <a:pt x="213" y="525"/>
                  </a:cubicBezTo>
                  <a:cubicBezTo>
                    <a:pt x="880" y="1088"/>
                    <a:pt x="1683" y="1481"/>
                    <a:pt x="2537" y="1652"/>
                  </a:cubicBezTo>
                  <a:cubicBezTo>
                    <a:pt x="2564" y="1658"/>
                    <a:pt x="2591" y="1660"/>
                    <a:pt x="2616" y="1660"/>
                  </a:cubicBezTo>
                  <a:cubicBezTo>
                    <a:pt x="3002" y="1660"/>
                    <a:pt x="3142" y="1082"/>
                    <a:pt x="2725" y="986"/>
                  </a:cubicBezTo>
                  <a:cubicBezTo>
                    <a:pt x="1956" y="815"/>
                    <a:pt x="1222" y="508"/>
                    <a:pt x="572" y="46"/>
                  </a:cubicBezTo>
                  <a:cubicBezTo>
                    <a:pt x="526" y="15"/>
                    <a:pt x="479" y="1"/>
                    <a:pt x="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8"/>
            <p:cNvSpPr/>
            <p:nvPr/>
          </p:nvSpPr>
          <p:spPr>
            <a:xfrm>
              <a:off x="8355769" y="186935"/>
              <a:ext cx="177474" cy="75831"/>
            </a:xfrm>
            <a:custGeom>
              <a:avLst/>
              <a:gdLst/>
              <a:ahLst/>
              <a:cxnLst/>
              <a:rect l="l" t="t" r="r" b="b"/>
              <a:pathLst>
                <a:path w="3581" h="1530" extrusionOk="0">
                  <a:moveTo>
                    <a:pt x="411" y="0"/>
                  </a:moveTo>
                  <a:cubicBezTo>
                    <a:pt x="115" y="0"/>
                    <a:pt x="1" y="440"/>
                    <a:pt x="321" y="536"/>
                  </a:cubicBezTo>
                  <a:cubicBezTo>
                    <a:pt x="1209" y="776"/>
                    <a:pt x="2046" y="1083"/>
                    <a:pt x="2866" y="1493"/>
                  </a:cubicBezTo>
                  <a:cubicBezTo>
                    <a:pt x="2921" y="1518"/>
                    <a:pt x="2974" y="1529"/>
                    <a:pt x="3025" y="1529"/>
                  </a:cubicBezTo>
                  <a:cubicBezTo>
                    <a:pt x="3358" y="1529"/>
                    <a:pt x="3581" y="1056"/>
                    <a:pt x="3225" y="878"/>
                  </a:cubicBezTo>
                  <a:cubicBezTo>
                    <a:pt x="2354" y="434"/>
                    <a:pt x="1431" y="143"/>
                    <a:pt x="474" y="7"/>
                  </a:cubicBezTo>
                  <a:cubicBezTo>
                    <a:pt x="452" y="2"/>
                    <a:pt x="431"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68"/>
            <p:cNvSpPr/>
            <p:nvPr/>
          </p:nvSpPr>
          <p:spPr>
            <a:xfrm>
              <a:off x="8603079" y="282590"/>
              <a:ext cx="139065" cy="60119"/>
            </a:xfrm>
            <a:custGeom>
              <a:avLst/>
              <a:gdLst/>
              <a:ahLst/>
              <a:cxnLst/>
              <a:rect l="l" t="t" r="r" b="b"/>
              <a:pathLst>
                <a:path w="2806" h="1213" extrusionOk="0">
                  <a:moveTo>
                    <a:pt x="463" y="1"/>
                  </a:moveTo>
                  <a:cubicBezTo>
                    <a:pt x="187" y="1"/>
                    <a:pt x="0" y="410"/>
                    <a:pt x="303" y="537"/>
                  </a:cubicBezTo>
                  <a:cubicBezTo>
                    <a:pt x="901" y="828"/>
                    <a:pt x="1533" y="1050"/>
                    <a:pt x="2182" y="1203"/>
                  </a:cubicBezTo>
                  <a:cubicBezTo>
                    <a:pt x="2207" y="1209"/>
                    <a:pt x="2232" y="1212"/>
                    <a:pt x="2256" y="1212"/>
                  </a:cubicBezTo>
                  <a:cubicBezTo>
                    <a:pt x="2578" y="1212"/>
                    <a:pt x="2805" y="714"/>
                    <a:pt x="2455" y="571"/>
                  </a:cubicBezTo>
                  <a:cubicBezTo>
                    <a:pt x="1823" y="315"/>
                    <a:pt x="1191" y="127"/>
                    <a:pt x="525" y="7"/>
                  </a:cubicBezTo>
                  <a:cubicBezTo>
                    <a:pt x="504" y="3"/>
                    <a:pt x="483" y="1"/>
                    <a:pt x="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68"/>
            <p:cNvSpPr/>
            <p:nvPr/>
          </p:nvSpPr>
          <p:spPr>
            <a:xfrm>
              <a:off x="8814160" y="392964"/>
              <a:ext cx="162111" cy="79449"/>
            </a:xfrm>
            <a:custGeom>
              <a:avLst/>
              <a:gdLst/>
              <a:ahLst/>
              <a:cxnLst/>
              <a:rect l="l" t="t" r="r" b="b"/>
              <a:pathLst>
                <a:path w="3271" h="1603" extrusionOk="0">
                  <a:moveTo>
                    <a:pt x="389" y="0"/>
                  </a:moveTo>
                  <a:cubicBezTo>
                    <a:pt x="71" y="0"/>
                    <a:pt x="0" y="550"/>
                    <a:pt x="332" y="617"/>
                  </a:cubicBezTo>
                  <a:cubicBezTo>
                    <a:pt x="1101" y="771"/>
                    <a:pt x="1853" y="1095"/>
                    <a:pt x="2502" y="1539"/>
                  </a:cubicBezTo>
                  <a:cubicBezTo>
                    <a:pt x="2574" y="1583"/>
                    <a:pt x="2644" y="1603"/>
                    <a:pt x="2710" y="1603"/>
                  </a:cubicBezTo>
                  <a:cubicBezTo>
                    <a:pt x="3052" y="1603"/>
                    <a:pt x="3271" y="1083"/>
                    <a:pt x="2912" y="839"/>
                  </a:cubicBezTo>
                  <a:cubicBezTo>
                    <a:pt x="2160" y="360"/>
                    <a:pt x="1306" y="70"/>
                    <a:pt x="418" y="2"/>
                  </a:cubicBezTo>
                  <a:cubicBezTo>
                    <a:pt x="408" y="1"/>
                    <a:pt x="398" y="0"/>
                    <a:pt x="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7" name="Google Shape;1727;p68"/>
          <p:cNvGrpSpPr/>
          <p:nvPr/>
        </p:nvGrpSpPr>
        <p:grpSpPr>
          <a:xfrm rot="2279064">
            <a:off x="7618919" y="2680741"/>
            <a:ext cx="2218023" cy="2814973"/>
            <a:chOff x="1154976" y="632775"/>
            <a:chExt cx="2502430" cy="3877954"/>
          </a:xfrm>
        </p:grpSpPr>
        <p:sp>
          <p:nvSpPr>
            <p:cNvPr id="1728" name="Google Shape;1728;p68"/>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68"/>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0" name="Google Shape;1730;p68"/>
          <p:cNvGrpSpPr/>
          <p:nvPr/>
        </p:nvGrpSpPr>
        <p:grpSpPr>
          <a:xfrm rot="-5979512" flipH="1">
            <a:off x="14536" y="370347"/>
            <a:ext cx="1419299" cy="2575807"/>
            <a:chOff x="-751900" y="2850775"/>
            <a:chExt cx="516875" cy="1199900"/>
          </a:xfrm>
        </p:grpSpPr>
        <p:sp>
          <p:nvSpPr>
            <p:cNvPr id="1731" name="Google Shape;1731;p68"/>
            <p:cNvSpPr/>
            <p:nvPr/>
          </p:nvSpPr>
          <p:spPr>
            <a:xfrm>
              <a:off x="-751900" y="2850775"/>
              <a:ext cx="516875" cy="1199900"/>
            </a:xfrm>
            <a:custGeom>
              <a:avLst/>
              <a:gdLst/>
              <a:ahLst/>
              <a:cxnLst/>
              <a:rect l="l" t="t" r="r" b="b"/>
              <a:pathLst>
                <a:path w="20675" h="47996" extrusionOk="0">
                  <a:moveTo>
                    <a:pt x="0" y="0"/>
                  </a:moveTo>
                  <a:lnTo>
                    <a:pt x="0" y="46372"/>
                  </a:lnTo>
                  <a:lnTo>
                    <a:pt x="137" y="46372"/>
                  </a:lnTo>
                  <a:cubicBezTo>
                    <a:pt x="188" y="46355"/>
                    <a:pt x="256" y="46355"/>
                    <a:pt x="325" y="46355"/>
                  </a:cubicBezTo>
                  <a:cubicBezTo>
                    <a:pt x="444" y="46355"/>
                    <a:pt x="581" y="46321"/>
                    <a:pt x="701" y="46253"/>
                  </a:cubicBezTo>
                  <a:cubicBezTo>
                    <a:pt x="735" y="46236"/>
                    <a:pt x="752" y="46218"/>
                    <a:pt x="786" y="46201"/>
                  </a:cubicBezTo>
                  <a:lnTo>
                    <a:pt x="888" y="46201"/>
                  </a:lnTo>
                  <a:cubicBezTo>
                    <a:pt x="1059" y="46201"/>
                    <a:pt x="1230" y="46167"/>
                    <a:pt x="1384" y="46099"/>
                  </a:cubicBezTo>
                  <a:lnTo>
                    <a:pt x="1555" y="46150"/>
                  </a:lnTo>
                  <a:cubicBezTo>
                    <a:pt x="1640" y="46321"/>
                    <a:pt x="1777" y="46458"/>
                    <a:pt x="1965" y="46509"/>
                  </a:cubicBezTo>
                  <a:cubicBezTo>
                    <a:pt x="2027" y="46534"/>
                    <a:pt x="2099" y="46550"/>
                    <a:pt x="2173" y="46550"/>
                  </a:cubicBezTo>
                  <a:cubicBezTo>
                    <a:pt x="2200" y="46550"/>
                    <a:pt x="2228" y="46548"/>
                    <a:pt x="2255" y="46543"/>
                  </a:cubicBezTo>
                  <a:cubicBezTo>
                    <a:pt x="2341" y="46543"/>
                    <a:pt x="2426" y="46526"/>
                    <a:pt x="2512" y="46492"/>
                  </a:cubicBezTo>
                  <a:lnTo>
                    <a:pt x="2529" y="46492"/>
                  </a:lnTo>
                  <a:lnTo>
                    <a:pt x="2580" y="46475"/>
                  </a:lnTo>
                  <a:lnTo>
                    <a:pt x="2717" y="46475"/>
                  </a:lnTo>
                  <a:cubicBezTo>
                    <a:pt x="2785" y="46458"/>
                    <a:pt x="2870" y="46441"/>
                    <a:pt x="2939" y="46406"/>
                  </a:cubicBezTo>
                  <a:cubicBezTo>
                    <a:pt x="3041" y="46560"/>
                    <a:pt x="3212" y="46646"/>
                    <a:pt x="3383" y="46663"/>
                  </a:cubicBezTo>
                  <a:cubicBezTo>
                    <a:pt x="3503" y="46663"/>
                    <a:pt x="3622" y="46680"/>
                    <a:pt x="3759" y="46697"/>
                  </a:cubicBezTo>
                  <a:lnTo>
                    <a:pt x="3930" y="46697"/>
                  </a:lnTo>
                  <a:cubicBezTo>
                    <a:pt x="4049" y="46680"/>
                    <a:pt x="4152" y="46646"/>
                    <a:pt x="4272" y="46594"/>
                  </a:cubicBezTo>
                  <a:lnTo>
                    <a:pt x="4306" y="46594"/>
                  </a:lnTo>
                  <a:cubicBezTo>
                    <a:pt x="4357" y="46594"/>
                    <a:pt x="4408" y="46577"/>
                    <a:pt x="4477" y="46577"/>
                  </a:cubicBezTo>
                  <a:cubicBezTo>
                    <a:pt x="4579" y="46646"/>
                    <a:pt x="4699" y="46697"/>
                    <a:pt x="4835" y="46731"/>
                  </a:cubicBezTo>
                  <a:cubicBezTo>
                    <a:pt x="4887" y="46748"/>
                    <a:pt x="4921" y="46748"/>
                    <a:pt x="4972" y="46748"/>
                  </a:cubicBezTo>
                  <a:cubicBezTo>
                    <a:pt x="5075" y="46787"/>
                    <a:pt x="5177" y="46806"/>
                    <a:pt x="5287" y="46806"/>
                  </a:cubicBezTo>
                  <a:cubicBezTo>
                    <a:pt x="5323" y="46806"/>
                    <a:pt x="5361" y="46804"/>
                    <a:pt x="5399" y="46799"/>
                  </a:cubicBezTo>
                  <a:cubicBezTo>
                    <a:pt x="5502" y="46799"/>
                    <a:pt x="5604" y="46765"/>
                    <a:pt x="5707" y="46731"/>
                  </a:cubicBezTo>
                  <a:cubicBezTo>
                    <a:pt x="5775" y="46714"/>
                    <a:pt x="5826" y="46697"/>
                    <a:pt x="5878" y="46680"/>
                  </a:cubicBezTo>
                  <a:lnTo>
                    <a:pt x="6031" y="46680"/>
                  </a:lnTo>
                  <a:cubicBezTo>
                    <a:pt x="6134" y="46680"/>
                    <a:pt x="6219" y="46663"/>
                    <a:pt x="6322" y="46629"/>
                  </a:cubicBezTo>
                  <a:cubicBezTo>
                    <a:pt x="6459" y="46629"/>
                    <a:pt x="6595" y="46594"/>
                    <a:pt x="6715" y="46526"/>
                  </a:cubicBezTo>
                  <a:cubicBezTo>
                    <a:pt x="6783" y="46543"/>
                    <a:pt x="6869" y="46543"/>
                    <a:pt x="6937" y="46543"/>
                  </a:cubicBezTo>
                  <a:lnTo>
                    <a:pt x="7074" y="46543"/>
                  </a:lnTo>
                  <a:lnTo>
                    <a:pt x="7159" y="46594"/>
                  </a:lnTo>
                  <a:cubicBezTo>
                    <a:pt x="7398" y="46697"/>
                    <a:pt x="7655" y="46765"/>
                    <a:pt x="7911" y="46782"/>
                  </a:cubicBezTo>
                  <a:lnTo>
                    <a:pt x="8048" y="46799"/>
                  </a:lnTo>
                  <a:cubicBezTo>
                    <a:pt x="8065" y="46834"/>
                    <a:pt x="8082" y="46851"/>
                    <a:pt x="8116" y="46868"/>
                  </a:cubicBezTo>
                  <a:cubicBezTo>
                    <a:pt x="8236" y="46987"/>
                    <a:pt x="8389" y="47039"/>
                    <a:pt x="8543" y="47056"/>
                  </a:cubicBezTo>
                  <a:cubicBezTo>
                    <a:pt x="8731" y="47073"/>
                    <a:pt x="8902" y="47141"/>
                    <a:pt x="9056" y="47261"/>
                  </a:cubicBezTo>
                  <a:cubicBezTo>
                    <a:pt x="9175" y="47363"/>
                    <a:pt x="9312" y="47414"/>
                    <a:pt x="9483" y="47432"/>
                  </a:cubicBezTo>
                  <a:lnTo>
                    <a:pt x="9688" y="47432"/>
                  </a:lnTo>
                  <a:cubicBezTo>
                    <a:pt x="9704" y="47433"/>
                    <a:pt x="9720" y="47434"/>
                    <a:pt x="9736" y="47434"/>
                  </a:cubicBezTo>
                  <a:cubicBezTo>
                    <a:pt x="9910" y="47434"/>
                    <a:pt x="10093" y="47352"/>
                    <a:pt x="10218" y="47227"/>
                  </a:cubicBezTo>
                  <a:cubicBezTo>
                    <a:pt x="10252" y="47209"/>
                    <a:pt x="10286" y="47192"/>
                    <a:pt x="10320" y="47175"/>
                  </a:cubicBezTo>
                  <a:cubicBezTo>
                    <a:pt x="10337" y="47158"/>
                    <a:pt x="10371" y="47141"/>
                    <a:pt x="10388" y="47141"/>
                  </a:cubicBezTo>
                  <a:cubicBezTo>
                    <a:pt x="10423" y="47124"/>
                    <a:pt x="10440" y="47124"/>
                    <a:pt x="10457" y="47107"/>
                  </a:cubicBezTo>
                  <a:lnTo>
                    <a:pt x="10559" y="47107"/>
                  </a:lnTo>
                  <a:cubicBezTo>
                    <a:pt x="10616" y="47101"/>
                    <a:pt x="10672" y="47097"/>
                    <a:pt x="10728" y="47097"/>
                  </a:cubicBezTo>
                  <a:cubicBezTo>
                    <a:pt x="10826" y="47097"/>
                    <a:pt x="10923" y="47109"/>
                    <a:pt x="11021" y="47141"/>
                  </a:cubicBezTo>
                  <a:cubicBezTo>
                    <a:pt x="11055" y="47141"/>
                    <a:pt x="11089" y="47158"/>
                    <a:pt x="11123" y="47158"/>
                  </a:cubicBezTo>
                  <a:cubicBezTo>
                    <a:pt x="11157" y="47175"/>
                    <a:pt x="11174" y="47192"/>
                    <a:pt x="11209" y="47209"/>
                  </a:cubicBezTo>
                  <a:cubicBezTo>
                    <a:pt x="11243" y="47227"/>
                    <a:pt x="11277" y="47244"/>
                    <a:pt x="11294" y="47261"/>
                  </a:cubicBezTo>
                  <a:cubicBezTo>
                    <a:pt x="11397" y="47329"/>
                    <a:pt x="11516" y="47380"/>
                    <a:pt x="11636" y="47397"/>
                  </a:cubicBezTo>
                  <a:cubicBezTo>
                    <a:pt x="11755" y="47534"/>
                    <a:pt x="11909" y="47620"/>
                    <a:pt x="12097" y="47654"/>
                  </a:cubicBezTo>
                  <a:lnTo>
                    <a:pt x="12114" y="47654"/>
                  </a:lnTo>
                  <a:cubicBezTo>
                    <a:pt x="12217" y="47773"/>
                    <a:pt x="12370" y="47825"/>
                    <a:pt x="12541" y="47842"/>
                  </a:cubicBezTo>
                  <a:cubicBezTo>
                    <a:pt x="12593" y="47842"/>
                    <a:pt x="12644" y="47842"/>
                    <a:pt x="12695" y="47825"/>
                  </a:cubicBezTo>
                  <a:cubicBezTo>
                    <a:pt x="12798" y="47807"/>
                    <a:pt x="12900" y="47773"/>
                    <a:pt x="12986" y="47739"/>
                  </a:cubicBezTo>
                  <a:cubicBezTo>
                    <a:pt x="13054" y="47705"/>
                    <a:pt x="13105" y="47671"/>
                    <a:pt x="13156" y="47637"/>
                  </a:cubicBezTo>
                  <a:cubicBezTo>
                    <a:pt x="13225" y="47654"/>
                    <a:pt x="13293" y="47654"/>
                    <a:pt x="13361" y="47654"/>
                  </a:cubicBezTo>
                  <a:lnTo>
                    <a:pt x="13464" y="47654"/>
                  </a:lnTo>
                  <a:cubicBezTo>
                    <a:pt x="13515" y="47671"/>
                    <a:pt x="13584" y="47688"/>
                    <a:pt x="13635" y="47688"/>
                  </a:cubicBezTo>
                  <a:lnTo>
                    <a:pt x="13754" y="47688"/>
                  </a:lnTo>
                  <a:cubicBezTo>
                    <a:pt x="13806" y="47671"/>
                    <a:pt x="13874" y="47671"/>
                    <a:pt x="13942" y="47671"/>
                  </a:cubicBezTo>
                  <a:lnTo>
                    <a:pt x="14045" y="47671"/>
                  </a:lnTo>
                  <a:cubicBezTo>
                    <a:pt x="14079" y="47671"/>
                    <a:pt x="14096" y="47688"/>
                    <a:pt x="14130" y="47688"/>
                  </a:cubicBezTo>
                  <a:cubicBezTo>
                    <a:pt x="14267" y="47705"/>
                    <a:pt x="14370" y="47756"/>
                    <a:pt x="14472" y="47842"/>
                  </a:cubicBezTo>
                  <a:cubicBezTo>
                    <a:pt x="14592" y="47927"/>
                    <a:pt x="14728" y="47978"/>
                    <a:pt x="14882" y="47978"/>
                  </a:cubicBezTo>
                  <a:lnTo>
                    <a:pt x="14950" y="47978"/>
                  </a:lnTo>
                  <a:cubicBezTo>
                    <a:pt x="15002" y="47995"/>
                    <a:pt x="15053" y="47995"/>
                    <a:pt x="15104" y="47995"/>
                  </a:cubicBezTo>
                  <a:cubicBezTo>
                    <a:pt x="15190" y="47995"/>
                    <a:pt x="15275" y="47978"/>
                    <a:pt x="15361" y="47944"/>
                  </a:cubicBezTo>
                  <a:cubicBezTo>
                    <a:pt x="15429" y="47944"/>
                    <a:pt x="15480" y="47961"/>
                    <a:pt x="15531" y="47978"/>
                  </a:cubicBezTo>
                  <a:cubicBezTo>
                    <a:pt x="15583" y="47978"/>
                    <a:pt x="15634" y="47995"/>
                    <a:pt x="15685" y="47995"/>
                  </a:cubicBezTo>
                  <a:cubicBezTo>
                    <a:pt x="15788" y="47995"/>
                    <a:pt x="15907" y="47961"/>
                    <a:pt x="16010" y="47910"/>
                  </a:cubicBezTo>
                  <a:cubicBezTo>
                    <a:pt x="16078" y="47859"/>
                    <a:pt x="16146" y="47842"/>
                    <a:pt x="16232" y="47842"/>
                  </a:cubicBezTo>
                  <a:lnTo>
                    <a:pt x="16283" y="47842"/>
                  </a:lnTo>
                  <a:cubicBezTo>
                    <a:pt x="16437" y="47842"/>
                    <a:pt x="16608" y="47773"/>
                    <a:pt x="16727" y="47654"/>
                  </a:cubicBezTo>
                  <a:lnTo>
                    <a:pt x="16779" y="47602"/>
                  </a:lnTo>
                  <a:lnTo>
                    <a:pt x="16813" y="47568"/>
                  </a:lnTo>
                  <a:cubicBezTo>
                    <a:pt x="16813" y="47568"/>
                    <a:pt x="16830" y="47568"/>
                    <a:pt x="16830" y="47551"/>
                  </a:cubicBezTo>
                  <a:lnTo>
                    <a:pt x="16847" y="47534"/>
                  </a:lnTo>
                  <a:lnTo>
                    <a:pt x="16864" y="47534"/>
                  </a:lnTo>
                  <a:lnTo>
                    <a:pt x="16898" y="47517"/>
                  </a:lnTo>
                  <a:cubicBezTo>
                    <a:pt x="16984" y="47483"/>
                    <a:pt x="17052" y="47432"/>
                    <a:pt x="17120" y="47363"/>
                  </a:cubicBezTo>
                  <a:cubicBezTo>
                    <a:pt x="17257" y="47329"/>
                    <a:pt x="17394" y="47244"/>
                    <a:pt x="17479" y="47124"/>
                  </a:cubicBezTo>
                  <a:cubicBezTo>
                    <a:pt x="17496" y="47107"/>
                    <a:pt x="17496" y="47090"/>
                    <a:pt x="17513" y="47073"/>
                  </a:cubicBezTo>
                  <a:cubicBezTo>
                    <a:pt x="17650" y="47056"/>
                    <a:pt x="17770" y="47004"/>
                    <a:pt x="17872" y="46919"/>
                  </a:cubicBezTo>
                  <a:cubicBezTo>
                    <a:pt x="17889" y="46902"/>
                    <a:pt x="17923" y="46868"/>
                    <a:pt x="17941" y="46851"/>
                  </a:cubicBezTo>
                  <a:cubicBezTo>
                    <a:pt x="18111" y="46731"/>
                    <a:pt x="18214" y="46543"/>
                    <a:pt x="18197" y="46338"/>
                  </a:cubicBezTo>
                  <a:lnTo>
                    <a:pt x="18197" y="46287"/>
                  </a:lnTo>
                  <a:cubicBezTo>
                    <a:pt x="18197" y="46287"/>
                    <a:pt x="18197" y="46270"/>
                    <a:pt x="18197" y="46253"/>
                  </a:cubicBezTo>
                  <a:cubicBezTo>
                    <a:pt x="18214" y="46048"/>
                    <a:pt x="18128" y="45825"/>
                    <a:pt x="17958" y="45672"/>
                  </a:cubicBezTo>
                  <a:cubicBezTo>
                    <a:pt x="17941" y="45638"/>
                    <a:pt x="17923" y="45603"/>
                    <a:pt x="17906" y="45569"/>
                  </a:cubicBezTo>
                  <a:cubicBezTo>
                    <a:pt x="17889" y="45552"/>
                    <a:pt x="17872" y="45535"/>
                    <a:pt x="17872" y="45518"/>
                  </a:cubicBezTo>
                  <a:lnTo>
                    <a:pt x="17838" y="45450"/>
                  </a:lnTo>
                  <a:lnTo>
                    <a:pt x="17838" y="45381"/>
                  </a:lnTo>
                  <a:cubicBezTo>
                    <a:pt x="17821" y="45262"/>
                    <a:pt x="17838" y="45125"/>
                    <a:pt x="17889" y="45005"/>
                  </a:cubicBezTo>
                  <a:cubicBezTo>
                    <a:pt x="17889" y="44988"/>
                    <a:pt x="17906" y="44954"/>
                    <a:pt x="17906" y="44920"/>
                  </a:cubicBezTo>
                  <a:cubicBezTo>
                    <a:pt x="17923" y="44903"/>
                    <a:pt x="17941" y="44886"/>
                    <a:pt x="17958" y="44869"/>
                  </a:cubicBezTo>
                  <a:cubicBezTo>
                    <a:pt x="17975" y="44834"/>
                    <a:pt x="17992" y="44817"/>
                    <a:pt x="18009" y="44783"/>
                  </a:cubicBezTo>
                  <a:cubicBezTo>
                    <a:pt x="18094" y="44698"/>
                    <a:pt x="18146" y="44595"/>
                    <a:pt x="18163" y="44493"/>
                  </a:cubicBezTo>
                  <a:cubicBezTo>
                    <a:pt x="18299" y="44390"/>
                    <a:pt x="18402" y="44254"/>
                    <a:pt x="18436" y="44100"/>
                  </a:cubicBezTo>
                  <a:lnTo>
                    <a:pt x="18453" y="44083"/>
                  </a:lnTo>
                  <a:cubicBezTo>
                    <a:pt x="18624" y="43929"/>
                    <a:pt x="18709" y="43690"/>
                    <a:pt x="18658" y="43450"/>
                  </a:cubicBezTo>
                  <a:cubicBezTo>
                    <a:pt x="18641" y="43348"/>
                    <a:pt x="18624" y="43245"/>
                    <a:pt x="18590" y="43143"/>
                  </a:cubicBezTo>
                  <a:cubicBezTo>
                    <a:pt x="18573" y="43092"/>
                    <a:pt x="18556" y="43040"/>
                    <a:pt x="18521" y="42989"/>
                  </a:cubicBezTo>
                  <a:cubicBezTo>
                    <a:pt x="18556" y="42904"/>
                    <a:pt x="18556" y="42818"/>
                    <a:pt x="18573" y="42716"/>
                  </a:cubicBezTo>
                  <a:cubicBezTo>
                    <a:pt x="18607" y="42613"/>
                    <a:pt x="18624" y="42511"/>
                    <a:pt x="18607" y="42408"/>
                  </a:cubicBezTo>
                  <a:cubicBezTo>
                    <a:pt x="18607" y="42357"/>
                    <a:pt x="18607" y="42306"/>
                    <a:pt x="18607" y="42254"/>
                  </a:cubicBezTo>
                  <a:cubicBezTo>
                    <a:pt x="18607" y="42220"/>
                    <a:pt x="18607" y="42203"/>
                    <a:pt x="18607" y="42169"/>
                  </a:cubicBezTo>
                  <a:cubicBezTo>
                    <a:pt x="18624" y="42135"/>
                    <a:pt x="18641" y="42118"/>
                    <a:pt x="18641" y="42084"/>
                  </a:cubicBezTo>
                  <a:cubicBezTo>
                    <a:pt x="18675" y="41981"/>
                    <a:pt x="18744" y="41879"/>
                    <a:pt x="18829" y="41810"/>
                  </a:cubicBezTo>
                  <a:cubicBezTo>
                    <a:pt x="18966" y="41691"/>
                    <a:pt x="19051" y="41520"/>
                    <a:pt x="19068" y="41349"/>
                  </a:cubicBezTo>
                  <a:cubicBezTo>
                    <a:pt x="19137" y="41212"/>
                    <a:pt x="19154" y="41058"/>
                    <a:pt x="19137" y="40922"/>
                  </a:cubicBezTo>
                  <a:cubicBezTo>
                    <a:pt x="19137" y="40888"/>
                    <a:pt x="19154" y="40853"/>
                    <a:pt x="19188" y="40802"/>
                  </a:cubicBezTo>
                  <a:cubicBezTo>
                    <a:pt x="19273" y="40631"/>
                    <a:pt x="19290" y="40443"/>
                    <a:pt x="19239" y="40272"/>
                  </a:cubicBezTo>
                  <a:cubicBezTo>
                    <a:pt x="19222" y="40221"/>
                    <a:pt x="19222" y="40170"/>
                    <a:pt x="19239" y="40119"/>
                  </a:cubicBezTo>
                  <a:lnTo>
                    <a:pt x="19239" y="40102"/>
                  </a:lnTo>
                  <a:cubicBezTo>
                    <a:pt x="19307" y="39914"/>
                    <a:pt x="19273" y="39726"/>
                    <a:pt x="19188" y="39572"/>
                  </a:cubicBezTo>
                  <a:lnTo>
                    <a:pt x="19137" y="39521"/>
                  </a:lnTo>
                  <a:cubicBezTo>
                    <a:pt x="19137" y="39504"/>
                    <a:pt x="19119" y="39504"/>
                    <a:pt x="19119" y="39486"/>
                  </a:cubicBezTo>
                  <a:cubicBezTo>
                    <a:pt x="19119" y="39486"/>
                    <a:pt x="19102" y="39469"/>
                    <a:pt x="19102" y="39469"/>
                  </a:cubicBezTo>
                  <a:lnTo>
                    <a:pt x="19102" y="39452"/>
                  </a:lnTo>
                  <a:lnTo>
                    <a:pt x="19102" y="39418"/>
                  </a:lnTo>
                  <a:cubicBezTo>
                    <a:pt x="19085" y="39350"/>
                    <a:pt x="19051" y="39264"/>
                    <a:pt x="19000" y="39213"/>
                  </a:cubicBezTo>
                  <a:lnTo>
                    <a:pt x="19000" y="39196"/>
                  </a:lnTo>
                  <a:lnTo>
                    <a:pt x="19034" y="39162"/>
                  </a:lnTo>
                  <a:cubicBezTo>
                    <a:pt x="19154" y="39042"/>
                    <a:pt x="19222" y="38871"/>
                    <a:pt x="19222" y="38701"/>
                  </a:cubicBezTo>
                  <a:cubicBezTo>
                    <a:pt x="19290" y="38564"/>
                    <a:pt x="19325" y="38410"/>
                    <a:pt x="19290" y="38273"/>
                  </a:cubicBezTo>
                  <a:lnTo>
                    <a:pt x="19290" y="38256"/>
                  </a:lnTo>
                  <a:lnTo>
                    <a:pt x="19290" y="38188"/>
                  </a:lnTo>
                  <a:lnTo>
                    <a:pt x="19290" y="38085"/>
                  </a:lnTo>
                  <a:cubicBezTo>
                    <a:pt x="19325" y="37966"/>
                    <a:pt x="19342" y="37846"/>
                    <a:pt x="19325" y="37727"/>
                  </a:cubicBezTo>
                  <a:cubicBezTo>
                    <a:pt x="19393" y="37573"/>
                    <a:pt x="19393" y="37385"/>
                    <a:pt x="19342" y="37231"/>
                  </a:cubicBezTo>
                  <a:cubicBezTo>
                    <a:pt x="19307" y="37163"/>
                    <a:pt x="19273" y="37111"/>
                    <a:pt x="19239" y="37060"/>
                  </a:cubicBezTo>
                  <a:lnTo>
                    <a:pt x="19290" y="37026"/>
                  </a:lnTo>
                  <a:lnTo>
                    <a:pt x="19393" y="36958"/>
                  </a:lnTo>
                  <a:cubicBezTo>
                    <a:pt x="19495" y="36906"/>
                    <a:pt x="19564" y="36838"/>
                    <a:pt x="19615" y="36736"/>
                  </a:cubicBezTo>
                  <a:cubicBezTo>
                    <a:pt x="19718" y="36548"/>
                    <a:pt x="19735" y="36308"/>
                    <a:pt x="19649" y="36103"/>
                  </a:cubicBezTo>
                  <a:cubicBezTo>
                    <a:pt x="19598" y="35950"/>
                    <a:pt x="19512" y="35813"/>
                    <a:pt x="19427" y="35693"/>
                  </a:cubicBezTo>
                  <a:lnTo>
                    <a:pt x="19393" y="35642"/>
                  </a:lnTo>
                  <a:cubicBezTo>
                    <a:pt x="19393" y="35488"/>
                    <a:pt x="19359" y="35317"/>
                    <a:pt x="19307" y="35164"/>
                  </a:cubicBezTo>
                  <a:cubicBezTo>
                    <a:pt x="19359" y="35061"/>
                    <a:pt x="19393" y="34924"/>
                    <a:pt x="19393" y="34805"/>
                  </a:cubicBezTo>
                  <a:cubicBezTo>
                    <a:pt x="19393" y="34651"/>
                    <a:pt x="19359" y="34514"/>
                    <a:pt x="19307" y="34378"/>
                  </a:cubicBezTo>
                  <a:cubicBezTo>
                    <a:pt x="19273" y="34326"/>
                    <a:pt x="19256" y="34292"/>
                    <a:pt x="19222" y="34241"/>
                  </a:cubicBezTo>
                  <a:lnTo>
                    <a:pt x="19222" y="34224"/>
                  </a:lnTo>
                  <a:cubicBezTo>
                    <a:pt x="19325" y="33899"/>
                    <a:pt x="19205" y="33540"/>
                    <a:pt x="18949" y="33335"/>
                  </a:cubicBezTo>
                  <a:cubicBezTo>
                    <a:pt x="19085" y="33216"/>
                    <a:pt x="19171" y="33045"/>
                    <a:pt x="19188" y="32857"/>
                  </a:cubicBezTo>
                  <a:lnTo>
                    <a:pt x="19188" y="32840"/>
                  </a:lnTo>
                  <a:lnTo>
                    <a:pt x="19188" y="32669"/>
                  </a:lnTo>
                  <a:cubicBezTo>
                    <a:pt x="19359" y="32532"/>
                    <a:pt x="19461" y="32344"/>
                    <a:pt x="19478" y="32122"/>
                  </a:cubicBezTo>
                  <a:cubicBezTo>
                    <a:pt x="19478" y="32088"/>
                    <a:pt x="19478" y="32037"/>
                    <a:pt x="19478" y="31986"/>
                  </a:cubicBezTo>
                  <a:cubicBezTo>
                    <a:pt x="19564" y="31866"/>
                    <a:pt x="19615" y="31729"/>
                    <a:pt x="19615" y="31576"/>
                  </a:cubicBezTo>
                  <a:cubicBezTo>
                    <a:pt x="19598" y="31507"/>
                    <a:pt x="19581" y="31456"/>
                    <a:pt x="19564" y="31388"/>
                  </a:cubicBezTo>
                  <a:cubicBezTo>
                    <a:pt x="19581" y="31251"/>
                    <a:pt x="19615" y="31114"/>
                    <a:pt x="19666" y="30978"/>
                  </a:cubicBezTo>
                  <a:cubicBezTo>
                    <a:pt x="19700" y="30875"/>
                    <a:pt x="19700" y="30773"/>
                    <a:pt x="19700" y="30670"/>
                  </a:cubicBezTo>
                  <a:cubicBezTo>
                    <a:pt x="19718" y="30636"/>
                    <a:pt x="19735" y="30619"/>
                    <a:pt x="19735" y="30619"/>
                  </a:cubicBezTo>
                  <a:cubicBezTo>
                    <a:pt x="19854" y="30448"/>
                    <a:pt x="19888" y="30243"/>
                    <a:pt x="19837" y="30055"/>
                  </a:cubicBezTo>
                  <a:cubicBezTo>
                    <a:pt x="19923" y="29918"/>
                    <a:pt x="19940" y="29764"/>
                    <a:pt x="19923" y="29611"/>
                  </a:cubicBezTo>
                  <a:cubicBezTo>
                    <a:pt x="19871" y="29423"/>
                    <a:pt x="19752" y="29235"/>
                    <a:pt x="19564" y="29149"/>
                  </a:cubicBezTo>
                  <a:cubicBezTo>
                    <a:pt x="19564" y="29098"/>
                    <a:pt x="19547" y="29047"/>
                    <a:pt x="19530" y="28996"/>
                  </a:cubicBezTo>
                  <a:cubicBezTo>
                    <a:pt x="19547" y="28927"/>
                    <a:pt x="19564" y="28859"/>
                    <a:pt x="19581" y="28791"/>
                  </a:cubicBezTo>
                  <a:cubicBezTo>
                    <a:pt x="19683" y="28654"/>
                    <a:pt x="19718" y="28466"/>
                    <a:pt x="19666" y="28295"/>
                  </a:cubicBezTo>
                  <a:cubicBezTo>
                    <a:pt x="19649" y="28192"/>
                    <a:pt x="19649" y="28090"/>
                    <a:pt x="19666" y="27987"/>
                  </a:cubicBezTo>
                  <a:cubicBezTo>
                    <a:pt x="19700" y="27782"/>
                    <a:pt x="19632" y="27577"/>
                    <a:pt x="19495" y="27424"/>
                  </a:cubicBezTo>
                  <a:cubicBezTo>
                    <a:pt x="19495" y="27355"/>
                    <a:pt x="19478" y="27287"/>
                    <a:pt x="19461" y="27219"/>
                  </a:cubicBezTo>
                  <a:lnTo>
                    <a:pt x="19461" y="27082"/>
                  </a:lnTo>
                  <a:cubicBezTo>
                    <a:pt x="19461" y="27014"/>
                    <a:pt x="19478" y="26945"/>
                    <a:pt x="19512" y="26877"/>
                  </a:cubicBezTo>
                  <a:cubicBezTo>
                    <a:pt x="19547" y="26809"/>
                    <a:pt x="19564" y="26723"/>
                    <a:pt x="19581" y="26638"/>
                  </a:cubicBezTo>
                  <a:lnTo>
                    <a:pt x="19581" y="26552"/>
                  </a:lnTo>
                  <a:lnTo>
                    <a:pt x="19598" y="26210"/>
                  </a:lnTo>
                  <a:cubicBezTo>
                    <a:pt x="19718" y="26108"/>
                    <a:pt x="19786" y="25937"/>
                    <a:pt x="19803" y="25766"/>
                  </a:cubicBezTo>
                  <a:cubicBezTo>
                    <a:pt x="19940" y="25595"/>
                    <a:pt x="19991" y="25373"/>
                    <a:pt x="19974" y="25151"/>
                  </a:cubicBezTo>
                  <a:cubicBezTo>
                    <a:pt x="19974" y="25117"/>
                    <a:pt x="19974" y="25083"/>
                    <a:pt x="19974" y="25049"/>
                  </a:cubicBezTo>
                  <a:cubicBezTo>
                    <a:pt x="20076" y="24758"/>
                    <a:pt x="20076" y="24451"/>
                    <a:pt x="19974" y="24160"/>
                  </a:cubicBezTo>
                  <a:cubicBezTo>
                    <a:pt x="20008" y="23904"/>
                    <a:pt x="19940" y="23630"/>
                    <a:pt x="19803" y="23408"/>
                  </a:cubicBezTo>
                  <a:cubicBezTo>
                    <a:pt x="19803" y="23357"/>
                    <a:pt x="19820" y="23306"/>
                    <a:pt x="19820" y="23237"/>
                  </a:cubicBezTo>
                  <a:cubicBezTo>
                    <a:pt x="19923" y="23084"/>
                    <a:pt x="19991" y="22930"/>
                    <a:pt x="20025" y="22742"/>
                  </a:cubicBezTo>
                  <a:cubicBezTo>
                    <a:pt x="20093" y="22520"/>
                    <a:pt x="20093" y="22298"/>
                    <a:pt x="20059" y="22076"/>
                  </a:cubicBezTo>
                  <a:lnTo>
                    <a:pt x="20230" y="22076"/>
                  </a:lnTo>
                  <a:cubicBezTo>
                    <a:pt x="20384" y="22059"/>
                    <a:pt x="20521" y="22007"/>
                    <a:pt x="20657" y="21922"/>
                  </a:cubicBezTo>
                  <a:lnTo>
                    <a:pt x="20674" y="0"/>
                  </a:lnTo>
                  <a:close/>
                </a:path>
              </a:pathLst>
            </a:custGeom>
            <a:solidFill>
              <a:schemeClr val="accent4"/>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2" name="Google Shape;1732;p68"/>
            <p:cNvGrpSpPr/>
            <p:nvPr/>
          </p:nvGrpSpPr>
          <p:grpSpPr>
            <a:xfrm>
              <a:off x="-751900" y="2916975"/>
              <a:ext cx="516875" cy="1126000"/>
              <a:chOff x="-751900" y="2916975"/>
              <a:chExt cx="516875" cy="1126000"/>
            </a:xfrm>
          </p:grpSpPr>
          <p:sp>
            <p:nvSpPr>
              <p:cNvPr id="1733" name="Google Shape;1733;p68"/>
              <p:cNvSpPr/>
              <p:nvPr/>
            </p:nvSpPr>
            <p:spPr>
              <a:xfrm>
                <a:off x="-751900" y="2916975"/>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68"/>
              <p:cNvSpPr/>
              <p:nvPr/>
            </p:nvSpPr>
            <p:spPr>
              <a:xfrm>
                <a:off x="-751900" y="2987025"/>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68"/>
              <p:cNvSpPr/>
              <p:nvPr/>
            </p:nvSpPr>
            <p:spPr>
              <a:xfrm>
                <a:off x="-751900" y="3057500"/>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68"/>
              <p:cNvSpPr/>
              <p:nvPr/>
            </p:nvSpPr>
            <p:spPr>
              <a:xfrm>
                <a:off x="-751900" y="3128000"/>
                <a:ext cx="516875"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68"/>
              <p:cNvSpPr/>
              <p:nvPr/>
            </p:nvSpPr>
            <p:spPr>
              <a:xfrm>
                <a:off x="-751900" y="3198475"/>
                <a:ext cx="516875"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68"/>
              <p:cNvSpPr/>
              <p:nvPr/>
            </p:nvSpPr>
            <p:spPr>
              <a:xfrm>
                <a:off x="-751900" y="3268525"/>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68"/>
              <p:cNvSpPr/>
              <p:nvPr/>
            </p:nvSpPr>
            <p:spPr>
              <a:xfrm>
                <a:off x="-751900" y="3339000"/>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68"/>
              <p:cNvSpPr/>
              <p:nvPr/>
            </p:nvSpPr>
            <p:spPr>
              <a:xfrm>
                <a:off x="-751900" y="3409475"/>
                <a:ext cx="499922"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68"/>
              <p:cNvSpPr/>
              <p:nvPr/>
            </p:nvSpPr>
            <p:spPr>
              <a:xfrm>
                <a:off x="-751900" y="3479975"/>
                <a:ext cx="499922"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68"/>
              <p:cNvSpPr/>
              <p:nvPr/>
            </p:nvSpPr>
            <p:spPr>
              <a:xfrm>
                <a:off x="-751900" y="3550450"/>
                <a:ext cx="489946"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68"/>
              <p:cNvSpPr/>
              <p:nvPr/>
            </p:nvSpPr>
            <p:spPr>
              <a:xfrm>
                <a:off x="-751900" y="3620925"/>
                <a:ext cx="489946"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68"/>
              <p:cNvSpPr/>
              <p:nvPr/>
            </p:nvSpPr>
            <p:spPr>
              <a:xfrm>
                <a:off x="-751900" y="3690975"/>
                <a:ext cx="478471"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68"/>
              <p:cNvSpPr/>
              <p:nvPr/>
            </p:nvSpPr>
            <p:spPr>
              <a:xfrm>
                <a:off x="-751900" y="3761475"/>
                <a:ext cx="489946"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68"/>
              <p:cNvSpPr/>
              <p:nvPr/>
            </p:nvSpPr>
            <p:spPr>
              <a:xfrm>
                <a:off x="-751900" y="3831950"/>
                <a:ext cx="478471"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68"/>
              <p:cNvSpPr/>
              <p:nvPr/>
            </p:nvSpPr>
            <p:spPr>
              <a:xfrm>
                <a:off x="-751900" y="3902425"/>
                <a:ext cx="462603"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68"/>
              <p:cNvSpPr/>
              <p:nvPr/>
            </p:nvSpPr>
            <p:spPr>
              <a:xfrm>
                <a:off x="-751900" y="3972475"/>
                <a:ext cx="442290" cy="49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68"/>
              <p:cNvSpPr/>
              <p:nvPr/>
            </p:nvSpPr>
            <p:spPr>
              <a:xfrm>
                <a:off x="-273450" y="2916975"/>
                <a:ext cx="11500" cy="590362"/>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68"/>
              <p:cNvSpPr/>
              <p:nvPr/>
            </p:nvSpPr>
            <p:spPr>
              <a:xfrm>
                <a:off x="-327325" y="2916975"/>
                <a:ext cx="25" cy="1126000"/>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68"/>
              <p:cNvSpPr/>
              <p:nvPr/>
            </p:nvSpPr>
            <p:spPr>
              <a:xfrm>
                <a:off x="-393100" y="2916975"/>
                <a:ext cx="25" cy="1126000"/>
              </a:xfrm>
              <a:custGeom>
                <a:avLst/>
                <a:gdLst/>
                <a:ahLst/>
                <a:cxnLst/>
                <a:rect l="l" t="t" r="r" b="b"/>
                <a:pathLst>
                  <a:path w="1" h="45040" fill="none" extrusionOk="0">
                    <a:moveTo>
                      <a:pt x="0" y="45040"/>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68"/>
              <p:cNvSpPr/>
              <p:nvPr/>
            </p:nvSpPr>
            <p:spPr>
              <a:xfrm>
                <a:off x="-458450" y="2916975"/>
                <a:ext cx="25" cy="1126000"/>
              </a:xfrm>
              <a:custGeom>
                <a:avLst/>
                <a:gdLst/>
                <a:ahLst/>
                <a:cxnLst/>
                <a:rect l="l" t="t" r="r" b="b"/>
                <a:pathLst>
                  <a:path w="1" h="45040" fill="none" extrusionOk="0">
                    <a:moveTo>
                      <a:pt x="0" y="45040"/>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68"/>
              <p:cNvSpPr/>
              <p:nvPr/>
            </p:nvSpPr>
            <p:spPr>
              <a:xfrm>
                <a:off x="-523800" y="2916975"/>
                <a:ext cx="25" cy="1093233"/>
              </a:xfrm>
              <a:custGeom>
                <a:avLst/>
                <a:gdLst/>
                <a:ahLst/>
                <a:cxnLst/>
                <a:rect l="l" t="t" r="r" b="b"/>
                <a:pathLst>
                  <a:path w="1" h="45040" fill="none" extrusionOk="0">
                    <a:moveTo>
                      <a:pt x="0" y="45040"/>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68"/>
              <p:cNvSpPr/>
              <p:nvPr/>
            </p:nvSpPr>
            <p:spPr>
              <a:xfrm>
                <a:off x="-589600" y="2916975"/>
                <a:ext cx="25" cy="1093233"/>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68"/>
              <p:cNvSpPr/>
              <p:nvPr/>
            </p:nvSpPr>
            <p:spPr>
              <a:xfrm>
                <a:off x="-654950" y="2916975"/>
                <a:ext cx="25" cy="1093233"/>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56" name="Google Shape;1756;p68"/>
          <p:cNvSpPr/>
          <p:nvPr/>
        </p:nvSpPr>
        <p:spPr>
          <a:xfrm rot="16200000" flipH="1">
            <a:off x="1675629" y="-234172"/>
            <a:ext cx="767119" cy="3797714"/>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68"/>
          <p:cNvSpPr txBox="1">
            <a:spLocks noGrp="1"/>
          </p:cNvSpPr>
          <p:nvPr>
            <p:ph type="title" idx="6"/>
          </p:nvPr>
        </p:nvSpPr>
        <p:spPr>
          <a:xfrm flipH="1">
            <a:off x="2198979" y="354996"/>
            <a:ext cx="4587047" cy="48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400" b="1" dirty="0">
                <a:latin typeface="+mj-lt"/>
              </a:rPr>
              <a:t>4</a:t>
            </a:r>
            <a:r>
              <a:rPr lang="vi-VN" sz="2400" b="1" dirty="0" smtClean="0">
                <a:latin typeface="+mj-lt"/>
              </a:rPr>
              <a:t>. XÂY DỰNG NỘI QUY LỚP HỌC – TẬP THỂ LỚP</a:t>
            </a:r>
            <a:endParaRPr sz="2400" b="1" dirty="0">
              <a:latin typeface="+mj-lt"/>
            </a:endParaRPr>
          </a:p>
        </p:txBody>
      </p:sp>
      <p:sp>
        <p:nvSpPr>
          <p:cNvPr id="12" name="TextBox 11"/>
          <p:cNvSpPr txBox="1"/>
          <p:nvPr/>
        </p:nvSpPr>
        <p:spPr>
          <a:xfrm>
            <a:off x="220009" y="1418950"/>
            <a:ext cx="3706333" cy="461665"/>
          </a:xfrm>
          <a:prstGeom prst="rect">
            <a:avLst/>
          </a:prstGeom>
          <a:noFill/>
        </p:spPr>
        <p:txBody>
          <a:bodyPr wrap="square" rtlCol="0">
            <a:spAutoFit/>
          </a:bodyPr>
          <a:lstStyle/>
          <a:p>
            <a:r>
              <a:rPr lang="vi-VN" sz="2400" b="1" dirty="0" smtClean="0">
                <a:solidFill>
                  <a:srgbClr val="FF0000"/>
                </a:solidFill>
                <a:latin typeface="Times New Roman" panose="02020603050405020304" pitchFamily="18" charset="0"/>
                <a:cs typeface="Times New Roman" panose="02020603050405020304" pitchFamily="18" charset="0"/>
              </a:rPr>
              <a:t>4.1. Trước khi vào lớp học</a:t>
            </a:r>
          </a:p>
        </p:txBody>
      </p:sp>
      <p:graphicFrame>
        <p:nvGraphicFramePr>
          <p:cNvPr id="3" name="Diagram 2"/>
          <p:cNvGraphicFramePr/>
          <p:nvPr>
            <p:extLst>
              <p:ext uri="{D42A27DB-BD31-4B8C-83A1-F6EECF244321}">
                <p14:modId xmlns:p14="http://schemas.microsoft.com/office/powerpoint/2010/main" val="1821729590"/>
              </p:ext>
            </p:extLst>
          </p:nvPr>
        </p:nvGraphicFramePr>
        <p:xfrm>
          <a:off x="748194" y="2116579"/>
          <a:ext cx="7847165" cy="30952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an 4"/>
          <p:cNvSpPr/>
          <p:nvPr/>
        </p:nvSpPr>
        <p:spPr>
          <a:xfrm>
            <a:off x="6987598" y="137992"/>
            <a:ext cx="1132261" cy="1015264"/>
          </a:xfrm>
          <a:prstGeom prst="can">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endParaRPr lang="vi-VN" sz="1200" dirty="0" smtClean="0">
              <a:solidFill>
                <a:schemeClr val="bg2"/>
              </a:solidFill>
              <a:latin typeface="+mj-lt"/>
            </a:endParaRPr>
          </a:p>
          <a:p>
            <a:pPr algn="just"/>
            <a:r>
              <a:rPr lang="vi-VN" sz="1200" dirty="0" smtClean="0">
                <a:solidFill>
                  <a:schemeClr val="bg2"/>
                </a:solidFill>
                <a:latin typeface="+mj-lt"/>
              </a:rPr>
              <a:t>Học </a:t>
            </a:r>
            <a:r>
              <a:rPr lang="vi-VN" sz="1200" dirty="0">
                <a:solidFill>
                  <a:schemeClr val="bg2"/>
                </a:solidFill>
                <a:latin typeface="+mj-lt"/>
              </a:rPr>
              <a:t>trực tuyến qua ứng dụng zoom.</a:t>
            </a:r>
            <a:endParaRPr lang="en-US" sz="1200" dirty="0">
              <a:solidFill>
                <a:schemeClr val="bg2"/>
              </a:solidFill>
              <a:latin typeface="+mj-lt"/>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Left)">
                                      <p:cBhvr>
                                        <p:cTn id="7" dur="500"/>
                                        <p:tgtEl>
                                          <p:spTgt spid="12"/>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756"/>
                                        </p:tgtEl>
                                        <p:attrNameLst>
                                          <p:attrName>style.visibility</p:attrName>
                                        </p:attrNameLst>
                                      </p:cBhvr>
                                      <p:to>
                                        <p:strVal val="visible"/>
                                      </p:to>
                                    </p:set>
                                    <p:animEffect transition="in" filter="strips(downLeft)">
                                      <p:cBhvr>
                                        <p:cTn id="10" dur="500"/>
                                        <p:tgtEl>
                                          <p:spTgt spid="1756"/>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ircle(in)">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6" grpId="0" animBg="1"/>
      <p:bldP spid="12" grpId="0"/>
      <p:bldGraphic spid="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690" name="Google Shape;1690;p68"/>
          <p:cNvSpPr/>
          <p:nvPr/>
        </p:nvSpPr>
        <p:spPr>
          <a:xfrm rot="5400000">
            <a:off x="4016309" y="-1918250"/>
            <a:ext cx="942060" cy="5127748"/>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endParaRPr/>
          </a:p>
        </p:txBody>
      </p:sp>
      <p:grpSp>
        <p:nvGrpSpPr>
          <p:cNvPr id="1709" name="Google Shape;1709;p68"/>
          <p:cNvGrpSpPr/>
          <p:nvPr/>
        </p:nvGrpSpPr>
        <p:grpSpPr>
          <a:xfrm rot="-2178502">
            <a:off x="6133929" y="1174687"/>
            <a:ext cx="1290354" cy="820059"/>
            <a:chOff x="7685850" y="32550"/>
            <a:chExt cx="1290421" cy="820102"/>
          </a:xfrm>
        </p:grpSpPr>
        <p:sp>
          <p:nvSpPr>
            <p:cNvPr id="1710" name="Google Shape;1710;p68"/>
            <p:cNvSpPr/>
            <p:nvPr/>
          </p:nvSpPr>
          <p:spPr>
            <a:xfrm>
              <a:off x="7685850" y="397672"/>
              <a:ext cx="148531" cy="61160"/>
            </a:xfrm>
            <a:custGeom>
              <a:avLst/>
              <a:gdLst/>
              <a:ahLst/>
              <a:cxnLst/>
              <a:rect l="l" t="t" r="r" b="b"/>
              <a:pathLst>
                <a:path w="2997" h="1234" extrusionOk="0">
                  <a:moveTo>
                    <a:pt x="231" y="0"/>
                  </a:moveTo>
                  <a:cubicBezTo>
                    <a:pt x="53" y="0"/>
                    <a:pt x="1" y="287"/>
                    <a:pt x="203" y="334"/>
                  </a:cubicBezTo>
                  <a:cubicBezTo>
                    <a:pt x="972" y="693"/>
                    <a:pt x="1775" y="983"/>
                    <a:pt x="2595" y="1222"/>
                  </a:cubicBezTo>
                  <a:cubicBezTo>
                    <a:pt x="2623" y="1230"/>
                    <a:pt x="2649" y="1233"/>
                    <a:pt x="2674" y="1233"/>
                  </a:cubicBezTo>
                  <a:cubicBezTo>
                    <a:pt x="2934" y="1233"/>
                    <a:pt x="2997" y="853"/>
                    <a:pt x="2731" y="744"/>
                  </a:cubicBezTo>
                  <a:cubicBezTo>
                    <a:pt x="1928" y="436"/>
                    <a:pt x="1125" y="197"/>
                    <a:pt x="288" y="9"/>
                  </a:cubicBezTo>
                  <a:cubicBezTo>
                    <a:pt x="268" y="3"/>
                    <a:pt x="249" y="0"/>
                    <a:pt x="231"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1" name="Google Shape;1711;p68"/>
            <p:cNvSpPr/>
            <p:nvPr/>
          </p:nvSpPr>
          <p:spPr>
            <a:xfrm>
              <a:off x="7911750" y="507105"/>
              <a:ext cx="136340" cy="55262"/>
            </a:xfrm>
            <a:custGeom>
              <a:avLst/>
              <a:gdLst/>
              <a:ahLst/>
              <a:cxnLst/>
              <a:rect l="l" t="t" r="r" b="b"/>
              <a:pathLst>
                <a:path w="2751" h="1115" extrusionOk="0">
                  <a:moveTo>
                    <a:pt x="313" y="1"/>
                  </a:moveTo>
                  <a:cubicBezTo>
                    <a:pt x="76" y="1"/>
                    <a:pt x="0" y="353"/>
                    <a:pt x="241" y="450"/>
                  </a:cubicBezTo>
                  <a:cubicBezTo>
                    <a:pt x="907" y="655"/>
                    <a:pt x="1557" y="928"/>
                    <a:pt x="2240" y="1099"/>
                  </a:cubicBezTo>
                  <a:cubicBezTo>
                    <a:pt x="2275" y="1110"/>
                    <a:pt x="2308" y="1115"/>
                    <a:pt x="2339" y="1115"/>
                  </a:cubicBezTo>
                  <a:cubicBezTo>
                    <a:pt x="2643" y="1115"/>
                    <a:pt x="2750" y="628"/>
                    <a:pt x="2394" y="535"/>
                  </a:cubicBezTo>
                  <a:cubicBezTo>
                    <a:pt x="1744" y="313"/>
                    <a:pt x="1044" y="176"/>
                    <a:pt x="360" y="5"/>
                  </a:cubicBezTo>
                  <a:cubicBezTo>
                    <a:pt x="344" y="2"/>
                    <a:pt x="328" y="1"/>
                    <a:pt x="313"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2" name="Google Shape;1712;p68"/>
            <p:cNvSpPr/>
            <p:nvPr/>
          </p:nvSpPr>
          <p:spPr>
            <a:xfrm>
              <a:off x="8149198" y="577880"/>
              <a:ext cx="137331" cy="63985"/>
            </a:xfrm>
            <a:custGeom>
              <a:avLst/>
              <a:gdLst/>
              <a:ahLst/>
              <a:cxnLst/>
              <a:rect l="l" t="t" r="r" b="b"/>
              <a:pathLst>
                <a:path w="2771" h="1291" extrusionOk="0">
                  <a:moveTo>
                    <a:pt x="321" y="0"/>
                  </a:moveTo>
                  <a:cubicBezTo>
                    <a:pt x="119" y="0"/>
                    <a:pt x="1" y="330"/>
                    <a:pt x="217" y="423"/>
                  </a:cubicBezTo>
                  <a:cubicBezTo>
                    <a:pt x="900" y="730"/>
                    <a:pt x="1584" y="1038"/>
                    <a:pt x="2284" y="1277"/>
                  </a:cubicBezTo>
                  <a:cubicBezTo>
                    <a:pt x="2311" y="1286"/>
                    <a:pt x="2338" y="1291"/>
                    <a:pt x="2363" y="1291"/>
                  </a:cubicBezTo>
                  <a:cubicBezTo>
                    <a:pt x="2612" y="1291"/>
                    <a:pt x="2770" y="873"/>
                    <a:pt x="2507" y="764"/>
                  </a:cubicBezTo>
                  <a:cubicBezTo>
                    <a:pt x="1806" y="474"/>
                    <a:pt x="1105" y="235"/>
                    <a:pt x="388" y="13"/>
                  </a:cubicBezTo>
                  <a:cubicBezTo>
                    <a:pt x="365" y="4"/>
                    <a:pt x="342" y="0"/>
                    <a:pt x="321"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3" name="Google Shape;1713;p68"/>
            <p:cNvSpPr/>
            <p:nvPr/>
          </p:nvSpPr>
          <p:spPr>
            <a:xfrm>
              <a:off x="8377526" y="679878"/>
              <a:ext cx="140651" cy="62003"/>
            </a:xfrm>
            <a:custGeom>
              <a:avLst/>
              <a:gdLst/>
              <a:ahLst/>
              <a:cxnLst/>
              <a:rect l="l" t="t" r="r" b="b"/>
              <a:pathLst>
                <a:path w="2838" h="1251" extrusionOk="0">
                  <a:moveTo>
                    <a:pt x="418" y="0"/>
                  </a:moveTo>
                  <a:cubicBezTo>
                    <a:pt x="182" y="0"/>
                    <a:pt x="1" y="371"/>
                    <a:pt x="274" y="483"/>
                  </a:cubicBezTo>
                  <a:cubicBezTo>
                    <a:pt x="924" y="774"/>
                    <a:pt x="1624" y="1013"/>
                    <a:pt x="2308" y="1235"/>
                  </a:cubicBezTo>
                  <a:cubicBezTo>
                    <a:pt x="2344" y="1246"/>
                    <a:pt x="2378" y="1250"/>
                    <a:pt x="2410" y="1250"/>
                  </a:cubicBezTo>
                  <a:cubicBezTo>
                    <a:pt x="2741" y="1250"/>
                    <a:pt x="2837" y="728"/>
                    <a:pt x="2479" y="603"/>
                  </a:cubicBezTo>
                  <a:cubicBezTo>
                    <a:pt x="1812" y="381"/>
                    <a:pt x="1146" y="176"/>
                    <a:pt x="462" y="5"/>
                  </a:cubicBezTo>
                  <a:cubicBezTo>
                    <a:pt x="447" y="2"/>
                    <a:pt x="433" y="0"/>
                    <a:pt x="418"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4" name="Google Shape;1714;p68"/>
            <p:cNvSpPr/>
            <p:nvPr/>
          </p:nvSpPr>
          <p:spPr>
            <a:xfrm>
              <a:off x="8587616" y="783214"/>
              <a:ext cx="142485" cy="69437"/>
            </a:xfrm>
            <a:custGeom>
              <a:avLst/>
              <a:gdLst/>
              <a:ahLst/>
              <a:cxnLst/>
              <a:rect l="l" t="t" r="r" b="b"/>
              <a:pathLst>
                <a:path w="2875" h="1401" extrusionOk="0">
                  <a:moveTo>
                    <a:pt x="332" y="1"/>
                  </a:moveTo>
                  <a:cubicBezTo>
                    <a:pt x="115" y="1"/>
                    <a:pt x="0" y="343"/>
                    <a:pt x="256" y="449"/>
                  </a:cubicBezTo>
                  <a:cubicBezTo>
                    <a:pt x="905" y="825"/>
                    <a:pt x="1589" y="1132"/>
                    <a:pt x="2289" y="1388"/>
                  </a:cubicBezTo>
                  <a:cubicBezTo>
                    <a:pt x="2319" y="1397"/>
                    <a:pt x="2347" y="1401"/>
                    <a:pt x="2375" y="1401"/>
                  </a:cubicBezTo>
                  <a:cubicBezTo>
                    <a:pt x="2686" y="1401"/>
                    <a:pt x="2875" y="913"/>
                    <a:pt x="2545" y="756"/>
                  </a:cubicBezTo>
                  <a:cubicBezTo>
                    <a:pt x="1879" y="449"/>
                    <a:pt x="1161" y="192"/>
                    <a:pt x="427" y="21"/>
                  </a:cubicBezTo>
                  <a:cubicBezTo>
                    <a:pt x="394" y="7"/>
                    <a:pt x="362" y="1"/>
                    <a:pt x="332"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5" name="Google Shape;1715;p68"/>
            <p:cNvSpPr/>
            <p:nvPr/>
          </p:nvSpPr>
          <p:spPr>
            <a:xfrm>
              <a:off x="7896683" y="331904"/>
              <a:ext cx="202552" cy="93971"/>
            </a:xfrm>
            <a:custGeom>
              <a:avLst/>
              <a:gdLst/>
              <a:ahLst/>
              <a:cxnLst/>
              <a:rect l="l" t="t" r="r" b="b"/>
              <a:pathLst>
                <a:path w="4087" h="1896" extrusionOk="0">
                  <a:moveTo>
                    <a:pt x="382" y="0"/>
                  </a:moveTo>
                  <a:cubicBezTo>
                    <a:pt x="78" y="0"/>
                    <a:pt x="0" y="497"/>
                    <a:pt x="323" y="636"/>
                  </a:cubicBezTo>
                  <a:cubicBezTo>
                    <a:pt x="1382" y="1063"/>
                    <a:pt x="2441" y="1558"/>
                    <a:pt x="3535" y="1883"/>
                  </a:cubicBezTo>
                  <a:cubicBezTo>
                    <a:pt x="3565" y="1892"/>
                    <a:pt x="3594" y="1896"/>
                    <a:pt x="3622" y="1896"/>
                  </a:cubicBezTo>
                  <a:cubicBezTo>
                    <a:pt x="3914" y="1896"/>
                    <a:pt x="4086" y="1442"/>
                    <a:pt x="3774" y="1302"/>
                  </a:cubicBezTo>
                  <a:cubicBezTo>
                    <a:pt x="2732" y="789"/>
                    <a:pt x="1587" y="414"/>
                    <a:pt x="494" y="21"/>
                  </a:cubicBezTo>
                  <a:cubicBezTo>
                    <a:pt x="454" y="7"/>
                    <a:pt x="417" y="0"/>
                    <a:pt x="382"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6" name="Google Shape;1716;p68"/>
            <p:cNvSpPr/>
            <p:nvPr/>
          </p:nvSpPr>
          <p:spPr>
            <a:xfrm>
              <a:off x="8209662" y="472759"/>
              <a:ext cx="172717" cy="67108"/>
            </a:xfrm>
            <a:custGeom>
              <a:avLst/>
              <a:gdLst/>
              <a:ahLst/>
              <a:cxnLst/>
              <a:rect l="l" t="t" r="r" b="b"/>
              <a:pathLst>
                <a:path w="3485" h="1354" extrusionOk="0">
                  <a:moveTo>
                    <a:pt x="328" y="1"/>
                  </a:moveTo>
                  <a:cubicBezTo>
                    <a:pt x="71" y="1"/>
                    <a:pt x="0" y="401"/>
                    <a:pt x="278" y="493"/>
                  </a:cubicBezTo>
                  <a:cubicBezTo>
                    <a:pt x="1133" y="784"/>
                    <a:pt x="1987" y="1194"/>
                    <a:pt x="2893" y="1348"/>
                  </a:cubicBezTo>
                  <a:cubicBezTo>
                    <a:pt x="2913" y="1352"/>
                    <a:pt x="2934" y="1354"/>
                    <a:pt x="2954" y="1354"/>
                  </a:cubicBezTo>
                  <a:cubicBezTo>
                    <a:pt x="3252" y="1354"/>
                    <a:pt x="3485" y="909"/>
                    <a:pt x="3149" y="750"/>
                  </a:cubicBezTo>
                  <a:cubicBezTo>
                    <a:pt x="2295" y="374"/>
                    <a:pt x="1321" y="237"/>
                    <a:pt x="415" y="15"/>
                  </a:cubicBezTo>
                  <a:cubicBezTo>
                    <a:pt x="384" y="5"/>
                    <a:pt x="355" y="1"/>
                    <a:pt x="328"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7" name="Google Shape;1717;p68"/>
            <p:cNvSpPr/>
            <p:nvPr/>
          </p:nvSpPr>
          <p:spPr>
            <a:xfrm>
              <a:off x="8468967" y="557064"/>
              <a:ext cx="123950" cy="56749"/>
            </a:xfrm>
            <a:custGeom>
              <a:avLst/>
              <a:gdLst/>
              <a:ahLst/>
              <a:cxnLst/>
              <a:rect l="l" t="t" r="r" b="b"/>
              <a:pathLst>
                <a:path w="2501" h="1145" extrusionOk="0">
                  <a:moveTo>
                    <a:pt x="349" y="0"/>
                  </a:moveTo>
                  <a:cubicBezTo>
                    <a:pt x="148" y="0"/>
                    <a:pt x="1" y="304"/>
                    <a:pt x="224" y="415"/>
                  </a:cubicBezTo>
                  <a:cubicBezTo>
                    <a:pt x="770" y="655"/>
                    <a:pt x="1300" y="996"/>
                    <a:pt x="1864" y="1133"/>
                  </a:cubicBezTo>
                  <a:cubicBezTo>
                    <a:pt x="1893" y="1141"/>
                    <a:pt x="1922" y="1145"/>
                    <a:pt x="1950" y="1145"/>
                  </a:cubicBezTo>
                  <a:cubicBezTo>
                    <a:pt x="2281" y="1145"/>
                    <a:pt x="2501" y="624"/>
                    <a:pt x="2154" y="467"/>
                  </a:cubicBezTo>
                  <a:cubicBezTo>
                    <a:pt x="1590" y="227"/>
                    <a:pt x="975" y="159"/>
                    <a:pt x="394" y="5"/>
                  </a:cubicBezTo>
                  <a:cubicBezTo>
                    <a:pt x="379" y="2"/>
                    <a:pt x="364" y="0"/>
                    <a:pt x="349"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8" name="Google Shape;1718;p68"/>
            <p:cNvSpPr/>
            <p:nvPr/>
          </p:nvSpPr>
          <p:spPr>
            <a:xfrm>
              <a:off x="8636137" y="643153"/>
              <a:ext cx="141989" cy="81382"/>
            </a:xfrm>
            <a:custGeom>
              <a:avLst/>
              <a:gdLst/>
              <a:ahLst/>
              <a:cxnLst/>
              <a:rect l="l" t="t" r="r" b="b"/>
              <a:pathLst>
                <a:path w="2865" h="1642" extrusionOk="0">
                  <a:moveTo>
                    <a:pt x="387" y="0"/>
                  </a:moveTo>
                  <a:cubicBezTo>
                    <a:pt x="150" y="0"/>
                    <a:pt x="1" y="382"/>
                    <a:pt x="251" y="507"/>
                  </a:cubicBezTo>
                  <a:cubicBezTo>
                    <a:pt x="610" y="678"/>
                    <a:pt x="951" y="848"/>
                    <a:pt x="1293" y="1053"/>
                  </a:cubicBezTo>
                  <a:cubicBezTo>
                    <a:pt x="1327" y="1105"/>
                    <a:pt x="1361" y="1139"/>
                    <a:pt x="1413" y="1173"/>
                  </a:cubicBezTo>
                  <a:lnTo>
                    <a:pt x="2130" y="1583"/>
                  </a:lnTo>
                  <a:cubicBezTo>
                    <a:pt x="2198" y="1624"/>
                    <a:pt x="2265" y="1642"/>
                    <a:pt x="2328" y="1642"/>
                  </a:cubicBezTo>
                  <a:cubicBezTo>
                    <a:pt x="2657" y="1642"/>
                    <a:pt x="2865" y="1149"/>
                    <a:pt x="2506" y="934"/>
                  </a:cubicBezTo>
                  <a:cubicBezTo>
                    <a:pt x="1874" y="558"/>
                    <a:pt x="1173" y="233"/>
                    <a:pt x="456" y="11"/>
                  </a:cubicBezTo>
                  <a:cubicBezTo>
                    <a:pt x="432" y="4"/>
                    <a:pt x="409" y="0"/>
                    <a:pt x="387"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19" name="Google Shape;1719;p68"/>
            <p:cNvSpPr/>
            <p:nvPr/>
          </p:nvSpPr>
          <p:spPr>
            <a:xfrm>
              <a:off x="7867492" y="150160"/>
              <a:ext cx="150861" cy="72857"/>
            </a:xfrm>
            <a:custGeom>
              <a:avLst/>
              <a:gdLst/>
              <a:ahLst/>
              <a:cxnLst/>
              <a:rect l="l" t="t" r="r" b="b"/>
              <a:pathLst>
                <a:path w="3044" h="1470" extrusionOk="0">
                  <a:moveTo>
                    <a:pt x="419" y="0"/>
                  </a:moveTo>
                  <a:cubicBezTo>
                    <a:pt x="158" y="0"/>
                    <a:pt x="0" y="420"/>
                    <a:pt x="280" y="544"/>
                  </a:cubicBezTo>
                  <a:cubicBezTo>
                    <a:pt x="1031" y="868"/>
                    <a:pt x="1783" y="1176"/>
                    <a:pt x="2552" y="1449"/>
                  </a:cubicBezTo>
                  <a:cubicBezTo>
                    <a:pt x="2590" y="1463"/>
                    <a:pt x="2626" y="1469"/>
                    <a:pt x="2659" y="1469"/>
                  </a:cubicBezTo>
                  <a:cubicBezTo>
                    <a:pt x="2954" y="1469"/>
                    <a:pt x="3044" y="972"/>
                    <a:pt x="2706" y="834"/>
                  </a:cubicBezTo>
                  <a:cubicBezTo>
                    <a:pt x="1988" y="544"/>
                    <a:pt x="1253" y="253"/>
                    <a:pt x="502" y="14"/>
                  </a:cubicBezTo>
                  <a:cubicBezTo>
                    <a:pt x="473" y="5"/>
                    <a:pt x="445" y="0"/>
                    <a:pt x="419"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0" name="Google Shape;1720;p68"/>
            <p:cNvSpPr/>
            <p:nvPr/>
          </p:nvSpPr>
          <p:spPr>
            <a:xfrm>
              <a:off x="8160696" y="292155"/>
              <a:ext cx="178020" cy="81332"/>
            </a:xfrm>
            <a:custGeom>
              <a:avLst/>
              <a:gdLst/>
              <a:ahLst/>
              <a:cxnLst/>
              <a:rect l="l" t="t" r="r" b="b"/>
              <a:pathLst>
                <a:path w="3592" h="1641" extrusionOk="0">
                  <a:moveTo>
                    <a:pt x="316" y="1"/>
                  </a:moveTo>
                  <a:cubicBezTo>
                    <a:pt x="67" y="1"/>
                    <a:pt x="1" y="408"/>
                    <a:pt x="275" y="515"/>
                  </a:cubicBezTo>
                  <a:cubicBezTo>
                    <a:pt x="1198" y="874"/>
                    <a:pt x="2104" y="1318"/>
                    <a:pt x="3060" y="1626"/>
                  </a:cubicBezTo>
                  <a:cubicBezTo>
                    <a:pt x="3096" y="1636"/>
                    <a:pt x="3130" y="1641"/>
                    <a:pt x="3162" y="1641"/>
                  </a:cubicBezTo>
                  <a:cubicBezTo>
                    <a:pt x="3493" y="1641"/>
                    <a:pt x="3591" y="1117"/>
                    <a:pt x="3248" y="976"/>
                  </a:cubicBezTo>
                  <a:cubicBezTo>
                    <a:pt x="2326" y="600"/>
                    <a:pt x="1352" y="327"/>
                    <a:pt x="412" y="19"/>
                  </a:cubicBezTo>
                  <a:cubicBezTo>
                    <a:pt x="378" y="7"/>
                    <a:pt x="345" y="1"/>
                    <a:pt x="316"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1" name="Google Shape;1721;p68"/>
            <p:cNvSpPr/>
            <p:nvPr/>
          </p:nvSpPr>
          <p:spPr>
            <a:xfrm>
              <a:off x="8437297" y="392320"/>
              <a:ext cx="164291" cy="78259"/>
            </a:xfrm>
            <a:custGeom>
              <a:avLst/>
              <a:gdLst/>
              <a:ahLst/>
              <a:cxnLst/>
              <a:rect l="l" t="t" r="r" b="b"/>
              <a:pathLst>
                <a:path w="3315" h="1579" extrusionOk="0">
                  <a:moveTo>
                    <a:pt x="389" y="0"/>
                  </a:moveTo>
                  <a:cubicBezTo>
                    <a:pt x="144" y="0"/>
                    <a:pt x="0" y="404"/>
                    <a:pt x="247" y="527"/>
                  </a:cubicBezTo>
                  <a:cubicBezTo>
                    <a:pt x="1085" y="869"/>
                    <a:pt x="1871" y="1330"/>
                    <a:pt x="2742" y="1569"/>
                  </a:cubicBezTo>
                  <a:cubicBezTo>
                    <a:pt x="2767" y="1576"/>
                    <a:pt x="2792" y="1579"/>
                    <a:pt x="2816" y="1579"/>
                  </a:cubicBezTo>
                  <a:cubicBezTo>
                    <a:pt x="3118" y="1579"/>
                    <a:pt x="3315" y="1111"/>
                    <a:pt x="2998" y="937"/>
                  </a:cubicBezTo>
                  <a:cubicBezTo>
                    <a:pt x="2195" y="527"/>
                    <a:pt x="1307" y="322"/>
                    <a:pt x="470" y="15"/>
                  </a:cubicBezTo>
                  <a:cubicBezTo>
                    <a:pt x="442" y="5"/>
                    <a:pt x="415" y="0"/>
                    <a:pt x="389"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2" name="Google Shape;1722;p68"/>
            <p:cNvSpPr/>
            <p:nvPr/>
          </p:nvSpPr>
          <p:spPr>
            <a:xfrm>
              <a:off x="8664585" y="500315"/>
              <a:ext cx="209193" cy="101851"/>
            </a:xfrm>
            <a:custGeom>
              <a:avLst/>
              <a:gdLst/>
              <a:ahLst/>
              <a:cxnLst/>
              <a:rect l="l" t="t" r="r" b="b"/>
              <a:pathLst>
                <a:path w="4221" h="2055" extrusionOk="0">
                  <a:moveTo>
                    <a:pt x="411" y="1"/>
                  </a:moveTo>
                  <a:cubicBezTo>
                    <a:pt x="147" y="1"/>
                    <a:pt x="1" y="448"/>
                    <a:pt x="275" y="569"/>
                  </a:cubicBezTo>
                  <a:cubicBezTo>
                    <a:pt x="1334" y="1031"/>
                    <a:pt x="2376" y="1492"/>
                    <a:pt x="3401" y="2005"/>
                  </a:cubicBezTo>
                  <a:cubicBezTo>
                    <a:pt x="3471" y="2039"/>
                    <a:pt x="3539" y="2055"/>
                    <a:pt x="3603" y="2055"/>
                  </a:cubicBezTo>
                  <a:cubicBezTo>
                    <a:pt x="3980" y="2055"/>
                    <a:pt x="4221" y="1523"/>
                    <a:pt x="3812" y="1304"/>
                  </a:cubicBezTo>
                  <a:cubicBezTo>
                    <a:pt x="3624" y="1202"/>
                    <a:pt x="3436" y="1082"/>
                    <a:pt x="3231" y="997"/>
                  </a:cubicBezTo>
                  <a:cubicBezTo>
                    <a:pt x="3175" y="963"/>
                    <a:pt x="3106" y="945"/>
                    <a:pt x="3036" y="945"/>
                  </a:cubicBezTo>
                  <a:cubicBezTo>
                    <a:pt x="2998" y="945"/>
                    <a:pt x="2959" y="950"/>
                    <a:pt x="2923" y="962"/>
                  </a:cubicBezTo>
                  <a:cubicBezTo>
                    <a:pt x="2120" y="655"/>
                    <a:pt x="1317" y="347"/>
                    <a:pt x="514" y="23"/>
                  </a:cubicBezTo>
                  <a:cubicBezTo>
                    <a:pt x="478" y="8"/>
                    <a:pt x="444" y="1"/>
                    <a:pt x="411"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3" name="Google Shape;1723;p68"/>
            <p:cNvSpPr/>
            <p:nvPr/>
          </p:nvSpPr>
          <p:spPr>
            <a:xfrm>
              <a:off x="8046061" y="32550"/>
              <a:ext cx="155767" cy="82323"/>
            </a:xfrm>
            <a:custGeom>
              <a:avLst/>
              <a:gdLst/>
              <a:ahLst/>
              <a:cxnLst/>
              <a:rect l="l" t="t" r="r" b="b"/>
              <a:pathLst>
                <a:path w="3143" h="1661" extrusionOk="0">
                  <a:moveTo>
                    <a:pt x="432" y="1"/>
                  </a:moveTo>
                  <a:cubicBezTo>
                    <a:pt x="201" y="1"/>
                    <a:pt x="0" y="340"/>
                    <a:pt x="213" y="525"/>
                  </a:cubicBezTo>
                  <a:cubicBezTo>
                    <a:pt x="880" y="1088"/>
                    <a:pt x="1683" y="1481"/>
                    <a:pt x="2537" y="1652"/>
                  </a:cubicBezTo>
                  <a:cubicBezTo>
                    <a:pt x="2564" y="1658"/>
                    <a:pt x="2591" y="1660"/>
                    <a:pt x="2616" y="1660"/>
                  </a:cubicBezTo>
                  <a:cubicBezTo>
                    <a:pt x="3002" y="1660"/>
                    <a:pt x="3142" y="1082"/>
                    <a:pt x="2725" y="986"/>
                  </a:cubicBezTo>
                  <a:cubicBezTo>
                    <a:pt x="1956" y="815"/>
                    <a:pt x="1222" y="508"/>
                    <a:pt x="572" y="46"/>
                  </a:cubicBezTo>
                  <a:cubicBezTo>
                    <a:pt x="526" y="15"/>
                    <a:pt x="479" y="1"/>
                    <a:pt x="432"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4" name="Google Shape;1724;p68"/>
            <p:cNvSpPr/>
            <p:nvPr/>
          </p:nvSpPr>
          <p:spPr>
            <a:xfrm>
              <a:off x="8355769" y="186935"/>
              <a:ext cx="177474" cy="75831"/>
            </a:xfrm>
            <a:custGeom>
              <a:avLst/>
              <a:gdLst/>
              <a:ahLst/>
              <a:cxnLst/>
              <a:rect l="l" t="t" r="r" b="b"/>
              <a:pathLst>
                <a:path w="3581" h="1530" extrusionOk="0">
                  <a:moveTo>
                    <a:pt x="411" y="0"/>
                  </a:moveTo>
                  <a:cubicBezTo>
                    <a:pt x="115" y="0"/>
                    <a:pt x="1" y="440"/>
                    <a:pt x="321" y="536"/>
                  </a:cubicBezTo>
                  <a:cubicBezTo>
                    <a:pt x="1209" y="776"/>
                    <a:pt x="2046" y="1083"/>
                    <a:pt x="2866" y="1493"/>
                  </a:cubicBezTo>
                  <a:cubicBezTo>
                    <a:pt x="2921" y="1518"/>
                    <a:pt x="2974" y="1529"/>
                    <a:pt x="3025" y="1529"/>
                  </a:cubicBezTo>
                  <a:cubicBezTo>
                    <a:pt x="3358" y="1529"/>
                    <a:pt x="3581" y="1056"/>
                    <a:pt x="3225" y="878"/>
                  </a:cubicBezTo>
                  <a:cubicBezTo>
                    <a:pt x="2354" y="434"/>
                    <a:pt x="1431" y="143"/>
                    <a:pt x="474" y="7"/>
                  </a:cubicBezTo>
                  <a:cubicBezTo>
                    <a:pt x="452" y="2"/>
                    <a:pt x="431" y="0"/>
                    <a:pt x="411"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5" name="Google Shape;1725;p68"/>
            <p:cNvSpPr/>
            <p:nvPr/>
          </p:nvSpPr>
          <p:spPr>
            <a:xfrm>
              <a:off x="8603079" y="282590"/>
              <a:ext cx="139065" cy="60119"/>
            </a:xfrm>
            <a:custGeom>
              <a:avLst/>
              <a:gdLst/>
              <a:ahLst/>
              <a:cxnLst/>
              <a:rect l="l" t="t" r="r" b="b"/>
              <a:pathLst>
                <a:path w="2806" h="1213" extrusionOk="0">
                  <a:moveTo>
                    <a:pt x="463" y="1"/>
                  </a:moveTo>
                  <a:cubicBezTo>
                    <a:pt x="187" y="1"/>
                    <a:pt x="0" y="410"/>
                    <a:pt x="303" y="537"/>
                  </a:cubicBezTo>
                  <a:cubicBezTo>
                    <a:pt x="901" y="828"/>
                    <a:pt x="1533" y="1050"/>
                    <a:pt x="2182" y="1203"/>
                  </a:cubicBezTo>
                  <a:cubicBezTo>
                    <a:pt x="2207" y="1209"/>
                    <a:pt x="2232" y="1212"/>
                    <a:pt x="2256" y="1212"/>
                  </a:cubicBezTo>
                  <a:cubicBezTo>
                    <a:pt x="2578" y="1212"/>
                    <a:pt x="2805" y="714"/>
                    <a:pt x="2455" y="571"/>
                  </a:cubicBezTo>
                  <a:cubicBezTo>
                    <a:pt x="1823" y="315"/>
                    <a:pt x="1191" y="127"/>
                    <a:pt x="525" y="7"/>
                  </a:cubicBezTo>
                  <a:cubicBezTo>
                    <a:pt x="504" y="3"/>
                    <a:pt x="483" y="1"/>
                    <a:pt x="463" y="1"/>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sp>
          <p:nvSpPr>
            <p:cNvPr id="1726" name="Google Shape;1726;p68"/>
            <p:cNvSpPr/>
            <p:nvPr/>
          </p:nvSpPr>
          <p:spPr>
            <a:xfrm>
              <a:off x="8814160" y="392964"/>
              <a:ext cx="162111" cy="79449"/>
            </a:xfrm>
            <a:custGeom>
              <a:avLst/>
              <a:gdLst/>
              <a:ahLst/>
              <a:cxnLst/>
              <a:rect l="l" t="t" r="r" b="b"/>
              <a:pathLst>
                <a:path w="3271" h="1603" extrusionOk="0">
                  <a:moveTo>
                    <a:pt x="389" y="0"/>
                  </a:moveTo>
                  <a:cubicBezTo>
                    <a:pt x="71" y="0"/>
                    <a:pt x="0" y="550"/>
                    <a:pt x="332" y="617"/>
                  </a:cubicBezTo>
                  <a:cubicBezTo>
                    <a:pt x="1101" y="771"/>
                    <a:pt x="1853" y="1095"/>
                    <a:pt x="2502" y="1539"/>
                  </a:cubicBezTo>
                  <a:cubicBezTo>
                    <a:pt x="2574" y="1583"/>
                    <a:pt x="2644" y="1603"/>
                    <a:pt x="2710" y="1603"/>
                  </a:cubicBezTo>
                  <a:cubicBezTo>
                    <a:pt x="3052" y="1603"/>
                    <a:pt x="3271" y="1083"/>
                    <a:pt x="2912" y="839"/>
                  </a:cubicBezTo>
                  <a:cubicBezTo>
                    <a:pt x="2160" y="360"/>
                    <a:pt x="1306" y="70"/>
                    <a:pt x="418" y="2"/>
                  </a:cubicBezTo>
                  <a:cubicBezTo>
                    <a:pt x="408" y="1"/>
                    <a:pt x="398" y="0"/>
                    <a:pt x="389" y="0"/>
                  </a:cubicBezTo>
                  <a:close/>
                </a:path>
              </a:pathLst>
            </a:custGeom>
            <a:solidFill>
              <a:schemeClr val="dk2"/>
            </a:solidFill>
            <a:ln>
              <a:noFill/>
            </a:ln>
          </p:spPr>
          <p:txBody>
            <a:bodyPr spcFirstLastPara="1" wrap="square" lIns="91425" tIns="91425" rIns="91425" bIns="91425" anchor="ctr" anchorCtr="0">
              <a:noAutofit/>
            </a:bodyPr>
            <a:lstStyle/>
            <a:p>
              <a:endParaRPr sz="2800"/>
            </a:p>
          </p:txBody>
        </p:sp>
      </p:grpSp>
      <p:grpSp>
        <p:nvGrpSpPr>
          <p:cNvPr id="1727" name="Google Shape;1727;p68"/>
          <p:cNvGrpSpPr/>
          <p:nvPr/>
        </p:nvGrpSpPr>
        <p:grpSpPr>
          <a:xfrm rot="2279064">
            <a:off x="7618919" y="2680741"/>
            <a:ext cx="2218023" cy="2814973"/>
            <a:chOff x="1154976" y="632775"/>
            <a:chExt cx="2502430" cy="3877954"/>
          </a:xfrm>
        </p:grpSpPr>
        <p:sp>
          <p:nvSpPr>
            <p:cNvPr id="1728" name="Google Shape;1728;p68"/>
            <p:cNvSpPr/>
            <p:nvPr/>
          </p:nvSpPr>
          <p:spPr>
            <a:xfrm rot="5400000">
              <a:off x="467214" y="1320537"/>
              <a:ext cx="3877954" cy="2502430"/>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endParaRPr/>
            </a:p>
          </p:txBody>
        </p:sp>
        <p:sp>
          <p:nvSpPr>
            <p:cNvPr id="1729" name="Google Shape;1729;p68"/>
            <p:cNvSpPr/>
            <p:nvPr/>
          </p:nvSpPr>
          <p:spPr>
            <a:xfrm rot="5400000">
              <a:off x="623338" y="1471580"/>
              <a:ext cx="3565807" cy="2200423"/>
            </a:xfrm>
            <a:custGeom>
              <a:avLst/>
              <a:gdLst/>
              <a:ahLst/>
              <a:cxnLst/>
              <a:rect l="l" t="t" r="r" b="b"/>
              <a:pathLst>
                <a:path w="40991" h="56266" extrusionOk="0">
                  <a:moveTo>
                    <a:pt x="40922" y="0"/>
                  </a:moveTo>
                  <a:lnTo>
                    <a:pt x="1" y="52"/>
                  </a:lnTo>
                  <a:lnTo>
                    <a:pt x="69" y="56265"/>
                  </a:lnTo>
                  <a:lnTo>
                    <a:pt x="40990" y="56214"/>
                  </a:lnTo>
                  <a:lnTo>
                    <a:pt x="40922" y="0"/>
                  </a:lnTo>
                  <a:close/>
                </a:path>
              </a:pathLst>
            </a:custGeom>
            <a:solidFill>
              <a:schemeClr val="accent1"/>
            </a:solidFill>
            <a:ln>
              <a:noFill/>
            </a:ln>
          </p:spPr>
          <p:txBody>
            <a:bodyPr spcFirstLastPara="1" wrap="square" lIns="91425" tIns="91425" rIns="91425" bIns="91425" anchor="ctr" anchorCtr="0">
              <a:noAutofit/>
            </a:bodyPr>
            <a:lstStyle/>
            <a:p>
              <a:endParaRPr/>
            </a:p>
          </p:txBody>
        </p:sp>
      </p:grpSp>
      <p:grpSp>
        <p:nvGrpSpPr>
          <p:cNvPr id="1730" name="Google Shape;1730;p68"/>
          <p:cNvGrpSpPr/>
          <p:nvPr/>
        </p:nvGrpSpPr>
        <p:grpSpPr>
          <a:xfrm rot="-5979512" flipH="1">
            <a:off x="14536" y="370347"/>
            <a:ext cx="1419299" cy="2575807"/>
            <a:chOff x="-751900" y="2850775"/>
            <a:chExt cx="516875" cy="1199900"/>
          </a:xfrm>
        </p:grpSpPr>
        <p:sp>
          <p:nvSpPr>
            <p:cNvPr id="1731" name="Google Shape;1731;p68"/>
            <p:cNvSpPr/>
            <p:nvPr/>
          </p:nvSpPr>
          <p:spPr>
            <a:xfrm>
              <a:off x="-751900" y="2850775"/>
              <a:ext cx="516875" cy="1199900"/>
            </a:xfrm>
            <a:custGeom>
              <a:avLst/>
              <a:gdLst/>
              <a:ahLst/>
              <a:cxnLst/>
              <a:rect l="l" t="t" r="r" b="b"/>
              <a:pathLst>
                <a:path w="20675" h="47996" extrusionOk="0">
                  <a:moveTo>
                    <a:pt x="0" y="0"/>
                  </a:moveTo>
                  <a:lnTo>
                    <a:pt x="0" y="46372"/>
                  </a:lnTo>
                  <a:lnTo>
                    <a:pt x="137" y="46372"/>
                  </a:lnTo>
                  <a:cubicBezTo>
                    <a:pt x="188" y="46355"/>
                    <a:pt x="256" y="46355"/>
                    <a:pt x="325" y="46355"/>
                  </a:cubicBezTo>
                  <a:cubicBezTo>
                    <a:pt x="444" y="46355"/>
                    <a:pt x="581" y="46321"/>
                    <a:pt x="701" y="46253"/>
                  </a:cubicBezTo>
                  <a:cubicBezTo>
                    <a:pt x="735" y="46236"/>
                    <a:pt x="752" y="46218"/>
                    <a:pt x="786" y="46201"/>
                  </a:cubicBezTo>
                  <a:lnTo>
                    <a:pt x="888" y="46201"/>
                  </a:lnTo>
                  <a:cubicBezTo>
                    <a:pt x="1059" y="46201"/>
                    <a:pt x="1230" y="46167"/>
                    <a:pt x="1384" y="46099"/>
                  </a:cubicBezTo>
                  <a:lnTo>
                    <a:pt x="1555" y="46150"/>
                  </a:lnTo>
                  <a:cubicBezTo>
                    <a:pt x="1640" y="46321"/>
                    <a:pt x="1777" y="46458"/>
                    <a:pt x="1965" y="46509"/>
                  </a:cubicBezTo>
                  <a:cubicBezTo>
                    <a:pt x="2027" y="46534"/>
                    <a:pt x="2099" y="46550"/>
                    <a:pt x="2173" y="46550"/>
                  </a:cubicBezTo>
                  <a:cubicBezTo>
                    <a:pt x="2200" y="46550"/>
                    <a:pt x="2228" y="46548"/>
                    <a:pt x="2255" y="46543"/>
                  </a:cubicBezTo>
                  <a:cubicBezTo>
                    <a:pt x="2341" y="46543"/>
                    <a:pt x="2426" y="46526"/>
                    <a:pt x="2512" y="46492"/>
                  </a:cubicBezTo>
                  <a:lnTo>
                    <a:pt x="2529" y="46492"/>
                  </a:lnTo>
                  <a:lnTo>
                    <a:pt x="2580" y="46475"/>
                  </a:lnTo>
                  <a:lnTo>
                    <a:pt x="2717" y="46475"/>
                  </a:lnTo>
                  <a:cubicBezTo>
                    <a:pt x="2785" y="46458"/>
                    <a:pt x="2870" y="46441"/>
                    <a:pt x="2939" y="46406"/>
                  </a:cubicBezTo>
                  <a:cubicBezTo>
                    <a:pt x="3041" y="46560"/>
                    <a:pt x="3212" y="46646"/>
                    <a:pt x="3383" y="46663"/>
                  </a:cubicBezTo>
                  <a:cubicBezTo>
                    <a:pt x="3503" y="46663"/>
                    <a:pt x="3622" y="46680"/>
                    <a:pt x="3759" y="46697"/>
                  </a:cubicBezTo>
                  <a:lnTo>
                    <a:pt x="3930" y="46697"/>
                  </a:lnTo>
                  <a:cubicBezTo>
                    <a:pt x="4049" y="46680"/>
                    <a:pt x="4152" y="46646"/>
                    <a:pt x="4272" y="46594"/>
                  </a:cubicBezTo>
                  <a:lnTo>
                    <a:pt x="4306" y="46594"/>
                  </a:lnTo>
                  <a:cubicBezTo>
                    <a:pt x="4357" y="46594"/>
                    <a:pt x="4408" y="46577"/>
                    <a:pt x="4477" y="46577"/>
                  </a:cubicBezTo>
                  <a:cubicBezTo>
                    <a:pt x="4579" y="46646"/>
                    <a:pt x="4699" y="46697"/>
                    <a:pt x="4835" y="46731"/>
                  </a:cubicBezTo>
                  <a:cubicBezTo>
                    <a:pt x="4887" y="46748"/>
                    <a:pt x="4921" y="46748"/>
                    <a:pt x="4972" y="46748"/>
                  </a:cubicBezTo>
                  <a:cubicBezTo>
                    <a:pt x="5075" y="46787"/>
                    <a:pt x="5177" y="46806"/>
                    <a:pt x="5287" y="46806"/>
                  </a:cubicBezTo>
                  <a:cubicBezTo>
                    <a:pt x="5323" y="46806"/>
                    <a:pt x="5361" y="46804"/>
                    <a:pt x="5399" y="46799"/>
                  </a:cubicBezTo>
                  <a:cubicBezTo>
                    <a:pt x="5502" y="46799"/>
                    <a:pt x="5604" y="46765"/>
                    <a:pt x="5707" y="46731"/>
                  </a:cubicBezTo>
                  <a:cubicBezTo>
                    <a:pt x="5775" y="46714"/>
                    <a:pt x="5826" y="46697"/>
                    <a:pt x="5878" y="46680"/>
                  </a:cubicBezTo>
                  <a:lnTo>
                    <a:pt x="6031" y="46680"/>
                  </a:lnTo>
                  <a:cubicBezTo>
                    <a:pt x="6134" y="46680"/>
                    <a:pt x="6219" y="46663"/>
                    <a:pt x="6322" y="46629"/>
                  </a:cubicBezTo>
                  <a:cubicBezTo>
                    <a:pt x="6459" y="46629"/>
                    <a:pt x="6595" y="46594"/>
                    <a:pt x="6715" y="46526"/>
                  </a:cubicBezTo>
                  <a:cubicBezTo>
                    <a:pt x="6783" y="46543"/>
                    <a:pt x="6869" y="46543"/>
                    <a:pt x="6937" y="46543"/>
                  </a:cubicBezTo>
                  <a:lnTo>
                    <a:pt x="7074" y="46543"/>
                  </a:lnTo>
                  <a:lnTo>
                    <a:pt x="7159" y="46594"/>
                  </a:lnTo>
                  <a:cubicBezTo>
                    <a:pt x="7398" y="46697"/>
                    <a:pt x="7655" y="46765"/>
                    <a:pt x="7911" y="46782"/>
                  </a:cubicBezTo>
                  <a:lnTo>
                    <a:pt x="8048" y="46799"/>
                  </a:lnTo>
                  <a:cubicBezTo>
                    <a:pt x="8065" y="46834"/>
                    <a:pt x="8082" y="46851"/>
                    <a:pt x="8116" y="46868"/>
                  </a:cubicBezTo>
                  <a:cubicBezTo>
                    <a:pt x="8236" y="46987"/>
                    <a:pt x="8389" y="47039"/>
                    <a:pt x="8543" y="47056"/>
                  </a:cubicBezTo>
                  <a:cubicBezTo>
                    <a:pt x="8731" y="47073"/>
                    <a:pt x="8902" y="47141"/>
                    <a:pt x="9056" y="47261"/>
                  </a:cubicBezTo>
                  <a:cubicBezTo>
                    <a:pt x="9175" y="47363"/>
                    <a:pt x="9312" y="47414"/>
                    <a:pt x="9483" y="47432"/>
                  </a:cubicBezTo>
                  <a:lnTo>
                    <a:pt x="9688" y="47432"/>
                  </a:lnTo>
                  <a:cubicBezTo>
                    <a:pt x="9704" y="47433"/>
                    <a:pt x="9720" y="47434"/>
                    <a:pt x="9736" y="47434"/>
                  </a:cubicBezTo>
                  <a:cubicBezTo>
                    <a:pt x="9910" y="47434"/>
                    <a:pt x="10093" y="47352"/>
                    <a:pt x="10218" y="47227"/>
                  </a:cubicBezTo>
                  <a:cubicBezTo>
                    <a:pt x="10252" y="47209"/>
                    <a:pt x="10286" y="47192"/>
                    <a:pt x="10320" y="47175"/>
                  </a:cubicBezTo>
                  <a:cubicBezTo>
                    <a:pt x="10337" y="47158"/>
                    <a:pt x="10371" y="47141"/>
                    <a:pt x="10388" y="47141"/>
                  </a:cubicBezTo>
                  <a:cubicBezTo>
                    <a:pt x="10423" y="47124"/>
                    <a:pt x="10440" y="47124"/>
                    <a:pt x="10457" y="47107"/>
                  </a:cubicBezTo>
                  <a:lnTo>
                    <a:pt x="10559" y="47107"/>
                  </a:lnTo>
                  <a:cubicBezTo>
                    <a:pt x="10616" y="47101"/>
                    <a:pt x="10672" y="47097"/>
                    <a:pt x="10728" y="47097"/>
                  </a:cubicBezTo>
                  <a:cubicBezTo>
                    <a:pt x="10826" y="47097"/>
                    <a:pt x="10923" y="47109"/>
                    <a:pt x="11021" y="47141"/>
                  </a:cubicBezTo>
                  <a:cubicBezTo>
                    <a:pt x="11055" y="47141"/>
                    <a:pt x="11089" y="47158"/>
                    <a:pt x="11123" y="47158"/>
                  </a:cubicBezTo>
                  <a:cubicBezTo>
                    <a:pt x="11157" y="47175"/>
                    <a:pt x="11174" y="47192"/>
                    <a:pt x="11209" y="47209"/>
                  </a:cubicBezTo>
                  <a:cubicBezTo>
                    <a:pt x="11243" y="47227"/>
                    <a:pt x="11277" y="47244"/>
                    <a:pt x="11294" y="47261"/>
                  </a:cubicBezTo>
                  <a:cubicBezTo>
                    <a:pt x="11397" y="47329"/>
                    <a:pt x="11516" y="47380"/>
                    <a:pt x="11636" y="47397"/>
                  </a:cubicBezTo>
                  <a:cubicBezTo>
                    <a:pt x="11755" y="47534"/>
                    <a:pt x="11909" y="47620"/>
                    <a:pt x="12097" y="47654"/>
                  </a:cubicBezTo>
                  <a:lnTo>
                    <a:pt x="12114" y="47654"/>
                  </a:lnTo>
                  <a:cubicBezTo>
                    <a:pt x="12217" y="47773"/>
                    <a:pt x="12370" y="47825"/>
                    <a:pt x="12541" y="47842"/>
                  </a:cubicBezTo>
                  <a:cubicBezTo>
                    <a:pt x="12593" y="47842"/>
                    <a:pt x="12644" y="47842"/>
                    <a:pt x="12695" y="47825"/>
                  </a:cubicBezTo>
                  <a:cubicBezTo>
                    <a:pt x="12798" y="47807"/>
                    <a:pt x="12900" y="47773"/>
                    <a:pt x="12986" y="47739"/>
                  </a:cubicBezTo>
                  <a:cubicBezTo>
                    <a:pt x="13054" y="47705"/>
                    <a:pt x="13105" y="47671"/>
                    <a:pt x="13156" y="47637"/>
                  </a:cubicBezTo>
                  <a:cubicBezTo>
                    <a:pt x="13225" y="47654"/>
                    <a:pt x="13293" y="47654"/>
                    <a:pt x="13361" y="47654"/>
                  </a:cubicBezTo>
                  <a:lnTo>
                    <a:pt x="13464" y="47654"/>
                  </a:lnTo>
                  <a:cubicBezTo>
                    <a:pt x="13515" y="47671"/>
                    <a:pt x="13584" y="47688"/>
                    <a:pt x="13635" y="47688"/>
                  </a:cubicBezTo>
                  <a:lnTo>
                    <a:pt x="13754" y="47688"/>
                  </a:lnTo>
                  <a:cubicBezTo>
                    <a:pt x="13806" y="47671"/>
                    <a:pt x="13874" y="47671"/>
                    <a:pt x="13942" y="47671"/>
                  </a:cubicBezTo>
                  <a:lnTo>
                    <a:pt x="14045" y="47671"/>
                  </a:lnTo>
                  <a:cubicBezTo>
                    <a:pt x="14079" y="47671"/>
                    <a:pt x="14096" y="47688"/>
                    <a:pt x="14130" y="47688"/>
                  </a:cubicBezTo>
                  <a:cubicBezTo>
                    <a:pt x="14267" y="47705"/>
                    <a:pt x="14370" y="47756"/>
                    <a:pt x="14472" y="47842"/>
                  </a:cubicBezTo>
                  <a:cubicBezTo>
                    <a:pt x="14592" y="47927"/>
                    <a:pt x="14728" y="47978"/>
                    <a:pt x="14882" y="47978"/>
                  </a:cubicBezTo>
                  <a:lnTo>
                    <a:pt x="14950" y="47978"/>
                  </a:lnTo>
                  <a:cubicBezTo>
                    <a:pt x="15002" y="47995"/>
                    <a:pt x="15053" y="47995"/>
                    <a:pt x="15104" y="47995"/>
                  </a:cubicBezTo>
                  <a:cubicBezTo>
                    <a:pt x="15190" y="47995"/>
                    <a:pt x="15275" y="47978"/>
                    <a:pt x="15361" y="47944"/>
                  </a:cubicBezTo>
                  <a:cubicBezTo>
                    <a:pt x="15429" y="47944"/>
                    <a:pt x="15480" y="47961"/>
                    <a:pt x="15531" y="47978"/>
                  </a:cubicBezTo>
                  <a:cubicBezTo>
                    <a:pt x="15583" y="47978"/>
                    <a:pt x="15634" y="47995"/>
                    <a:pt x="15685" y="47995"/>
                  </a:cubicBezTo>
                  <a:cubicBezTo>
                    <a:pt x="15788" y="47995"/>
                    <a:pt x="15907" y="47961"/>
                    <a:pt x="16010" y="47910"/>
                  </a:cubicBezTo>
                  <a:cubicBezTo>
                    <a:pt x="16078" y="47859"/>
                    <a:pt x="16146" y="47842"/>
                    <a:pt x="16232" y="47842"/>
                  </a:cubicBezTo>
                  <a:lnTo>
                    <a:pt x="16283" y="47842"/>
                  </a:lnTo>
                  <a:cubicBezTo>
                    <a:pt x="16437" y="47842"/>
                    <a:pt x="16608" y="47773"/>
                    <a:pt x="16727" y="47654"/>
                  </a:cubicBezTo>
                  <a:lnTo>
                    <a:pt x="16779" y="47602"/>
                  </a:lnTo>
                  <a:lnTo>
                    <a:pt x="16813" y="47568"/>
                  </a:lnTo>
                  <a:cubicBezTo>
                    <a:pt x="16813" y="47568"/>
                    <a:pt x="16830" y="47568"/>
                    <a:pt x="16830" y="47551"/>
                  </a:cubicBezTo>
                  <a:lnTo>
                    <a:pt x="16847" y="47534"/>
                  </a:lnTo>
                  <a:lnTo>
                    <a:pt x="16864" y="47534"/>
                  </a:lnTo>
                  <a:lnTo>
                    <a:pt x="16898" y="47517"/>
                  </a:lnTo>
                  <a:cubicBezTo>
                    <a:pt x="16984" y="47483"/>
                    <a:pt x="17052" y="47432"/>
                    <a:pt x="17120" y="47363"/>
                  </a:cubicBezTo>
                  <a:cubicBezTo>
                    <a:pt x="17257" y="47329"/>
                    <a:pt x="17394" y="47244"/>
                    <a:pt x="17479" y="47124"/>
                  </a:cubicBezTo>
                  <a:cubicBezTo>
                    <a:pt x="17496" y="47107"/>
                    <a:pt x="17496" y="47090"/>
                    <a:pt x="17513" y="47073"/>
                  </a:cubicBezTo>
                  <a:cubicBezTo>
                    <a:pt x="17650" y="47056"/>
                    <a:pt x="17770" y="47004"/>
                    <a:pt x="17872" y="46919"/>
                  </a:cubicBezTo>
                  <a:cubicBezTo>
                    <a:pt x="17889" y="46902"/>
                    <a:pt x="17923" y="46868"/>
                    <a:pt x="17941" y="46851"/>
                  </a:cubicBezTo>
                  <a:cubicBezTo>
                    <a:pt x="18111" y="46731"/>
                    <a:pt x="18214" y="46543"/>
                    <a:pt x="18197" y="46338"/>
                  </a:cubicBezTo>
                  <a:lnTo>
                    <a:pt x="18197" y="46287"/>
                  </a:lnTo>
                  <a:cubicBezTo>
                    <a:pt x="18197" y="46287"/>
                    <a:pt x="18197" y="46270"/>
                    <a:pt x="18197" y="46253"/>
                  </a:cubicBezTo>
                  <a:cubicBezTo>
                    <a:pt x="18214" y="46048"/>
                    <a:pt x="18128" y="45825"/>
                    <a:pt x="17958" y="45672"/>
                  </a:cubicBezTo>
                  <a:cubicBezTo>
                    <a:pt x="17941" y="45638"/>
                    <a:pt x="17923" y="45603"/>
                    <a:pt x="17906" y="45569"/>
                  </a:cubicBezTo>
                  <a:cubicBezTo>
                    <a:pt x="17889" y="45552"/>
                    <a:pt x="17872" y="45535"/>
                    <a:pt x="17872" y="45518"/>
                  </a:cubicBezTo>
                  <a:lnTo>
                    <a:pt x="17838" y="45450"/>
                  </a:lnTo>
                  <a:lnTo>
                    <a:pt x="17838" y="45381"/>
                  </a:lnTo>
                  <a:cubicBezTo>
                    <a:pt x="17821" y="45262"/>
                    <a:pt x="17838" y="45125"/>
                    <a:pt x="17889" y="45005"/>
                  </a:cubicBezTo>
                  <a:cubicBezTo>
                    <a:pt x="17889" y="44988"/>
                    <a:pt x="17906" y="44954"/>
                    <a:pt x="17906" y="44920"/>
                  </a:cubicBezTo>
                  <a:cubicBezTo>
                    <a:pt x="17923" y="44903"/>
                    <a:pt x="17941" y="44886"/>
                    <a:pt x="17958" y="44869"/>
                  </a:cubicBezTo>
                  <a:cubicBezTo>
                    <a:pt x="17975" y="44834"/>
                    <a:pt x="17992" y="44817"/>
                    <a:pt x="18009" y="44783"/>
                  </a:cubicBezTo>
                  <a:cubicBezTo>
                    <a:pt x="18094" y="44698"/>
                    <a:pt x="18146" y="44595"/>
                    <a:pt x="18163" y="44493"/>
                  </a:cubicBezTo>
                  <a:cubicBezTo>
                    <a:pt x="18299" y="44390"/>
                    <a:pt x="18402" y="44254"/>
                    <a:pt x="18436" y="44100"/>
                  </a:cubicBezTo>
                  <a:lnTo>
                    <a:pt x="18453" y="44083"/>
                  </a:lnTo>
                  <a:cubicBezTo>
                    <a:pt x="18624" y="43929"/>
                    <a:pt x="18709" y="43690"/>
                    <a:pt x="18658" y="43450"/>
                  </a:cubicBezTo>
                  <a:cubicBezTo>
                    <a:pt x="18641" y="43348"/>
                    <a:pt x="18624" y="43245"/>
                    <a:pt x="18590" y="43143"/>
                  </a:cubicBezTo>
                  <a:cubicBezTo>
                    <a:pt x="18573" y="43092"/>
                    <a:pt x="18556" y="43040"/>
                    <a:pt x="18521" y="42989"/>
                  </a:cubicBezTo>
                  <a:cubicBezTo>
                    <a:pt x="18556" y="42904"/>
                    <a:pt x="18556" y="42818"/>
                    <a:pt x="18573" y="42716"/>
                  </a:cubicBezTo>
                  <a:cubicBezTo>
                    <a:pt x="18607" y="42613"/>
                    <a:pt x="18624" y="42511"/>
                    <a:pt x="18607" y="42408"/>
                  </a:cubicBezTo>
                  <a:cubicBezTo>
                    <a:pt x="18607" y="42357"/>
                    <a:pt x="18607" y="42306"/>
                    <a:pt x="18607" y="42254"/>
                  </a:cubicBezTo>
                  <a:cubicBezTo>
                    <a:pt x="18607" y="42220"/>
                    <a:pt x="18607" y="42203"/>
                    <a:pt x="18607" y="42169"/>
                  </a:cubicBezTo>
                  <a:cubicBezTo>
                    <a:pt x="18624" y="42135"/>
                    <a:pt x="18641" y="42118"/>
                    <a:pt x="18641" y="42084"/>
                  </a:cubicBezTo>
                  <a:cubicBezTo>
                    <a:pt x="18675" y="41981"/>
                    <a:pt x="18744" y="41879"/>
                    <a:pt x="18829" y="41810"/>
                  </a:cubicBezTo>
                  <a:cubicBezTo>
                    <a:pt x="18966" y="41691"/>
                    <a:pt x="19051" y="41520"/>
                    <a:pt x="19068" y="41349"/>
                  </a:cubicBezTo>
                  <a:cubicBezTo>
                    <a:pt x="19137" y="41212"/>
                    <a:pt x="19154" y="41058"/>
                    <a:pt x="19137" y="40922"/>
                  </a:cubicBezTo>
                  <a:cubicBezTo>
                    <a:pt x="19137" y="40888"/>
                    <a:pt x="19154" y="40853"/>
                    <a:pt x="19188" y="40802"/>
                  </a:cubicBezTo>
                  <a:cubicBezTo>
                    <a:pt x="19273" y="40631"/>
                    <a:pt x="19290" y="40443"/>
                    <a:pt x="19239" y="40272"/>
                  </a:cubicBezTo>
                  <a:cubicBezTo>
                    <a:pt x="19222" y="40221"/>
                    <a:pt x="19222" y="40170"/>
                    <a:pt x="19239" y="40119"/>
                  </a:cubicBezTo>
                  <a:lnTo>
                    <a:pt x="19239" y="40102"/>
                  </a:lnTo>
                  <a:cubicBezTo>
                    <a:pt x="19307" y="39914"/>
                    <a:pt x="19273" y="39726"/>
                    <a:pt x="19188" y="39572"/>
                  </a:cubicBezTo>
                  <a:lnTo>
                    <a:pt x="19137" y="39521"/>
                  </a:lnTo>
                  <a:cubicBezTo>
                    <a:pt x="19137" y="39504"/>
                    <a:pt x="19119" y="39504"/>
                    <a:pt x="19119" y="39486"/>
                  </a:cubicBezTo>
                  <a:cubicBezTo>
                    <a:pt x="19119" y="39486"/>
                    <a:pt x="19102" y="39469"/>
                    <a:pt x="19102" y="39469"/>
                  </a:cubicBezTo>
                  <a:lnTo>
                    <a:pt x="19102" y="39452"/>
                  </a:lnTo>
                  <a:lnTo>
                    <a:pt x="19102" y="39418"/>
                  </a:lnTo>
                  <a:cubicBezTo>
                    <a:pt x="19085" y="39350"/>
                    <a:pt x="19051" y="39264"/>
                    <a:pt x="19000" y="39213"/>
                  </a:cubicBezTo>
                  <a:lnTo>
                    <a:pt x="19000" y="39196"/>
                  </a:lnTo>
                  <a:lnTo>
                    <a:pt x="19034" y="39162"/>
                  </a:lnTo>
                  <a:cubicBezTo>
                    <a:pt x="19154" y="39042"/>
                    <a:pt x="19222" y="38871"/>
                    <a:pt x="19222" y="38701"/>
                  </a:cubicBezTo>
                  <a:cubicBezTo>
                    <a:pt x="19290" y="38564"/>
                    <a:pt x="19325" y="38410"/>
                    <a:pt x="19290" y="38273"/>
                  </a:cubicBezTo>
                  <a:lnTo>
                    <a:pt x="19290" y="38256"/>
                  </a:lnTo>
                  <a:lnTo>
                    <a:pt x="19290" y="38188"/>
                  </a:lnTo>
                  <a:lnTo>
                    <a:pt x="19290" y="38085"/>
                  </a:lnTo>
                  <a:cubicBezTo>
                    <a:pt x="19325" y="37966"/>
                    <a:pt x="19342" y="37846"/>
                    <a:pt x="19325" y="37727"/>
                  </a:cubicBezTo>
                  <a:cubicBezTo>
                    <a:pt x="19393" y="37573"/>
                    <a:pt x="19393" y="37385"/>
                    <a:pt x="19342" y="37231"/>
                  </a:cubicBezTo>
                  <a:cubicBezTo>
                    <a:pt x="19307" y="37163"/>
                    <a:pt x="19273" y="37111"/>
                    <a:pt x="19239" y="37060"/>
                  </a:cubicBezTo>
                  <a:lnTo>
                    <a:pt x="19290" y="37026"/>
                  </a:lnTo>
                  <a:lnTo>
                    <a:pt x="19393" y="36958"/>
                  </a:lnTo>
                  <a:cubicBezTo>
                    <a:pt x="19495" y="36906"/>
                    <a:pt x="19564" y="36838"/>
                    <a:pt x="19615" y="36736"/>
                  </a:cubicBezTo>
                  <a:cubicBezTo>
                    <a:pt x="19718" y="36548"/>
                    <a:pt x="19735" y="36308"/>
                    <a:pt x="19649" y="36103"/>
                  </a:cubicBezTo>
                  <a:cubicBezTo>
                    <a:pt x="19598" y="35950"/>
                    <a:pt x="19512" y="35813"/>
                    <a:pt x="19427" y="35693"/>
                  </a:cubicBezTo>
                  <a:lnTo>
                    <a:pt x="19393" y="35642"/>
                  </a:lnTo>
                  <a:cubicBezTo>
                    <a:pt x="19393" y="35488"/>
                    <a:pt x="19359" y="35317"/>
                    <a:pt x="19307" y="35164"/>
                  </a:cubicBezTo>
                  <a:cubicBezTo>
                    <a:pt x="19359" y="35061"/>
                    <a:pt x="19393" y="34924"/>
                    <a:pt x="19393" y="34805"/>
                  </a:cubicBezTo>
                  <a:cubicBezTo>
                    <a:pt x="19393" y="34651"/>
                    <a:pt x="19359" y="34514"/>
                    <a:pt x="19307" y="34378"/>
                  </a:cubicBezTo>
                  <a:cubicBezTo>
                    <a:pt x="19273" y="34326"/>
                    <a:pt x="19256" y="34292"/>
                    <a:pt x="19222" y="34241"/>
                  </a:cubicBezTo>
                  <a:lnTo>
                    <a:pt x="19222" y="34224"/>
                  </a:lnTo>
                  <a:cubicBezTo>
                    <a:pt x="19325" y="33899"/>
                    <a:pt x="19205" y="33540"/>
                    <a:pt x="18949" y="33335"/>
                  </a:cubicBezTo>
                  <a:cubicBezTo>
                    <a:pt x="19085" y="33216"/>
                    <a:pt x="19171" y="33045"/>
                    <a:pt x="19188" y="32857"/>
                  </a:cubicBezTo>
                  <a:lnTo>
                    <a:pt x="19188" y="32840"/>
                  </a:lnTo>
                  <a:lnTo>
                    <a:pt x="19188" y="32669"/>
                  </a:lnTo>
                  <a:cubicBezTo>
                    <a:pt x="19359" y="32532"/>
                    <a:pt x="19461" y="32344"/>
                    <a:pt x="19478" y="32122"/>
                  </a:cubicBezTo>
                  <a:cubicBezTo>
                    <a:pt x="19478" y="32088"/>
                    <a:pt x="19478" y="32037"/>
                    <a:pt x="19478" y="31986"/>
                  </a:cubicBezTo>
                  <a:cubicBezTo>
                    <a:pt x="19564" y="31866"/>
                    <a:pt x="19615" y="31729"/>
                    <a:pt x="19615" y="31576"/>
                  </a:cubicBezTo>
                  <a:cubicBezTo>
                    <a:pt x="19598" y="31507"/>
                    <a:pt x="19581" y="31456"/>
                    <a:pt x="19564" y="31388"/>
                  </a:cubicBezTo>
                  <a:cubicBezTo>
                    <a:pt x="19581" y="31251"/>
                    <a:pt x="19615" y="31114"/>
                    <a:pt x="19666" y="30978"/>
                  </a:cubicBezTo>
                  <a:cubicBezTo>
                    <a:pt x="19700" y="30875"/>
                    <a:pt x="19700" y="30773"/>
                    <a:pt x="19700" y="30670"/>
                  </a:cubicBezTo>
                  <a:cubicBezTo>
                    <a:pt x="19718" y="30636"/>
                    <a:pt x="19735" y="30619"/>
                    <a:pt x="19735" y="30619"/>
                  </a:cubicBezTo>
                  <a:cubicBezTo>
                    <a:pt x="19854" y="30448"/>
                    <a:pt x="19888" y="30243"/>
                    <a:pt x="19837" y="30055"/>
                  </a:cubicBezTo>
                  <a:cubicBezTo>
                    <a:pt x="19923" y="29918"/>
                    <a:pt x="19940" y="29764"/>
                    <a:pt x="19923" y="29611"/>
                  </a:cubicBezTo>
                  <a:cubicBezTo>
                    <a:pt x="19871" y="29423"/>
                    <a:pt x="19752" y="29235"/>
                    <a:pt x="19564" y="29149"/>
                  </a:cubicBezTo>
                  <a:cubicBezTo>
                    <a:pt x="19564" y="29098"/>
                    <a:pt x="19547" y="29047"/>
                    <a:pt x="19530" y="28996"/>
                  </a:cubicBezTo>
                  <a:cubicBezTo>
                    <a:pt x="19547" y="28927"/>
                    <a:pt x="19564" y="28859"/>
                    <a:pt x="19581" y="28791"/>
                  </a:cubicBezTo>
                  <a:cubicBezTo>
                    <a:pt x="19683" y="28654"/>
                    <a:pt x="19718" y="28466"/>
                    <a:pt x="19666" y="28295"/>
                  </a:cubicBezTo>
                  <a:cubicBezTo>
                    <a:pt x="19649" y="28192"/>
                    <a:pt x="19649" y="28090"/>
                    <a:pt x="19666" y="27987"/>
                  </a:cubicBezTo>
                  <a:cubicBezTo>
                    <a:pt x="19700" y="27782"/>
                    <a:pt x="19632" y="27577"/>
                    <a:pt x="19495" y="27424"/>
                  </a:cubicBezTo>
                  <a:cubicBezTo>
                    <a:pt x="19495" y="27355"/>
                    <a:pt x="19478" y="27287"/>
                    <a:pt x="19461" y="27219"/>
                  </a:cubicBezTo>
                  <a:lnTo>
                    <a:pt x="19461" y="27082"/>
                  </a:lnTo>
                  <a:cubicBezTo>
                    <a:pt x="19461" y="27014"/>
                    <a:pt x="19478" y="26945"/>
                    <a:pt x="19512" y="26877"/>
                  </a:cubicBezTo>
                  <a:cubicBezTo>
                    <a:pt x="19547" y="26809"/>
                    <a:pt x="19564" y="26723"/>
                    <a:pt x="19581" y="26638"/>
                  </a:cubicBezTo>
                  <a:lnTo>
                    <a:pt x="19581" y="26552"/>
                  </a:lnTo>
                  <a:lnTo>
                    <a:pt x="19598" y="26210"/>
                  </a:lnTo>
                  <a:cubicBezTo>
                    <a:pt x="19718" y="26108"/>
                    <a:pt x="19786" y="25937"/>
                    <a:pt x="19803" y="25766"/>
                  </a:cubicBezTo>
                  <a:cubicBezTo>
                    <a:pt x="19940" y="25595"/>
                    <a:pt x="19991" y="25373"/>
                    <a:pt x="19974" y="25151"/>
                  </a:cubicBezTo>
                  <a:cubicBezTo>
                    <a:pt x="19974" y="25117"/>
                    <a:pt x="19974" y="25083"/>
                    <a:pt x="19974" y="25049"/>
                  </a:cubicBezTo>
                  <a:cubicBezTo>
                    <a:pt x="20076" y="24758"/>
                    <a:pt x="20076" y="24451"/>
                    <a:pt x="19974" y="24160"/>
                  </a:cubicBezTo>
                  <a:cubicBezTo>
                    <a:pt x="20008" y="23904"/>
                    <a:pt x="19940" y="23630"/>
                    <a:pt x="19803" y="23408"/>
                  </a:cubicBezTo>
                  <a:cubicBezTo>
                    <a:pt x="19803" y="23357"/>
                    <a:pt x="19820" y="23306"/>
                    <a:pt x="19820" y="23237"/>
                  </a:cubicBezTo>
                  <a:cubicBezTo>
                    <a:pt x="19923" y="23084"/>
                    <a:pt x="19991" y="22930"/>
                    <a:pt x="20025" y="22742"/>
                  </a:cubicBezTo>
                  <a:cubicBezTo>
                    <a:pt x="20093" y="22520"/>
                    <a:pt x="20093" y="22298"/>
                    <a:pt x="20059" y="22076"/>
                  </a:cubicBezTo>
                  <a:lnTo>
                    <a:pt x="20230" y="22076"/>
                  </a:lnTo>
                  <a:cubicBezTo>
                    <a:pt x="20384" y="22059"/>
                    <a:pt x="20521" y="22007"/>
                    <a:pt x="20657" y="21922"/>
                  </a:cubicBezTo>
                  <a:lnTo>
                    <a:pt x="20674" y="0"/>
                  </a:lnTo>
                  <a:close/>
                </a:path>
              </a:pathLst>
            </a:custGeom>
            <a:solidFill>
              <a:schemeClr val="accent4"/>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endParaRPr/>
            </a:p>
          </p:txBody>
        </p:sp>
        <p:grpSp>
          <p:nvGrpSpPr>
            <p:cNvPr id="1732" name="Google Shape;1732;p68"/>
            <p:cNvGrpSpPr/>
            <p:nvPr/>
          </p:nvGrpSpPr>
          <p:grpSpPr>
            <a:xfrm>
              <a:off x="-751900" y="2916975"/>
              <a:ext cx="516875" cy="1126000"/>
              <a:chOff x="-751900" y="2916975"/>
              <a:chExt cx="516875" cy="1126000"/>
            </a:xfrm>
          </p:grpSpPr>
          <p:sp>
            <p:nvSpPr>
              <p:cNvPr id="1733" name="Google Shape;1733;p68"/>
              <p:cNvSpPr/>
              <p:nvPr/>
            </p:nvSpPr>
            <p:spPr>
              <a:xfrm>
                <a:off x="-751900" y="2916975"/>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34" name="Google Shape;1734;p68"/>
              <p:cNvSpPr/>
              <p:nvPr/>
            </p:nvSpPr>
            <p:spPr>
              <a:xfrm>
                <a:off x="-751900" y="2987025"/>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35" name="Google Shape;1735;p68"/>
              <p:cNvSpPr/>
              <p:nvPr/>
            </p:nvSpPr>
            <p:spPr>
              <a:xfrm>
                <a:off x="-751900" y="3057500"/>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36" name="Google Shape;1736;p68"/>
              <p:cNvSpPr/>
              <p:nvPr/>
            </p:nvSpPr>
            <p:spPr>
              <a:xfrm>
                <a:off x="-751900" y="3128000"/>
                <a:ext cx="516875"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37" name="Google Shape;1737;p68"/>
              <p:cNvSpPr/>
              <p:nvPr/>
            </p:nvSpPr>
            <p:spPr>
              <a:xfrm>
                <a:off x="-751900" y="3198475"/>
                <a:ext cx="516875"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38" name="Google Shape;1738;p68"/>
              <p:cNvSpPr/>
              <p:nvPr/>
            </p:nvSpPr>
            <p:spPr>
              <a:xfrm>
                <a:off x="-751900" y="3268525"/>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39" name="Google Shape;1739;p68"/>
              <p:cNvSpPr/>
              <p:nvPr/>
            </p:nvSpPr>
            <p:spPr>
              <a:xfrm>
                <a:off x="-751900" y="3339000"/>
                <a:ext cx="516875"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0" name="Google Shape;1740;p68"/>
              <p:cNvSpPr/>
              <p:nvPr/>
            </p:nvSpPr>
            <p:spPr>
              <a:xfrm>
                <a:off x="-751900" y="3409475"/>
                <a:ext cx="499922"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1" name="Google Shape;1741;p68"/>
              <p:cNvSpPr/>
              <p:nvPr/>
            </p:nvSpPr>
            <p:spPr>
              <a:xfrm>
                <a:off x="-751900" y="3479975"/>
                <a:ext cx="499922"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2" name="Google Shape;1742;p68"/>
              <p:cNvSpPr/>
              <p:nvPr/>
            </p:nvSpPr>
            <p:spPr>
              <a:xfrm>
                <a:off x="-751900" y="3550450"/>
                <a:ext cx="489946"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3" name="Google Shape;1743;p68"/>
              <p:cNvSpPr/>
              <p:nvPr/>
            </p:nvSpPr>
            <p:spPr>
              <a:xfrm>
                <a:off x="-751900" y="3620925"/>
                <a:ext cx="489946"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4" name="Google Shape;1744;p68"/>
              <p:cNvSpPr/>
              <p:nvPr/>
            </p:nvSpPr>
            <p:spPr>
              <a:xfrm>
                <a:off x="-751900" y="3690975"/>
                <a:ext cx="478471" cy="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5" name="Google Shape;1745;p68"/>
              <p:cNvSpPr/>
              <p:nvPr/>
            </p:nvSpPr>
            <p:spPr>
              <a:xfrm>
                <a:off x="-751900" y="3761475"/>
                <a:ext cx="489946"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6" name="Google Shape;1746;p68"/>
              <p:cNvSpPr/>
              <p:nvPr/>
            </p:nvSpPr>
            <p:spPr>
              <a:xfrm>
                <a:off x="-751900" y="3831950"/>
                <a:ext cx="478471"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7" name="Google Shape;1747;p68"/>
              <p:cNvSpPr/>
              <p:nvPr/>
            </p:nvSpPr>
            <p:spPr>
              <a:xfrm>
                <a:off x="-751900" y="3902425"/>
                <a:ext cx="462603" cy="25"/>
              </a:xfrm>
              <a:custGeom>
                <a:avLst/>
                <a:gdLst/>
                <a:ahLst/>
                <a:cxnLst/>
                <a:rect l="l" t="t" r="r" b="b"/>
                <a:pathLst>
                  <a:path w="20675" h="1" fill="none" extrusionOk="0">
                    <a:moveTo>
                      <a:pt x="20674" y="0"/>
                    </a:moveTo>
                    <a:lnTo>
                      <a:pt x="0" y="0"/>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8" name="Google Shape;1748;p68"/>
              <p:cNvSpPr/>
              <p:nvPr/>
            </p:nvSpPr>
            <p:spPr>
              <a:xfrm>
                <a:off x="-751900" y="3972475"/>
                <a:ext cx="442290" cy="4925"/>
              </a:xfrm>
              <a:custGeom>
                <a:avLst/>
                <a:gdLst/>
                <a:ahLst/>
                <a:cxnLst/>
                <a:rect l="l" t="t" r="r" b="b"/>
                <a:pathLst>
                  <a:path w="20675" h="1" fill="none" extrusionOk="0">
                    <a:moveTo>
                      <a:pt x="20674" y="1"/>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49" name="Google Shape;1749;p68"/>
              <p:cNvSpPr/>
              <p:nvPr/>
            </p:nvSpPr>
            <p:spPr>
              <a:xfrm>
                <a:off x="-273450" y="2916975"/>
                <a:ext cx="11500" cy="590362"/>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50" name="Google Shape;1750;p68"/>
              <p:cNvSpPr/>
              <p:nvPr/>
            </p:nvSpPr>
            <p:spPr>
              <a:xfrm>
                <a:off x="-327325" y="2916975"/>
                <a:ext cx="25" cy="1126000"/>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51" name="Google Shape;1751;p68"/>
              <p:cNvSpPr/>
              <p:nvPr/>
            </p:nvSpPr>
            <p:spPr>
              <a:xfrm>
                <a:off x="-393100" y="2916975"/>
                <a:ext cx="25" cy="1126000"/>
              </a:xfrm>
              <a:custGeom>
                <a:avLst/>
                <a:gdLst/>
                <a:ahLst/>
                <a:cxnLst/>
                <a:rect l="l" t="t" r="r" b="b"/>
                <a:pathLst>
                  <a:path w="1" h="45040" fill="none" extrusionOk="0">
                    <a:moveTo>
                      <a:pt x="0" y="45040"/>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52" name="Google Shape;1752;p68"/>
              <p:cNvSpPr/>
              <p:nvPr/>
            </p:nvSpPr>
            <p:spPr>
              <a:xfrm>
                <a:off x="-458450" y="2916975"/>
                <a:ext cx="25" cy="1126000"/>
              </a:xfrm>
              <a:custGeom>
                <a:avLst/>
                <a:gdLst/>
                <a:ahLst/>
                <a:cxnLst/>
                <a:rect l="l" t="t" r="r" b="b"/>
                <a:pathLst>
                  <a:path w="1" h="45040" fill="none" extrusionOk="0">
                    <a:moveTo>
                      <a:pt x="0" y="45040"/>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53" name="Google Shape;1753;p68"/>
              <p:cNvSpPr/>
              <p:nvPr/>
            </p:nvSpPr>
            <p:spPr>
              <a:xfrm>
                <a:off x="-523800" y="2916975"/>
                <a:ext cx="25" cy="1093233"/>
              </a:xfrm>
              <a:custGeom>
                <a:avLst/>
                <a:gdLst/>
                <a:ahLst/>
                <a:cxnLst/>
                <a:rect l="l" t="t" r="r" b="b"/>
                <a:pathLst>
                  <a:path w="1" h="45040" fill="none" extrusionOk="0">
                    <a:moveTo>
                      <a:pt x="0" y="45040"/>
                    </a:moveTo>
                    <a:lnTo>
                      <a:pt x="0"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54" name="Google Shape;1754;p68"/>
              <p:cNvSpPr/>
              <p:nvPr/>
            </p:nvSpPr>
            <p:spPr>
              <a:xfrm>
                <a:off x="-589600" y="2916975"/>
                <a:ext cx="25" cy="1093233"/>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sp>
            <p:nvSpPr>
              <p:cNvPr id="1755" name="Google Shape;1755;p68"/>
              <p:cNvSpPr/>
              <p:nvPr/>
            </p:nvSpPr>
            <p:spPr>
              <a:xfrm>
                <a:off x="-654950" y="2916975"/>
                <a:ext cx="25" cy="1093233"/>
              </a:xfrm>
              <a:custGeom>
                <a:avLst/>
                <a:gdLst/>
                <a:ahLst/>
                <a:cxnLst/>
                <a:rect l="l" t="t" r="r" b="b"/>
                <a:pathLst>
                  <a:path w="1" h="45040" fill="none" extrusionOk="0">
                    <a:moveTo>
                      <a:pt x="1" y="45040"/>
                    </a:moveTo>
                    <a:lnTo>
                      <a:pt x="1" y="1"/>
                    </a:lnTo>
                  </a:path>
                </a:pathLst>
              </a:custGeom>
              <a:noFill/>
              <a:ln w="2575"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endParaRPr/>
              </a:p>
            </p:txBody>
          </p:sp>
        </p:grpSp>
      </p:grpSp>
      <p:sp>
        <p:nvSpPr>
          <p:cNvPr id="54" name="Google Shape;1756;p68"/>
          <p:cNvSpPr/>
          <p:nvPr/>
        </p:nvSpPr>
        <p:spPr>
          <a:xfrm rot="16200000" flipH="1">
            <a:off x="1675629" y="-234172"/>
            <a:ext cx="767119" cy="3797714"/>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TextBox 54"/>
          <p:cNvSpPr txBox="1"/>
          <p:nvPr/>
        </p:nvSpPr>
        <p:spPr>
          <a:xfrm>
            <a:off x="220009" y="1418950"/>
            <a:ext cx="3582419" cy="461665"/>
          </a:xfrm>
          <a:prstGeom prst="rect">
            <a:avLst/>
          </a:prstGeom>
          <a:noFill/>
        </p:spPr>
        <p:txBody>
          <a:bodyPr wrap="square" rtlCol="0">
            <a:spAutoFit/>
          </a:bodyPr>
          <a:lstStyle/>
          <a:p>
            <a:r>
              <a:rPr lang="vi-VN" sz="2400" b="1" dirty="0" smtClean="0">
                <a:solidFill>
                  <a:srgbClr val="FF0000"/>
                </a:solidFill>
                <a:latin typeface="Times New Roman" panose="02020603050405020304" pitchFamily="18" charset="0"/>
                <a:cs typeface="Times New Roman" panose="02020603050405020304" pitchFamily="18" charset="0"/>
              </a:rPr>
              <a:t>4.2. Trong lớp học</a:t>
            </a:r>
          </a:p>
        </p:txBody>
      </p:sp>
      <p:graphicFrame>
        <p:nvGraphicFramePr>
          <p:cNvPr id="5" name="Diagram 4"/>
          <p:cNvGraphicFramePr/>
          <p:nvPr>
            <p:extLst>
              <p:ext uri="{D42A27DB-BD31-4B8C-83A1-F6EECF244321}">
                <p14:modId xmlns:p14="http://schemas.microsoft.com/office/powerpoint/2010/main" val="1435694837"/>
              </p:ext>
            </p:extLst>
          </p:nvPr>
        </p:nvGraphicFramePr>
        <p:xfrm>
          <a:off x="606863" y="2175949"/>
          <a:ext cx="6752692" cy="29990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0" name="Google Shape;1690;p68"/>
          <p:cNvSpPr/>
          <p:nvPr/>
        </p:nvSpPr>
        <p:spPr>
          <a:xfrm rot="5400000">
            <a:off x="4016309" y="-1918250"/>
            <a:ext cx="942060" cy="5127748"/>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63;p68"/>
          <p:cNvSpPr txBox="1">
            <a:spLocks noGrp="1"/>
          </p:cNvSpPr>
          <p:nvPr>
            <p:ph type="title" idx="6"/>
          </p:nvPr>
        </p:nvSpPr>
        <p:spPr>
          <a:xfrm flipH="1">
            <a:off x="2198979" y="354996"/>
            <a:ext cx="4587047" cy="48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400" b="1" dirty="0">
                <a:latin typeface="+mj-lt"/>
              </a:rPr>
              <a:t>4</a:t>
            </a:r>
            <a:r>
              <a:rPr lang="vi-VN" sz="2400" b="1" dirty="0" smtClean="0">
                <a:latin typeface="+mj-lt"/>
              </a:rPr>
              <a:t>. XÂY DỰNG NỘI QUY LỚP HỌC – TẬP THỂ LỚP</a:t>
            </a:r>
            <a:endParaRPr sz="2400" b="1" dirty="0">
              <a:latin typeface="+mj-lt"/>
            </a:endParaRPr>
          </a:p>
        </p:txBody>
      </p:sp>
      <p:sp>
        <p:nvSpPr>
          <p:cNvPr id="56" name="Can 55"/>
          <p:cNvSpPr/>
          <p:nvPr/>
        </p:nvSpPr>
        <p:spPr>
          <a:xfrm>
            <a:off x="6977384" y="125784"/>
            <a:ext cx="1132261" cy="1015264"/>
          </a:xfrm>
          <a:prstGeom prst="can">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endParaRPr lang="vi-VN" sz="1200" dirty="0" smtClean="0">
              <a:solidFill>
                <a:schemeClr val="bg2"/>
              </a:solidFill>
              <a:latin typeface="+mj-lt"/>
            </a:endParaRPr>
          </a:p>
          <a:p>
            <a:pPr algn="just"/>
            <a:r>
              <a:rPr lang="vi-VN" sz="1200" dirty="0" smtClean="0">
                <a:solidFill>
                  <a:schemeClr val="bg2"/>
                </a:solidFill>
                <a:latin typeface="+mj-lt"/>
              </a:rPr>
              <a:t>Học </a:t>
            </a:r>
            <a:r>
              <a:rPr lang="vi-VN" sz="1200" dirty="0">
                <a:solidFill>
                  <a:schemeClr val="bg2"/>
                </a:solidFill>
                <a:latin typeface="+mj-lt"/>
              </a:rPr>
              <a:t>trực tuyến qua ứng dụng zoom.</a:t>
            </a:r>
            <a:endParaRPr lang="en-US" sz="1200" dirty="0">
              <a:solidFill>
                <a:schemeClr val="bg2"/>
              </a:solidFill>
              <a:latin typeface="+mj-lt"/>
            </a:endParaRPr>
          </a:p>
        </p:txBody>
      </p:sp>
    </p:spTree>
    <p:extLst>
      <p:ext uri="{BB962C8B-B14F-4D97-AF65-F5344CB8AC3E}">
        <p14:creationId xmlns:p14="http://schemas.microsoft.com/office/powerpoint/2010/main" val="216089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heel(1)">
                                      <p:cBhvr>
                                        <p:cTn id="7" dur="2000"/>
                                        <p:tgtEl>
                                          <p:spTgt spid="5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wheel(1)">
                                      <p:cBhvr>
                                        <p:cTn id="10" dur="2000"/>
                                        <p:tgtEl>
                                          <p:spTgt spid="5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p:bldGraphic spid="5"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1756;p68"/>
          <p:cNvSpPr/>
          <p:nvPr/>
        </p:nvSpPr>
        <p:spPr>
          <a:xfrm rot="16200000" flipH="1">
            <a:off x="1675629" y="-234172"/>
            <a:ext cx="767119" cy="3797714"/>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extBox 12"/>
          <p:cNvSpPr txBox="1"/>
          <p:nvPr/>
        </p:nvSpPr>
        <p:spPr>
          <a:xfrm>
            <a:off x="220009" y="1418950"/>
            <a:ext cx="3582419" cy="461665"/>
          </a:xfrm>
          <a:prstGeom prst="rect">
            <a:avLst/>
          </a:prstGeom>
          <a:noFill/>
        </p:spPr>
        <p:txBody>
          <a:bodyPr wrap="square" rtlCol="0">
            <a:spAutoFit/>
          </a:bodyPr>
          <a:lstStyle/>
          <a:p>
            <a:r>
              <a:rPr lang="vi-VN" sz="2400" b="1" dirty="0" smtClean="0">
                <a:solidFill>
                  <a:srgbClr val="FF0000"/>
                </a:solidFill>
                <a:latin typeface="Times New Roman" panose="02020603050405020304" pitchFamily="18" charset="0"/>
                <a:cs typeface="Times New Roman" panose="02020603050405020304" pitchFamily="18" charset="0"/>
              </a:rPr>
              <a:t>4.3. Quy tắc ứng xử</a:t>
            </a:r>
          </a:p>
        </p:txBody>
      </p:sp>
      <p:sp>
        <p:nvSpPr>
          <p:cNvPr id="14" name="Google Shape;1690;p68"/>
          <p:cNvSpPr/>
          <p:nvPr/>
        </p:nvSpPr>
        <p:spPr>
          <a:xfrm rot="5400000">
            <a:off x="4016309" y="-1918250"/>
            <a:ext cx="942060" cy="5127748"/>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63;p68"/>
          <p:cNvSpPr txBox="1">
            <a:spLocks noGrp="1"/>
          </p:cNvSpPr>
          <p:nvPr>
            <p:ph type="title" idx="6"/>
          </p:nvPr>
        </p:nvSpPr>
        <p:spPr>
          <a:xfrm flipH="1">
            <a:off x="2198979" y="354996"/>
            <a:ext cx="4587047" cy="48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400" b="1" dirty="0">
                <a:latin typeface="+mj-lt"/>
              </a:rPr>
              <a:t>4</a:t>
            </a:r>
            <a:r>
              <a:rPr lang="vi-VN" sz="2400" b="1" dirty="0" smtClean="0">
                <a:latin typeface="+mj-lt"/>
              </a:rPr>
              <a:t>. XÂY DỰNG NỘI QUY LỚP HỌC – TẬP THỂ LỚP</a:t>
            </a:r>
            <a:endParaRPr sz="2400" b="1" dirty="0">
              <a:latin typeface="+mj-lt"/>
            </a:endParaRPr>
          </a:p>
        </p:txBody>
      </p:sp>
      <p:pic>
        <p:nvPicPr>
          <p:cNvPr id="16" name="图片 35" descr="图片包含 镜子, 汽车, 室内, 反射&#10;&#10;已生成高可信度的说明"/>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3480917" y="1418950"/>
            <a:ext cx="5663083" cy="4383261"/>
          </a:xfrm>
          <a:prstGeom prst="rect">
            <a:avLst/>
          </a:prstGeom>
        </p:spPr>
      </p:pic>
      <p:sp>
        <p:nvSpPr>
          <p:cNvPr id="17" name="Title 1"/>
          <p:cNvSpPr>
            <a:spLocks noGrp="1"/>
          </p:cNvSpPr>
          <p:nvPr>
            <p:ph type="title"/>
          </p:nvPr>
        </p:nvSpPr>
        <p:spPr>
          <a:xfrm>
            <a:off x="4730038" y="2002076"/>
            <a:ext cx="3641969" cy="487500"/>
          </a:xfrm>
        </p:spPr>
        <p:txBody>
          <a:bodyPr/>
          <a:lstStyle/>
          <a:p>
            <a:r>
              <a:rPr lang="vi-VN" sz="3000" b="1" dirty="0" smtClean="0">
                <a:latin typeface="+mj-lt"/>
              </a:rPr>
              <a:t>Tôn trọng mọi người</a:t>
            </a:r>
            <a:endParaRPr lang="en-US" sz="3000" b="1" dirty="0">
              <a:latin typeface="+mj-lt"/>
            </a:endParaRPr>
          </a:p>
        </p:txBody>
      </p:sp>
      <p:sp>
        <p:nvSpPr>
          <p:cNvPr id="18" name="Subtitle 2"/>
          <p:cNvSpPr>
            <a:spLocks noGrp="1"/>
          </p:cNvSpPr>
          <p:nvPr>
            <p:ph type="subTitle" idx="1"/>
          </p:nvPr>
        </p:nvSpPr>
        <p:spPr>
          <a:xfrm>
            <a:off x="4108140" y="2791872"/>
            <a:ext cx="4650377" cy="678300"/>
          </a:xfrm>
        </p:spPr>
        <p:txBody>
          <a:bodyPr/>
          <a:lstStyle/>
          <a:p>
            <a:pPr algn="l">
              <a:buFontTx/>
              <a:buChar char="-"/>
            </a:pPr>
            <a:r>
              <a:rPr lang="vi-VN" sz="2400" dirty="0" smtClean="0">
                <a:latin typeface="+mj-lt"/>
              </a:rPr>
              <a:t>Tập trung nghe giảng.</a:t>
            </a:r>
          </a:p>
          <a:p>
            <a:pPr algn="l">
              <a:buFontTx/>
              <a:buChar char="-"/>
            </a:pPr>
            <a:r>
              <a:rPr lang="vi-VN" sz="2400" dirty="0" smtClean="0">
                <a:latin typeface="+mj-lt"/>
              </a:rPr>
              <a:t>Giơ tay khi phát biểu.</a:t>
            </a:r>
          </a:p>
          <a:p>
            <a:pPr algn="l">
              <a:buFontTx/>
              <a:buChar char="-"/>
            </a:pPr>
            <a:r>
              <a:rPr lang="vi-VN" sz="2400" dirty="0" smtClean="0">
                <a:latin typeface="+mj-lt"/>
              </a:rPr>
              <a:t>Lắng nghe khi người khác nói.</a:t>
            </a:r>
            <a:endParaRPr lang="en-US" sz="2400" dirty="0">
              <a:latin typeface="+mj-lt"/>
            </a:endParaRPr>
          </a:p>
        </p:txBody>
      </p:sp>
      <p:sp>
        <p:nvSpPr>
          <p:cNvPr id="9" name="Can 8"/>
          <p:cNvSpPr/>
          <p:nvPr/>
        </p:nvSpPr>
        <p:spPr>
          <a:xfrm>
            <a:off x="6869338" y="137992"/>
            <a:ext cx="1132261" cy="1015264"/>
          </a:xfrm>
          <a:prstGeom prst="can">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endParaRPr lang="vi-VN" sz="1200" dirty="0" smtClean="0">
              <a:solidFill>
                <a:schemeClr val="bg2"/>
              </a:solidFill>
              <a:latin typeface="+mj-lt"/>
            </a:endParaRPr>
          </a:p>
          <a:p>
            <a:pPr algn="just"/>
            <a:r>
              <a:rPr lang="vi-VN" sz="1200" dirty="0" smtClean="0">
                <a:solidFill>
                  <a:schemeClr val="bg2"/>
                </a:solidFill>
                <a:latin typeface="+mj-lt"/>
              </a:rPr>
              <a:t>Học </a:t>
            </a:r>
            <a:r>
              <a:rPr lang="vi-VN" sz="1200" dirty="0">
                <a:solidFill>
                  <a:schemeClr val="bg2"/>
                </a:solidFill>
                <a:latin typeface="+mj-lt"/>
              </a:rPr>
              <a:t>trực tuyến qua ứng dụng zoom.</a:t>
            </a:r>
            <a:endParaRPr lang="en-US" sz="1200" dirty="0">
              <a:solidFill>
                <a:schemeClr val="bg2"/>
              </a:solidFill>
              <a:latin typeface="+mj-lt"/>
            </a:endParaRPr>
          </a:p>
        </p:txBody>
      </p:sp>
    </p:spTree>
    <p:extLst>
      <p:ext uri="{BB962C8B-B14F-4D97-AF65-F5344CB8AC3E}">
        <p14:creationId xmlns:p14="http://schemas.microsoft.com/office/powerpoint/2010/main" val="240187639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anim calcmode="lin" valueType="num">
                                      <p:cBhvr>
                                        <p:cTn id="16" dur="1000" fill="hold"/>
                                        <p:tgtEl>
                                          <p:spTgt spid="16"/>
                                        </p:tgtEl>
                                        <p:attrNameLst>
                                          <p:attrName>ppt_x</p:attrName>
                                        </p:attrNameLst>
                                      </p:cBhvr>
                                      <p:tavLst>
                                        <p:tav tm="0">
                                          <p:val>
                                            <p:strVal val="#ppt_x"/>
                                          </p:val>
                                        </p:tav>
                                        <p:tav tm="100000">
                                          <p:val>
                                            <p:strVal val="#ppt_x"/>
                                          </p:val>
                                        </p:tav>
                                      </p:tavLst>
                                    </p:anim>
                                    <p:anim calcmode="lin" valueType="num">
                                      <p:cBhvr>
                                        <p:cTn id="17" dur="1000" fill="hold"/>
                                        <p:tgtEl>
                                          <p:spTgt spid="16"/>
                                        </p:tgtEl>
                                        <p:attrNameLst>
                                          <p:attrName>ppt_y</p:attrName>
                                        </p:attrNameLst>
                                      </p:cBhvr>
                                      <p:tavLst>
                                        <p:tav tm="0">
                                          <p:val>
                                            <p:strVal val="#ppt_y-.1"/>
                                          </p:val>
                                        </p:tav>
                                        <p:tav tm="100000">
                                          <p:val>
                                            <p:strVal val="#ppt_y"/>
                                          </p:val>
                                        </p:tav>
                                      </p:tavLst>
                                    </p:anim>
                                  </p:childTnLst>
                                </p:cTn>
                              </p:par>
                              <p:par>
                                <p:cTn id="18" presetID="47"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anim calcmode="lin" valueType="num">
                                      <p:cBhvr>
                                        <p:cTn id="21" dur="1000" fill="hold"/>
                                        <p:tgtEl>
                                          <p:spTgt spid="17"/>
                                        </p:tgtEl>
                                        <p:attrNameLst>
                                          <p:attrName>ppt_x</p:attrName>
                                        </p:attrNameLst>
                                      </p:cBhvr>
                                      <p:tavLst>
                                        <p:tav tm="0">
                                          <p:val>
                                            <p:strVal val="#ppt_x"/>
                                          </p:val>
                                        </p:tav>
                                        <p:tav tm="100000">
                                          <p:val>
                                            <p:strVal val="#ppt_x"/>
                                          </p:val>
                                        </p:tav>
                                      </p:tavLst>
                                    </p:anim>
                                    <p:anim calcmode="lin" valueType="num">
                                      <p:cBhvr>
                                        <p:cTn id="2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 calcmode="lin" valueType="num">
                                      <p:cBhvr additive="base">
                                        <p:cTn id="27" dur="500"/>
                                        <p:tgtEl>
                                          <p:spTgt spid="18">
                                            <p:txEl>
                                              <p:pRg st="0" end="0"/>
                                            </p:txEl>
                                          </p:spTgt>
                                        </p:tgtEl>
                                        <p:attrNameLst>
                                          <p:attrName>ppt_y</p:attrName>
                                        </p:attrNameLst>
                                      </p:cBhvr>
                                      <p:tavLst>
                                        <p:tav tm="0">
                                          <p:val>
                                            <p:strVal val="#ppt_y+#ppt_h*1.125000"/>
                                          </p:val>
                                        </p:tav>
                                        <p:tav tm="100000">
                                          <p:val>
                                            <p:strVal val="#ppt_y"/>
                                          </p:val>
                                        </p:tav>
                                      </p:tavLst>
                                    </p:anim>
                                    <p:animEffect transition="in" filter="wipe(up)">
                                      <p:cBhvr>
                                        <p:cTn id="28" dur="500"/>
                                        <p:tgtEl>
                                          <p:spTgt spid="1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18">
                                            <p:txEl>
                                              <p:pRg st="1" end="1"/>
                                            </p:txEl>
                                          </p:spTgt>
                                        </p:tgtEl>
                                        <p:attrNameLst>
                                          <p:attrName>style.visibility</p:attrName>
                                        </p:attrNameLst>
                                      </p:cBhvr>
                                      <p:to>
                                        <p:strVal val="visible"/>
                                      </p:to>
                                    </p:set>
                                    <p:anim calcmode="lin" valueType="num">
                                      <p:cBhvr additive="base">
                                        <p:cTn id="33" dur="500"/>
                                        <p:tgtEl>
                                          <p:spTgt spid="18">
                                            <p:txEl>
                                              <p:pRg st="1" end="1"/>
                                            </p:txEl>
                                          </p:spTgt>
                                        </p:tgtEl>
                                        <p:attrNameLst>
                                          <p:attrName>ppt_y</p:attrName>
                                        </p:attrNameLst>
                                      </p:cBhvr>
                                      <p:tavLst>
                                        <p:tav tm="0">
                                          <p:val>
                                            <p:strVal val="#ppt_y+#ppt_h*1.125000"/>
                                          </p:val>
                                        </p:tav>
                                        <p:tav tm="100000">
                                          <p:val>
                                            <p:strVal val="#ppt_y"/>
                                          </p:val>
                                        </p:tav>
                                      </p:tavLst>
                                    </p:anim>
                                    <p:animEffect transition="in" filter="wipe(up)">
                                      <p:cBhvr>
                                        <p:cTn id="34" dur="500"/>
                                        <p:tgtEl>
                                          <p:spTgt spid="18">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8">
                                            <p:txEl>
                                              <p:pRg st="2" end="2"/>
                                            </p:txEl>
                                          </p:spTgt>
                                        </p:tgtEl>
                                        <p:attrNameLst>
                                          <p:attrName>style.visibility</p:attrName>
                                        </p:attrNameLst>
                                      </p:cBhvr>
                                      <p:to>
                                        <p:strVal val="visible"/>
                                      </p:to>
                                    </p:set>
                                    <p:anim calcmode="lin" valueType="num">
                                      <p:cBhvr additive="base">
                                        <p:cTn id="39" dur="500"/>
                                        <p:tgtEl>
                                          <p:spTgt spid="18">
                                            <p:txEl>
                                              <p:pRg st="2" end="2"/>
                                            </p:txEl>
                                          </p:spTgt>
                                        </p:tgtEl>
                                        <p:attrNameLst>
                                          <p:attrName>ppt_y</p:attrName>
                                        </p:attrNameLst>
                                      </p:cBhvr>
                                      <p:tavLst>
                                        <p:tav tm="0">
                                          <p:val>
                                            <p:strVal val="#ppt_y+#ppt_h*1.125000"/>
                                          </p:val>
                                        </p:tav>
                                        <p:tav tm="100000">
                                          <p:val>
                                            <p:strVal val="#ppt_y"/>
                                          </p:val>
                                        </p:tav>
                                      </p:tavLst>
                                    </p:anim>
                                    <p:animEffect transition="in" filter="wipe(up)">
                                      <p:cBhvr>
                                        <p:cTn id="4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7" grpId="0"/>
      <p:bldP spid="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1756;p68"/>
          <p:cNvSpPr/>
          <p:nvPr/>
        </p:nvSpPr>
        <p:spPr>
          <a:xfrm rot="16200000" flipH="1">
            <a:off x="1675629" y="-234172"/>
            <a:ext cx="767119" cy="3797714"/>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extBox 12"/>
          <p:cNvSpPr txBox="1"/>
          <p:nvPr/>
        </p:nvSpPr>
        <p:spPr>
          <a:xfrm>
            <a:off x="220009" y="1418950"/>
            <a:ext cx="3582419" cy="461665"/>
          </a:xfrm>
          <a:prstGeom prst="rect">
            <a:avLst/>
          </a:prstGeom>
          <a:noFill/>
        </p:spPr>
        <p:txBody>
          <a:bodyPr wrap="square" rtlCol="0">
            <a:spAutoFit/>
          </a:bodyPr>
          <a:lstStyle/>
          <a:p>
            <a:r>
              <a:rPr lang="vi-VN" sz="2400" b="1" dirty="0" smtClean="0">
                <a:solidFill>
                  <a:srgbClr val="FF0000"/>
                </a:solidFill>
                <a:latin typeface="Times New Roman" panose="02020603050405020304" pitchFamily="18" charset="0"/>
                <a:cs typeface="Times New Roman" panose="02020603050405020304" pitchFamily="18" charset="0"/>
              </a:rPr>
              <a:t>4.3. Quy tắc ứng xử</a:t>
            </a:r>
          </a:p>
        </p:txBody>
      </p:sp>
      <p:sp>
        <p:nvSpPr>
          <p:cNvPr id="14" name="Google Shape;1690;p68"/>
          <p:cNvSpPr/>
          <p:nvPr/>
        </p:nvSpPr>
        <p:spPr>
          <a:xfrm rot="5400000">
            <a:off x="4016309" y="-1918250"/>
            <a:ext cx="942060" cy="5127748"/>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63;p68"/>
          <p:cNvSpPr txBox="1">
            <a:spLocks noGrp="1"/>
          </p:cNvSpPr>
          <p:nvPr>
            <p:ph type="title" idx="6"/>
          </p:nvPr>
        </p:nvSpPr>
        <p:spPr>
          <a:xfrm flipH="1">
            <a:off x="2198979" y="354996"/>
            <a:ext cx="4587047" cy="48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400" b="1" dirty="0">
                <a:latin typeface="+mj-lt"/>
              </a:rPr>
              <a:t>4</a:t>
            </a:r>
            <a:r>
              <a:rPr lang="vi-VN" sz="2400" b="1" dirty="0" smtClean="0">
                <a:latin typeface="+mj-lt"/>
              </a:rPr>
              <a:t>. XÂY DỰNG NỘI QUY LỚP HỌC – TẬP THỂ LỚP</a:t>
            </a:r>
            <a:endParaRPr sz="2400" b="1" dirty="0">
              <a:latin typeface="+mj-lt"/>
            </a:endParaRPr>
          </a:p>
        </p:txBody>
      </p:sp>
      <p:pic>
        <p:nvPicPr>
          <p:cNvPr id="16" name="图片 35" descr="图片包含 镜子, 汽车, 室内, 反射&#10;&#10;已生成高可信度的说明"/>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3200401" y="1281125"/>
            <a:ext cx="6217920" cy="4812708"/>
          </a:xfrm>
          <a:prstGeom prst="rect">
            <a:avLst/>
          </a:prstGeom>
        </p:spPr>
      </p:pic>
      <p:sp>
        <p:nvSpPr>
          <p:cNvPr id="17" name="Title 1"/>
          <p:cNvSpPr>
            <a:spLocks noGrp="1"/>
          </p:cNvSpPr>
          <p:nvPr>
            <p:ph type="title"/>
          </p:nvPr>
        </p:nvSpPr>
        <p:spPr>
          <a:xfrm>
            <a:off x="4487339" y="1713410"/>
            <a:ext cx="3930636" cy="487500"/>
          </a:xfrm>
        </p:spPr>
        <p:txBody>
          <a:bodyPr/>
          <a:lstStyle/>
          <a:p>
            <a:r>
              <a:rPr lang="vi-VN" sz="3000" b="1" dirty="0" smtClean="0">
                <a:latin typeface="+mj-lt"/>
              </a:rPr>
              <a:t>Tinh thần trách nhiệm</a:t>
            </a:r>
            <a:endParaRPr lang="en-US" sz="3000" b="1" dirty="0">
              <a:latin typeface="+mj-lt"/>
            </a:endParaRPr>
          </a:p>
        </p:txBody>
      </p:sp>
      <p:sp>
        <p:nvSpPr>
          <p:cNvPr id="18" name="Subtitle 2"/>
          <p:cNvSpPr>
            <a:spLocks noGrp="1"/>
          </p:cNvSpPr>
          <p:nvPr>
            <p:ph type="subTitle" idx="1"/>
          </p:nvPr>
        </p:nvSpPr>
        <p:spPr>
          <a:xfrm>
            <a:off x="4225705" y="2955399"/>
            <a:ext cx="4650377" cy="678300"/>
          </a:xfrm>
        </p:spPr>
        <p:txBody>
          <a:bodyPr/>
          <a:lstStyle/>
          <a:p>
            <a:pPr algn="l">
              <a:buFontTx/>
              <a:buChar char="-"/>
            </a:pPr>
            <a:r>
              <a:rPr lang="vi-VN" sz="2400" dirty="0" smtClean="0">
                <a:latin typeface="+mj-lt"/>
              </a:rPr>
              <a:t>Tuân thủ nội quy lớp học.</a:t>
            </a:r>
          </a:p>
          <a:p>
            <a:pPr algn="l">
              <a:buFontTx/>
              <a:buChar char="-"/>
            </a:pPr>
            <a:r>
              <a:rPr lang="vi-VN" sz="2400" dirty="0" smtClean="0">
                <a:latin typeface="+mj-lt"/>
              </a:rPr>
              <a:t>Tham gia lớp học tích cực.</a:t>
            </a:r>
          </a:p>
          <a:p>
            <a:pPr algn="l">
              <a:buFontTx/>
              <a:buChar char="-"/>
            </a:pPr>
            <a:r>
              <a:rPr lang="vi-VN" sz="2400" dirty="0" smtClean="0">
                <a:latin typeface="+mj-lt"/>
              </a:rPr>
              <a:t>Sử dụng «khung trò chuyện» đúng mục đích.</a:t>
            </a:r>
          </a:p>
          <a:p>
            <a:pPr algn="l">
              <a:buFontTx/>
              <a:buChar char="-"/>
            </a:pPr>
            <a:r>
              <a:rPr lang="vi-VN" sz="2400" dirty="0" smtClean="0">
                <a:latin typeface="+mj-lt"/>
              </a:rPr>
              <a:t>Không làm việc riêng.</a:t>
            </a:r>
            <a:endParaRPr lang="en-US" sz="2400" dirty="0">
              <a:latin typeface="+mj-lt"/>
            </a:endParaRPr>
          </a:p>
        </p:txBody>
      </p:sp>
      <p:sp>
        <p:nvSpPr>
          <p:cNvPr id="9" name="Can 8"/>
          <p:cNvSpPr/>
          <p:nvPr/>
        </p:nvSpPr>
        <p:spPr>
          <a:xfrm>
            <a:off x="6977384" y="125784"/>
            <a:ext cx="1132261" cy="1015264"/>
          </a:xfrm>
          <a:prstGeom prst="can">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endParaRPr lang="vi-VN" sz="1200" dirty="0" smtClean="0">
              <a:solidFill>
                <a:schemeClr val="bg2"/>
              </a:solidFill>
              <a:latin typeface="+mj-lt"/>
            </a:endParaRPr>
          </a:p>
          <a:p>
            <a:pPr algn="just"/>
            <a:r>
              <a:rPr lang="vi-VN" sz="1200" dirty="0" smtClean="0">
                <a:solidFill>
                  <a:schemeClr val="bg2"/>
                </a:solidFill>
                <a:latin typeface="+mj-lt"/>
              </a:rPr>
              <a:t>Học </a:t>
            </a:r>
            <a:r>
              <a:rPr lang="vi-VN" sz="1200" dirty="0">
                <a:solidFill>
                  <a:schemeClr val="bg2"/>
                </a:solidFill>
                <a:latin typeface="+mj-lt"/>
              </a:rPr>
              <a:t>trực tuyến qua ứng dụng zoom.</a:t>
            </a:r>
            <a:endParaRPr lang="en-US" sz="1200" dirty="0">
              <a:solidFill>
                <a:schemeClr val="bg2"/>
              </a:solidFill>
              <a:latin typeface="+mj-lt"/>
            </a:endParaRPr>
          </a:p>
        </p:txBody>
      </p:sp>
    </p:spTree>
    <p:extLst>
      <p:ext uri="{BB962C8B-B14F-4D97-AF65-F5344CB8AC3E}">
        <p14:creationId xmlns:p14="http://schemas.microsoft.com/office/powerpoint/2010/main" val="239078287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strips(downLeft)">
                                      <p:cBhvr>
                                        <p:cTn id="12" dur="5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animEffect transition="in" filter="strips(downLeft)">
                                      <p:cBhvr>
                                        <p:cTn id="17" dur="500"/>
                                        <p:tgtEl>
                                          <p:spTgt spid="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8">
                                            <p:txEl>
                                              <p:pRg st="2" end="2"/>
                                            </p:txEl>
                                          </p:spTgt>
                                        </p:tgtEl>
                                        <p:attrNameLst>
                                          <p:attrName>style.visibility</p:attrName>
                                        </p:attrNameLst>
                                      </p:cBhvr>
                                      <p:to>
                                        <p:strVal val="visible"/>
                                      </p:to>
                                    </p:set>
                                    <p:animEffect transition="in" filter="strips(downLeft)">
                                      <p:cBhvr>
                                        <p:cTn id="22" dur="500"/>
                                        <p:tgtEl>
                                          <p:spTgt spid="1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8">
                                            <p:txEl>
                                              <p:pRg st="3" end="3"/>
                                            </p:txEl>
                                          </p:spTgt>
                                        </p:tgtEl>
                                        <p:attrNameLst>
                                          <p:attrName>style.visibility</p:attrName>
                                        </p:attrNameLst>
                                      </p:cBhvr>
                                      <p:to>
                                        <p:strVal val="visible"/>
                                      </p:to>
                                    </p:set>
                                    <p:animEffect transition="in" filter="strips(downLeft)">
                                      <p:cBhvr>
                                        <p:cTn id="2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1756;p68"/>
          <p:cNvSpPr/>
          <p:nvPr/>
        </p:nvSpPr>
        <p:spPr>
          <a:xfrm rot="16200000" flipH="1">
            <a:off x="1675629" y="-234172"/>
            <a:ext cx="767119" cy="3797714"/>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l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extBox 12"/>
          <p:cNvSpPr txBox="1"/>
          <p:nvPr/>
        </p:nvSpPr>
        <p:spPr>
          <a:xfrm>
            <a:off x="220009" y="1418950"/>
            <a:ext cx="3582419" cy="461665"/>
          </a:xfrm>
          <a:prstGeom prst="rect">
            <a:avLst/>
          </a:prstGeom>
          <a:noFill/>
        </p:spPr>
        <p:txBody>
          <a:bodyPr wrap="square" rtlCol="0">
            <a:spAutoFit/>
          </a:bodyPr>
          <a:lstStyle/>
          <a:p>
            <a:r>
              <a:rPr lang="vi-VN" sz="2400" b="1" dirty="0" smtClean="0">
                <a:solidFill>
                  <a:srgbClr val="FF0000"/>
                </a:solidFill>
                <a:latin typeface="Times New Roman" panose="02020603050405020304" pitchFamily="18" charset="0"/>
                <a:cs typeface="Times New Roman" panose="02020603050405020304" pitchFamily="18" charset="0"/>
              </a:rPr>
              <a:t>4.3. Quy tắc ứng xử</a:t>
            </a:r>
          </a:p>
        </p:txBody>
      </p:sp>
      <p:sp>
        <p:nvSpPr>
          <p:cNvPr id="14" name="Google Shape;1690;p68"/>
          <p:cNvSpPr/>
          <p:nvPr/>
        </p:nvSpPr>
        <p:spPr>
          <a:xfrm rot="5400000">
            <a:off x="4016309" y="-1918250"/>
            <a:ext cx="942060" cy="5127748"/>
          </a:xfrm>
          <a:custGeom>
            <a:avLst/>
            <a:gdLst/>
            <a:ahLst/>
            <a:cxnLst/>
            <a:rect l="l" t="t" r="r" b="b"/>
            <a:pathLst>
              <a:path w="20692" h="47654" extrusionOk="0">
                <a:moveTo>
                  <a:pt x="308" y="46031"/>
                </a:moveTo>
                <a:cubicBezTo>
                  <a:pt x="342" y="46031"/>
                  <a:pt x="393" y="46013"/>
                  <a:pt x="410" y="45996"/>
                </a:cubicBezTo>
                <a:lnTo>
                  <a:pt x="410" y="45962"/>
                </a:lnTo>
                <a:cubicBezTo>
                  <a:pt x="564" y="45894"/>
                  <a:pt x="701" y="45877"/>
                  <a:pt x="854" y="45877"/>
                </a:cubicBezTo>
                <a:cubicBezTo>
                  <a:pt x="1008" y="45877"/>
                  <a:pt x="1179" y="45825"/>
                  <a:pt x="1299" y="45757"/>
                </a:cubicBezTo>
                <a:cubicBezTo>
                  <a:pt x="1316" y="45740"/>
                  <a:pt x="1316" y="45740"/>
                  <a:pt x="1316" y="45723"/>
                </a:cubicBezTo>
                <a:lnTo>
                  <a:pt x="2136" y="45979"/>
                </a:lnTo>
                <a:lnTo>
                  <a:pt x="2136" y="45979"/>
                </a:lnTo>
                <a:lnTo>
                  <a:pt x="2136" y="46184"/>
                </a:lnTo>
                <a:cubicBezTo>
                  <a:pt x="2136" y="46201"/>
                  <a:pt x="2136" y="46218"/>
                  <a:pt x="2153" y="46218"/>
                </a:cubicBezTo>
                <a:cubicBezTo>
                  <a:pt x="2187" y="46236"/>
                  <a:pt x="2238" y="46253"/>
                  <a:pt x="2255" y="46253"/>
                </a:cubicBezTo>
                <a:cubicBezTo>
                  <a:pt x="2324" y="46236"/>
                  <a:pt x="2392" y="46201"/>
                  <a:pt x="2443" y="46150"/>
                </a:cubicBezTo>
                <a:cubicBezTo>
                  <a:pt x="2478" y="46099"/>
                  <a:pt x="2546" y="46099"/>
                  <a:pt x="2648" y="46167"/>
                </a:cubicBezTo>
                <a:cubicBezTo>
                  <a:pt x="2665" y="46184"/>
                  <a:pt x="2700" y="46184"/>
                  <a:pt x="2700" y="46184"/>
                </a:cubicBezTo>
                <a:cubicBezTo>
                  <a:pt x="2751" y="46065"/>
                  <a:pt x="3007" y="46184"/>
                  <a:pt x="3093" y="46116"/>
                </a:cubicBezTo>
                <a:cubicBezTo>
                  <a:pt x="3144" y="46082"/>
                  <a:pt x="3212" y="46048"/>
                  <a:pt x="3281" y="46065"/>
                </a:cubicBezTo>
                <a:cubicBezTo>
                  <a:pt x="3434" y="46099"/>
                  <a:pt x="3503" y="46013"/>
                  <a:pt x="3588" y="45996"/>
                </a:cubicBezTo>
                <a:lnTo>
                  <a:pt x="3759" y="45945"/>
                </a:lnTo>
                <a:lnTo>
                  <a:pt x="3827" y="45962"/>
                </a:lnTo>
                <a:cubicBezTo>
                  <a:pt x="3896" y="45996"/>
                  <a:pt x="3981" y="46048"/>
                  <a:pt x="3998" y="46116"/>
                </a:cubicBezTo>
                <a:cubicBezTo>
                  <a:pt x="4015" y="46150"/>
                  <a:pt x="3981" y="46201"/>
                  <a:pt x="3930" y="46218"/>
                </a:cubicBezTo>
                <a:cubicBezTo>
                  <a:pt x="3827" y="46218"/>
                  <a:pt x="3708" y="46218"/>
                  <a:pt x="3708" y="46321"/>
                </a:cubicBezTo>
                <a:cubicBezTo>
                  <a:pt x="3622" y="46321"/>
                  <a:pt x="3537" y="46321"/>
                  <a:pt x="3469" y="46338"/>
                </a:cubicBezTo>
                <a:cubicBezTo>
                  <a:pt x="3451" y="46338"/>
                  <a:pt x="3469" y="46389"/>
                  <a:pt x="3469" y="46406"/>
                </a:cubicBezTo>
                <a:cubicBezTo>
                  <a:pt x="3520" y="46475"/>
                  <a:pt x="3434" y="46441"/>
                  <a:pt x="3503" y="46458"/>
                </a:cubicBezTo>
                <a:cubicBezTo>
                  <a:pt x="3622" y="46475"/>
                  <a:pt x="3742" y="46509"/>
                  <a:pt x="3861" y="46526"/>
                </a:cubicBezTo>
                <a:cubicBezTo>
                  <a:pt x="3930" y="46543"/>
                  <a:pt x="3981" y="46526"/>
                  <a:pt x="3998" y="46492"/>
                </a:cubicBezTo>
                <a:cubicBezTo>
                  <a:pt x="4032" y="46441"/>
                  <a:pt x="4084" y="46423"/>
                  <a:pt x="4135" y="46441"/>
                </a:cubicBezTo>
                <a:cubicBezTo>
                  <a:pt x="4272" y="46458"/>
                  <a:pt x="4408" y="46492"/>
                  <a:pt x="4408" y="46355"/>
                </a:cubicBezTo>
                <a:cubicBezTo>
                  <a:pt x="4511" y="46355"/>
                  <a:pt x="4630" y="46372"/>
                  <a:pt x="4699" y="46321"/>
                </a:cubicBezTo>
                <a:cubicBezTo>
                  <a:pt x="4733" y="46287"/>
                  <a:pt x="4801" y="46338"/>
                  <a:pt x="4852" y="46372"/>
                </a:cubicBezTo>
                <a:cubicBezTo>
                  <a:pt x="4904" y="46423"/>
                  <a:pt x="4887" y="46458"/>
                  <a:pt x="4870" y="46492"/>
                </a:cubicBezTo>
                <a:cubicBezTo>
                  <a:pt x="4835" y="46560"/>
                  <a:pt x="4921" y="46646"/>
                  <a:pt x="5040" y="46697"/>
                </a:cubicBezTo>
                <a:cubicBezTo>
                  <a:pt x="5092" y="46714"/>
                  <a:pt x="5143" y="46731"/>
                  <a:pt x="5194" y="46748"/>
                </a:cubicBezTo>
                <a:cubicBezTo>
                  <a:pt x="5297" y="46799"/>
                  <a:pt x="5416" y="46816"/>
                  <a:pt x="5519" y="46765"/>
                </a:cubicBezTo>
                <a:cubicBezTo>
                  <a:pt x="5604" y="46748"/>
                  <a:pt x="5690" y="46714"/>
                  <a:pt x="5758" y="46663"/>
                </a:cubicBezTo>
                <a:cubicBezTo>
                  <a:pt x="5792" y="46646"/>
                  <a:pt x="5843" y="46629"/>
                  <a:pt x="5878" y="46646"/>
                </a:cubicBezTo>
                <a:cubicBezTo>
                  <a:pt x="6083" y="46748"/>
                  <a:pt x="6134" y="46646"/>
                  <a:pt x="6271" y="46646"/>
                </a:cubicBezTo>
                <a:cubicBezTo>
                  <a:pt x="6442" y="46646"/>
                  <a:pt x="6442" y="46594"/>
                  <a:pt x="6288" y="46389"/>
                </a:cubicBezTo>
                <a:cubicBezTo>
                  <a:pt x="6339" y="46372"/>
                  <a:pt x="6390" y="46355"/>
                  <a:pt x="6442" y="46304"/>
                </a:cubicBezTo>
                <a:cubicBezTo>
                  <a:pt x="6493" y="46253"/>
                  <a:pt x="6561" y="46287"/>
                  <a:pt x="6647" y="46389"/>
                </a:cubicBezTo>
                <a:cubicBezTo>
                  <a:pt x="6681" y="46423"/>
                  <a:pt x="6715" y="46475"/>
                  <a:pt x="6749" y="46526"/>
                </a:cubicBezTo>
                <a:cubicBezTo>
                  <a:pt x="6817" y="46492"/>
                  <a:pt x="6954" y="46611"/>
                  <a:pt x="7005" y="46543"/>
                </a:cubicBezTo>
                <a:lnTo>
                  <a:pt x="7005" y="46458"/>
                </a:lnTo>
                <a:cubicBezTo>
                  <a:pt x="7108" y="46458"/>
                  <a:pt x="7227" y="46526"/>
                  <a:pt x="7313" y="46560"/>
                </a:cubicBezTo>
                <a:lnTo>
                  <a:pt x="7347" y="46560"/>
                </a:lnTo>
                <a:cubicBezTo>
                  <a:pt x="7381" y="46594"/>
                  <a:pt x="7433" y="46629"/>
                  <a:pt x="7484" y="46663"/>
                </a:cubicBezTo>
                <a:cubicBezTo>
                  <a:pt x="7655" y="46748"/>
                  <a:pt x="7843" y="46799"/>
                  <a:pt x="8048" y="46799"/>
                </a:cubicBezTo>
                <a:cubicBezTo>
                  <a:pt x="8150" y="46834"/>
                  <a:pt x="8253" y="46851"/>
                  <a:pt x="8355" y="46851"/>
                </a:cubicBezTo>
                <a:cubicBezTo>
                  <a:pt x="8389" y="46868"/>
                  <a:pt x="8424" y="46885"/>
                  <a:pt x="8458" y="46902"/>
                </a:cubicBezTo>
                <a:cubicBezTo>
                  <a:pt x="8492" y="46970"/>
                  <a:pt x="8543" y="47039"/>
                  <a:pt x="8594" y="47090"/>
                </a:cubicBezTo>
                <a:cubicBezTo>
                  <a:pt x="8936" y="47090"/>
                  <a:pt x="9261" y="47209"/>
                  <a:pt x="9517" y="47432"/>
                </a:cubicBezTo>
                <a:lnTo>
                  <a:pt x="9637" y="47414"/>
                </a:lnTo>
                <a:cubicBezTo>
                  <a:pt x="9705" y="47414"/>
                  <a:pt x="9756" y="47363"/>
                  <a:pt x="9773" y="47312"/>
                </a:cubicBezTo>
                <a:lnTo>
                  <a:pt x="9790" y="47278"/>
                </a:lnTo>
                <a:cubicBezTo>
                  <a:pt x="9842" y="47261"/>
                  <a:pt x="9876" y="47227"/>
                  <a:pt x="9927" y="47192"/>
                </a:cubicBezTo>
                <a:lnTo>
                  <a:pt x="9927" y="47192"/>
                </a:lnTo>
                <a:cubicBezTo>
                  <a:pt x="9978" y="47141"/>
                  <a:pt x="10047" y="47090"/>
                  <a:pt x="10115" y="47056"/>
                </a:cubicBezTo>
                <a:cubicBezTo>
                  <a:pt x="10115" y="47056"/>
                  <a:pt x="10098" y="47039"/>
                  <a:pt x="10098" y="47022"/>
                </a:cubicBezTo>
                <a:cubicBezTo>
                  <a:pt x="10132" y="46987"/>
                  <a:pt x="10166" y="46919"/>
                  <a:pt x="10166" y="46868"/>
                </a:cubicBezTo>
                <a:cubicBezTo>
                  <a:pt x="10252" y="46902"/>
                  <a:pt x="10337" y="46936"/>
                  <a:pt x="10423" y="46936"/>
                </a:cubicBezTo>
                <a:cubicBezTo>
                  <a:pt x="10662" y="46885"/>
                  <a:pt x="10918" y="46868"/>
                  <a:pt x="11174" y="46919"/>
                </a:cubicBezTo>
                <a:lnTo>
                  <a:pt x="11174" y="46902"/>
                </a:lnTo>
                <a:lnTo>
                  <a:pt x="11397" y="46936"/>
                </a:lnTo>
                <a:lnTo>
                  <a:pt x="11499" y="47039"/>
                </a:lnTo>
                <a:cubicBezTo>
                  <a:pt x="11567" y="47073"/>
                  <a:pt x="11619" y="47107"/>
                  <a:pt x="11670" y="47141"/>
                </a:cubicBezTo>
                <a:cubicBezTo>
                  <a:pt x="11687" y="47141"/>
                  <a:pt x="11704" y="47141"/>
                  <a:pt x="11721" y="47124"/>
                </a:cubicBezTo>
                <a:cubicBezTo>
                  <a:pt x="11738" y="47107"/>
                  <a:pt x="11755" y="47073"/>
                  <a:pt x="11789" y="47056"/>
                </a:cubicBezTo>
                <a:cubicBezTo>
                  <a:pt x="11807" y="47039"/>
                  <a:pt x="11909" y="47056"/>
                  <a:pt x="11977" y="47107"/>
                </a:cubicBezTo>
                <a:cubicBezTo>
                  <a:pt x="12012" y="47124"/>
                  <a:pt x="12046" y="47175"/>
                  <a:pt x="12063" y="47227"/>
                </a:cubicBezTo>
                <a:cubicBezTo>
                  <a:pt x="12063" y="47244"/>
                  <a:pt x="12063" y="47261"/>
                  <a:pt x="12080" y="47278"/>
                </a:cubicBezTo>
                <a:cubicBezTo>
                  <a:pt x="12114" y="47363"/>
                  <a:pt x="12131" y="47380"/>
                  <a:pt x="12234" y="47380"/>
                </a:cubicBezTo>
                <a:cubicBezTo>
                  <a:pt x="12319" y="47380"/>
                  <a:pt x="12405" y="47414"/>
                  <a:pt x="12473" y="47483"/>
                </a:cubicBezTo>
                <a:lnTo>
                  <a:pt x="12558" y="47568"/>
                </a:lnTo>
                <a:cubicBezTo>
                  <a:pt x="12610" y="47551"/>
                  <a:pt x="12661" y="47534"/>
                  <a:pt x="12712" y="47500"/>
                </a:cubicBezTo>
                <a:cubicBezTo>
                  <a:pt x="12746" y="47483"/>
                  <a:pt x="12763" y="47449"/>
                  <a:pt x="12763" y="47397"/>
                </a:cubicBezTo>
                <a:cubicBezTo>
                  <a:pt x="12763" y="47346"/>
                  <a:pt x="12763" y="47278"/>
                  <a:pt x="12763" y="47227"/>
                </a:cubicBezTo>
                <a:lnTo>
                  <a:pt x="13173" y="47175"/>
                </a:lnTo>
                <a:cubicBezTo>
                  <a:pt x="13225" y="47278"/>
                  <a:pt x="13293" y="47363"/>
                  <a:pt x="13396" y="47346"/>
                </a:cubicBezTo>
                <a:cubicBezTo>
                  <a:pt x="13481" y="47329"/>
                  <a:pt x="13566" y="47329"/>
                  <a:pt x="13652" y="47363"/>
                </a:cubicBezTo>
                <a:cubicBezTo>
                  <a:pt x="13754" y="47346"/>
                  <a:pt x="13840" y="47329"/>
                  <a:pt x="13942" y="47329"/>
                </a:cubicBezTo>
                <a:cubicBezTo>
                  <a:pt x="13959" y="47312"/>
                  <a:pt x="13959" y="47295"/>
                  <a:pt x="13959" y="47278"/>
                </a:cubicBezTo>
                <a:cubicBezTo>
                  <a:pt x="14011" y="47295"/>
                  <a:pt x="14062" y="47312"/>
                  <a:pt x="14113" y="47312"/>
                </a:cubicBezTo>
                <a:cubicBezTo>
                  <a:pt x="14164" y="47329"/>
                  <a:pt x="14250" y="47329"/>
                  <a:pt x="14301" y="47329"/>
                </a:cubicBezTo>
                <a:cubicBezTo>
                  <a:pt x="14301" y="47346"/>
                  <a:pt x="14284" y="47346"/>
                  <a:pt x="14267" y="47363"/>
                </a:cubicBezTo>
                <a:cubicBezTo>
                  <a:pt x="14506" y="47397"/>
                  <a:pt x="14711" y="47483"/>
                  <a:pt x="14899" y="47637"/>
                </a:cubicBezTo>
                <a:cubicBezTo>
                  <a:pt x="14985" y="47620"/>
                  <a:pt x="15053" y="47637"/>
                  <a:pt x="15138" y="47654"/>
                </a:cubicBezTo>
                <a:cubicBezTo>
                  <a:pt x="15155" y="47637"/>
                  <a:pt x="15190" y="47620"/>
                  <a:pt x="15224" y="47620"/>
                </a:cubicBezTo>
                <a:cubicBezTo>
                  <a:pt x="15378" y="47585"/>
                  <a:pt x="15548" y="47585"/>
                  <a:pt x="15702" y="47637"/>
                </a:cubicBezTo>
                <a:cubicBezTo>
                  <a:pt x="15890" y="47534"/>
                  <a:pt x="16078" y="47483"/>
                  <a:pt x="16283" y="47483"/>
                </a:cubicBezTo>
                <a:lnTo>
                  <a:pt x="16317" y="47483"/>
                </a:lnTo>
                <a:lnTo>
                  <a:pt x="16369" y="47432"/>
                </a:lnTo>
                <a:cubicBezTo>
                  <a:pt x="16403" y="47397"/>
                  <a:pt x="16437" y="47363"/>
                  <a:pt x="16471" y="47329"/>
                </a:cubicBezTo>
                <a:cubicBezTo>
                  <a:pt x="16522" y="47278"/>
                  <a:pt x="16557" y="47244"/>
                  <a:pt x="16608" y="47227"/>
                </a:cubicBezTo>
                <a:lnTo>
                  <a:pt x="16608" y="47227"/>
                </a:lnTo>
                <a:lnTo>
                  <a:pt x="16659" y="47192"/>
                </a:lnTo>
                <a:cubicBezTo>
                  <a:pt x="16659" y="47175"/>
                  <a:pt x="16659" y="47158"/>
                  <a:pt x="16659" y="47141"/>
                </a:cubicBezTo>
                <a:cubicBezTo>
                  <a:pt x="16659" y="47056"/>
                  <a:pt x="16710" y="47022"/>
                  <a:pt x="16745" y="46970"/>
                </a:cubicBezTo>
                <a:cubicBezTo>
                  <a:pt x="16779" y="46919"/>
                  <a:pt x="16813" y="46953"/>
                  <a:pt x="16864" y="46970"/>
                </a:cubicBezTo>
                <a:lnTo>
                  <a:pt x="17001" y="46987"/>
                </a:lnTo>
                <a:cubicBezTo>
                  <a:pt x="17018" y="46987"/>
                  <a:pt x="17052" y="46936"/>
                  <a:pt x="17035" y="46902"/>
                </a:cubicBezTo>
                <a:lnTo>
                  <a:pt x="16967" y="46697"/>
                </a:lnTo>
                <a:lnTo>
                  <a:pt x="17462" y="46629"/>
                </a:lnTo>
                <a:lnTo>
                  <a:pt x="17496" y="46680"/>
                </a:lnTo>
                <a:cubicBezTo>
                  <a:pt x="17548" y="46629"/>
                  <a:pt x="17599" y="46594"/>
                  <a:pt x="17650" y="46560"/>
                </a:cubicBezTo>
                <a:lnTo>
                  <a:pt x="17650" y="46441"/>
                </a:lnTo>
                <a:cubicBezTo>
                  <a:pt x="17650" y="46372"/>
                  <a:pt x="17616" y="46321"/>
                  <a:pt x="17565" y="46287"/>
                </a:cubicBezTo>
                <a:lnTo>
                  <a:pt x="17530" y="46270"/>
                </a:lnTo>
                <a:cubicBezTo>
                  <a:pt x="17513" y="46236"/>
                  <a:pt x="17496" y="46184"/>
                  <a:pt x="17479" y="46133"/>
                </a:cubicBezTo>
                <a:lnTo>
                  <a:pt x="17479" y="46133"/>
                </a:lnTo>
                <a:cubicBezTo>
                  <a:pt x="17428" y="46065"/>
                  <a:pt x="17394" y="45996"/>
                  <a:pt x="17360" y="45928"/>
                </a:cubicBezTo>
                <a:lnTo>
                  <a:pt x="17325" y="45945"/>
                </a:lnTo>
                <a:cubicBezTo>
                  <a:pt x="17291" y="45894"/>
                  <a:pt x="17240" y="45860"/>
                  <a:pt x="17172" y="45843"/>
                </a:cubicBezTo>
                <a:cubicBezTo>
                  <a:pt x="17223" y="45774"/>
                  <a:pt x="17274" y="45706"/>
                  <a:pt x="17308" y="45638"/>
                </a:cubicBezTo>
                <a:cubicBezTo>
                  <a:pt x="17274" y="45398"/>
                  <a:pt x="17325" y="45159"/>
                  <a:pt x="17428" y="44937"/>
                </a:cubicBezTo>
                <a:lnTo>
                  <a:pt x="17394" y="44920"/>
                </a:lnTo>
                <a:lnTo>
                  <a:pt x="17479" y="44732"/>
                </a:lnTo>
                <a:lnTo>
                  <a:pt x="17599" y="44647"/>
                </a:lnTo>
                <a:cubicBezTo>
                  <a:pt x="17633" y="44595"/>
                  <a:pt x="17684" y="44561"/>
                  <a:pt x="17736" y="44510"/>
                </a:cubicBezTo>
                <a:cubicBezTo>
                  <a:pt x="17736" y="44493"/>
                  <a:pt x="17736" y="44476"/>
                  <a:pt x="17736" y="44476"/>
                </a:cubicBezTo>
                <a:cubicBezTo>
                  <a:pt x="17718" y="44441"/>
                  <a:pt x="17684" y="44424"/>
                  <a:pt x="17667" y="44407"/>
                </a:cubicBezTo>
                <a:cubicBezTo>
                  <a:pt x="17650" y="44373"/>
                  <a:pt x="17701" y="44288"/>
                  <a:pt x="17753" y="44236"/>
                </a:cubicBezTo>
                <a:cubicBezTo>
                  <a:pt x="17804" y="44185"/>
                  <a:pt x="17855" y="44168"/>
                  <a:pt x="17906" y="44168"/>
                </a:cubicBezTo>
                <a:lnTo>
                  <a:pt x="17958" y="44168"/>
                </a:lnTo>
                <a:cubicBezTo>
                  <a:pt x="18060" y="44151"/>
                  <a:pt x="18077" y="44134"/>
                  <a:pt x="18094" y="44048"/>
                </a:cubicBezTo>
                <a:cubicBezTo>
                  <a:pt x="18111" y="43963"/>
                  <a:pt x="18163" y="43895"/>
                  <a:pt x="18248" y="43843"/>
                </a:cubicBezTo>
                <a:lnTo>
                  <a:pt x="18351" y="43792"/>
                </a:lnTo>
                <a:cubicBezTo>
                  <a:pt x="18334" y="43741"/>
                  <a:pt x="18334" y="43673"/>
                  <a:pt x="18316" y="43621"/>
                </a:cubicBezTo>
                <a:cubicBezTo>
                  <a:pt x="18316" y="43604"/>
                  <a:pt x="18265" y="43570"/>
                  <a:pt x="18214" y="43570"/>
                </a:cubicBezTo>
                <a:cubicBezTo>
                  <a:pt x="18163" y="43553"/>
                  <a:pt x="18094" y="43536"/>
                  <a:pt x="18026" y="43536"/>
                </a:cubicBezTo>
                <a:lnTo>
                  <a:pt x="18043" y="43143"/>
                </a:lnTo>
                <a:cubicBezTo>
                  <a:pt x="18163" y="43109"/>
                  <a:pt x="18265" y="43075"/>
                  <a:pt x="18282" y="42972"/>
                </a:cubicBezTo>
                <a:cubicBezTo>
                  <a:pt x="18265" y="42887"/>
                  <a:pt x="18282" y="42801"/>
                  <a:pt x="18334" y="42750"/>
                </a:cubicBezTo>
                <a:cubicBezTo>
                  <a:pt x="18334" y="42647"/>
                  <a:pt x="18334" y="42562"/>
                  <a:pt x="18351" y="42459"/>
                </a:cubicBezTo>
                <a:cubicBezTo>
                  <a:pt x="18351" y="42459"/>
                  <a:pt x="18334" y="42442"/>
                  <a:pt x="18316" y="42442"/>
                </a:cubicBezTo>
                <a:cubicBezTo>
                  <a:pt x="18334" y="42408"/>
                  <a:pt x="18351" y="42357"/>
                  <a:pt x="18368" y="42306"/>
                </a:cubicBezTo>
                <a:cubicBezTo>
                  <a:pt x="18402" y="42254"/>
                  <a:pt x="18419" y="42186"/>
                  <a:pt x="18436" y="42135"/>
                </a:cubicBezTo>
                <a:cubicBezTo>
                  <a:pt x="18436" y="42135"/>
                  <a:pt x="18436" y="42152"/>
                  <a:pt x="18453" y="42169"/>
                </a:cubicBezTo>
                <a:cubicBezTo>
                  <a:pt x="18539" y="41964"/>
                  <a:pt x="18675" y="41776"/>
                  <a:pt x="18846" y="41656"/>
                </a:cubicBezTo>
                <a:cubicBezTo>
                  <a:pt x="18863" y="41571"/>
                  <a:pt x="18880" y="41503"/>
                  <a:pt x="18914" y="41434"/>
                </a:cubicBezTo>
                <a:cubicBezTo>
                  <a:pt x="18897" y="41400"/>
                  <a:pt x="18897" y="41366"/>
                  <a:pt x="18880" y="41349"/>
                </a:cubicBezTo>
                <a:cubicBezTo>
                  <a:pt x="18880" y="41178"/>
                  <a:pt x="18932" y="41024"/>
                  <a:pt x="19017" y="40905"/>
                </a:cubicBezTo>
                <a:cubicBezTo>
                  <a:pt x="18932" y="40717"/>
                  <a:pt x="18914" y="40529"/>
                  <a:pt x="18949" y="40341"/>
                </a:cubicBezTo>
                <a:lnTo>
                  <a:pt x="18949" y="40307"/>
                </a:lnTo>
                <a:lnTo>
                  <a:pt x="18897" y="40255"/>
                </a:lnTo>
                <a:cubicBezTo>
                  <a:pt x="18863" y="40221"/>
                  <a:pt x="18829" y="40187"/>
                  <a:pt x="18812" y="40136"/>
                </a:cubicBezTo>
                <a:cubicBezTo>
                  <a:pt x="18778" y="40102"/>
                  <a:pt x="18744" y="40050"/>
                  <a:pt x="18727" y="39999"/>
                </a:cubicBezTo>
                <a:lnTo>
                  <a:pt x="18727" y="39999"/>
                </a:lnTo>
                <a:cubicBezTo>
                  <a:pt x="18727" y="39982"/>
                  <a:pt x="18709" y="39965"/>
                  <a:pt x="18709" y="39948"/>
                </a:cubicBezTo>
                <a:lnTo>
                  <a:pt x="18658" y="39948"/>
                </a:lnTo>
                <a:cubicBezTo>
                  <a:pt x="18590" y="39931"/>
                  <a:pt x="18521" y="39897"/>
                  <a:pt x="18487" y="39845"/>
                </a:cubicBezTo>
                <a:cubicBezTo>
                  <a:pt x="18453" y="39811"/>
                  <a:pt x="18487" y="39777"/>
                  <a:pt x="18504" y="39726"/>
                </a:cubicBezTo>
                <a:cubicBezTo>
                  <a:pt x="18521" y="39692"/>
                  <a:pt x="18539" y="39657"/>
                  <a:pt x="18556" y="39606"/>
                </a:cubicBezTo>
                <a:cubicBezTo>
                  <a:pt x="18556" y="39589"/>
                  <a:pt x="18504" y="39538"/>
                  <a:pt x="18453" y="39555"/>
                </a:cubicBezTo>
                <a:lnTo>
                  <a:pt x="18231" y="39572"/>
                </a:lnTo>
                <a:lnTo>
                  <a:pt x="18265" y="39111"/>
                </a:lnTo>
                <a:cubicBezTo>
                  <a:pt x="18316" y="39093"/>
                  <a:pt x="18368" y="39076"/>
                  <a:pt x="18419" y="39059"/>
                </a:cubicBezTo>
                <a:cubicBezTo>
                  <a:pt x="18487" y="39076"/>
                  <a:pt x="18556" y="39076"/>
                  <a:pt x="18607" y="39093"/>
                </a:cubicBezTo>
                <a:cubicBezTo>
                  <a:pt x="18658" y="39093"/>
                  <a:pt x="18761" y="39059"/>
                  <a:pt x="18744" y="39025"/>
                </a:cubicBezTo>
                <a:cubicBezTo>
                  <a:pt x="18709" y="38923"/>
                  <a:pt x="18727" y="38803"/>
                  <a:pt x="18795" y="38718"/>
                </a:cubicBezTo>
                <a:cubicBezTo>
                  <a:pt x="18761" y="38632"/>
                  <a:pt x="18761" y="38530"/>
                  <a:pt x="18778" y="38427"/>
                </a:cubicBezTo>
                <a:cubicBezTo>
                  <a:pt x="18761" y="38359"/>
                  <a:pt x="18761" y="38273"/>
                  <a:pt x="18795" y="38205"/>
                </a:cubicBezTo>
                <a:cubicBezTo>
                  <a:pt x="18829" y="38137"/>
                  <a:pt x="18795" y="38034"/>
                  <a:pt x="18744" y="37983"/>
                </a:cubicBezTo>
                <a:cubicBezTo>
                  <a:pt x="18658" y="37897"/>
                  <a:pt x="18709" y="37812"/>
                  <a:pt x="18846" y="37727"/>
                </a:cubicBezTo>
                <a:cubicBezTo>
                  <a:pt x="18744" y="37710"/>
                  <a:pt x="18641" y="37727"/>
                  <a:pt x="18556" y="37761"/>
                </a:cubicBezTo>
                <a:cubicBezTo>
                  <a:pt x="18487" y="37795"/>
                  <a:pt x="18385" y="37778"/>
                  <a:pt x="18334" y="37710"/>
                </a:cubicBezTo>
                <a:cubicBezTo>
                  <a:pt x="18351" y="37487"/>
                  <a:pt x="18368" y="37299"/>
                  <a:pt x="18368" y="37094"/>
                </a:cubicBezTo>
                <a:cubicBezTo>
                  <a:pt x="18556" y="36992"/>
                  <a:pt x="18573" y="36992"/>
                  <a:pt x="18573" y="36889"/>
                </a:cubicBezTo>
                <a:cubicBezTo>
                  <a:pt x="18573" y="36872"/>
                  <a:pt x="18573" y="36838"/>
                  <a:pt x="18573" y="36821"/>
                </a:cubicBezTo>
                <a:cubicBezTo>
                  <a:pt x="18590" y="36770"/>
                  <a:pt x="18641" y="36736"/>
                  <a:pt x="18692" y="36736"/>
                </a:cubicBezTo>
                <a:cubicBezTo>
                  <a:pt x="18727" y="36701"/>
                  <a:pt x="18795" y="36719"/>
                  <a:pt x="18829" y="36736"/>
                </a:cubicBezTo>
                <a:cubicBezTo>
                  <a:pt x="18829" y="36736"/>
                  <a:pt x="18863" y="36753"/>
                  <a:pt x="18863" y="36770"/>
                </a:cubicBezTo>
                <a:cubicBezTo>
                  <a:pt x="18880" y="36804"/>
                  <a:pt x="18880" y="36838"/>
                  <a:pt x="18880" y="36872"/>
                </a:cubicBezTo>
                <a:lnTo>
                  <a:pt x="18880" y="36872"/>
                </a:lnTo>
                <a:lnTo>
                  <a:pt x="19256" y="36684"/>
                </a:lnTo>
                <a:cubicBezTo>
                  <a:pt x="19273" y="36650"/>
                  <a:pt x="19256" y="36616"/>
                  <a:pt x="19256" y="36599"/>
                </a:cubicBezTo>
                <a:cubicBezTo>
                  <a:pt x="19205" y="36479"/>
                  <a:pt x="19154" y="36377"/>
                  <a:pt x="19085" y="36274"/>
                </a:cubicBezTo>
                <a:cubicBezTo>
                  <a:pt x="19068" y="36240"/>
                  <a:pt x="19017" y="36223"/>
                  <a:pt x="18966" y="36206"/>
                </a:cubicBezTo>
                <a:cubicBezTo>
                  <a:pt x="19068" y="35967"/>
                  <a:pt x="19034" y="35676"/>
                  <a:pt x="18880" y="35471"/>
                </a:cubicBezTo>
                <a:cubicBezTo>
                  <a:pt x="18880" y="35437"/>
                  <a:pt x="18880" y="35403"/>
                  <a:pt x="18880" y="35386"/>
                </a:cubicBezTo>
                <a:cubicBezTo>
                  <a:pt x="18863" y="35335"/>
                  <a:pt x="18914" y="35300"/>
                  <a:pt x="18966" y="35283"/>
                </a:cubicBezTo>
                <a:cubicBezTo>
                  <a:pt x="19034" y="35249"/>
                  <a:pt x="19102" y="35181"/>
                  <a:pt x="19102" y="35112"/>
                </a:cubicBezTo>
                <a:cubicBezTo>
                  <a:pt x="19119" y="35061"/>
                  <a:pt x="19102" y="35027"/>
                  <a:pt x="19085" y="34993"/>
                </a:cubicBezTo>
                <a:cubicBezTo>
                  <a:pt x="19085" y="34959"/>
                  <a:pt x="19051" y="34924"/>
                  <a:pt x="19034" y="34907"/>
                </a:cubicBezTo>
                <a:cubicBezTo>
                  <a:pt x="18914" y="34805"/>
                  <a:pt x="18897" y="34651"/>
                  <a:pt x="18983" y="34514"/>
                </a:cubicBezTo>
                <a:cubicBezTo>
                  <a:pt x="18983" y="34497"/>
                  <a:pt x="19000" y="34463"/>
                  <a:pt x="19017" y="34446"/>
                </a:cubicBezTo>
                <a:cubicBezTo>
                  <a:pt x="19051" y="34326"/>
                  <a:pt x="19051" y="34224"/>
                  <a:pt x="18914" y="34190"/>
                </a:cubicBezTo>
                <a:cubicBezTo>
                  <a:pt x="18897" y="34190"/>
                  <a:pt x="18880" y="34190"/>
                  <a:pt x="18863" y="34190"/>
                </a:cubicBezTo>
                <a:cubicBezTo>
                  <a:pt x="18829" y="34190"/>
                  <a:pt x="18812" y="34207"/>
                  <a:pt x="18778" y="34207"/>
                </a:cubicBezTo>
                <a:cubicBezTo>
                  <a:pt x="18709" y="34190"/>
                  <a:pt x="18641" y="34173"/>
                  <a:pt x="18573" y="34156"/>
                </a:cubicBezTo>
                <a:cubicBezTo>
                  <a:pt x="18573" y="34019"/>
                  <a:pt x="18470" y="33951"/>
                  <a:pt x="18402" y="33831"/>
                </a:cubicBezTo>
                <a:cubicBezTo>
                  <a:pt x="18453" y="33763"/>
                  <a:pt x="18487" y="33677"/>
                  <a:pt x="18334" y="33746"/>
                </a:cubicBezTo>
                <a:cubicBezTo>
                  <a:pt x="18316" y="33763"/>
                  <a:pt x="18282" y="33746"/>
                  <a:pt x="18265" y="33728"/>
                </a:cubicBezTo>
                <a:cubicBezTo>
                  <a:pt x="18231" y="33694"/>
                  <a:pt x="18214" y="33660"/>
                  <a:pt x="18214" y="33609"/>
                </a:cubicBezTo>
                <a:cubicBezTo>
                  <a:pt x="18214" y="33609"/>
                  <a:pt x="18231" y="33575"/>
                  <a:pt x="18231" y="33558"/>
                </a:cubicBezTo>
                <a:cubicBezTo>
                  <a:pt x="18351" y="33438"/>
                  <a:pt x="18470" y="33318"/>
                  <a:pt x="18607" y="33216"/>
                </a:cubicBezTo>
                <a:cubicBezTo>
                  <a:pt x="18624" y="33216"/>
                  <a:pt x="18641" y="33199"/>
                  <a:pt x="18658" y="33199"/>
                </a:cubicBezTo>
                <a:cubicBezTo>
                  <a:pt x="18692" y="33199"/>
                  <a:pt x="18709" y="33216"/>
                  <a:pt x="18744" y="33233"/>
                </a:cubicBezTo>
                <a:cubicBezTo>
                  <a:pt x="18812" y="33216"/>
                  <a:pt x="18897" y="33216"/>
                  <a:pt x="18966" y="33233"/>
                </a:cubicBezTo>
                <a:cubicBezTo>
                  <a:pt x="18966" y="33113"/>
                  <a:pt x="18983" y="32994"/>
                  <a:pt x="18897" y="32942"/>
                </a:cubicBezTo>
                <a:cubicBezTo>
                  <a:pt x="18880" y="32942"/>
                  <a:pt x="18897" y="32891"/>
                  <a:pt x="18914" y="32874"/>
                </a:cubicBezTo>
                <a:cubicBezTo>
                  <a:pt x="18914" y="32857"/>
                  <a:pt x="18932" y="32840"/>
                  <a:pt x="18949" y="32823"/>
                </a:cubicBezTo>
                <a:cubicBezTo>
                  <a:pt x="19273" y="32498"/>
                  <a:pt x="19273" y="32498"/>
                  <a:pt x="19119" y="32344"/>
                </a:cubicBezTo>
                <a:cubicBezTo>
                  <a:pt x="19068" y="32293"/>
                  <a:pt x="19102" y="32225"/>
                  <a:pt x="19154" y="32156"/>
                </a:cubicBezTo>
                <a:cubicBezTo>
                  <a:pt x="19222" y="32071"/>
                  <a:pt x="19256" y="32037"/>
                  <a:pt x="19307" y="31986"/>
                </a:cubicBezTo>
                <a:cubicBezTo>
                  <a:pt x="19273" y="31969"/>
                  <a:pt x="19239" y="31969"/>
                  <a:pt x="19205" y="31951"/>
                </a:cubicBezTo>
                <a:cubicBezTo>
                  <a:pt x="19205" y="31951"/>
                  <a:pt x="19239" y="31934"/>
                  <a:pt x="19239" y="31917"/>
                </a:cubicBezTo>
                <a:cubicBezTo>
                  <a:pt x="19222" y="31644"/>
                  <a:pt x="19256" y="31388"/>
                  <a:pt x="19307" y="31114"/>
                </a:cubicBezTo>
                <a:cubicBezTo>
                  <a:pt x="19307" y="31063"/>
                  <a:pt x="19307" y="31029"/>
                  <a:pt x="19290" y="30978"/>
                </a:cubicBezTo>
                <a:cubicBezTo>
                  <a:pt x="19239" y="30841"/>
                  <a:pt x="19273" y="30704"/>
                  <a:pt x="19376" y="30602"/>
                </a:cubicBezTo>
                <a:cubicBezTo>
                  <a:pt x="19393" y="30585"/>
                  <a:pt x="19393" y="30567"/>
                  <a:pt x="19410" y="30567"/>
                </a:cubicBezTo>
                <a:cubicBezTo>
                  <a:pt x="19444" y="30499"/>
                  <a:pt x="19427" y="30448"/>
                  <a:pt x="19307" y="30448"/>
                </a:cubicBezTo>
                <a:cubicBezTo>
                  <a:pt x="19222" y="30448"/>
                  <a:pt x="19154" y="30414"/>
                  <a:pt x="19102" y="30362"/>
                </a:cubicBezTo>
                <a:cubicBezTo>
                  <a:pt x="19068" y="30328"/>
                  <a:pt x="19051" y="30277"/>
                  <a:pt x="19085" y="30226"/>
                </a:cubicBezTo>
                <a:lnTo>
                  <a:pt x="19137" y="30209"/>
                </a:lnTo>
                <a:cubicBezTo>
                  <a:pt x="19239" y="30192"/>
                  <a:pt x="19342" y="30140"/>
                  <a:pt x="19410" y="30038"/>
                </a:cubicBezTo>
                <a:cubicBezTo>
                  <a:pt x="19461" y="29952"/>
                  <a:pt x="19410" y="29884"/>
                  <a:pt x="19325" y="29850"/>
                </a:cubicBezTo>
                <a:cubicBezTo>
                  <a:pt x="19239" y="29799"/>
                  <a:pt x="19154" y="29764"/>
                  <a:pt x="19051" y="29730"/>
                </a:cubicBezTo>
                <a:lnTo>
                  <a:pt x="19034" y="29730"/>
                </a:lnTo>
                <a:cubicBezTo>
                  <a:pt x="19085" y="29542"/>
                  <a:pt x="19034" y="29354"/>
                  <a:pt x="18897" y="29218"/>
                </a:cubicBezTo>
                <a:cubicBezTo>
                  <a:pt x="18914" y="29166"/>
                  <a:pt x="18932" y="29115"/>
                  <a:pt x="18949" y="29064"/>
                </a:cubicBezTo>
                <a:cubicBezTo>
                  <a:pt x="19017" y="28910"/>
                  <a:pt x="19051" y="28756"/>
                  <a:pt x="19034" y="28603"/>
                </a:cubicBezTo>
                <a:cubicBezTo>
                  <a:pt x="19051" y="28603"/>
                  <a:pt x="19068" y="28603"/>
                  <a:pt x="19102" y="28620"/>
                </a:cubicBezTo>
                <a:cubicBezTo>
                  <a:pt x="19034" y="28415"/>
                  <a:pt x="19034" y="28210"/>
                  <a:pt x="19068" y="28005"/>
                </a:cubicBezTo>
                <a:cubicBezTo>
                  <a:pt x="18983" y="27919"/>
                  <a:pt x="18932" y="27817"/>
                  <a:pt x="18897" y="27697"/>
                </a:cubicBezTo>
                <a:cubicBezTo>
                  <a:pt x="18897" y="27612"/>
                  <a:pt x="18880" y="27509"/>
                  <a:pt x="18846" y="27424"/>
                </a:cubicBezTo>
                <a:cubicBezTo>
                  <a:pt x="18863" y="27355"/>
                  <a:pt x="18863" y="27287"/>
                  <a:pt x="18846" y="27236"/>
                </a:cubicBezTo>
                <a:cubicBezTo>
                  <a:pt x="18863" y="27065"/>
                  <a:pt x="18897" y="26894"/>
                  <a:pt x="18966" y="26740"/>
                </a:cubicBezTo>
                <a:cubicBezTo>
                  <a:pt x="18966" y="26501"/>
                  <a:pt x="18983" y="26262"/>
                  <a:pt x="19000" y="26023"/>
                </a:cubicBezTo>
                <a:lnTo>
                  <a:pt x="19051" y="25988"/>
                </a:lnTo>
                <a:cubicBezTo>
                  <a:pt x="19154" y="25920"/>
                  <a:pt x="19239" y="25869"/>
                  <a:pt x="19205" y="25766"/>
                </a:cubicBezTo>
                <a:cubicBezTo>
                  <a:pt x="19171" y="25681"/>
                  <a:pt x="19205" y="25630"/>
                  <a:pt x="19290" y="25561"/>
                </a:cubicBezTo>
                <a:cubicBezTo>
                  <a:pt x="19359" y="25510"/>
                  <a:pt x="19376" y="25442"/>
                  <a:pt x="19376" y="25356"/>
                </a:cubicBezTo>
                <a:cubicBezTo>
                  <a:pt x="19359" y="25288"/>
                  <a:pt x="19393" y="25185"/>
                  <a:pt x="19290" y="25151"/>
                </a:cubicBezTo>
                <a:cubicBezTo>
                  <a:pt x="19461" y="24929"/>
                  <a:pt x="19478" y="24621"/>
                  <a:pt x="19342" y="24365"/>
                </a:cubicBezTo>
                <a:cubicBezTo>
                  <a:pt x="19427" y="24177"/>
                  <a:pt x="19376" y="23938"/>
                  <a:pt x="19222" y="23801"/>
                </a:cubicBezTo>
                <a:cubicBezTo>
                  <a:pt x="19188" y="23767"/>
                  <a:pt x="19154" y="23750"/>
                  <a:pt x="19119" y="23750"/>
                </a:cubicBezTo>
                <a:lnTo>
                  <a:pt x="19119" y="23665"/>
                </a:lnTo>
                <a:cubicBezTo>
                  <a:pt x="19137" y="23613"/>
                  <a:pt x="19154" y="23562"/>
                  <a:pt x="19171" y="23511"/>
                </a:cubicBezTo>
                <a:cubicBezTo>
                  <a:pt x="19188" y="23391"/>
                  <a:pt x="19205" y="23255"/>
                  <a:pt x="19222" y="23118"/>
                </a:cubicBezTo>
                <a:cubicBezTo>
                  <a:pt x="19325" y="22998"/>
                  <a:pt x="19393" y="22844"/>
                  <a:pt x="19427" y="22691"/>
                </a:cubicBezTo>
                <a:cubicBezTo>
                  <a:pt x="19478" y="22469"/>
                  <a:pt x="19461" y="22229"/>
                  <a:pt x="19376" y="22007"/>
                </a:cubicBezTo>
                <a:cubicBezTo>
                  <a:pt x="19393" y="21990"/>
                  <a:pt x="19393" y="21990"/>
                  <a:pt x="19410" y="21973"/>
                </a:cubicBezTo>
                <a:cubicBezTo>
                  <a:pt x="19461" y="21905"/>
                  <a:pt x="19495" y="21819"/>
                  <a:pt x="19530" y="21734"/>
                </a:cubicBezTo>
                <a:cubicBezTo>
                  <a:pt x="19547" y="21666"/>
                  <a:pt x="19581" y="21580"/>
                  <a:pt x="19581" y="21495"/>
                </a:cubicBezTo>
                <a:lnTo>
                  <a:pt x="19632" y="21461"/>
                </a:lnTo>
                <a:cubicBezTo>
                  <a:pt x="19700" y="21409"/>
                  <a:pt x="19769" y="21341"/>
                  <a:pt x="19837" y="21273"/>
                </a:cubicBezTo>
                <a:cubicBezTo>
                  <a:pt x="19854" y="21341"/>
                  <a:pt x="19923" y="21375"/>
                  <a:pt x="20042" y="21358"/>
                </a:cubicBezTo>
                <a:cubicBezTo>
                  <a:pt x="20128" y="21358"/>
                  <a:pt x="20162" y="21358"/>
                  <a:pt x="20145" y="21443"/>
                </a:cubicBezTo>
                <a:cubicBezTo>
                  <a:pt x="20110" y="21512"/>
                  <a:pt x="20110" y="21546"/>
                  <a:pt x="20213" y="21546"/>
                </a:cubicBezTo>
                <a:cubicBezTo>
                  <a:pt x="20247" y="21529"/>
                  <a:pt x="20281" y="21529"/>
                  <a:pt x="20316" y="21512"/>
                </a:cubicBezTo>
                <a:cubicBezTo>
                  <a:pt x="20316" y="21461"/>
                  <a:pt x="20316" y="21426"/>
                  <a:pt x="20316" y="21392"/>
                </a:cubicBezTo>
                <a:cubicBezTo>
                  <a:pt x="20316" y="21358"/>
                  <a:pt x="20247" y="21341"/>
                  <a:pt x="20247" y="21307"/>
                </a:cubicBezTo>
                <a:cubicBezTo>
                  <a:pt x="20264" y="21204"/>
                  <a:pt x="20298" y="21102"/>
                  <a:pt x="20350" y="20999"/>
                </a:cubicBezTo>
                <a:cubicBezTo>
                  <a:pt x="20367" y="20948"/>
                  <a:pt x="20435" y="20897"/>
                  <a:pt x="20503" y="20880"/>
                </a:cubicBezTo>
                <a:cubicBezTo>
                  <a:pt x="20521" y="20862"/>
                  <a:pt x="20538" y="20862"/>
                  <a:pt x="20572" y="20880"/>
                </a:cubicBezTo>
                <a:lnTo>
                  <a:pt x="20640" y="20880"/>
                </a:lnTo>
                <a:cubicBezTo>
                  <a:pt x="20640" y="20862"/>
                  <a:pt x="20640" y="20845"/>
                  <a:pt x="20657" y="20828"/>
                </a:cubicBezTo>
                <a:cubicBezTo>
                  <a:pt x="20657" y="20794"/>
                  <a:pt x="20657" y="20777"/>
                  <a:pt x="20657" y="20760"/>
                </a:cubicBezTo>
                <a:cubicBezTo>
                  <a:pt x="20640" y="20675"/>
                  <a:pt x="20640" y="20606"/>
                  <a:pt x="20657" y="20521"/>
                </a:cubicBezTo>
                <a:cubicBezTo>
                  <a:pt x="20657" y="20487"/>
                  <a:pt x="20674" y="20435"/>
                  <a:pt x="20691" y="20401"/>
                </a:cubicBezTo>
                <a:lnTo>
                  <a:pt x="20691" y="20230"/>
                </a:lnTo>
                <a:cubicBezTo>
                  <a:pt x="20674" y="20213"/>
                  <a:pt x="20657" y="20213"/>
                  <a:pt x="20640" y="20196"/>
                </a:cubicBezTo>
                <a:cubicBezTo>
                  <a:pt x="20606" y="20179"/>
                  <a:pt x="20606" y="20094"/>
                  <a:pt x="20589" y="20042"/>
                </a:cubicBezTo>
                <a:cubicBezTo>
                  <a:pt x="20589" y="19974"/>
                  <a:pt x="20538" y="19991"/>
                  <a:pt x="20452" y="20008"/>
                </a:cubicBezTo>
                <a:lnTo>
                  <a:pt x="20401" y="20025"/>
                </a:lnTo>
                <a:cubicBezTo>
                  <a:pt x="20264" y="20077"/>
                  <a:pt x="20213" y="20025"/>
                  <a:pt x="20213" y="19957"/>
                </a:cubicBezTo>
                <a:cubicBezTo>
                  <a:pt x="20213" y="19906"/>
                  <a:pt x="20213" y="19871"/>
                  <a:pt x="20230" y="19837"/>
                </a:cubicBezTo>
                <a:cubicBezTo>
                  <a:pt x="20367" y="19752"/>
                  <a:pt x="20521" y="19684"/>
                  <a:pt x="20691" y="19632"/>
                </a:cubicBezTo>
                <a:lnTo>
                  <a:pt x="20691" y="19376"/>
                </a:lnTo>
                <a:cubicBezTo>
                  <a:pt x="20657" y="19308"/>
                  <a:pt x="20418" y="19427"/>
                  <a:pt x="20503" y="19256"/>
                </a:cubicBezTo>
                <a:cubicBezTo>
                  <a:pt x="20486" y="19188"/>
                  <a:pt x="20452" y="19120"/>
                  <a:pt x="20435" y="19068"/>
                </a:cubicBezTo>
                <a:cubicBezTo>
                  <a:pt x="20418" y="19051"/>
                  <a:pt x="20418" y="19034"/>
                  <a:pt x="20435" y="19017"/>
                </a:cubicBezTo>
                <a:cubicBezTo>
                  <a:pt x="20452" y="19000"/>
                  <a:pt x="20486" y="18966"/>
                  <a:pt x="20521" y="18949"/>
                </a:cubicBezTo>
                <a:cubicBezTo>
                  <a:pt x="20555" y="18898"/>
                  <a:pt x="20623" y="18863"/>
                  <a:pt x="20674" y="18880"/>
                </a:cubicBezTo>
                <a:lnTo>
                  <a:pt x="20674" y="0"/>
                </a:lnTo>
                <a:lnTo>
                  <a:pt x="0" y="0"/>
                </a:lnTo>
                <a:lnTo>
                  <a:pt x="0" y="46065"/>
                </a:lnTo>
                <a:cubicBezTo>
                  <a:pt x="103" y="46048"/>
                  <a:pt x="205" y="46031"/>
                  <a:pt x="308" y="46031"/>
                </a:cubicBezTo>
                <a:close/>
              </a:path>
            </a:pathLst>
          </a:custGeom>
          <a:solidFill>
            <a:schemeClr val="accent2"/>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63;p68"/>
          <p:cNvSpPr txBox="1">
            <a:spLocks noGrp="1"/>
          </p:cNvSpPr>
          <p:nvPr>
            <p:ph type="title" idx="6"/>
          </p:nvPr>
        </p:nvSpPr>
        <p:spPr>
          <a:xfrm flipH="1">
            <a:off x="2198979" y="354996"/>
            <a:ext cx="4587047" cy="48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400" b="1" dirty="0">
                <a:latin typeface="+mj-lt"/>
              </a:rPr>
              <a:t>4</a:t>
            </a:r>
            <a:r>
              <a:rPr lang="vi-VN" sz="2400" b="1" dirty="0" smtClean="0">
                <a:latin typeface="+mj-lt"/>
              </a:rPr>
              <a:t>. XÂY DỰNG NỘI QUY LỚP HỌC – TẬP THỂ LỚP</a:t>
            </a:r>
            <a:endParaRPr sz="2400" b="1" dirty="0">
              <a:latin typeface="+mj-lt"/>
            </a:endParaRPr>
          </a:p>
        </p:txBody>
      </p:sp>
      <p:pic>
        <p:nvPicPr>
          <p:cNvPr id="16" name="图片 35" descr="图片包含 镜子, 汽车, 室内, 反射&#10;&#10;已生成高可信度的说明"/>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795451" y="1418950"/>
            <a:ext cx="6348550" cy="4913816"/>
          </a:xfrm>
          <a:prstGeom prst="rect">
            <a:avLst/>
          </a:prstGeom>
        </p:spPr>
      </p:pic>
      <p:sp>
        <p:nvSpPr>
          <p:cNvPr id="17" name="Title 1"/>
          <p:cNvSpPr>
            <a:spLocks noGrp="1"/>
          </p:cNvSpPr>
          <p:nvPr>
            <p:ph type="title"/>
          </p:nvPr>
        </p:nvSpPr>
        <p:spPr>
          <a:xfrm>
            <a:off x="4017724" y="1774844"/>
            <a:ext cx="3641969" cy="487500"/>
          </a:xfrm>
        </p:spPr>
        <p:txBody>
          <a:bodyPr/>
          <a:lstStyle/>
          <a:p>
            <a:r>
              <a:rPr lang="vi-VN" sz="3000" b="1" dirty="0" smtClean="0">
                <a:latin typeface="+mj-lt"/>
              </a:rPr>
              <a:t>Chủ động</a:t>
            </a:r>
            <a:endParaRPr lang="en-US" sz="3000" b="1" dirty="0">
              <a:latin typeface="+mj-lt"/>
            </a:endParaRPr>
          </a:p>
        </p:txBody>
      </p:sp>
      <p:sp>
        <p:nvSpPr>
          <p:cNvPr id="18" name="Subtitle 2"/>
          <p:cNvSpPr>
            <a:spLocks noGrp="1"/>
          </p:cNvSpPr>
          <p:nvPr>
            <p:ph type="subTitle" idx="1"/>
          </p:nvPr>
        </p:nvSpPr>
        <p:spPr>
          <a:xfrm>
            <a:off x="3500846" y="3123910"/>
            <a:ext cx="5146765" cy="678300"/>
          </a:xfrm>
        </p:spPr>
        <p:txBody>
          <a:bodyPr/>
          <a:lstStyle/>
          <a:p>
            <a:pPr algn="l">
              <a:buFontTx/>
              <a:buChar char="-"/>
            </a:pPr>
            <a:r>
              <a:rPr lang="vi-VN" sz="2400" dirty="0" smtClean="0">
                <a:latin typeface="+mj-lt"/>
              </a:rPr>
              <a:t>Khuyến khích đặt câu hỏi.</a:t>
            </a:r>
          </a:p>
          <a:p>
            <a:pPr algn="l">
              <a:buFontTx/>
              <a:buChar char="-"/>
            </a:pPr>
            <a:r>
              <a:rPr lang="vi-VN" sz="2400" dirty="0" smtClean="0">
                <a:latin typeface="+mj-lt"/>
              </a:rPr>
              <a:t>Ghi chép bài đầy đủ.</a:t>
            </a:r>
          </a:p>
          <a:p>
            <a:pPr algn="l">
              <a:buFontTx/>
              <a:buChar char="-"/>
            </a:pPr>
            <a:r>
              <a:rPr lang="vi-VN" sz="2400" dirty="0" smtClean="0">
                <a:latin typeface="+mj-lt"/>
              </a:rPr>
              <a:t>Nộp bài tập đúng hạn.</a:t>
            </a:r>
          </a:p>
          <a:p>
            <a:pPr algn="l">
              <a:buFontTx/>
              <a:buChar char="-"/>
            </a:pPr>
            <a:r>
              <a:rPr lang="vi-VN" sz="2400" dirty="0" smtClean="0">
                <a:latin typeface="+mj-lt"/>
              </a:rPr>
              <a:t>Chủ động tìm sự trợ giúp khi gặp khó khăn.</a:t>
            </a:r>
          </a:p>
          <a:p>
            <a:pPr algn="l">
              <a:buFontTx/>
              <a:buChar char="-"/>
            </a:pPr>
            <a:r>
              <a:rPr lang="vi-VN" sz="2400" dirty="0" smtClean="0">
                <a:latin typeface="+mj-lt"/>
              </a:rPr>
              <a:t>Chủ động giúp đỡ các bạn.</a:t>
            </a:r>
            <a:endParaRPr lang="en-US" sz="2400" dirty="0">
              <a:latin typeface="+mj-lt"/>
            </a:endParaRPr>
          </a:p>
        </p:txBody>
      </p:sp>
      <p:sp>
        <p:nvSpPr>
          <p:cNvPr id="9" name="Can 8"/>
          <p:cNvSpPr/>
          <p:nvPr/>
        </p:nvSpPr>
        <p:spPr>
          <a:xfrm>
            <a:off x="6977384" y="125784"/>
            <a:ext cx="1132261" cy="1015264"/>
          </a:xfrm>
          <a:prstGeom prst="can">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endParaRPr lang="vi-VN" sz="1200" dirty="0" smtClean="0">
              <a:solidFill>
                <a:schemeClr val="bg2"/>
              </a:solidFill>
              <a:latin typeface="+mj-lt"/>
            </a:endParaRPr>
          </a:p>
          <a:p>
            <a:pPr algn="just"/>
            <a:r>
              <a:rPr lang="vi-VN" sz="1200" dirty="0" smtClean="0">
                <a:solidFill>
                  <a:schemeClr val="bg2"/>
                </a:solidFill>
                <a:latin typeface="+mj-lt"/>
              </a:rPr>
              <a:t>Học </a:t>
            </a:r>
            <a:r>
              <a:rPr lang="vi-VN" sz="1200" dirty="0">
                <a:solidFill>
                  <a:schemeClr val="bg2"/>
                </a:solidFill>
                <a:latin typeface="+mj-lt"/>
              </a:rPr>
              <a:t>trực tuyến qua ứng dụng zoom.</a:t>
            </a:r>
            <a:endParaRPr lang="en-US" sz="1200" dirty="0">
              <a:solidFill>
                <a:schemeClr val="bg2"/>
              </a:solidFill>
              <a:latin typeface="+mj-lt"/>
            </a:endParaRPr>
          </a:p>
        </p:txBody>
      </p:sp>
    </p:spTree>
    <p:extLst>
      <p:ext uri="{BB962C8B-B14F-4D97-AF65-F5344CB8AC3E}">
        <p14:creationId xmlns:p14="http://schemas.microsoft.com/office/powerpoint/2010/main" val="28852785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plus(in)">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 calcmode="lin" valueType="num">
                                      <p:cBhvr>
                                        <p:cTn id="12" dur="1000" fill="hold"/>
                                        <p:tgtEl>
                                          <p:spTgt spid="18">
                                            <p:txEl>
                                              <p:pRg st="0" end="0"/>
                                            </p:txEl>
                                          </p:spTgt>
                                        </p:tgtEl>
                                        <p:attrNameLst>
                                          <p:attrName>ppt_w</p:attrName>
                                        </p:attrNameLst>
                                      </p:cBhvr>
                                      <p:tavLst>
                                        <p:tav tm="0">
                                          <p:val>
                                            <p:strVal val="#ppt_w+.3"/>
                                          </p:val>
                                        </p:tav>
                                        <p:tav tm="100000">
                                          <p:val>
                                            <p:strVal val="#ppt_w"/>
                                          </p:val>
                                        </p:tav>
                                      </p:tavLst>
                                    </p:anim>
                                    <p:anim calcmode="lin" valueType="num">
                                      <p:cBhvr>
                                        <p:cTn id="13" dur="1000" fill="hold"/>
                                        <p:tgtEl>
                                          <p:spTgt spid="18">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18">
                                            <p:txEl>
                                              <p:pRg st="1" end="1"/>
                                            </p:txEl>
                                          </p:spTgt>
                                        </p:tgtEl>
                                        <p:attrNameLst>
                                          <p:attrName>style.visibility</p:attrName>
                                        </p:attrNameLst>
                                      </p:cBhvr>
                                      <p:to>
                                        <p:strVal val="visible"/>
                                      </p:to>
                                    </p:set>
                                    <p:anim calcmode="lin" valueType="num">
                                      <p:cBhvr>
                                        <p:cTn id="19" dur="1000" fill="hold"/>
                                        <p:tgtEl>
                                          <p:spTgt spid="18">
                                            <p:txEl>
                                              <p:pRg st="1" end="1"/>
                                            </p:txEl>
                                          </p:spTgt>
                                        </p:tgtEl>
                                        <p:attrNameLst>
                                          <p:attrName>ppt_w</p:attrName>
                                        </p:attrNameLst>
                                      </p:cBhvr>
                                      <p:tavLst>
                                        <p:tav tm="0">
                                          <p:val>
                                            <p:strVal val="#ppt_w+.3"/>
                                          </p:val>
                                        </p:tav>
                                        <p:tav tm="100000">
                                          <p:val>
                                            <p:strVal val="#ppt_w"/>
                                          </p:val>
                                        </p:tav>
                                      </p:tavLst>
                                    </p:anim>
                                    <p:anim calcmode="lin" valueType="num">
                                      <p:cBhvr>
                                        <p:cTn id="20" dur="1000" fill="hold"/>
                                        <p:tgtEl>
                                          <p:spTgt spid="18">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1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0" presetClass="entr" presetSubtype="0" decel="100000" fill="hold" grpId="0" nodeType="clickEffect">
                                  <p:stCondLst>
                                    <p:cond delay="0"/>
                                  </p:stCondLst>
                                  <p:childTnLst>
                                    <p:set>
                                      <p:cBhvr>
                                        <p:cTn id="25" dur="1" fill="hold">
                                          <p:stCondLst>
                                            <p:cond delay="0"/>
                                          </p:stCondLst>
                                        </p:cTn>
                                        <p:tgtEl>
                                          <p:spTgt spid="18">
                                            <p:txEl>
                                              <p:pRg st="2" end="2"/>
                                            </p:txEl>
                                          </p:spTgt>
                                        </p:tgtEl>
                                        <p:attrNameLst>
                                          <p:attrName>style.visibility</p:attrName>
                                        </p:attrNameLst>
                                      </p:cBhvr>
                                      <p:to>
                                        <p:strVal val="visible"/>
                                      </p:to>
                                    </p:set>
                                    <p:anim calcmode="lin" valueType="num">
                                      <p:cBhvr>
                                        <p:cTn id="26" dur="1000" fill="hold"/>
                                        <p:tgtEl>
                                          <p:spTgt spid="18">
                                            <p:txEl>
                                              <p:pRg st="2" end="2"/>
                                            </p:txEl>
                                          </p:spTgt>
                                        </p:tgtEl>
                                        <p:attrNameLst>
                                          <p:attrName>ppt_w</p:attrName>
                                        </p:attrNameLst>
                                      </p:cBhvr>
                                      <p:tavLst>
                                        <p:tav tm="0">
                                          <p:val>
                                            <p:strVal val="#ppt_w+.3"/>
                                          </p:val>
                                        </p:tav>
                                        <p:tav tm="100000">
                                          <p:val>
                                            <p:strVal val="#ppt_w"/>
                                          </p:val>
                                        </p:tav>
                                      </p:tavLst>
                                    </p:anim>
                                    <p:anim calcmode="lin" valueType="num">
                                      <p:cBhvr>
                                        <p:cTn id="27" dur="1000" fill="hold"/>
                                        <p:tgtEl>
                                          <p:spTgt spid="18">
                                            <p:txEl>
                                              <p:pRg st="2" end="2"/>
                                            </p:txEl>
                                          </p:spTgt>
                                        </p:tgtEl>
                                        <p:attrNameLst>
                                          <p:attrName>ppt_h</p:attrName>
                                        </p:attrNameLst>
                                      </p:cBhvr>
                                      <p:tavLst>
                                        <p:tav tm="0">
                                          <p:val>
                                            <p:strVal val="#ppt_h"/>
                                          </p:val>
                                        </p:tav>
                                        <p:tav tm="100000">
                                          <p:val>
                                            <p:strVal val="#ppt_h"/>
                                          </p:val>
                                        </p:tav>
                                      </p:tavLst>
                                    </p:anim>
                                    <p:animEffect transition="in" filter="fade">
                                      <p:cBhvr>
                                        <p:cTn id="28" dur="1000"/>
                                        <p:tgtEl>
                                          <p:spTgt spid="18">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0" presetClass="entr" presetSubtype="0" decel="100000" fill="hold" grpId="0" nodeType="clickEffect">
                                  <p:stCondLst>
                                    <p:cond delay="0"/>
                                  </p:stCondLst>
                                  <p:childTnLst>
                                    <p:set>
                                      <p:cBhvr>
                                        <p:cTn id="32" dur="1" fill="hold">
                                          <p:stCondLst>
                                            <p:cond delay="0"/>
                                          </p:stCondLst>
                                        </p:cTn>
                                        <p:tgtEl>
                                          <p:spTgt spid="18">
                                            <p:txEl>
                                              <p:pRg st="3" end="3"/>
                                            </p:txEl>
                                          </p:spTgt>
                                        </p:tgtEl>
                                        <p:attrNameLst>
                                          <p:attrName>style.visibility</p:attrName>
                                        </p:attrNameLst>
                                      </p:cBhvr>
                                      <p:to>
                                        <p:strVal val="visible"/>
                                      </p:to>
                                    </p:set>
                                    <p:anim calcmode="lin" valueType="num">
                                      <p:cBhvr>
                                        <p:cTn id="33" dur="1000" fill="hold"/>
                                        <p:tgtEl>
                                          <p:spTgt spid="18">
                                            <p:txEl>
                                              <p:pRg st="3" end="3"/>
                                            </p:txEl>
                                          </p:spTgt>
                                        </p:tgtEl>
                                        <p:attrNameLst>
                                          <p:attrName>ppt_w</p:attrName>
                                        </p:attrNameLst>
                                      </p:cBhvr>
                                      <p:tavLst>
                                        <p:tav tm="0">
                                          <p:val>
                                            <p:strVal val="#ppt_w+.3"/>
                                          </p:val>
                                        </p:tav>
                                        <p:tav tm="100000">
                                          <p:val>
                                            <p:strVal val="#ppt_w"/>
                                          </p:val>
                                        </p:tav>
                                      </p:tavLst>
                                    </p:anim>
                                    <p:anim calcmode="lin" valueType="num">
                                      <p:cBhvr>
                                        <p:cTn id="34" dur="1000" fill="hold"/>
                                        <p:tgtEl>
                                          <p:spTgt spid="18">
                                            <p:txEl>
                                              <p:pRg st="3" end="3"/>
                                            </p:txEl>
                                          </p:spTgt>
                                        </p:tgtEl>
                                        <p:attrNameLst>
                                          <p:attrName>ppt_h</p:attrName>
                                        </p:attrNameLst>
                                      </p:cBhvr>
                                      <p:tavLst>
                                        <p:tav tm="0">
                                          <p:val>
                                            <p:strVal val="#ppt_h"/>
                                          </p:val>
                                        </p:tav>
                                        <p:tav tm="100000">
                                          <p:val>
                                            <p:strVal val="#ppt_h"/>
                                          </p:val>
                                        </p:tav>
                                      </p:tavLst>
                                    </p:anim>
                                    <p:animEffect transition="in" filter="fade">
                                      <p:cBhvr>
                                        <p:cTn id="35" dur="1000"/>
                                        <p:tgtEl>
                                          <p:spTgt spid="18">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0" presetClass="entr" presetSubtype="0" decel="100000" fill="hold" grpId="0" nodeType="clickEffect">
                                  <p:stCondLst>
                                    <p:cond delay="0"/>
                                  </p:stCondLst>
                                  <p:childTnLst>
                                    <p:set>
                                      <p:cBhvr>
                                        <p:cTn id="39" dur="1" fill="hold">
                                          <p:stCondLst>
                                            <p:cond delay="0"/>
                                          </p:stCondLst>
                                        </p:cTn>
                                        <p:tgtEl>
                                          <p:spTgt spid="18">
                                            <p:txEl>
                                              <p:pRg st="4" end="4"/>
                                            </p:txEl>
                                          </p:spTgt>
                                        </p:tgtEl>
                                        <p:attrNameLst>
                                          <p:attrName>style.visibility</p:attrName>
                                        </p:attrNameLst>
                                      </p:cBhvr>
                                      <p:to>
                                        <p:strVal val="visible"/>
                                      </p:to>
                                    </p:set>
                                    <p:anim calcmode="lin" valueType="num">
                                      <p:cBhvr>
                                        <p:cTn id="40" dur="1000" fill="hold"/>
                                        <p:tgtEl>
                                          <p:spTgt spid="18">
                                            <p:txEl>
                                              <p:pRg st="4" end="4"/>
                                            </p:txEl>
                                          </p:spTgt>
                                        </p:tgtEl>
                                        <p:attrNameLst>
                                          <p:attrName>ppt_w</p:attrName>
                                        </p:attrNameLst>
                                      </p:cBhvr>
                                      <p:tavLst>
                                        <p:tav tm="0">
                                          <p:val>
                                            <p:strVal val="#ppt_w+.3"/>
                                          </p:val>
                                        </p:tav>
                                        <p:tav tm="100000">
                                          <p:val>
                                            <p:strVal val="#ppt_w"/>
                                          </p:val>
                                        </p:tav>
                                      </p:tavLst>
                                    </p:anim>
                                    <p:anim calcmode="lin" valueType="num">
                                      <p:cBhvr>
                                        <p:cTn id="41" dur="1000" fill="hold"/>
                                        <p:tgtEl>
                                          <p:spTgt spid="18">
                                            <p:txEl>
                                              <p:pRg st="4" end="4"/>
                                            </p:txEl>
                                          </p:spTgt>
                                        </p:tgtEl>
                                        <p:attrNameLst>
                                          <p:attrName>ppt_h</p:attrName>
                                        </p:attrNameLst>
                                      </p:cBhvr>
                                      <p:tavLst>
                                        <p:tav tm="0">
                                          <p:val>
                                            <p:strVal val="#ppt_h"/>
                                          </p:val>
                                        </p:tav>
                                        <p:tav tm="100000">
                                          <p:val>
                                            <p:strVal val="#ppt_h"/>
                                          </p:val>
                                        </p:tav>
                                      </p:tavLst>
                                    </p:anim>
                                    <p:animEffect transition="in" filter="fade">
                                      <p:cBhvr>
                                        <p:cTn id="42" dur="10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7-Point Star 11"/>
          <p:cNvSpPr/>
          <p:nvPr/>
        </p:nvSpPr>
        <p:spPr>
          <a:xfrm>
            <a:off x="-280416" y="-32428"/>
            <a:ext cx="5376672" cy="3352800"/>
          </a:xfrm>
          <a:prstGeom prst="star7">
            <a:avLst/>
          </a:prstGeom>
          <a:solidFill>
            <a:srgbClr val="92D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3200" b="1" dirty="0">
                <a:solidFill>
                  <a:srgbClr val="C00000"/>
                </a:solidFill>
                <a:latin typeface="+mj-lt"/>
              </a:rPr>
              <a:t>GÓC LÀM </a:t>
            </a:r>
            <a:r>
              <a:rPr lang="vi-VN" sz="3200" b="1" dirty="0" smtClean="0">
                <a:solidFill>
                  <a:srgbClr val="C00000"/>
                </a:solidFill>
                <a:latin typeface="+mj-lt"/>
              </a:rPr>
              <a:t>QUEN TRƯỚC LỚP</a:t>
            </a:r>
            <a:endParaRPr lang="en-US" sz="3200" b="1" dirty="0">
              <a:solidFill>
                <a:srgbClr val="C00000"/>
              </a:solidFill>
              <a:latin typeface="+mj-lt"/>
            </a:endParaRPr>
          </a:p>
        </p:txBody>
      </p:sp>
      <p:grpSp>
        <p:nvGrpSpPr>
          <p:cNvPr id="14" name="Google Shape;855;p44"/>
          <p:cNvGrpSpPr/>
          <p:nvPr/>
        </p:nvGrpSpPr>
        <p:grpSpPr>
          <a:xfrm>
            <a:off x="5759909" y="1158857"/>
            <a:ext cx="457711" cy="445973"/>
            <a:chOff x="397551" y="281000"/>
            <a:chExt cx="457711" cy="445973"/>
          </a:xfrm>
        </p:grpSpPr>
        <p:sp>
          <p:nvSpPr>
            <p:cNvPr id="15" name="Google Shape;856;p44"/>
            <p:cNvSpPr/>
            <p:nvPr/>
          </p:nvSpPr>
          <p:spPr>
            <a:xfrm>
              <a:off x="424211" y="285308"/>
              <a:ext cx="431051" cy="441665"/>
            </a:xfrm>
            <a:custGeom>
              <a:avLst/>
              <a:gdLst/>
              <a:ahLst/>
              <a:cxnLst/>
              <a:rect l="l" t="t" r="r" b="b"/>
              <a:pathLst>
                <a:path w="6904" h="7074" fill="none" extrusionOk="0">
                  <a:moveTo>
                    <a:pt x="2119" y="4972"/>
                  </a:moveTo>
                  <a:lnTo>
                    <a:pt x="86" y="4972"/>
                  </a:lnTo>
                  <a:lnTo>
                    <a:pt x="0" y="4545"/>
                  </a:lnTo>
                  <a:cubicBezTo>
                    <a:pt x="496" y="4306"/>
                    <a:pt x="974" y="4101"/>
                    <a:pt x="1436" y="3862"/>
                  </a:cubicBezTo>
                  <a:cubicBezTo>
                    <a:pt x="1641" y="3759"/>
                    <a:pt x="1828" y="3639"/>
                    <a:pt x="1999" y="3520"/>
                  </a:cubicBezTo>
                  <a:cubicBezTo>
                    <a:pt x="2153" y="3434"/>
                    <a:pt x="2221" y="3264"/>
                    <a:pt x="2153" y="3093"/>
                  </a:cubicBezTo>
                  <a:cubicBezTo>
                    <a:pt x="2153" y="2956"/>
                    <a:pt x="2102" y="2819"/>
                    <a:pt x="2051" y="2683"/>
                  </a:cubicBezTo>
                  <a:cubicBezTo>
                    <a:pt x="1897" y="2426"/>
                    <a:pt x="1811" y="2119"/>
                    <a:pt x="1811" y="1828"/>
                  </a:cubicBezTo>
                  <a:cubicBezTo>
                    <a:pt x="1726" y="1470"/>
                    <a:pt x="1623" y="1128"/>
                    <a:pt x="1470" y="786"/>
                  </a:cubicBezTo>
                  <a:cubicBezTo>
                    <a:pt x="1384" y="547"/>
                    <a:pt x="1265" y="291"/>
                    <a:pt x="1504" y="17"/>
                  </a:cubicBezTo>
                  <a:cubicBezTo>
                    <a:pt x="1589" y="17"/>
                    <a:pt x="1726" y="0"/>
                    <a:pt x="1863" y="0"/>
                  </a:cubicBezTo>
                  <a:cubicBezTo>
                    <a:pt x="1999" y="0"/>
                    <a:pt x="2136" y="0"/>
                    <a:pt x="2290" y="0"/>
                  </a:cubicBezTo>
                  <a:cubicBezTo>
                    <a:pt x="2341" y="120"/>
                    <a:pt x="2375" y="239"/>
                    <a:pt x="2392" y="376"/>
                  </a:cubicBezTo>
                  <a:cubicBezTo>
                    <a:pt x="2392" y="496"/>
                    <a:pt x="2392" y="581"/>
                    <a:pt x="2512" y="684"/>
                  </a:cubicBezTo>
                  <a:cubicBezTo>
                    <a:pt x="2649" y="786"/>
                    <a:pt x="2666" y="974"/>
                    <a:pt x="2563" y="1128"/>
                  </a:cubicBezTo>
                  <a:cubicBezTo>
                    <a:pt x="2854" y="1589"/>
                    <a:pt x="3127" y="2016"/>
                    <a:pt x="3400" y="2478"/>
                  </a:cubicBezTo>
                  <a:cubicBezTo>
                    <a:pt x="4084" y="2050"/>
                    <a:pt x="4665" y="1470"/>
                    <a:pt x="5109" y="803"/>
                  </a:cubicBezTo>
                  <a:cubicBezTo>
                    <a:pt x="5194" y="615"/>
                    <a:pt x="5382" y="479"/>
                    <a:pt x="5587" y="479"/>
                  </a:cubicBezTo>
                  <a:cubicBezTo>
                    <a:pt x="5827" y="479"/>
                    <a:pt x="5963" y="684"/>
                    <a:pt x="5844" y="889"/>
                  </a:cubicBezTo>
                  <a:cubicBezTo>
                    <a:pt x="5673" y="1196"/>
                    <a:pt x="5485" y="1521"/>
                    <a:pt x="5280" y="1811"/>
                  </a:cubicBezTo>
                  <a:cubicBezTo>
                    <a:pt x="5007" y="2170"/>
                    <a:pt x="4836" y="2614"/>
                    <a:pt x="4784" y="3076"/>
                  </a:cubicBezTo>
                  <a:cubicBezTo>
                    <a:pt x="4767" y="3264"/>
                    <a:pt x="4733" y="3434"/>
                    <a:pt x="4699" y="3657"/>
                  </a:cubicBezTo>
                  <a:cubicBezTo>
                    <a:pt x="4750" y="3708"/>
                    <a:pt x="4784" y="3742"/>
                    <a:pt x="4819" y="3810"/>
                  </a:cubicBezTo>
                  <a:cubicBezTo>
                    <a:pt x="5041" y="4237"/>
                    <a:pt x="5434" y="4443"/>
                    <a:pt x="5861" y="4579"/>
                  </a:cubicBezTo>
                  <a:cubicBezTo>
                    <a:pt x="6100" y="4665"/>
                    <a:pt x="6356" y="4750"/>
                    <a:pt x="6596" y="4853"/>
                  </a:cubicBezTo>
                  <a:cubicBezTo>
                    <a:pt x="6647" y="4870"/>
                    <a:pt x="6698" y="4904"/>
                    <a:pt x="6749" y="4938"/>
                  </a:cubicBezTo>
                  <a:cubicBezTo>
                    <a:pt x="6801" y="4989"/>
                    <a:pt x="6852" y="5058"/>
                    <a:pt x="6903" y="5126"/>
                  </a:cubicBezTo>
                  <a:cubicBezTo>
                    <a:pt x="6818" y="5382"/>
                    <a:pt x="6544" y="5536"/>
                    <a:pt x="6288" y="5468"/>
                  </a:cubicBezTo>
                  <a:cubicBezTo>
                    <a:pt x="6134" y="5468"/>
                    <a:pt x="5998" y="5451"/>
                    <a:pt x="5861" y="5416"/>
                  </a:cubicBezTo>
                  <a:cubicBezTo>
                    <a:pt x="5297" y="5263"/>
                    <a:pt x="4733" y="5211"/>
                    <a:pt x="4152" y="5263"/>
                  </a:cubicBezTo>
                  <a:cubicBezTo>
                    <a:pt x="3998" y="5690"/>
                    <a:pt x="3845" y="6100"/>
                    <a:pt x="3708" y="6510"/>
                  </a:cubicBezTo>
                  <a:cubicBezTo>
                    <a:pt x="3623" y="6766"/>
                    <a:pt x="3452" y="6971"/>
                    <a:pt x="3212" y="7074"/>
                  </a:cubicBezTo>
                  <a:lnTo>
                    <a:pt x="2734" y="6852"/>
                  </a:lnTo>
                  <a:cubicBezTo>
                    <a:pt x="2632" y="6424"/>
                    <a:pt x="2529" y="5997"/>
                    <a:pt x="2461" y="5570"/>
                  </a:cubicBezTo>
                  <a:cubicBezTo>
                    <a:pt x="2444" y="5314"/>
                    <a:pt x="2324" y="5109"/>
                    <a:pt x="2119" y="4972"/>
                  </a:cubicBezTo>
                  <a:close/>
                </a:path>
              </a:pathLst>
            </a:custGeom>
            <a:solidFill>
              <a:schemeClr val="accent2"/>
            </a:solidFill>
            <a:ln w="19050" cap="flat" cmpd="sng">
              <a:solidFill>
                <a:schemeClr val="dk2"/>
              </a:solidFill>
              <a:prstDash val="solid"/>
              <a:miter lim="170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57;p44"/>
            <p:cNvSpPr/>
            <p:nvPr/>
          </p:nvSpPr>
          <p:spPr>
            <a:xfrm>
              <a:off x="397551" y="281000"/>
              <a:ext cx="430989" cy="443850"/>
            </a:xfrm>
            <a:custGeom>
              <a:avLst/>
              <a:gdLst/>
              <a:ahLst/>
              <a:cxnLst/>
              <a:rect l="l" t="t" r="r" b="b"/>
              <a:pathLst>
                <a:path w="6903" h="7109" extrusionOk="0">
                  <a:moveTo>
                    <a:pt x="2119" y="4990"/>
                  </a:moveTo>
                  <a:lnTo>
                    <a:pt x="86" y="4990"/>
                  </a:lnTo>
                  <a:cubicBezTo>
                    <a:pt x="51" y="4836"/>
                    <a:pt x="17" y="4699"/>
                    <a:pt x="0" y="4563"/>
                  </a:cubicBezTo>
                  <a:cubicBezTo>
                    <a:pt x="496" y="4324"/>
                    <a:pt x="974" y="4101"/>
                    <a:pt x="1435" y="3879"/>
                  </a:cubicBezTo>
                  <a:cubicBezTo>
                    <a:pt x="1640" y="3777"/>
                    <a:pt x="1828" y="3657"/>
                    <a:pt x="2016" y="3538"/>
                  </a:cubicBezTo>
                  <a:cubicBezTo>
                    <a:pt x="2153" y="3435"/>
                    <a:pt x="2221" y="3264"/>
                    <a:pt x="2170" y="3110"/>
                  </a:cubicBezTo>
                  <a:cubicBezTo>
                    <a:pt x="2153" y="2957"/>
                    <a:pt x="2119" y="2820"/>
                    <a:pt x="2068" y="2700"/>
                  </a:cubicBezTo>
                  <a:cubicBezTo>
                    <a:pt x="1914" y="2427"/>
                    <a:pt x="1828" y="2137"/>
                    <a:pt x="1828" y="1829"/>
                  </a:cubicBezTo>
                  <a:cubicBezTo>
                    <a:pt x="1743" y="1470"/>
                    <a:pt x="1640" y="1128"/>
                    <a:pt x="1487" y="804"/>
                  </a:cubicBezTo>
                  <a:cubicBezTo>
                    <a:pt x="1401" y="548"/>
                    <a:pt x="1264" y="308"/>
                    <a:pt x="1521" y="18"/>
                  </a:cubicBezTo>
                  <a:cubicBezTo>
                    <a:pt x="1606" y="18"/>
                    <a:pt x="1743" y="18"/>
                    <a:pt x="1880" y="18"/>
                  </a:cubicBezTo>
                  <a:cubicBezTo>
                    <a:pt x="2016" y="1"/>
                    <a:pt x="2153" y="18"/>
                    <a:pt x="2307" y="18"/>
                  </a:cubicBezTo>
                  <a:cubicBezTo>
                    <a:pt x="2358" y="137"/>
                    <a:pt x="2392" y="257"/>
                    <a:pt x="2409" y="394"/>
                  </a:cubicBezTo>
                  <a:cubicBezTo>
                    <a:pt x="2409" y="513"/>
                    <a:pt x="2409" y="599"/>
                    <a:pt x="2529" y="701"/>
                  </a:cubicBezTo>
                  <a:cubicBezTo>
                    <a:pt x="2648" y="804"/>
                    <a:pt x="2683" y="992"/>
                    <a:pt x="2580" y="1128"/>
                  </a:cubicBezTo>
                  <a:lnTo>
                    <a:pt x="3417" y="2478"/>
                  </a:lnTo>
                  <a:cubicBezTo>
                    <a:pt x="4101" y="2068"/>
                    <a:pt x="4682" y="1487"/>
                    <a:pt x="5126" y="804"/>
                  </a:cubicBezTo>
                  <a:cubicBezTo>
                    <a:pt x="5211" y="616"/>
                    <a:pt x="5399" y="496"/>
                    <a:pt x="5604" y="496"/>
                  </a:cubicBezTo>
                  <a:cubicBezTo>
                    <a:pt x="5844" y="496"/>
                    <a:pt x="5980" y="684"/>
                    <a:pt x="5861" y="906"/>
                  </a:cubicBezTo>
                  <a:cubicBezTo>
                    <a:pt x="5673" y="1214"/>
                    <a:pt x="5502" y="1521"/>
                    <a:pt x="5297" y="1812"/>
                  </a:cubicBezTo>
                  <a:cubicBezTo>
                    <a:pt x="5006" y="2188"/>
                    <a:pt x="4836" y="2632"/>
                    <a:pt x="4784" y="3110"/>
                  </a:cubicBezTo>
                  <a:cubicBezTo>
                    <a:pt x="4767" y="3281"/>
                    <a:pt x="4733" y="3469"/>
                    <a:pt x="4699" y="3691"/>
                  </a:cubicBezTo>
                  <a:cubicBezTo>
                    <a:pt x="4750" y="3726"/>
                    <a:pt x="4784" y="3777"/>
                    <a:pt x="4818" y="3828"/>
                  </a:cubicBezTo>
                  <a:cubicBezTo>
                    <a:pt x="5041" y="4255"/>
                    <a:pt x="5434" y="4460"/>
                    <a:pt x="5861" y="4597"/>
                  </a:cubicBezTo>
                  <a:cubicBezTo>
                    <a:pt x="6100" y="4682"/>
                    <a:pt x="6356" y="4785"/>
                    <a:pt x="6595" y="4870"/>
                  </a:cubicBezTo>
                  <a:cubicBezTo>
                    <a:pt x="6647" y="4887"/>
                    <a:pt x="6698" y="4922"/>
                    <a:pt x="6749" y="4956"/>
                  </a:cubicBezTo>
                  <a:cubicBezTo>
                    <a:pt x="6800" y="5024"/>
                    <a:pt x="6852" y="5092"/>
                    <a:pt x="6903" y="5161"/>
                  </a:cubicBezTo>
                  <a:cubicBezTo>
                    <a:pt x="6818" y="5417"/>
                    <a:pt x="6544" y="5571"/>
                    <a:pt x="6288" y="5502"/>
                  </a:cubicBezTo>
                  <a:cubicBezTo>
                    <a:pt x="6134" y="5485"/>
                    <a:pt x="5997" y="5468"/>
                    <a:pt x="5861" y="5434"/>
                  </a:cubicBezTo>
                  <a:cubicBezTo>
                    <a:pt x="5297" y="5297"/>
                    <a:pt x="4733" y="5229"/>
                    <a:pt x="4152" y="5297"/>
                  </a:cubicBezTo>
                  <a:cubicBezTo>
                    <a:pt x="3998" y="5708"/>
                    <a:pt x="3845" y="6118"/>
                    <a:pt x="3708" y="6545"/>
                  </a:cubicBezTo>
                  <a:cubicBezTo>
                    <a:pt x="3622" y="6784"/>
                    <a:pt x="3452" y="6989"/>
                    <a:pt x="3212" y="7109"/>
                  </a:cubicBezTo>
                  <a:lnTo>
                    <a:pt x="2734" y="6869"/>
                  </a:lnTo>
                  <a:cubicBezTo>
                    <a:pt x="2631" y="6442"/>
                    <a:pt x="2529" y="6015"/>
                    <a:pt x="2461" y="5588"/>
                  </a:cubicBezTo>
                  <a:cubicBezTo>
                    <a:pt x="2443" y="5349"/>
                    <a:pt x="2324" y="5127"/>
                    <a:pt x="2119" y="4990"/>
                  </a:cubicBezTo>
                  <a:close/>
                  <a:moveTo>
                    <a:pt x="1760" y="4563"/>
                  </a:moveTo>
                  <a:cubicBezTo>
                    <a:pt x="1931" y="4460"/>
                    <a:pt x="2153" y="4477"/>
                    <a:pt x="2102" y="4204"/>
                  </a:cubicBezTo>
                  <a:cubicBezTo>
                    <a:pt x="2102" y="4170"/>
                    <a:pt x="2068" y="4153"/>
                    <a:pt x="2033" y="4153"/>
                  </a:cubicBezTo>
                  <a:cubicBezTo>
                    <a:pt x="1863" y="4170"/>
                    <a:pt x="1743" y="4289"/>
                    <a:pt x="1726" y="4443"/>
                  </a:cubicBezTo>
                  <a:cubicBezTo>
                    <a:pt x="1709" y="4460"/>
                    <a:pt x="1726" y="4477"/>
                    <a:pt x="1760" y="45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Round Same Side Corner Rectangle 19"/>
          <p:cNvSpPr/>
          <p:nvPr/>
        </p:nvSpPr>
        <p:spPr>
          <a:xfrm>
            <a:off x="3206196" y="3406778"/>
            <a:ext cx="5876544" cy="707136"/>
          </a:xfrm>
          <a:prstGeom prst="round2Same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dirty="0" smtClean="0">
                <a:solidFill>
                  <a:srgbClr val="002060"/>
                </a:solidFill>
                <a:latin typeface="+mj-lt"/>
              </a:rPr>
              <a:t>Mỗi bạn có 10s để giới thiệu về bản thân.</a:t>
            </a:r>
            <a:endParaRPr lang="en-US" sz="2400" dirty="0">
              <a:solidFill>
                <a:srgbClr val="002060"/>
              </a:solidFill>
              <a:latin typeface="+mj-lt"/>
            </a:endParaRPr>
          </a:p>
        </p:txBody>
      </p:sp>
    </p:spTree>
    <p:extLst>
      <p:ext uri="{BB962C8B-B14F-4D97-AF65-F5344CB8AC3E}">
        <p14:creationId xmlns:p14="http://schemas.microsoft.com/office/powerpoint/2010/main" val="303322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9745" y="71770"/>
            <a:ext cx="8979195" cy="4976037"/>
          </a:xfrm>
          <a:prstGeom prst="rect">
            <a:avLst/>
          </a:prstGeom>
          <a:noFill/>
          <a:ln w="28575">
            <a:solidFill>
              <a:srgbClr val="DC5D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pic>
        <p:nvPicPr>
          <p:cNvPr id="9" name="图片 8"/>
          <p:cNvPicPr>
            <a:picLocks noChangeAspect="1"/>
          </p:cNvPicPr>
          <p:nvPr/>
        </p:nvPicPr>
        <p:blipFill rotWithShape="1">
          <a:blip r:embed="rId3" cstate="screen">
            <a:extLst>
              <a:ext uri="{28A0092B-C50C-407E-A947-70E740481C1C}">
                <a14:useLocalDpi xmlns:a14="http://schemas.microsoft.com/office/drawing/2010/main"/>
              </a:ext>
            </a:extLst>
          </a:blip>
          <a:srcRect/>
          <a:stretch>
            <a:fillRect/>
          </a:stretch>
        </p:blipFill>
        <p:spPr>
          <a:xfrm>
            <a:off x="5392341" y="187547"/>
            <a:ext cx="3751660" cy="1162478"/>
          </a:xfrm>
          <a:prstGeom prst="rect">
            <a:avLst/>
          </a:prstGeom>
        </p:spPr>
      </p:pic>
      <p:pic>
        <p:nvPicPr>
          <p:cNvPr id="6" name="Picture 5">
            <a:extLst>
              <a:ext uri="{FF2B5EF4-FFF2-40B4-BE49-F238E27FC236}">
                <a16:creationId xmlns="" xmlns:a16="http://schemas.microsoft.com/office/drawing/2014/main" id="{9587A43C-94DA-4EBB-A366-0140B04894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538" y="187547"/>
            <a:ext cx="6680960" cy="5143500"/>
          </a:xfrm>
          <a:prstGeom prst="rect">
            <a:avLst/>
          </a:prstGeom>
        </p:spPr>
      </p:pic>
      <p:sp>
        <p:nvSpPr>
          <p:cNvPr id="8" name="Rectangle 7"/>
          <p:cNvSpPr/>
          <p:nvPr/>
        </p:nvSpPr>
        <p:spPr>
          <a:xfrm>
            <a:off x="1028700" y="1405309"/>
            <a:ext cx="4588457" cy="2585323"/>
          </a:xfrm>
          <a:prstGeom prst="rect">
            <a:avLst/>
          </a:prstGeom>
        </p:spPr>
        <p:txBody>
          <a:bodyPr wrap="square">
            <a:spAutoFit/>
          </a:bodyPr>
          <a:lstStyle/>
          <a:p>
            <a:pPr algn="ctr"/>
            <a:r>
              <a:rPr lang="en-US" sz="2700" b="1" dirty="0" err="1">
                <a:solidFill>
                  <a:srgbClr val="FFC000"/>
                </a:solidFill>
                <a:latin typeface="Times New Roman" panose="02020603050405020304" pitchFamily="18" charset="0"/>
                <a:cs typeface="Times New Roman" panose="02020603050405020304" pitchFamily="18" charset="0"/>
              </a:rPr>
              <a:t>Những</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gì</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chúng</a:t>
            </a:r>
            <a:r>
              <a:rPr lang="en-US" sz="2700" b="1" dirty="0">
                <a:solidFill>
                  <a:srgbClr val="FFC000"/>
                </a:solidFill>
                <a:latin typeface="Times New Roman" panose="02020603050405020304" pitchFamily="18" charset="0"/>
                <a:cs typeface="Times New Roman" panose="02020603050405020304" pitchFamily="18" charset="0"/>
              </a:rPr>
              <a:t> ta </a:t>
            </a:r>
            <a:r>
              <a:rPr lang="en-US" sz="2700" b="1" dirty="0" err="1">
                <a:solidFill>
                  <a:srgbClr val="FFC000"/>
                </a:solidFill>
                <a:latin typeface="Times New Roman" panose="02020603050405020304" pitchFamily="18" charset="0"/>
                <a:cs typeface="Times New Roman" panose="02020603050405020304" pitchFamily="18" charset="0"/>
              </a:rPr>
              <a:t>biết</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ngày</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hôm</a:t>
            </a:r>
            <a:r>
              <a:rPr lang="en-US" sz="2700" b="1" dirty="0">
                <a:solidFill>
                  <a:srgbClr val="FFC000"/>
                </a:solidFill>
                <a:latin typeface="Times New Roman" panose="02020603050405020304" pitchFamily="18" charset="0"/>
                <a:cs typeface="Times New Roman" panose="02020603050405020304" pitchFamily="18" charset="0"/>
              </a:rPr>
              <a:t> nay </a:t>
            </a:r>
            <a:r>
              <a:rPr lang="en-US" sz="2700" b="1" dirty="0" err="1">
                <a:solidFill>
                  <a:srgbClr val="FFC000"/>
                </a:solidFill>
                <a:latin typeface="Times New Roman" panose="02020603050405020304" pitchFamily="18" charset="0"/>
                <a:cs typeface="Times New Roman" panose="02020603050405020304" pitchFamily="18" charset="0"/>
              </a:rPr>
              <a:t>sẽ</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lỗi</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thời</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vào</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ngày</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hôm</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sau</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Nếu</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chúng</a:t>
            </a:r>
            <a:r>
              <a:rPr lang="en-US" sz="2700" b="1" dirty="0">
                <a:solidFill>
                  <a:srgbClr val="FFC000"/>
                </a:solidFill>
                <a:latin typeface="Times New Roman" panose="02020603050405020304" pitchFamily="18" charset="0"/>
                <a:cs typeface="Times New Roman" panose="02020603050405020304" pitchFamily="18" charset="0"/>
              </a:rPr>
              <a:t> ta </a:t>
            </a:r>
            <a:r>
              <a:rPr lang="en-US" sz="2700" b="1" dirty="0" err="1">
                <a:solidFill>
                  <a:srgbClr val="FFC000"/>
                </a:solidFill>
                <a:latin typeface="Times New Roman" panose="02020603050405020304" pitchFamily="18" charset="0"/>
                <a:cs typeface="Times New Roman" panose="02020603050405020304" pitchFamily="18" charset="0"/>
              </a:rPr>
              <a:t>ngừng</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học</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thì</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chúng</a:t>
            </a:r>
            <a:r>
              <a:rPr lang="en-US" sz="2700" b="1" dirty="0">
                <a:solidFill>
                  <a:srgbClr val="FFC000"/>
                </a:solidFill>
                <a:latin typeface="Times New Roman" panose="02020603050405020304" pitchFamily="18" charset="0"/>
                <a:cs typeface="Times New Roman" panose="02020603050405020304" pitchFamily="18" charset="0"/>
              </a:rPr>
              <a:t> ta </a:t>
            </a:r>
            <a:r>
              <a:rPr lang="en-US" sz="2700" b="1" dirty="0" err="1">
                <a:solidFill>
                  <a:srgbClr val="FFC000"/>
                </a:solidFill>
                <a:latin typeface="Times New Roman" panose="02020603050405020304" pitchFamily="18" charset="0"/>
                <a:cs typeface="Times New Roman" panose="02020603050405020304" pitchFamily="18" charset="0"/>
              </a:rPr>
              <a:t>sẽ</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ngừng</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phát</a:t>
            </a:r>
            <a:r>
              <a:rPr lang="en-US" sz="2700" b="1" dirty="0">
                <a:solidFill>
                  <a:srgbClr val="FFC000"/>
                </a:solidFill>
                <a:latin typeface="Times New Roman" panose="02020603050405020304" pitchFamily="18" charset="0"/>
                <a:cs typeface="Times New Roman" panose="02020603050405020304" pitchFamily="18" charset="0"/>
              </a:rPr>
              <a:t> </a:t>
            </a:r>
            <a:r>
              <a:rPr lang="en-US" sz="2700" b="1" dirty="0" err="1">
                <a:solidFill>
                  <a:srgbClr val="FFC000"/>
                </a:solidFill>
                <a:latin typeface="Times New Roman" panose="02020603050405020304" pitchFamily="18" charset="0"/>
                <a:cs typeface="Times New Roman" panose="02020603050405020304" pitchFamily="18" charset="0"/>
              </a:rPr>
              <a:t>triển</a:t>
            </a:r>
            <a:r>
              <a:rPr lang="en-US" sz="2700" b="1" dirty="0">
                <a:solidFill>
                  <a:srgbClr val="FFC000"/>
                </a:solidFill>
                <a:latin typeface="Times New Roman" panose="02020603050405020304" pitchFamily="18" charset="0"/>
                <a:cs typeface="Times New Roman" panose="02020603050405020304" pitchFamily="18" charset="0"/>
              </a:rPr>
              <a:t>. </a:t>
            </a:r>
          </a:p>
          <a:p>
            <a:pPr algn="ctr"/>
            <a:r>
              <a:rPr lang="en-US" sz="2700" b="1" dirty="0">
                <a:solidFill>
                  <a:srgbClr val="FFC000"/>
                </a:solidFill>
                <a:latin typeface="Times New Roman" panose="02020603050405020304" pitchFamily="18" charset="0"/>
                <a:cs typeface="Times New Roman" panose="02020603050405020304" pitchFamily="18" charset="0"/>
              </a:rPr>
              <a:t>(Dorothy </a:t>
            </a:r>
            <a:r>
              <a:rPr lang="en-US" sz="2700" b="1" dirty="0" err="1">
                <a:solidFill>
                  <a:srgbClr val="FFC000"/>
                </a:solidFill>
                <a:latin typeface="Times New Roman" panose="02020603050405020304" pitchFamily="18" charset="0"/>
                <a:cs typeface="Times New Roman" panose="02020603050405020304" pitchFamily="18" charset="0"/>
              </a:rPr>
              <a:t>Billington</a:t>
            </a:r>
            <a:r>
              <a:rPr lang="en-US" sz="2700" b="1" dirty="0">
                <a:solidFill>
                  <a:srgbClr val="FFC000"/>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 xmlns:a16="http://schemas.microsoft.com/office/drawing/2014/main" id="{7444A650-E666-4199-B36E-9A7B86D309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2235" y="728347"/>
            <a:ext cx="2763123" cy="4319460"/>
          </a:xfrm>
          <a:prstGeom prst="rect">
            <a:avLst/>
          </a:prstGeom>
        </p:spPr>
      </p:pic>
      <p:pic>
        <p:nvPicPr>
          <p:cNvPr id="12" name="图片 20">
            <a:extLst>
              <a:ext uri="{FF2B5EF4-FFF2-40B4-BE49-F238E27FC236}">
                <a16:creationId xmlns="" xmlns:a16="http://schemas.microsoft.com/office/drawing/2014/main" id="{8931AE34-FA4A-4E5C-A7B8-26957151D05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86253" y="306705"/>
            <a:ext cx="1222772" cy="1114425"/>
          </a:xfrm>
          <a:prstGeom prst="rect">
            <a:avLst/>
          </a:prstGeom>
          <a:noFill/>
          <a:ln w="9525">
            <a:noFill/>
          </a:ln>
        </p:spPr>
      </p:pic>
    </p:spTree>
    <p:extLst>
      <p:ext uri="{BB962C8B-B14F-4D97-AF65-F5344CB8AC3E}">
        <p14:creationId xmlns:p14="http://schemas.microsoft.com/office/powerpoint/2010/main" val="33182217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0">
        <p15:prstTrans prst="fallOve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55" presetClass="entr" presetSubtype="0" fill="hold" grpId="0" nodeType="afterEffect">
                                  <p:stCondLst>
                                    <p:cond delay="0"/>
                                  </p:stCondLst>
                                  <p:iterate type="wd">
                                    <p:tmPct val="10000"/>
                                  </p:iterate>
                                  <p:childTnLst>
                                    <p:set>
                                      <p:cBhvr>
                                        <p:cTn id="10" dur="1" fill="hold">
                                          <p:stCondLst>
                                            <p:cond delay="0"/>
                                          </p:stCondLst>
                                        </p:cTn>
                                        <p:tgtEl>
                                          <p:spTgt spid="8"/>
                                        </p:tgtEl>
                                        <p:attrNameLst>
                                          <p:attrName>style.visibility</p:attrName>
                                        </p:attrNameLst>
                                      </p:cBhvr>
                                      <p:to>
                                        <p:strVal val="visible"/>
                                      </p:to>
                                    </p:set>
                                    <p:anim calcmode="lin" valueType="num">
                                      <p:cBhvr>
                                        <p:cTn id="11" dur="1000" fill="hold"/>
                                        <p:tgtEl>
                                          <p:spTgt spid="8"/>
                                        </p:tgtEl>
                                        <p:attrNameLst>
                                          <p:attrName>ppt_w</p:attrName>
                                        </p:attrNameLst>
                                      </p:cBhvr>
                                      <p:tavLst>
                                        <p:tav tm="0">
                                          <p:val>
                                            <p:strVal val="#ppt_w*0.70"/>
                                          </p:val>
                                        </p:tav>
                                        <p:tav tm="100000">
                                          <p:val>
                                            <p:strVal val="#ppt_w"/>
                                          </p:val>
                                        </p:tav>
                                      </p:tavLst>
                                    </p:anim>
                                    <p:anim calcmode="lin" valueType="num">
                                      <p:cBhvr>
                                        <p:cTn id="12" dur="1000" fill="hold"/>
                                        <p:tgtEl>
                                          <p:spTgt spid="8"/>
                                        </p:tgtEl>
                                        <p:attrNameLst>
                                          <p:attrName>ppt_h</p:attrName>
                                        </p:attrNameLst>
                                      </p:cBhvr>
                                      <p:tavLst>
                                        <p:tav tm="0">
                                          <p:val>
                                            <p:strVal val="#ppt_h"/>
                                          </p:val>
                                        </p:tav>
                                        <p:tav tm="100000">
                                          <p:val>
                                            <p:strVal val="#ppt_h"/>
                                          </p:val>
                                        </p:tav>
                                      </p:tavLst>
                                    </p:anim>
                                    <p:animEffect transition="in" filter="fade">
                                      <p:cBhvr>
                                        <p:cTn id="13" dur="1000"/>
                                        <p:tgtEl>
                                          <p:spTgt spid="8"/>
                                        </p:tgtEl>
                                      </p:cBhvr>
                                    </p:animEffect>
                                  </p:childTnLst>
                                </p:cTn>
                              </p:par>
                              <p:par>
                                <p:cTn id="14" presetID="32" presetClass="emph" presetSubtype="0" repeatCount="indefinite" fill="hold" nodeType="withEffect">
                                  <p:stCondLst>
                                    <p:cond delay="0"/>
                                  </p:stCondLst>
                                  <p:childTnLst>
                                    <p:animRot by="120000">
                                      <p:cBhvr>
                                        <p:cTn id="15" dur="100" fill="hold">
                                          <p:stCondLst>
                                            <p:cond delay="0"/>
                                          </p:stCondLst>
                                        </p:cTn>
                                        <p:tgtEl>
                                          <p:spTgt spid="12"/>
                                        </p:tgtEl>
                                        <p:attrNameLst>
                                          <p:attrName>r</p:attrName>
                                        </p:attrNameLst>
                                      </p:cBhvr>
                                    </p:animRot>
                                    <p:animRot by="-240000">
                                      <p:cBhvr>
                                        <p:cTn id="16" dur="200" fill="hold">
                                          <p:stCondLst>
                                            <p:cond delay="200"/>
                                          </p:stCondLst>
                                        </p:cTn>
                                        <p:tgtEl>
                                          <p:spTgt spid="12"/>
                                        </p:tgtEl>
                                        <p:attrNameLst>
                                          <p:attrName>r</p:attrName>
                                        </p:attrNameLst>
                                      </p:cBhvr>
                                    </p:animRot>
                                    <p:animRot by="240000">
                                      <p:cBhvr>
                                        <p:cTn id="17" dur="200" fill="hold">
                                          <p:stCondLst>
                                            <p:cond delay="400"/>
                                          </p:stCondLst>
                                        </p:cTn>
                                        <p:tgtEl>
                                          <p:spTgt spid="12"/>
                                        </p:tgtEl>
                                        <p:attrNameLst>
                                          <p:attrName>r</p:attrName>
                                        </p:attrNameLst>
                                      </p:cBhvr>
                                    </p:animRot>
                                    <p:animRot by="-240000">
                                      <p:cBhvr>
                                        <p:cTn id="18" dur="200" fill="hold">
                                          <p:stCondLst>
                                            <p:cond delay="600"/>
                                          </p:stCondLst>
                                        </p:cTn>
                                        <p:tgtEl>
                                          <p:spTgt spid="12"/>
                                        </p:tgtEl>
                                        <p:attrNameLst>
                                          <p:attrName>r</p:attrName>
                                        </p:attrNameLst>
                                      </p:cBhvr>
                                    </p:animRot>
                                    <p:animRot by="120000">
                                      <p:cBhvr>
                                        <p:cTn id="19" dur="200" fill="hold">
                                          <p:stCondLst>
                                            <p:cond delay="8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9538" y="1649175"/>
            <a:ext cx="4413900" cy="1337400"/>
          </a:xfrm>
        </p:spPr>
        <p:txBody>
          <a:bodyPr/>
          <a:lstStyle/>
          <a:p>
            <a:r>
              <a:rPr lang="vi-VN" sz="8800" dirty="0" smtClean="0">
                <a:latin typeface="+mj-lt"/>
              </a:rPr>
              <a:t>HẸN GẶP LẠI</a:t>
            </a:r>
            <a:endParaRPr lang="en-US" sz="8800" dirty="0">
              <a:latin typeface="+mj-lt"/>
            </a:endParaRPr>
          </a:p>
        </p:txBody>
      </p:sp>
    </p:spTree>
    <p:extLst>
      <p:ext uri="{BB962C8B-B14F-4D97-AF65-F5344CB8AC3E}">
        <p14:creationId xmlns:p14="http://schemas.microsoft.com/office/powerpoint/2010/main" val="2968919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ute Family Doodle Collage for Marketing by Slidesgo">
  <a:themeElements>
    <a:clrScheme name="Simple Light">
      <a:dk1>
        <a:srgbClr val="0F4FBE"/>
      </a:dk1>
      <a:lt1>
        <a:srgbClr val="FFF3D1"/>
      </a:lt1>
      <a:dk2>
        <a:srgbClr val="434343"/>
      </a:dk2>
      <a:lt2>
        <a:srgbClr val="FFFFFF"/>
      </a:lt2>
      <a:accent1>
        <a:srgbClr val="F3AF64"/>
      </a:accent1>
      <a:accent2>
        <a:srgbClr val="F9D980"/>
      </a:accent2>
      <a:accent3>
        <a:srgbClr val="B6D7A8"/>
      </a:accent3>
      <a:accent4>
        <a:srgbClr val="BFD45C"/>
      </a:accent4>
      <a:accent5>
        <a:srgbClr val="F78B9D"/>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719</TotalTime>
  <Words>780</Words>
  <Application>Microsoft Office PowerPoint</Application>
  <PresentationFormat>On-screen Show (16:9)</PresentationFormat>
  <Paragraphs>155</Paragraphs>
  <Slides>17</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Raleway</vt:lpstr>
      <vt:lpstr>SimSun</vt:lpstr>
      <vt:lpstr>Patrick Hand</vt:lpstr>
      <vt:lpstr>Calibri</vt:lpstr>
      <vt:lpstr>VL Zelda</vt:lpstr>
      <vt:lpstr>Times New Roman</vt:lpstr>
      <vt:lpstr>Poppins</vt:lpstr>
      <vt:lpstr>Cute Family Doodle Collage for Marketing by Slidesgo</vt:lpstr>
      <vt:lpstr>CHÀO MỪNG CÁC EM HỌC SINH LỚP 10C8  TRƯỜNG THCS-THPT LÊ LỢI </vt:lpstr>
      <vt:lpstr>Mail: trang.mtt789@gmail.com</vt:lpstr>
      <vt:lpstr>Thông tin học sinh &amp; Tổ chức lớp</vt:lpstr>
      <vt:lpstr>1. THÔNG TIN HỌC SINH</vt:lpstr>
      <vt:lpstr>TỔ CHỨC LỚP</vt:lpstr>
      <vt:lpstr>TỔ CHỨC LỚP</vt:lpstr>
      <vt:lpstr>TỔ CHỨC LỚP</vt:lpstr>
      <vt:lpstr>PowerPoint Presentation</vt:lpstr>
      <vt:lpstr>PowerPoint Presentation</vt:lpstr>
      <vt:lpstr>4. XÂY DỰNG NỘI QUY LỚP HỌC – TẬP THỂ LỚP</vt:lpstr>
      <vt:lpstr>4. XÂY DỰNG NỘI QUY LỚP HỌC – TẬP THỂ LỚP</vt:lpstr>
      <vt:lpstr>4. XÂY DỰNG NỘI QUY LỚP HỌC – TẬP THỂ LỚP</vt:lpstr>
      <vt:lpstr>4. XÂY DỰNG NỘI QUY LỚP HỌC – TẬP THỂ LỚP</vt:lpstr>
      <vt:lpstr>4. XÂY DỰNG NỘI QUY LỚP HỌC – TẬP THỂ LỚP</vt:lpstr>
      <vt:lpstr>PowerPoint Presentation</vt:lpstr>
      <vt:lpstr>PowerPoint Presentation</vt:lpstr>
      <vt:lpstr>HẸN GẶP LẠI</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CHÀO MỪNG CÁC EM HỌC SINH LỚP 7A5</dc:title>
  <dc:creator>asus</dc:creator>
  <cp:lastModifiedBy>Admin</cp:lastModifiedBy>
  <cp:revision>44</cp:revision>
  <dcterms:modified xsi:type="dcterms:W3CDTF">2021-09-01T00:57:27Z</dcterms:modified>
</cp:coreProperties>
</file>