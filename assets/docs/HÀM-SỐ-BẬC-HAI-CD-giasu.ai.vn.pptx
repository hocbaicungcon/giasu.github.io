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  <p:sldMasterId id="2147483754" r:id="rId2"/>
  </p:sldMasterIdLst>
  <p:notesMasterIdLst>
    <p:notesMasterId r:id="rId34"/>
  </p:notesMasterIdLst>
  <p:sldIdLst>
    <p:sldId id="313" r:id="rId3"/>
    <p:sldId id="301" r:id="rId4"/>
    <p:sldId id="374" r:id="rId5"/>
    <p:sldId id="375" r:id="rId6"/>
    <p:sldId id="376" r:id="rId7"/>
    <p:sldId id="383" r:id="rId8"/>
    <p:sldId id="378" r:id="rId9"/>
    <p:sldId id="385" r:id="rId10"/>
    <p:sldId id="384" r:id="rId11"/>
    <p:sldId id="386" r:id="rId12"/>
    <p:sldId id="387" r:id="rId13"/>
    <p:sldId id="388" r:id="rId14"/>
    <p:sldId id="389" r:id="rId15"/>
    <p:sldId id="390" r:id="rId16"/>
    <p:sldId id="391" r:id="rId17"/>
    <p:sldId id="392" r:id="rId18"/>
    <p:sldId id="393" r:id="rId19"/>
    <p:sldId id="394" r:id="rId20"/>
    <p:sldId id="395" r:id="rId21"/>
    <p:sldId id="396" r:id="rId22"/>
    <p:sldId id="397" r:id="rId23"/>
    <p:sldId id="398" r:id="rId24"/>
    <p:sldId id="345" r:id="rId25"/>
    <p:sldId id="399" r:id="rId26"/>
    <p:sldId id="400" r:id="rId27"/>
    <p:sldId id="401" r:id="rId28"/>
    <p:sldId id="402" r:id="rId29"/>
    <p:sldId id="403" r:id="rId30"/>
    <p:sldId id="406" r:id="rId31"/>
    <p:sldId id="405" r:id="rId32"/>
    <p:sldId id="407" r:id="rId33"/>
  </p:sldIdLst>
  <p:sldSz cx="24384000" cy="13716000"/>
  <p:notesSz cx="6858000" cy="9144000"/>
  <p:custDataLst>
    <p:tags r:id="rId35"/>
  </p:custDataLst>
  <p:defaultTextStyle>
    <a:defPPr>
      <a:defRPr lang="en-US"/>
    </a:defPPr>
    <a:lvl1pPr marL="0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1pPr>
    <a:lvl2pPr marL="1088639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2pPr>
    <a:lvl3pPr marL="2177278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3pPr>
    <a:lvl4pPr marL="3265917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4pPr>
    <a:lvl5pPr marL="4354556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5pPr>
    <a:lvl6pPr marL="5443195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6pPr>
    <a:lvl7pPr marL="6531834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7pPr>
    <a:lvl8pPr marL="7620472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8pPr>
    <a:lvl9pPr marL="8709111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008000"/>
    <a:srgbClr val="D60093"/>
    <a:srgbClr val="0000FF"/>
    <a:srgbClr val="135F82"/>
    <a:srgbClr val="270F6B"/>
    <a:srgbClr val="FFA700"/>
    <a:srgbClr val="242452"/>
    <a:srgbClr val="C0504D"/>
    <a:srgbClr val="FFF4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12" autoAdjust="0"/>
    <p:restoredTop sz="94139" autoAdjust="0"/>
  </p:normalViewPr>
  <p:slideViewPr>
    <p:cSldViewPr>
      <p:cViewPr varScale="1">
        <p:scale>
          <a:sx n="32" d="100"/>
          <a:sy n="32" d="100"/>
        </p:scale>
        <p:origin x="676" y="32"/>
      </p:cViewPr>
      <p:guideLst>
        <p:guide orient="horz" pos="4320"/>
        <p:guide pos="76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gs" Target="tags/tag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image" Target="../media/image25.wmf"/><Relationship Id="rId7" Type="http://schemas.openxmlformats.org/officeDocument/2006/relationships/image" Target="../media/image29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6" Type="http://schemas.openxmlformats.org/officeDocument/2006/relationships/image" Target="../media/image28.wmf"/><Relationship Id="rId11" Type="http://schemas.openxmlformats.org/officeDocument/2006/relationships/image" Target="../media/image33.wmf"/><Relationship Id="rId5" Type="http://schemas.openxmlformats.org/officeDocument/2006/relationships/image" Target="../media/image27.wmf"/><Relationship Id="rId10" Type="http://schemas.openxmlformats.org/officeDocument/2006/relationships/image" Target="../media/image32.wmf"/><Relationship Id="rId4" Type="http://schemas.openxmlformats.org/officeDocument/2006/relationships/image" Target="../media/image26.wmf"/><Relationship Id="rId9" Type="http://schemas.openxmlformats.org/officeDocument/2006/relationships/image" Target="../media/image31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20.wmf"/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20.wmf"/><Relationship Id="rId5" Type="http://schemas.openxmlformats.org/officeDocument/2006/relationships/image" Target="../media/image38.wmf"/><Relationship Id="rId4" Type="http://schemas.openxmlformats.org/officeDocument/2006/relationships/image" Target="../media/image3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20.wmf"/><Relationship Id="rId1" Type="http://schemas.openxmlformats.org/officeDocument/2006/relationships/image" Target="../media/image16.wmf"/><Relationship Id="rId4" Type="http://schemas.openxmlformats.org/officeDocument/2006/relationships/image" Target="../media/image47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20.wmf"/><Relationship Id="rId1" Type="http://schemas.openxmlformats.org/officeDocument/2006/relationships/image" Target="../media/image16.wmf"/><Relationship Id="rId6" Type="http://schemas.openxmlformats.org/officeDocument/2006/relationships/image" Target="../media/image49.emf"/><Relationship Id="rId5" Type="http://schemas.openxmlformats.org/officeDocument/2006/relationships/image" Target="../media/image47.wmf"/><Relationship Id="rId4" Type="http://schemas.openxmlformats.org/officeDocument/2006/relationships/image" Target="../media/image46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7" Type="http://schemas.openxmlformats.org/officeDocument/2006/relationships/image" Target="../media/image52.emf"/><Relationship Id="rId2" Type="http://schemas.openxmlformats.org/officeDocument/2006/relationships/image" Target="../media/image20.wmf"/><Relationship Id="rId1" Type="http://schemas.openxmlformats.org/officeDocument/2006/relationships/image" Target="../media/image16.wmf"/><Relationship Id="rId6" Type="http://schemas.openxmlformats.org/officeDocument/2006/relationships/image" Target="../media/image51.emf"/><Relationship Id="rId5" Type="http://schemas.openxmlformats.org/officeDocument/2006/relationships/image" Target="../media/image47.wmf"/><Relationship Id="rId4" Type="http://schemas.openxmlformats.org/officeDocument/2006/relationships/image" Target="../media/image46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image" Target="../media/image53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image" Target="../media/image56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13" Type="http://schemas.openxmlformats.org/officeDocument/2006/relationships/image" Target="../media/image77.wmf"/><Relationship Id="rId3" Type="http://schemas.openxmlformats.org/officeDocument/2006/relationships/image" Target="../media/image67.wmf"/><Relationship Id="rId7" Type="http://schemas.openxmlformats.org/officeDocument/2006/relationships/image" Target="../media/image71.emf"/><Relationship Id="rId12" Type="http://schemas.openxmlformats.org/officeDocument/2006/relationships/image" Target="../media/image76.wmf"/><Relationship Id="rId2" Type="http://schemas.openxmlformats.org/officeDocument/2006/relationships/image" Target="../media/image66.wmf"/><Relationship Id="rId16" Type="http://schemas.openxmlformats.org/officeDocument/2006/relationships/image" Target="../media/image80.emf"/><Relationship Id="rId1" Type="http://schemas.openxmlformats.org/officeDocument/2006/relationships/image" Target="../media/image65.wmf"/><Relationship Id="rId6" Type="http://schemas.openxmlformats.org/officeDocument/2006/relationships/image" Target="../media/image70.emf"/><Relationship Id="rId11" Type="http://schemas.openxmlformats.org/officeDocument/2006/relationships/image" Target="../media/image75.wmf"/><Relationship Id="rId5" Type="http://schemas.openxmlformats.org/officeDocument/2006/relationships/image" Target="../media/image69.wmf"/><Relationship Id="rId15" Type="http://schemas.openxmlformats.org/officeDocument/2006/relationships/image" Target="../media/image79.emf"/><Relationship Id="rId10" Type="http://schemas.openxmlformats.org/officeDocument/2006/relationships/image" Target="../media/image74.wmf"/><Relationship Id="rId4" Type="http://schemas.openxmlformats.org/officeDocument/2006/relationships/image" Target="../media/image68.wmf"/><Relationship Id="rId9" Type="http://schemas.openxmlformats.org/officeDocument/2006/relationships/image" Target="../media/image73.wmf"/><Relationship Id="rId14" Type="http://schemas.openxmlformats.org/officeDocument/2006/relationships/image" Target="../media/image78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Relationship Id="rId6" Type="http://schemas.openxmlformats.org/officeDocument/2006/relationships/image" Target="../media/image86.wmf"/><Relationship Id="rId5" Type="http://schemas.openxmlformats.org/officeDocument/2006/relationships/image" Target="../media/image85.wmf"/><Relationship Id="rId4" Type="http://schemas.openxmlformats.org/officeDocument/2006/relationships/image" Target="../media/image84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Relationship Id="rId6" Type="http://schemas.openxmlformats.org/officeDocument/2006/relationships/image" Target="../media/image92.emf"/><Relationship Id="rId5" Type="http://schemas.openxmlformats.org/officeDocument/2006/relationships/image" Target="../media/image91.wmf"/><Relationship Id="rId4" Type="http://schemas.openxmlformats.org/officeDocument/2006/relationships/image" Target="../media/image90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3" Type="http://schemas.openxmlformats.org/officeDocument/2006/relationships/image" Target="../media/image95.wmf"/><Relationship Id="rId7" Type="http://schemas.openxmlformats.org/officeDocument/2006/relationships/image" Target="../media/image99.wmf"/><Relationship Id="rId2" Type="http://schemas.openxmlformats.org/officeDocument/2006/relationships/image" Target="../media/image94.wmf"/><Relationship Id="rId1" Type="http://schemas.openxmlformats.org/officeDocument/2006/relationships/image" Target="../media/image93.wmf"/><Relationship Id="rId6" Type="http://schemas.openxmlformats.org/officeDocument/2006/relationships/image" Target="../media/image98.emf"/><Relationship Id="rId11" Type="http://schemas.openxmlformats.org/officeDocument/2006/relationships/image" Target="../media/image103.emf"/><Relationship Id="rId5" Type="http://schemas.openxmlformats.org/officeDocument/2006/relationships/image" Target="../media/image97.emf"/><Relationship Id="rId10" Type="http://schemas.openxmlformats.org/officeDocument/2006/relationships/image" Target="../media/image102.wmf"/><Relationship Id="rId4" Type="http://schemas.openxmlformats.org/officeDocument/2006/relationships/image" Target="../media/image96.wmf"/><Relationship Id="rId9" Type="http://schemas.openxmlformats.org/officeDocument/2006/relationships/image" Target="../media/image101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w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Relationship Id="rId5" Type="http://schemas.openxmlformats.org/officeDocument/2006/relationships/image" Target="../media/image108.wmf"/><Relationship Id="rId4" Type="http://schemas.openxmlformats.org/officeDocument/2006/relationships/image" Target="../media/image107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wmf"/><Relationship Id="rId2" Type="http://schemas.openxmlformats.org/officeDocument/2006/relationships/image" Target="../media/image111.wmf"/><Relationship Id="rId1" Type="http://schemas.openxmlformats.org/officeDocument/2006/relationships/image" Target="../media/image110.wmf"/><Relationship Id="rId5" Type="http://schemas.openxmlformats.org/officeDocument/2006/relationships/image" Target="../media/image114.wmf"/><Relationship Id="rId4" Type="http://schemas.openxmlformats.org/officeDocument/2006/relationships/image" Target="../media/image113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wmf"/><Relationship Id="rId3" Type="http://schemas.openxmlformats.org/officeDocument/2006/relationships/image" Target="../media/image118.wmf"/><Relationship Id="rId7" Type="http://schemas.openxmlformats.org/officeDocument/2006/relationships/image" Target="../media/image122.w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Relationship Id="rId6" Type="http://schemas.openxmlformats.org/officeDocument/2006/relationships/image" Target="../media/image121.wmf"/><Relationship Id="rId5" Type="http://schemas.openxmlformats.org/officeDocument/2006/relationships/image" Target="../media/image120.wmf"/><Relationship Id="rId4" Type="http://schemas.openxmlformats.org/officeDocument/2006/relationships/image" Target="../media/image119.wmf"/><Relationship Id="rId9" Type="http://schemas.openxmlformats.org/officeDocument/2006/relationships/image" Target="../media/image124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wmf"/><Relationship Id="rId7" Type="http://schemas.openxmlformats.org/officeDocument/2006/relationships/image" Target="../media/image132.emf"/><Relationship Id="rId2" Type="http://schemas.openxmlformats.org/officeDocument/2006/relationships/image" Target="../media/image127.wmf"/><Relationship Id="rId1" Type="http://schemas.openxmlformats.org/officeDocument/2006/relationships/image" Target="../media/image126.emf"/><Relationship Id="rId6" Type="http://schemas.openxmlformats.org/officeDocument/2006/relationships/image" Target="../media/image131.emf"/><Relationship Id="rId5" Type="http://schemas.openxmlformats.org/officeDocument/2006/relationships/image" Target="../media/image130.wmf"/><Relationship Id="rId4" Type="http://schemas.openxmlformats.org/officeDocument/2006/relationships/image" Target="../media/image129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emf"/><Relationship Id="rId7" Type="http://schemas.openxmlformats.org/officeDocument/2006/relationships/image" Target="../media/image139.emf"/><Relationship Id="rId2" Type="http://schemas.openxmlformats.org/officeDocument/2006/relationships/image" Target="../media/image134.wmf"/><Relationship Id="rId1" Type="http://schemas.openxmlformats.org/officeDocument/2006/relationships/image" Target="../media/image133.wmf"/><Relationship Id="rId6" Type="http://schemas.openxmlformats.org/officeDocument/2006/relationships/image" Target="../media/image138.emf"/><Relationship Id="rId5" Type="http://schemas.openxmlformats.org/officeDocument/2006/relationships/image" Target="../media/image137.emf"/><Relationship Id="rId4" Type="http://schemas.openxmlformats.org/officeDocument/2006/relationships/image" Target="../media/image13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BB293-0719-4B19-A181-EE36FD0623AD}" type="datetimeFigureOut">
              <a:rPr lang="en-US" smtClean="0"/>
              <a:pPr/>
              <a:t>6/28/2022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EA8B73-FCCD-4D4C-BC4E-0CE5120A1B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63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1pPr>
    <a:lvl2pPr marL="1088639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2pPr>
    <a:lvl3pPr marL="2177278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3pPr>
    <a:lvl4pPr marL="3265917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4pPr>
    <a:lvl5pPr marL="4354556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5pPr>
    <a:lvl6pPr marL="5443195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6pPr>
    <a:lvl7pPr marL="6531834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7pPr>
    <a:lvl8pPr marL="7620472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8pPr>
    <a:lvl9pPr marL="8709111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64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EA8B73-FCCD-4D4C-BC4E-0CE5120A1B5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682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EA8B73-FCCD-4D4C-BC4E-0CE5120A1B5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5812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EA8B73-FCCD-4D4C-BC4E-0CE5120A1B5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3604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EA8B73-FCCD-4D4C-BC4E-0CE5120A1B5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992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EA8B73-FCCD-4D4C-BC4E-0CE5120A1B5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7527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EA8B73-FCCD-4D4C-BC4E-0CE5120A1B5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5479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EA8B73-FCCD-4D4C-BC4E-0CE5120A1B5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566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EA8B73-FCCD-4D4C-BC4E-0CE5120A1B5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5351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EA8B73-FCCD-4D4C-BC4E-0CE5120A1B5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3518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EA8B73-FCCD-4D4C-BC4E-0CE5120A1B5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5247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EA8B73-FCCD-4D4C-BC4E-0CE5120A1B5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427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E443-43CC-47C0-B016-9A203293290C}" type="datetimeFigureOut">
              <a:rPr lang="en-US" smtClean="0"/>
              <a:pPr/>
              <a:t>6/28/2022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26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1981200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E443-43CC-47C0-B016-9A203293290C}" type="datetimeFigureOut">
              <a:rPr lang="en-US" smtClean="0"/>
              <a:pPr/>
              <a:t>6/28/2022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51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  <a:prstGeom prst="rect">
            <a:avLst/>
          </a:prstGeo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E443-43CC-47C0-B016-9A203293290C}" type="datetimeFigureOut">
              <a:rPr lang="en-US" smtClean="0"/>
              <a:pPr/>
              <a:t>6/28/2022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93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E443-43CC-47C0-B016-9A203293290C}" type="datetimeFigureOut">
              <a:rPr lang="en-US" smtClean="0"/>
              <a:pPr/>
              <a:t>6/28/2022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207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E443-43CC-47C0-B016-9A203293290C}" type="datetimeFigureOut">
              <a:rPr lang="en-US" smtClean="0"/>
              <a:pPr/>
              <a:t>6/28/2022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508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E443-43CC-47C0-B016-9A203293290C}" type="datetimeFigureOut">
              <a:rPr lang="en-US" smtClean="0"/>
              <a:pPr/>
              <a:t>6/28/2022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241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E443-43CC-47C0-B016-9A203293290C}" type="datetimeFigureOut">
              <a:rPr lang="en-US" smtClean="0"/>
              <a:pPr/>
              <a:t>6/28/2022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589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E443-43CC-47C0-B016-9A203293290C}" type="datetimeFigureOut">
              <a:rPr lang="en-US" smtClean="0"/>
              <a:pPr/>
              <a:t>6/28/2022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655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E443-43CC-47C0-B016-9A203293290C}" type="datetimeFigureOut">
              <a:rPr lang="en-US" smtClean="0"/>
              <a:pPr/>
              <a:t>6/28/2022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E443-43CC-47C0-B016-9A203293290C}" type="datetimeFigureOut">
              <a:rPr lang="en-US" smtClean="0"/>
              <a:pPr/>
              <a:t>6/28/2022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88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E443-43CC-47C0-B016-9A203293290C}" type="datetimeFigureOut">
              <a:rPr lang="en-US" smtClean="0"/>
              <a:pPr/>
              <a:t>6/28/2022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330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56836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69597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E443-43CC-47C0-B016-9A203293290C}" type="datetimeFigureOut">
              <a:rPr lang="en-US" smtClean="0"/>
              <a:pPr/>
              <a:t>6/28/2022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8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E443-43CC-47C0-B016-9A203293290C}" type="datetimeFigureOut">
              <a:rPr lang="en-US" smtClean="0"/>
              <a:pPr/>
              <a:t>6/28/2022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6152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E443-43CC-47C0-B016-9A203293290C}" type="datetimeFigureOut">
              <a:rPr lang="en-US" smtClean="0"/>
              <a:pPr/>
              <a:t>6/28/2022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944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E443-43CC-47C0-B016-9A203293290C}" type="datetimeFigureOut">
              <a:rPr lang="en-US" smtClean="0"/>
              <a:pPr/>
              <a:t>6/28/2022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833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E443-43CC-47C0-B016-9A203293290C}" type="datetimeFigureOut">
              <a:rPr lang="en-US" smtClean="0"/>
              <a:pPr/>
              <a:t>6/28/2022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7782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E443-43CC-47C0-B016-9A203293290C}" type="datetimeFigureOut">
              <a:rPr lang="en-US" smtClean="0"/>
              <a:pPr/>
              <a:t>6/28/2022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5105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E443-43CC-47C0-B016-9A203293290C}" type="datetimeFigureOut">
              <a:rPr lang="en-US" smtClean="0"/>
              <a:pPr/>
              <a:t>6/28/2022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2462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E443-43CC-47C0-B016-9A203293290C}" type="datetimeFigureOut">
              <a:rPr lang="en-US" smtClean="0"/>
              <a:pPr/>
              <a:t>6/28/2022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4811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E443-43CC-47C0-B016-9A203293290C}" type="datetimeFigureOut">
              <a:rPr lang="en-US" smtClean="0"/>
              <a:pPr/>
              <a:t>6/28/2022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707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E443-43CC-47C0-B016-9A203293290C}" type="datetimeFigureOut">
              <a:rPr lang="en-US" smtClean="0"/>
              <a:pPr/>
              <a:t>6/28/2022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306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E443-43CC-47C0-B016-9A203293290C}" type="datetimeFigureOut">
              <a:rPr lang="en-US" smtClean="0"/>
              <a:pPr/>
              <a:t>6/28/2022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485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0" y="12712706"/>
            <a:ext cx="5689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fld id="{D15044BE-B3F3-4258-B55D-9238C2EBFDF1}" type="datetimeFigureOut">
              <a:rPr lang="en-US" smtClean="0"/>
              <a:pPr/>
              <a:t>6/28/2022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5" y="12712706"/>
            <a:ext cx="7721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4" y="12712706"/>
            <a:ext cx="5689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6206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2" y="12712702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  <a:pPr/>
              <a:t>6/28/2022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2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1" y="12712702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644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1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  <a:pPr/>
              <a:t>6/28/2022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1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0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60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1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  <a:pPr/>
              <a:t>6/28/2022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1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0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813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4"/>
          <p:cNvGrpSpPr>
            <a:grpSpLocks noChangeAspect="1"/>
          </p:cNvGrpSpPr>
          <p:nvPr userDrawn="1"/>
        </p:nvGrpSpPr>
        <p:grpSpPr bwMode="auto">
          <a:xfrm>
            <a:off x="914400" y="14592"/>
            <a:ext cx="23469600" cy="1436688"/>
            <a:chOff x="0" y="58"/>
            <a:chExt cx="13349" cy="905"/>
          </a:xfrm>
        </p:grpSpPr>
        <p:sp>
          <p:nvSpPr>
            <p:cNvPr id="39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0" y="60"/>
              <a:ext cx="13347" cy="900"/>
            </a:xfrm>
            <a:prstGeom prst="rect">
              <a:avLst/>
            </a:prstGeom>
            <a:solidFill>
              <a:srgbClr val="135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15365" name="Picture 5"/>
            <p:cNvPicPr>
              <a:picLocks noChangeAspect="1" noChangeArrowheads="1"/>
            </p:cNvPicPr>
            <p:nvPr userDrawn="1"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75"/>
              <a:ext cx="13347" cy="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" name="Freeform 6"/>
            <p:cNvSpPr>
              <a:spLocks/>
            </p:cNvSpPr>
            <p:nvPr userDrawn="1"/>
          </p:nvSpPr>
          <p:spPr bwMode="auto">
            <a:xfrm>
              <a:off x="0" y="58"/>
              <a:ext cx="13347" cy="880"/>
            </a:xfrm>
            <a:custGeom>
              <a:avLst/>
              <a:gdLst>
                <a:gd name="T0" fmla="*/ 0 w 7680"/>
                <a:gd name="T1" fmla="*/ 0 h 440"/>
                <a:gd name="T2" fmla="*/ 0 w 7680"/>
                <a:gd name="T3" fmla="*/ 40 h 440"/>
                <a:gd name="T4" fmla="*/ 0 w 7680"/>
                <a:gd name="T5" fmla="*/ 40 h 440"/>
                <a:gd name="T6" fmla="*/ 140 w 7680"/>
                <a:gd name="T7" fmla="*/ 40 h 440"/>
                <a:gd name="T8" fmla="*/ 200 w 7680"/>
                <a:gd name="T9" fmla="*/ 100 h 440"/>
                <a:gd name="T10" fmla="*/ 200 w 7680"/>
                <a:gd name="T11" fmla="*/ 380 h 440"/>
                <a:gd name="T12" fmla="*/ 200 w 7680"/>
                <a:gd name="T13" fmla="*/ 380 h 440"/>
                <a:gd name="T14" fmla="*/ 260 w 7680"/>
                <a:gd name="T15" fmla="*/ 440 h 440"/>
                <a:gd name="T16" fmla="*/ 540 w 7680"/>
                <a:gd name="T17" fmla="*/ 440 h 440"/>
                <a:gd name="T18" fmla="*/ 600 w 7680"/>
                <a:gd name="T19" fmla="*/ 380 h 440"/>
                <a:gd name="T20" fmla="*/ 600 w 7680"/>
                <a:gd name="T21" fmla="*/ 106 h 440"/>
                <a:gd name="T22" fmla="*/ 601 w 7680"/>
                <a:gd name="T23" fmla="*/ 106 h 440"/>
                <a:gd name="T24" fmla="*/ 601 w 7680"/>
                <a:gd name="T25" fmla="*/ 101 h 440"/>
                <a:gd name="T26" fmla="*/ 661 w 7680"/>
                <a:gd name="T27" fmla="*/ 41 h 440"/>
                <a:gd name="T28" fmla="*/ 676 w 7680"/>
                <a:gd name="T29" fmla="*/ 41 h 440"/>
                <a:gd name="T30" fmla="*/ 676 w 7680"/>
                <a:gd name="T31" fmla="*/ 40 h 440"/>
                <a:gd name="T32" fmla="*/ 7680 w 7680"/>
                <a:gd name="T33" fmla="*/ 40 h 440"/>
                <a:gd name="T34" fmla="*/ 7680 w 7680"/>
                <a:gd name="T35" fmla="*/ 0 h 440"/>
                <a:gd name="T36" fmla="*/ 0 w 7680"/>
                <a:gd name="T37" fmla="*/ 0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80" h="440">
                  <a:moveTo>
                    <a:pt x="0" y="0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73" y="40"/>
                    <a:pt x="200" y="67"/>
                    <a:pt x="200" y="100"/>
                  </a:cubicBezTo>
                  <a:cubicBezTo>
                    <a:pt x="200" y="380"/>
                    <a:pt x="200" y="380"/>
                    <a:pt x="200" y="380"/>
                  </a:cubicBezTo>
                  <a:cubicBezTo>
                    <a:pt x="200" y="380"/>
                    <a:pt x="200" y="380"/>
                    <a:pt x="200" y="380"/>
                  </a:cubicBezTo>
                  <a:cubicBezTo>
                    <a:pt x="200" y="414"/>
                    <a:pt x="227" y="440"/>
                    <a:pt x="260" y="440"/>
                  </a:cubicBezTo>
                  <a:cubicBezTo>
                    <a:pt x="540" y="440"/>
                    <a:pt x="540" y="440"/>
                    <a:pt x="540" y="440"/>
                  </a:cubicBezTo>
                  <a:cubicBezTo>
                    <a:pt x="574" y="440"/>
                    <a:pt x="600" y="414"/>
                    <a:pt x="600" y="380"/>
                  </a:cubicBezTo>
                  <a:cubicBezTo>
                    <a:pt x="600" y="106"/>
                    <a:pt x="600" y="106"/>
                    <a:pt x="600" y="106"/>
                  </a:cubicBezTo>
                  <a:cubicBezTo>
                    <a:pt x="601" y="106"/>
                    <a:pt x="601" y="106"/>
                    <a:pt x="601" y="106"/>
                  </a:cubicBezTo>
                  <a:cubicBezTo>
                    <a:pt x="601" y="101"/>
                    <a:pt x="601" y="101"/>
                    <a:pt x="601" y="101"/>
                  </a:cubicBezTo>
                  <a:cubicBezTo>
                    <a:pt x="601" y="67"/>
                    <a:pt x="627" y="41"/>
                    <a:pt x="661" y="41"/>
                  </a:cubicBezTo>
                  <a:cubicBezTo>
                    <a:pt x="676" y="41"/>
                    <a:pt x="676" y="41"/>
                    <a:pt x="676" y="41"/>
                  </a:cubicBezTo>
                  <a:cubicBezTo>
                    <a:pt x="676" y="40"/>
                    <a:pt x="676" y="40"/>
                    <a:pt x="676" y="40"/>
                  </a:cubicBezTo>
                  <a:cubicBezTo>
                    <a:pt x="7680" y="40"/>
                    <a:pt x="7680" y="40"/>
                    <a:pt x="7680" y="40"/>
                  </a:cubicBezTo>
                  <a:cubicBezTo>
                    <a:pt x="7680" y="0"/>
                    <a:pt x="7680" y="0"/>
                    <a:pt x="768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660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9"/>
            <p:cNvSpPr>
              <a:spLocks/>
            </p:cNvSpPr>
            <p:nvPr userDrawn="1"/>
          </p:nvSpPr>
          <p:spPr bwMode="auto">
            <a:xfrm>
              <a:off x="1802" y="202"/>
              <a:ext cx="11545" cy="760"/>
            </a:xfrm>
            <a:custGeom>
              <a:avLst/>
              <a:gdLst>
                <a:gd name="T0" fmla="*/ 6643 w 6643"/>
                <a:gd name="T1" fmla="*/ 380 h 380"/>
                <a:gd name="T2" fmla="*/ 60 w 6643"/>
                <a:gd name="T3" fmla="*/ 380 h 380"/>
                <a:gd name="T4" fmla="*/ 0 w 6643"/>
                <a:gd name="T5" fmla="*/ 320 h 380"/>
                <a:gd name="T6" fmla="*/ 0 w 6643"/>
                <a:gd name="T7" fmla="*/ 60 h 380"/>
                <a:gd name="T8" fmla="*/ 60 w 6643"/>
                <a:gd name="T9" fmla="*/ 0 h 380"/>
                <a:gd name="T10" fmla="*/ 6643 w 6643"/>
                <a:gd name="T11" fmla="*/ 0 h 380"/>
                <a:gd name="T12" fmla="*/ 6643 w 6643"/>
                <a:gd name="T13" fmla="*/ 380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43" h="380">
                  <a:moveTo>
                    <a:pt x="6643" y="380"/>
                  </a:moveTo>
                  <a:cubicBezTo>
                    <a:pt x="60" y="380"/>
                    <a:pt x="60" y="380"/>
                    <a:pt x="60" y="380"/>
                  </a:cubicBezTo>
                  <a:cubicBezTo>
                    <a:pt x="27" y="380"/>
                    <a:pt x="0" y="353"/>
                    <a:pt x="0" y="32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7"/>
                    <a:pt x="27" y="0"/>
                    <a:pt x="60" y="0"/>
                  </a:cubicBezTo>
                  <a:cubicBezTo>
                    <a:pt x="6643" y="0"/>
                    <a:pt x="6643" y="0"/>
                    <a:pt x="6643" y="0"/>
                  </a:cubicBezTo>
                  <a:cubicBezTo>
                    <a:pt x="6643" y="380"/>
                    <a:pt x="6643" y="380"/>
                    <a:pt x="6643" y="380"/>
                  </a:cubicBezTo>
                </a:path>
              </a:pathLst>
            </a:custGeom>
            <a:solidFill>
              <a:srgbClr val="1660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15370" name="Picture 10"/>
            <p:cNvPicPr>
              <a:picLocks noChangeAspect="1" noChangeArrowheads="1"/>
            </p:cNvPicPr>
            <p:nvPr userDrawn="1"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6" y="195"/>
              <a:ext cx="11553" cy="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71" name="Picture 11"/>
            <p:cNvPicPr>
              <a:picLocks noChangeAspect="1" noChangeArrowheads="1"/>
            </p:cNvPicPr>
            <p:nvPr userDrawn="1"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1" y="126"/>
              <a:ext cx="12208" cy="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73" name="Picture 13"/>
            <p:cNvPicPr>
              <a:picLocks noChangeAspect="1" noChangeArrowheads="1"/>
            </p:cNvPicPr>
            <p:nvPr userDrawn="1"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07" y="213"/>
              <a:ext cx="107" cy="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" name="Freeform 14"/>
            <p:cNvSpPr>
              <a:spLocks/>
            </p:cNvSpPr>
            <p:nvPr userDrawn="1"/>
          </p:nvSpPr>
          <p:spPr bwMode="auto">
            <a:xfrm>
              <a:off x="438" y="774"/>
              <a:ext cx="40" cy="82"/>
            </a:xfrm>
            <a:custGeom>
              <a:avLst/>
              <a:gdLst>
                <a:gd name="T0" fmla="*/ 12 w 40"/>
                <a:gd name="T1" fmla="*/ 82 h 82"/>
                <a:gd name="T2" fmla="*/ 12 w 40"/>
                <a:gd name="T3" fmla="*/ 14 h 82"/>
                <a:gd name="T4" fmla="*/ 0 w 40"/>
                <a:gd name="T5" fmla="*/ 14 h 82"/>
                <a:gd name="T6" fmla="*/ 0 w 40"/>
                <a:gd name="T7" fmla="*/ 0 h 82"/>
                <a:gd name="T8" fmla="*/ 40 w 40"/>
                <a:gd name="T9" fmla="*/ 0 h 82"/>
                <a:gd name="T10" fmla="*/ 40 w 40"/>
                <a:gd name="T11" fmla="*/ 14 h 82"/>
                <a:gd name="T12" fmla="*/ 26 w 40"/>
                <a:gd name="T13" fmla="*/ 14 h 82"/>
                <a:gd name="T14" fmla="*/ 26 w 40"/>
                <a:gd name="T15" fmla="*/ 82 h 82"/>
                <a:gd name="T16" fmla="*/ 12 w 40"/>
                <a:gd name="T17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82">
                  <a:moveTo>
                    <a:pt x="12" y="82"/>
                  </a:moveTo>
                  <a:lnTo>
                    <a:pt x="12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40" y="0"/>
                  </a:lnTo>
                  <a:lnTo>
                    <a:pt x="40" y="14"/>
                  </a:lnTo>
                  <a:lnTo>
                    <a:pt x="26" y="14"/>
                  </a:lnTo>
                  <a:lnTo>
                    <a:pt x="26" y="82"/>
                  </a:lnTo>
                  <a:lnTo>
                    <a:pt x="12" y="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15"/>
            <p:cNvSpPr>
              <a:spLocks noEditPoints="1"/>
            </p:cNvSpPr>
            <p:nvPr userDrawn="1"/>
          </p:nvSpPr>
          <p:spPr bwMode="auto">
            <a:xfrm>
              <a:off x="480" y="772"/>
              <a:ext cx="74" cy="86"/>
            </a:xfrm>
            <a:custGeom>
              <a:avLst/>
              <a:gdLst>
                <a:gd name="T0" fmla="*/ 22 w 43"/>
                <a:gd name="T1" fmla="*/ 0 h 43"/>
                <a:gd name="T2" fmla="*/ 33 w 43"/>
                <a:gd name="T3" fmla="*/ 3 h 43"/>
                <a:gd name="T4" fmla="*/ 41 w 43"/>
                <a:gd name="T5" fmla="*/ 11 h 43"/>
                <a:gd name="T6" fmla="*/ 43 w 43"/>
                <a:gd name="T7" fmla="*/ 22 h 43"/>
                <a:gd name="T8" fmla="*/ 41 w 43"/>
                <a:gd name="T9" fmla="*/ 32 h 43"/>
                <a:gd name="T10" fmla="*/ 33 w 43"/>
                <a:gd name="T11" fmla="*/ 40 h 43"/>
                <a:gd name="T12" fmla="*/ 22 w 43"/>
                <a:gd name="T13" fmla="*/ 43 h 43"/>
                <a:gd name="T14" fmla="*/ 14 w 43"/>
                <a:gd name="T15" fmla="*/ 41 h 43"/>
                <a:gd name="T16" fmla="*/ 7 w 43"/>
                <a:gd name="T17" fmla="*/ 37 h 43"/>
                <a:gd name="T18" fmla="*/ 2 w 43"/>
                <a:gd name="T19" fmla="*/ 30 h 43"/>
                <a:gd name="T20" fmla="*/ 0 w 43"/>
                <a:gd name="T21" fmla="*/ 22 h 43"/>
                <a:gd name="T22" fmla="*/ 3 w 43"/>
                <a:gd name="T23" fmla="*/ 11 h 43"/>
                <a:gd name="T24" fmla="*/ 11 w 43"/>
                <a:gd name="T25" fmla="*/ 3 h 43"/>
                <a:gd name="T26" fmla="*/ 22 w 43"/>
                <a:gd name="T27" fmla="*/ 0 h 43"/>
                <a:gd name="T28" fmla="*/ 22 w 43"/>
                <a:gd name="T29" fmla="*/ 7 h 43"/>
                <a:gd name="T30" fmla="*/ 15 w 43"/>
                <a:gd name="T31" fmla="*/ 9 h 43"/>
                <a:gd name="T32" fmla="*/ 10 w 43"/>
                <a:gd name="T33" fmla="*/ 14 h 43"/>
                <a:gd name="T34" fmla="*/ 8 w 43"/>
                <a:gd name="T35" fmla="*/ 21 h 43"/>
                <a:gd name="T36" fmla="*/ 9 w 43"/>
                <a:gd name="T37" fmla="*/ 27 h 43"/>
                <a:gd name="T38" fmla="*/ 12 w 43"/>
                <a:gd name="T39" fmla="*/ 31 h 43"/>
                <a:gd name="T40" fmla="*/ 17 w 43"/>
                <a:gd name="T41" fmla="*/ 34 h 43"/>
                <a:gd name="T42" fmla="*/ 22 w 43"/>
                <a:gd name="T43" fmla="*/ 36 h 43"/>
                <a:gd name="T44" fmla="*/ 29 w 43"/>
                <a:gd name="T45" fmla="*/ 34 h 43"/>
                <a:gd name="T46" fmla="*/ 34 w 43"/>
                <a:gd name="T47" fmla="*/ 28 h 43"/>
                <a:gd name="T48" fmla="*/ 36 w 43"/>
                <a:gd name="T49" fmla="*/ 21 h 43"/>
                <a:gd name="T50" fmla="*/ 34 w 43"/>
                <a:gd name="T51" fmla="*/ 14 h 43"/>
                <a:gd name="T52" fmla="*/ 29 w 43"/>
                <a:gd name="T53" fmla="*/ 9 h 43"/>
                <a:gd name="T54" fmla="*/ 22 w 43"/>
                <a:gd name="T55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3" h="43">
                  <a:moveTo>
                    <a:pt x="22" y="0"/>
                  </a:moveTo>
                  <a:cubicBezTo>
                    <a:pt x="26" y="0"/>
                    <a:pt x="29" y="1"/>
                    <a:pt x="33" y="3"/>
                  </a:cubicBezTo>
                  <a:cubicBezTo>
                    <a:pt x="36" y="5"/>
                    <a:pt x="39" y="7"/>
                    <a:pt x="41" y="11"/>
                  </a:cubicBezTo>
                  <a:cubicBezTo>
                    <a:pt x="43" y="14"/>
                    <a:pt x="43" y="18"/>
                    <a:pt x="43" y="22"/>
                  </a:cubicBezTo>
                  <a:cubicBezTo>
                    <a:pt x="43" y="26"/>
                    <a:pt x="43" y="29"/>
                    <a:pt x="41" y="32"/>
                  </a:cubicBezTo>
                  <a:cubicBezTo>
                    <a:pt x="39" y="36"/>
                    <a:pt x="36" y="38"/>
                    <a:pt x="33" y="40"/>
                  </a:cubicBezTo>
                  <a:cubicBezTo>
                    <a:pt x="29" y="42"/>
                    <a:pt x="26" y="43"/>
                    <a:pt x="22" y="43"/>
                  </a:cubicBezTo>
                  <a:cubicBezTo>
                    <a:pt x="19" y="43"/>
                    <a:pt x="16" y="43"/>
                    <a:pt x="14" y="41"/>
                  </a:cubicBezTo>
                  <a:cubicBezTo>
                    <a:pt x="11" y="40"/>
                    <a:pt x="9" y="39"/>
                    <a:pt x="7" y="37"/>
                  </a:cubicBezTo>
                  <a:cubicBezTo>
                    <a:pt x="5" y="35"/>
                    <a:pt x="3" y="32"/>
                    <a:pt x="2" y="30"/>
                  </a:cubicBezTo>
                  <a:cubicBezTo>
                    <a:pt x="1" y="27"/>
                    <a:pt x="0" y="24"/>
                    <a:pt x="0" y="22"/>
                  </a:cubicBezTo>
                  <a:cubicBezTo>
                    <a:pt x="0" y="18"/>
                    <a:pt x="1" y="14"/>
                    <a:pt x="3" y="11"/>
                  </a:cubicBezTo>
                  <a:cubicBezTo>
                    <a:pt x="5" y="7"/>
                    <a:pt x="8" y="5"/>
                    <a:pt x="11" y="3"/>
                  </a:cubicBezTo>
                  <a:cubicBezTo>
                    <a:pt x="14" y="1"/>
                    <a:pt x="18" y="0"/>
                    <a:pt x="22" y="0"/>
                  </a:cubicBezTo>
                  <a:close/>
                  <a:moveTo>
                    <a:pt x="22" y="7"/>
                  </a:moveTo>
                  <a:cubicBezTo>
                    <a:pt x="19" y="7"/>
                    <a:pt x="17" y="8"/>
                    <a:pt x="15" y="9"/>
                  </a:cubicBezTo>
                  <a:cubicBezTo>
                    <a:pt x="13" y="11"/>
                    <a:pt x="11" y="12"/>
                    <a:pt x="10" y="14"/>
                  </a:cubicBezTo>
                  <a:cubicBezTo>
                    <a:pt x="9" y="17"/>
                    <a:pt x="8" y="19"/>
                    <a:pt x="8" y="21"/>
                  </a:cubicBezTo>
                  <a:cubicBezTo>
                    <a:pt x="8" y="23"/>
                    <a:pt x="8" y="25"/>
                    <a:pt x="9" y="27"/>
                  </a:cubicBezTo>
                  <a:cubicBezTo>
                    <a:pt x="10" y="29"/>
                    <a:pt x="11" y="30"/>
                    <a:pt x="12" y="31"/>
                  </a:cubicBezTo>
                  <a:cubicBezTo>
                    <a:pt x="14" y="33"/>
                    <a:pt x="15" y="34"/>
                    <a:pt x="17" y="34"/>
                  </a:cubicBezTo>
                  <a:cubicBezTo>
                    <a:pt x="18" y="35"/>
                    <a:pt x="20" y="36"/>
                    <a:pt x="22" y="36"/>
                  </a:cubicBezTo>
                  <a:cubicBezTo>
                    <a:pt x="24" y="36"/>
                    <a:pt x="27" y="35"/>
                    <a:pt x="29" y="34"/>
                  </a:cubicBezTo>
                  <a:cubicBezTo>
                    <a:pt x="31" y="32"/>
                    <a:pt x="33" y="31"/>
                    <a:pt x="34" y="28"/>
                  </a:cubicBezTo>
                  <a:cubicBezTo>
                    <a:pt x="35" y="26"/>
                    <a:pt x="36" y="24"/>
                    <a:pt x="36" y="21"/>
                  </a:cubicBezTo>
                  <a:cubicBezTo>
                    <a:pt x="36" y="19"/>
                    <a:pt x="35" y="17"/>
                    <a:pt x="34" y="14"/>
                  </a:cubicBezTo>
                  <a:cubicBezTo>
                    <a:pt x="33" y="12"/>
                    <a:pt x="31" y="11"/>
                    <a:pt x="29" y="9"/>
                  </a:cubicBezTo>
                  <a:cubicBezTo>
                    <a:pt x="27" y="8"/>
                    <a:pt x="24" y="7"/>
                    <a:pt x="22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16"/>
            <p:cNvSpPr>
              <a:spLocks noEditPoints="1"/>
            </p:cNvSpPr>
            <p:nvPr userDrawn="1"/>
          </p:nvSpPr>
          <p:spPr bwMode="auto">
            <a:xfrm>
              <a:off x="560" y="748"/>
              <a:ext cx="71" cy="108"/>
            </a:xfrm>
            <a:custGeom>
              <a:avLst/>
              <a:gdLst>
                <a:gd name="T0" fmla="*/ 0 w 71"/>
                <a:gd name="T1" fmla="*/ 108 h 108"/>
                <a:gd name="T2" fmla="*/ 29 w 71"/>
                <a:gd name="T3" fmla="*/ 26 h 108"/>
                <a:gd name="T4" fmla="*/ 40 w 71"/>
                <a:gd name="T5" fmla="*/ 26 h 108"/>
                <a:gd name="T6" fmla="*/ 71 w 71"/>
                <a:gd name="T7" fmla="*/ 108 h 108"/>
                <a:gd name="T8" fmla="*/ 55 w 71"/>
                <a:gd name="T9" fmla="*/ 108 h 108"/>
                <a:gd name="T10" fmla="*/ 48 w 71"/>
                <a:gd name="T11" fmla="*/ 86 h 108"/>
                <a:gd name="T12" fmla="*/ 22 w 71"/>
                <a:gd name="T13" fmla="*/ 86 h 108"/>
                <a:gd name="T14" fmla="*/ 15 w 71"/>
                <a:gd name="T15" fmla="*/ 108 h 108"/>
                <a:gd name="T16" fmla="*/ 0 w 71"/>
                <a:gd name="T17" fmla="*/ 108 h 108"/>
                <a:gd name="T18" fmla="*/ 29 w 71"/>
                <a:gd name="T19" fmla="*/ 20 h 108"/>
                <a:gd name="T20" fmla="*/ 26 w 71"/>
                <a:gd name="T21" fmla="*/ 12 h 108"/>
                <a:gd name="T22" fmla="*/ 43 w 71"/>
                <a:gd name="T23" fmla="*/ 0 h 108"/>
                <a:gd name="T24" fmla="*/ 47 w 71"/>
                <a:gd name="T25" fmla="*/ 10 h 108"/>
                <a:gd name="T26" fmla="*/ 29 w 71"/>
                <a:gd name="T27" fmla="*/ 20 h 108"/>
                <a:gd name="T28" fmla="*/ 27 w 71"/>
                <a:gd name="T29" fmla="*/ 72 h 108"/>
                <a:gd name="T30" fmla="*/ 43 w 71"/>
                <a:gd name="T31" fmla="*/ 72 h 108"/>
                <a:gd name="T32" fmla="*/ 34 w 71"/>
                <a:gd name="T33" fmla="*/ 46 h 108"/>
                <a:gd name="T34" fmla="*/ 27 w 71"/>
                <a:gd name="T35" fmla="*/ 7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1" h="108">
                  <a:moveTo>
                    <a:pt x="0" y="108"/>
                  </a:moveTo>
                  <a:lnTo>
                    <a:pt x="29" y="26"/>
                  </a:lnTo>
                  <a:lnTo>
                    <a:pt x="40" y="26"/>
                  </a:lnTo>
                  <a:lnTo>
                    <a:pt x="71" y="108"/>
                  </a:lnTo>
                  <a:lnTo>
                    <a:pt x="55" y="108"/>
                  </a:lnTo>
                  <a:lnTo>
                    <a:pt x="48" y="86"/>
                  </a:lnTo>
                  <a:lnTo>
                    <a:pt x="22" y="86"/>
                  </a:lnTo>
                  <a:lnTo>
                    <a:pt x="15" y="108"/>
                  </a:lnTo>
                  <a:lnTo>
                    <a:pt x="0" y="108"/>
                  </a:lnTo>
                  <a:close/>
                  <a:moveTo>
                    <a:pt x="29" y="20"/>
                  </a:moveTo>
                  <a:lnTo>
                    <a:pt x="26" y="12"/>
                  </a:lnTo>
                  <a:lnTo>
                    <a:pt x="43" y="0"/>
                  </a:lnTo>
                  <a:lnTo>
                    <a:pt x="47" y="10"/>
                  </a:lnTo>
                  <a:lnTo>
                    <a:pt x="29" y="20"/>
                  </a:lnTo>
                  <a:close/>
                  <a:moveTo>
                    <a:pt x="27" y="72"/>
                  </a:moveTo>
                  <a:lnTo>
                    <a:pt x="43" y="72"/>
                  </a:lnTo>
                  <a:lnTo>
                    <a:pt x="34" y="46"/>
                  </a:lnTo>
                  <a:lnTo>
                    <a:pt x="27" y="7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17"/>
            <p:cNvSpPr>
              <a:spLocks/>
            </p:cNvSpPr>
            <p:nvPr userDrawn="1"/>
          </p:nvSpPr>
          <p:spPr bwMode="auto">
            <a:xfrm>
              <a:off x="638" y="774"/>
              <a:ext cx="59" cy="82"/>
            </a:xfrm>
            <a:custGeom>
              <a:avLst/>
              <a:gdLst>
                <a:gd name="T0" fmla="*/ 0 w 59"/>
                <a:gd name="T1" fmla="*/ 82 h 82"/>
                <a:gd name="T2" fmla="*/ 0 w 59"/>
                <a:gd name="T3" fmla="*/ 0 h 82"/>
                <a:gd name="T4" fmla="*/ 16 w 59"/>
                <a:gd name="T5" fmla="*/ 0 h 82"/>
                <a:gd name="T6" fmla="*/ 45 w 59"/>
                <a:gd name="T7" fmla="*/ 60 h 82"/>
                <a:gd name="T8" fmla="*/ 45 w 59"/>
                <a:gd name="T9" fmla="*/ 0 h 82"/>
                <a:gd name="T10" fmla="*/ 59 w 59"/>
                <a:gd name="T11" fmla="*/ 0 h 82"/>
                <a:gd name="T12" fmla="*/ 59 w 59"/>
                <a:gd name="T13" fmla="*/ 82 h 82"/>
                <a:gd name="T14" fmla="*/ 43 w 59"/>
                <a:gd name="T15" fmla="*/ 82 h 82"/>
                <a:gd name="T16" fmla="*/ 14 w 59"/>
                <a:gd name="T17" fmla="*/ 22 h 82"/>
                <a:gd name="T18" fmla="*/ 14 w 59"/>
                <a:gd name="T19" fmla="*/ 82 h 82"/>
                <a:gd name="T20" fmla="*/ 0 w 59"/>
                <a:gd name="T21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2">
                  <a:moveTo>
                    <a:pt x="0" y="82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45" y="60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2"/>
                  </a:lnTo>
                  <a:lnTo>
                    <a:pt x="43" y="82"/>
                  </a:lnTo>
                  <a:lnTo>
                    <a:pt x="14" y="22"/>
                  </a:lnTo>
                  <a:lnTo>
                    <a:pt x="14" y="82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18"/>
            <p:cNvSpPr>
              <a:spLocks/>
            </p:cNvSpPr>
            <p:nvPr userDrawn="1"/>
          </p:nvSpPr>
          <p:spPr bwMode="auto">
            <a:xfrm>
              <a:off x="737" y="774"/>
              <a:ext cx="52" cy="82"/>
            </a:xfrm>
            <a:custGeom>
              <a:avLst/>
              <a:gdLst>
                <a:gd name="T0" fmla="*/ 0 w 52"/>
                <a:gd name="T1" fmla="*/ 82 h 82"/>
                <a:gd name="T2" fmla="*/ 0 w 52"/>
                <a:gd name="T3" fmla="*/ 0 h 82"/>
                <a:gd name="T4" fmla="*/ 14 w 52"/>
                <a:gd name="T5" fmla="*/ 0 h 82"/>
                <a:gd name="T6" fmla="*/ 14 w 52"/>
                <a:gd name="T7" fmla="*/ 32 h 82"/>
                <a:gd name="T8" fmla="*/ 40 w 52"/>
                <a:gd name="T9" fmla="*/ 32 h 82"/>
                <a:gd name="T10" fmla="*/ 40 w 52"/>
                <a:gd name="T11" fmla="*/ 0 h 82"/>
                <a:gd name="T12" fmla="*/ 52 w 52"/>
                <a:gd name="T13" fmla="*/ 0 h 82"/>
                <a:gd name="T14" fmla="*/ 52 w 52"/>
                <a:gd name="T15" fmla="*/ 82 h 82"/>
                <a:gd name="T16" fmla="*/ 40 w 52"/>
                <a:gd name="T17" fmla="*/ 82 h 82"/>
                <a:gd name="T18" fmla="*/ 40 w 52"/>
                <a:gd name="T19" fmla="*/ 48 h 82"/>
                <a:gd name="T20" fmla="*/ 14 w 52"/>
                <a:gd name="T21" fmla="*/ 48 h 82"/>
                <a:gd name="T22" fmla="*/ 14 w 52"/>
                <a:gd name="T23" fmla="*/ 82 h 82"/>
                <a:gd name="T24" fmla="*/ 0 w 52"/>
                <a:gd name="T2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2" h="82">
                  <a:moveTo>
                    <a:pt x="0" y="82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14" y="32"/>
                  </a:lnTo>
                  <a:lnTo>
                    <a:pt x="40" y="32"/>
                  </a:lnTo>
                  <a:lnTo>
                    <a:pt x="40" y="0"/>
                  </a:lnTo>
                  <a:lnTo>
                    <a:pt x="52" y="0"/>
                  </a:lnTo>
                  <a:lnTo>
                    <a:pt x="52" y="82"/>
                  </a:lnTo>
                  <a:lnTo>
                    <a:pt x="40" y="82"/>
                  </a:lnTo>
                  <a:lnTo>
                    <a:pt x="40" y="48"/>
                  </a:lnTo>
                  <a:lnTo>
                    <a:pt x="14" y="48"/>
                  </a:lnTo>
                  <a:lnTo>
                    <a:pt x="14" y="82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19"/>
            <p:cNvSpPr>
              <a:spLocks noEditPoints="1"/>
            </p:cNvSpPr>
            <p:nvPr userDrawn="1"/>
          </p:nvSpPr>
          <p:spPr bwMode="auto">
            <a:xfrm>
              <a:off x="800" y="772"/>
              <a:ext cx="74" cy="104"/>
            </a:xfrm>
            <a:custGeom>
              <a:avLst/>
              <a:gdLst>
                <a:gd name="T0" fmla="*/ 22 w 43"/>
                <a:gd name="T1" fmla="*/ 0 h 52"/>
                <a:gd name="T2" fmla="*/ 32 w 43"/>
                <a:gd name="T3" fmla="*/ 3 h 52"/>
                <a:gd name="T4" fmla="*/ 40 w 43"/>
                <a:gd name="T5" fmla="*/ 11 h 52"/>
                <a:gd name="T6" fmla="*/ 43 w 43"/>
                <a:gd name="T7" fmla="*/ 22 h 52"/>
                <a:gd name="T8" fmla="*/ 40 w 43"/>
                <a:gd name="T9" fmla="*/ 32 h 52"/>
                <a:gd name="T10" fmla="*/ 32 w 43"/>
                <a:gd name="T11" fmla="*/ 40 h 52"/>
                <a:gd name="T12" fmla="*/ 22 w 43"/>
                <a:gd name="T13" fmla="*/ 43 h 52"/>
                <a:gd name="T14" fmla="*/ 13 w 43"/>
                <a:gd name="T15" fmla="*/ 41 h 52"/>
                <a:gd name="T16" fmla="*/ 6 w 43"/>
                <a:gd name="T17" fmla="*/ 37 h 52"/>
                <a:gd name="T18" fmla="*/ 2 w 43"/>
                <a:gd name="T19" fmla="*/ 30 h 52"/>
                <a:gd name="T20" fmla="*/ 0 w 43"/>
                <a:gd name="T21" fmla="*/ 22 h 52"/>
                <a:gd name="T22" fmla="*/ 3 w 43"/>
                <a:gd name="T23" fmla="*/ 11 h 52"/>
                <a:gd name="T24" fmla="*/ 11 w 43"/>
                <a:gd name="T25" fmla="*/ 3 h 52"/>
                <a:gd name="T26" fmla="*/ 22 w 43"/>
                <a:gd name="T27" fmla="*/ 0 h 52"/>
                <a:gd name="T28" fmla="*/ 22 w 43"/>
                <a:gd name="T29" fmla="*/ 7 h 52"/>
                <a:gd name="T30" fmla="*/ 15 w 43"/>
                <a:gd name="T31" fmla="*/ 9 h 52"/>
                <a:gd name="T32" fmla="*/ 10 w 43"/>
                <a:gd name="T33" fmla="*/ 14 h 52"/>
                <a:gd name="T34" fmla="*/ 8 w 43"/>
                <a:gd name="T35" fmla="*/ 21 h 52"/>
                <a:gd name="T36" fmla="*/ 9 w 43"/>
                <a:gd name="T37" fmla="*/ 27 h 52"/>
                <a:gd name="T38" fmla="*/ 12 w 43"/>
                <a:gd name="T39" fmla="*/ 31 h 52"/>
                <a:gd name="T40" fmla="*/ 16 w 43"/>
                <a:gd name="T41" fmla="*/ 34 h 52"/>
                <a:gd name="T42" fmla="*/ 22 w 43"/>
                <a:gd name="T43" fmla="*/ 36 h 52"/>
                <a:gd name="T44" fmla="*/ 29 w 43"/>
                <a:gd name="T45" fmla="*/ 34 h 52"/>
                <a:gd name="T46" fmla="*/ 34 w 43"/>
                <a:gd name="T47" fmla="*/ 28 h 52"/>
                <a:gd name="T48" fmla="*/ 36 w 43"/>
                <a:gd name="T49" fmla="*/ 21 h 52"/>
                <a:gd name="T50" fmla="*/ 34 w 43"/>
                <a:gd name="T51" fmla="*/ 14 h 52"/>
                <a:gd name="T52" fmla="*/ 29 w 43"/>
                <a:gd name="T53" fmla="*/ 9 h 52"/>
                <a:gd name="T54" fmla="*/ 22 w 43"/>
                <a:gd name="T55" fmla="*/ 7 h 52"/>
                <a:gd name="T56" fmla="*/ 19 w 43"/>
                <a:gd name="T57" fmla="*/ 52 h 52"/>
                <a:gd name="T58" fmla="*/ 19 w 43"/>
                <a:gd name="T59" fmla="*/ 46 h 52"/>
                <a:gd name="T60" fmla="*/ 25 w 43"/>
                <a:gd name="T61" fmla="*/ 46 h 52"/>
                <a:gd name="T62" fmla="*/ 25 w 43"/>
                <a:gd name="T63" fmla="*/ 52 h 52"/>
                <a:gd name="T64" fmla="*/ 19 w 43"/>
                <a:gd name="T65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" h="52">
                  <a:moveTo>
                    <a:pt x="22" y="0"/>
                  </a:moveTo>
                  <a:cubicBezTo>
                    <a:pt x="26" y="0"/>
                    <a:pt x="29" y="1"/>
                    <a:pt x="32" y="3"/>
                  </a:cubicBezTo>
                  <a:cubicBezTo>
                    <a:pt x="36" y="5"/>
                    <a:pt x="38" y="7"/>
                    <a:pt x="40" y="11"/>
                  </a:cubicBezTo>
                  <a:cubicBezTo>
                    <a:pt x="42" y="14"/>
                    <a:pt x="43" y="18"/>
                    <a:pt x="43" y="22"/>
                  </a:cubicBezTo>
                  <a:cubicBezTo>
                    <a:pt x="43" y="26"/>
                    <a:pt x="42" y="29"/>
                    <a:pt x="40" y="32"/>
                  </a:cubicBezTo>
                  <a:cubicBezTo>
                    <a:pt x="38" y="36"/>
                    <a:pt x="36" y="38"/>
                    <a:pt x="32" y="40"/>
                  </a:cubicBezTo>
                  <a:cubicBezTo>
                    <a:pt x="29" y="42"/>
                    <a:pt x="26" y="43"/>
                    <a:pt x="22" y="43"/>
                  </a:cubicBezTo>
                  <a:cubicBezTo>
                    <a:pt x="19" y="43"/>
                    <a:pt x="16" y="43"/>
                    <a:pt x="13" y="41"/>
                  </a:cubicBezTo>
                  <a:cubicBezTo>
                    <a:pt x="11" y="40"/>
                    <a:pt x="8" y="39"/>
                    <a:pt x="6" y="37"/>
                  </a:cubicBezTo>
                  <a:cubicBezTo>
                    <a:pt x="4" y="35"/>
                    <a:pt x="3" y="32"/>
                    <a:pt x="2" y="30"/>
                  </a:cubicBezTo>
                  <a:cubicBezTo>
                    <a:pt x="1" y="27"/>
                    <a:pt x="0" y="24"/>
                    <a:pt x="0" y="22"/>
                  </a:cubicBezTo>
                  <a:cubicBezTo>
                    <a:pt x="0" y="18"/>
                    <a:pt x="1" y="14"/>
                    <a:pt x="3" y="11"/>
                  </a:cubicBezTo>
                  <a:cubicBezTo>
                    <a:pt x="5" y="7"/>
                    <a:pt x="8" y="5"/>
                    <a:pt x="11" y="3"/>
                  </a:cubicBezTo>
                  <a:cubicBezTo>
                    <a:pt x="14" y="1"/>
                    <a:pt x="18" y="0"/>
                    <a:pt x="22" y="0"/>
                  </a:cubicBezTo>
                  <a:close/>
                  <a:moveTo>
                    <a:pt x="22" y="7"/>
                  </a:moveTo>
                  <a:cubicBezTo>
                    <a:pt x="19" y="7"/>
                    <a:pt x="17" y="8"/>
                    <a:pt x="15" y="9"/>
                  </a:cubicBezTo>
                  <a:cubicBezTo>
                    <a:pt x="13" y="11"/>
                    <a:pt x="11" y="12"/>
                    <a:pt x="10" y="14"/>
                  </a:cubicBezTo>
                  <a:cubicBezTo>
                    <a:pt x="8" y="17"/>
                    <a:pt x="8" y="19"/>
                    <a:pt x="8" y="21"/>
                  </a:cubicBezTo>
                  <a:cubicBezTo>
                    <a:pt x="8" y="23"/>
                    <a:pt x="8" y="25"/>
                    <a:pt x="9" y="27"/>
                  </a:cubicBezTo>
                  <a:cubicBezTo>
                    <a:pt x="10" y="29"/>
                    <a:pt x="11" y="30"/>
                    <a:pt x="12" y="31"/>
                  </a:cubicBezTo>
                  <a:cubicBezTo>
                    <a:pt x="13" y="33"/>
                    <a:pt x="15" y="34"/>
                    <a:pt x="16" y="34"/>
                  </a:cubicBezTo>
                  <a:cubicBezTo>
                    <a:pt x="18" y="35"/>
                    <a:pt x="20" y="36"/>
                    <a:pt x="22" y="36"/>
                  </a:cubicBezTo>
                  <a:cubicBezTo>
                    <a:pt x="24" y="36"/>
                    <a:pt x="26" y="35"/>
                    <a:pt x="29" y="34"/>
                  </a:cubicBezTo>
                  <a:cubicBezTo>
                    <a:pt x="31" y="32"/>
                    <a:pt x="32" y="31"/>
                    <a:pt x="34" y="28"/>
                  </a:cubicBezTo>
                  <a:cubicBezTo>
                    <a:pt x="35" y="26"/>
                    <a:pt x="36" y="24"/>
                    <a:pt x="36" y="21"/>
                  </a:cubicBezTo>
                  <a:cubicBezTo>
                    <a:pt x="36" y="19"/>
                    <a:pt x="35" y="17"/>
                    <a:pt x="34" y="14"/>
                  </a:cubicBezTo>
                  <a:cubicBezTo>
                    <a:pt x="32" y="12"/>
                    <a:pt x="31" y="11"/>
                    <a:pt x="29" y="9"/>
                  </a:cubicBezTo>
                  <a:cubicBezTo>
                    <a:pt x="27" y="8"/>
                    <a:pt x="24" y="7"/>
                    <a:pt x="22" y="7"/>
                  </a:cubicBezTo>
                  <a:close/>
                  <a:moveTo>
                    <a:pt x="19" y="52"/>
                  </a:moveTo>
                  <a:cubicBezTo>
                    <a:pt x="19" y="46"/>
                    <a:pt x="19" y="46"/>
                    <a:pt x="19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52"/>
                    <a:pt x="25" y="52"/>
                    <a:pt x="25" y="52"/>
                  </a:cubicBezTo>
                  <a:lnTo>
                    <a:pt x="19" y="5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0"/>
            <p:cNvSpPr>
              <a:spLocks/>
            </p:cNvSpPr>
            <p:nvPr userDrawn="1"/>
          </p:nvSpPr>
          <p:spPr bwMode="auto">
            <a:xfrm>
              <a:off x="881" y="772"/>
              <a:ext cx="71" cy="86"/>
            </a:xfrm>
            <a:custGeom>
              <a:avLst/>
              <a:gdLst>
                <a:gd name="T0" fmla="*/ 32 w 41"/>
                <a:gd name="T1" fmla="*/ 31 h 43"/>
                <a:gd name="T2" fmla="*/ 41 w 41"/>
                <a:gd name="T3" fmla="*/ 31 h 43"/>
                <a:gd name="T4" fmla="*/ 36 w 41"/>
                <a:gd name="T5" fmla="*/ 37 h 43"/>
                <a:gd name="T6" fmla="*/ 29 w 41"/>
                <a:gd name="T7" fmla="*/ 42 h 43"/>
                <a:gd name="T8" fmla="*/ 22 w 41"/>
                <a:gd name="T9" fmla="*/ 43 h 43"/>
                <a:gd name="T10" fmla="*/ 13 w 41"/>
                <a:gd name="T11" fmla="*/ 41 h 43"/>
                <a:gd name="T12" fmla="*/ 6 w 41"/>
                <a:gd name="T13" fmla="*/ 37 h 43"/>
                <a:gd name="T14" fmla="*/ 2 w 41"/>
                <a:gd name="T15" fmla="*/ 30 h 43"/>
                <a:gd name="T16" fmla="*/ 0 w 41"/>
                <a:gd name="T17" fmla="*/ 21 h 43"/>
                <a:gd name="T18" fmla="*/ 3 w 41"/>
                <a:gd name="T19" fmla="*/ 11 h 43"/>
                <a:gd name="T20" fmla="*/ 11 w 41"/>
                <a:gd name="T21" fmla="*/ 3 h 43"/>
                <a:gd name="T22" fmla="*/ 21 w 41"/>
                <a:gd name="T23" fmla="*/ 0 h 43"/>
                <a:gd name="T24" fmla="*/ 29 w 41"/>
                <a:gd name="T25" fmla="*/ 1 h 43"/>
                <a:gd name="T26" fmla="*/ 36 w 41"/>
                <a:gd name="T27" fmla="*/ 6 h 43"/>
                <a:gd name="T28" fmla="*/ 41 w 41"/>
                <a:gd name="T29" fmla="*/ 13 h 43"/>
                <a:gd name="T30" fmla="*/ 32 w 41"/>
                <a:gd name="T31" fmla="*/ 13 h 43"/>
                <a:gd name="T32" fmla="*/ 27 w 41"/>
                <a:gd name="T33" fmla="*/ 9 h 43"/>
                <a:gd name="T34" fmla="*/ 21 w 41"/>
                <a:gd name="T35" fmla="*/ 7 h 43"/>
                <a:gd name="T36" fmla="*/ 15 w 41"/>
                <a:gd name="T37" fmla="*/ 9 h 43"/>
                <a:gd name="T38" fmla="*/ 10 w 41"/>
                <a:gd name="T39" fmla="*/ 15 h 43"/>
                <a:gd name="T40" fmla="*/ 8 w 41"/>
                <a:gd name="T41" fmla="*/ 22 h 43"/>
                <a:gd name="T42" fmla="*/ 10 w 41"/>
                <a:gd name="T43" fmla="*/ 29 h 43"/>
                <a:gd name="T44" fmla="*/ 15 w 41"/>
                <a:gd name="T45" fmla="*/ 34 h 43"/>
                <a:gd name="T46" fmla="*/ 21 w 41"/>
                <a:gd name="T47" fmla="*/ 36 h 43"/>
                <a:gd name="T48" fmla="*/ 32 w 41"/>
                <a:gd name="T49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1" h="43">
                  <a:moveTo>
                    <a:pt x="32" y="31"/>
                  </a:moveTo>
                  <a:cubicBezTo>
                    <a:pt x="41" y="31"/>
                    <a:pt x="41" y="31"/>
                    <a:pt x="41" y="31"/>
                  </a:cubicBezTo>
                  <a:cubicBezTo>
                    <a:pt x="40" y="33"/>
                    <a:pt x="38" y="35"/>
                    <a:pt x="36" y="37"/>
                  </a:cubicBezTo>
                  <a:cubicBezTo>
                    <a:pt x="34" y="39"/>
                    <a:pt x="32" y="41"/>
                    <a:pt x="29" y="42"/>
                  </a:cubicBezTo>
                  <a:cubicBezTo>
                    <a:pt x="27" y="43"/>
                    <a:pt x="24" y="43"/>
                    <a:pt x="22" y="43"/>
                  </a:cubicBezTo>
                  <a:cubicBezTo>
                    <a:pt x="19" y="43"/>
                    <a:pt x="16" y="43"/>
                    <a:pt x="13" y="41"/>
                  </a:cubicBezTo>
                  <a:cubicBezTo>
                    <a:pt x="11" y="40"/>
                    <a:pt x="8" y="39"/>
                    <a:pt x="6" y="37"/>
                  </a:cubicBezTo>
                  <a:cubicBezTo>
                    <a:pt x="4" y="35"/>
                    <a:pt x="3" y="32"/>
                    <a:pt x="2" y="30"/>
                  </a:cubicBezTo>
                  <a:cubicBezTo>
                    <a:pt x="1" y="27"/>
                    <a:pt x="0" y="24"/>
                    <a:pt x="0" y="21"/>
                  </a:cubicBezTo>
                  <a:cubicBezTo>
                    <a:pt x="0" y="18"/>
                    <a:pt x="1" y="14"/>
                    <a:pt x="3" y="11"/>
                  </a:cubicBezTo>
                  <a:cubicBezTo>
                    <a:pt x="5" y="7"/>
                    <a:pt x="8" y="5"/>
                    <a:pt x="11" y="3"/>
                  </a:cubicBezTo>
                  <a:cubicBezTo>
                    <a:pt x="14" y="1"/>
                    <a:pt x="18" y="0"/>
                    <a:pt x="21" y="0"/>
                  </a:cubicBezTo>
                  <a:cubicBezTo>
                    <a:pt x="24" y="0"/>
                    <a:pt x="27" y="0"/>
                    <a:pt x="29" y="1"/>
                  </a:cubicBezTo>
                  <a:cubicBezTo>
                    <a:pt x="32" y="2"/>
                    <a:pt x="34" y="4"/>
                    <a:pt x="36" y="6"/>
                  </a:cubicBezTo>
                  <a:cubicBezTo>
                    <a:pt x="38" y="8"/>
                    <a:pt x="40" y="10"/>
                    <a:pt x="41" y="13"/>
                  </a:cubicBezTo>
                  <a:cubicBezTo>
                    <a:pt x="32" y="13"/>
                    <a:pt x="32" y="13"/>
                    <a:pt x="32" y="13"/>
                  </a:cubicBezTo>
                  <a:cubicBezTo>
                    <a:pt x="31" y="11"/>
                    <a:pt x="29" y="10"/>
                    <a:pt x="27" y="9"/>
                  </a:cubicBezTo>
                  <a:cubicBezTo>
                    <a:pt x="25" y="8"/>
                    <a:pt x="23" y="7"/>
                    <a:pt x="21" y="7"/>
                  </a:cubicBezTo>
                  <a:cubicBezTo>
                    <a:pt x="19" y="7"/>
                    <a:pt x="17" y="8"/>
                    <a:pt x="15" y="9"/>
                  </a:cubicBezTo>
                  <a:cubicBezTo>
                    <a:pt x="12" y="11"/>
                    <a:pt x="11" y="12"/>
                    <a:pt x="10" y="15"/>
                  </a:cubicBezTo>
                  <a:cubicBezTo>
                    <a:pt x="8" y="17"/>
                    <a:pt x="8" y="19"/>
                    <a:pt x="8" y="22"/>
                  </a:cubicBezTo>
                  <a:cubicBezTo>
                    <a:pt x="8" y="24"/>
                    <a:pt x="8" y="26"/>
                    <a:pt x="10" y="29"/>
                  </a:cubicBezTo>
                  <a:cubicBezTo>
                    <a:pt x="11" y="31"/>
                    <a:pt x="13" y="32"/>
                    <a:pt x="15" y="34"/>
                  </a:cubicBezTo>
                  <a:cubicBezTo>
                    <a:pt x="17" y="35"/>
                    <a:pt x="19" y="36"/>
                    <a:pt x="21" y="36"/>
                  </a:cubicBezTo>
                  <a:cubicBezTo>
                    <a:pt x="25" y="36"/>
                    <a:pt x="29" y="34"/>
                    <a:pt x="32" y="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1"/>
            <p:cNvSpPr>
              <a:spLocks/>
            </p:cNvSpPr>
            <p:nvPr userDrawn="1"/>
          </p:nvSpPr>
          <p:spPr bwMode="auto">
            <a:xfrm>
              <a:off x="713" y="484"/>
              <a:ext cx="199" cy="232"/>
            </a:xfrm>
            <a:custGeom>
              <a:avLst/>
              <a:gdLst>
                <a:gd name="T0" fmla="*/ 115 w 115"/>
                <a:gd name="T1" fmla="*/ 107 h 116"/>
                <a:gd name="T2" fmla="*/ 107 w 115"/>
                <a:gd name="T3" fmla="*/ 116 h 116"/>
                <a:gd name="T4" fmla="*/ 8 w 115"/>
                <a:gd name="T5" fmla="*/ 116 h 116"/>
                <a:gd name="T6" fmla="*/ 0 w 115"/>
                <a:gd name="T7" fmla="*/ 107 h 116"/>
                <a:gd name="T8" fmla="*/ 0 w 115"/>
                <a:gd name="T9" fmla="*/ 9 h 116"/>
                <a:gd name="T10" fmla="*/ 8 w 115"/>
                <a:gd name="T11" fmla="*/ 0 h 116"/>
                <a:gd name="T12" fmla="*/ 107 w 115"/>
                <a:gd name="T13" fmla="*/ 0 h 116"/>
                <a:gd name="T14" fmla="*/ 115 w 115"/>
                <a:gd name="T15" fmla="*/ 9 h 116"/>
                <a:gd name="T16" fmla="*/ 115 w 115"/>
                <a:gd name="T17" fmla="*/ 107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116">
                  <a:moveTo>
                    <a:pt x="115" y="107"/>
                  </a:moveTo>
                  <a:cubicBezTo>
                    <a:pt x="115" y="112"/>
                    <a:pt x="112" y="116"/>
                    <a:pt x="107" y="116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4" y="116"/>
                    <a:pt x="0" y="112"/>
                    <a:pt x="0" y="107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12" y="0"/>
                    <a:pt x="115" y="4"/>
                    <a:pt x="115" y="9"/>
                  </a:cubicBezTo>
                  <a:lnTo>
                    <a:pt x="115" y="10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2"/>
            <p:cNvSpPr>
              <a:spLocks/>
            </p:cNvSpPr>
            <p:nvPr userDrawn="1"/>
          </p:nvSpPr>
          <p:spPr bwMode="auto">
            <a:xfrm>
              <a:off x="478" y="220"/>
              <a:ext cx="200" cy="230"/>
            </a:xfrm>
            <a:custGeom>
              <a:avLst/>
              <a:gdLst>
                <a:gd name="T0" fmla="*/ 115 w 115"/>
                <a:gd name="T1" fmla="*/ 107 h 115"/>
                <a:gd name="T2" fmla="*/ 107 w 115"/>
                <a:gd name="T3" fmla="*/ 115 h 115"/>
                <a:gd name="T4" fmla="*/ 8 w 115"/>
                <a:gd name="T5" fmla="*/ 115 h 115"/>
                <a:gd name="T6" fmla="*/ 0 w 115"/>
                <a:gd name="T7" fmla="*/ 107 h 115"/>
                <a:gd name="T8" fmla="*/ 0 w 115"/>
                <a:gd name="T9" fmla="*/ 8 h 115"/>
                <a:gd name="T10" fmla="*/ 8 w 115"/>
                <a:gd name="T11" fmla="*/ 0 h 115"/>
                <a:gd name="T12" fmla="*/ 107 w 115"/>
                <a:gd name="T13" fmla="*/ 0 h 115"/>
                <a:gd name="T14" fmla="*/ 115 w 115"/>
                <a:gd name="T15" fmla="*/ 8 h 115"/>
                <a:gd name="T16" fmla="*/ 115 w 115"/>
                <a:gd name="T17" fmla="*/ 10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115">
                  <a:moveTo>
                    <a:pt x="115" y="107"/>
                  </a:moveTo>
                  <a:cubicBezTo>
                    <a:pt x="115" y="112"/>
                    <a:pt x="112" y="115"/>
                    <a:pt x="107" y="115"/>
                  </a:cubicBezTo>
                  <a:cubicBezTo>
                    <a:pt x="8" y="115"/>
                    <a:pt x="8" y="115"/>
                    <a:pt x="8" y="115"/>
                  </a:cubicBezTo>
                  <a:cubicBezTo>
                    <a:pt x="4" y="115"/>
                    <a:pt x="0" y="112"/>
                    <a:pt x="0" y="10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12" y="0"/>
                    <a:pt x="115" y="4"/>
                    <a:pt x="115" y="8"/>
                  </a:cubicBezTo>
                  <a:lnTo>
                    <a:pt x="115" y="10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"/>
            <p:cNvSpPr>
              <a:spLocks/>
            </p:cNvSpPr>
            <p:nvPr userDrawn="1"/>
          </p:nvSpPr>
          <p:spPr bwMode="auto">
            <a:xfrm>
              <a:off x="713" y="220"/>
              <a:ext cx="199" cy="230"/>
            </a:xfrm>
            <a:custGeom>
              <a:avLst/>
              <a:gdLst>
                <a:gd name="T0" fmla="*/ 115 w 115"/>
                <a:gd name="T1" fmla="*/ 107 h 115"/>
                <a:gd name="T2" fmla="*/ 107 w 115"/>
                <a:gd name="T3" fmla="*/ 115 h 115"/>
                <a:gd name="T4" fmla="*/ 8 w 115"/>
                <a:gd name="T5" fmla="*/ 115 h 115"/>
                <a:gd name="T6" fmla="*/ 0 w 115"/>
                <a:gd name="T7" fmla="*/ 107 h 115"/>
                <a:gd name="T8" fmla="*/ 0 w 115"/>
                <a:gd name="T9" fmla="*/ 8 h 115"/>
                <a:gd name="T10" fmla="*/ 8 w 115"/>
                <a:gd name="T11" fmla="*/ 0 h 115"/>
                <a:gd name="T12" fmla="*/ 107 w 115"/>
                <a:gd name="T13" fmla="*/ 0 h 115"/>
                <a:gd name="T14" fmla="*/ 115 w 115"/>
                <a:gd name="T15" fmla="*/ 8 h 115"/>
                <a:gd name="T16" fmla="*/ 115 w 115"/>
                <a:gd name="T17" fmla="*/ 10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115">
                  <a:moveTo>
                    <a:pt x="115" y="107"/>
                  </a:moveTo>
                  <a:cubicBezTo>
                    <a:pt x="115" y="112"/>
                    <a:pt x="112" y="115"/>
                    <a:pt x="107" y="115"/>
                  </a:cubicBezTo>
                  <a:cubicBezTo>
                    <a:pt x="8" y="115"/>
                    <a:pt x="8" y="115"/>
                    <a:pt x="8" y="115"/>
                  </a:cubicBezTo>
                  <a:cubicBezTo>
                    <a:pt x="4" y="115"/>
                    <a:pt x="0" y="112"/>
                    <a:pt x="0" y="10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12" y="0"/>
                    <a:pt x="115" y="4"/>
                    <a:pt x="115" y="8"/>
                  </a:cubicBezTo>
                  <a:lnTo>
                    <a:pt x="115" y="10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"/>
            <p:cNvSpPr>
              <a:spLocks/>
            </p:cNvSpPr>
            <p:nvPr userDrawn="1"/>
          </p:nvSpPr>
          <p:spPr bwMode="auto">
            <a:xfrm>
              <a:off x="478" y="484"/>
              <a:ext cx="200" cy="232"/>
            </a:xfrm>
            <a:custGeom>
              <a:avLst/>
              <a:gdLst>
                <a:gd name="T0" fmla="*/ 115 w 115"/>
                <a:gd name="T1" fmla="*/ 107 h 116"/>
                <a:gd name="T2" fmla="*/ 107 w 115"/>
                <a:gd name="T3" fmla="*/ 116 h 116"/>
                <a:gd name="T4" fmla="*/ 8 w 115"/>
                <a:gd name="T5" fmla="*/ 116 h 116"/>
                <a:gd name="T6" fmla="*/ 0 w 115"/>
                <a:gd name="T7" fmla="*/ 107 h 116"/>
                <a:gd name="T8" fmla="*/ 0 w 115"/>
                <a:gd name="T9" fmla="*/ 9 h 116"/>
                <a:gd name="T10" fmla="*/ 8 w 115"/>
                <a:gd name="T11" fmla="*/ 0 h 116"/>
                <a:gd name="T12" fmla="*/ 107 w 115"/>
                <a:gd name="T13" fmla="*/ 0 h 116"/>
                <a:gd name="T14" fmla="*/ 115 w 115"/>
                <a:gd name="T15" fmla="*/ 9 h 116"/>
                <a:gd name="T16" fmla="*/ 115 w 115"/>
                <a:gd name="T17" fmla="*/ 107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116">
                  <a:moveTo>
                    <a:pt x="115" y="107"/>
                  </a:moveTo>
                  <a:cubicBezTo>
                    <a:pt x="115" y="112"/>
                    <a:pt x="112" y="116"/>
                    <a:pt x="107" y="116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4" y="116"/>
                    <a:pt x="0" y="112"/>
                    <a:pt x="0" y="107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12" y="0"/>
                    <a:pt x="115" y="4"/>
                    <a:pt x="115" y="9"/>
                  </a:cubicBezTo>
                  <a:lnTo>
                    <a:pt x="115" y="10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Rectangle 25"/>
            <p:cNvSpPr>
              <a:spLocks noChangeArrowheads="1"/>
            </p:cNvSpPr>
            <p:nvPr userDrawn="1"/>
          </p:nvSpPr>
          <p:spPr bwMode="auto">
            <a:xfrm>
              <a:off x="561" y="242"/>
              <a:ext cx="33" cy="186"/>
            </a:xfrm>
            <a:prstGeom prst="rect">
              <a:avLst/>
            </a:prstGeom>
            <a:solidFill>
              <a:srgbClr val="1660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Rectangle 26"/>
            <p:cNvSpPr>
              <a:spLocks noChangeArrowheads="1"/>
            </p:cNvSpPr>
            <p:nvPr userDrawn="1"/>
          </p:nvSpPr>
          <p:spPr bwMode="auto">
            <a:xfrm>
              <a:off x="497" y="316"/>
              <a:ext cx="162" cy="38"/>
            </a:xfrm>
            <a:prstGeom prst="rect">
              <a:avLst/>
            </a:prstGeom>
            <a:solidFill>
              <a:srgbClr val="1660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7"/>
            <p:cNvSpPr>
              <a:spLocks/>
            </p:cNvSpPr>
            <p:nvPr userDrawn="1"/>
          </p:nvSpPr>
          <p:spPr bwMode="auto">
            <a:xfrm>
              <a:off x="509" y="522"/>
              <a:ext cx="138" cy="156"/>
            </a:xfrm>
            <a:custGeom>
              <a:avLst/>
              <a:gdLst>
                <a:gd name="T0" fmla="*/ 23 w 138"/>
                <a:gd name="T1" fmla="*/ 156 h 156"/>
                <a:gd name="T2" fmla="*/ 0 w 138"/>
                <a:gd name="T3" fmla="*/ 130 h 156"/>
                <a:gd name="T4" fmla="*/ 115 w 138"/>
                <a:gd name="T5" fmla="*/ 0 h 156"/>
                <a:gd name="T6" fmla="*/ 138 w 138"/>
                <a:gd name="T7" fmla="*/ 26 h 156"/>
                <a:gd name="T8" fmla="*/ 23 w 138"/>
                <a:gd name="T9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156">
                  <a:moveTo>
                    <a:pt x="23" y="156"/>
                  </a:moveTo>
                  <a:lnTo>
                    <a:pt x="0" y="130"/>
                  </a:lnTo>
                  <a:lnTo>
                    <a:pt x="115" y="0"/>
                  </a:lnTo>
                  <a:lnTo>
                    <a:pt x="138" y="26"/>
                  </a:lnTo>
                  <a:lnTo>
                    <a:pt x="23" y="156"/>
                  </a:lnTo>
                  <a:close/>
                </a:path>
              </a:pathLst>
            </a:custGeom>
            <a:solidFill>
              <a:srgbClr val="1660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8"/>
            <p:cNvSpPr>
              <a:spLocks/>
            </p:cNvSpPr>
            <p:nvPr userDrawn="1"/>
          </p:nvSpPr>
          <p:spPr bwMode="auto">
            <a:xfrm>
              <a:off x="509" y="522"/>
              <a:ext cx="138" cy="156"/>
            </a:xfrm>
            <a:custGeom>
              <a:avLst/>
              <a:gdLst>
                <a:gd name="T0" fmla="*/ 0 w 138"/>
                <a:gd name="T1" fmla="*/ 26 h 156"/>
                <a:gd name="T2" fmla="*/ 23 w 138"/>
                <a:gd name="T3" fmla="*/ 0 h 156"/>
                <a:gd name="T4" fmla="*/ 138 w 138"/>
                <a:gd name="T5" fmla="*/ 130 h 156"/>
                <a:gd name="T6" fmla="*/ 115 w 138"/>
                <a:gd name="T7" fmla="*/ 156 h 156"/>
                <a:gd name="T8" fmla="*/ 0 w 138"/>
                <a:gd name="T9" fmla="*/ 2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156">
                  <a:moveTo>
                    <a:pt x="0" y="26"/>
                  </a:moveTo>
                  <a:lnTo>
                    <a:pt x="23" y="0"/>
                  </a:lnTo>
                  <a:lnTo>
                    <a:pt x="138" y="130"/>
                  </a:lnTo>
                  <a:lnTo>
                    <a:pt x="115" y="156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1660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Rectangle 29"/>
            <p:cNvSpPr>
              <a:spLocks noChangeArrowheads="1"/>
            </p:cNvSpPr>
            <p:nvPr userDrawn="1"/>
          </p:nvSpPr>
          <p:spPr bwMode="auto">
            <a:xfrm>
              <a:off x="732" y="316"/>
              <a:ext cx="161" cy="38"/>
            </a:xfrm>
            <a:prstGeom prst="rect">
              <a:avLst/>
            </a:prstGeom>
            <a:solidFill>
              <a:srgbClr val="1660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Rectangle 30"/>
            <p:cNvSpPr>
              <a:spLocks noChangeArrowheads="1"/>
            </p:cNvSpPr>
            <p:nvPr userDrawn="1"/>
          </p:nvSpPr>
          <p:spPr bwMode="auto">
            <a:xfrm>
              <a:off x="732" y="582"/>
              <a:ext cx="161" cy="36"/>
            </a:xfrm>
            <a:prstGeom prst="rect">
              <a:avLst/>
            </a:prstGeom>
            <a:solidFill>
              <a:srgbClr val="1660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Rectangle 31"/>
            <p:cNvSpPr>
              <a:spLocks noChangeArrowheads="1"/>
            </p:cNvSpPr>
            <p:nvPr userDrawn="1"/>
          </p:nvSpPr>
          <p:spPr bwMode="auto">
            <a:xfrm>
              <a:off x="796" y="522"/>
              <a:ext cx="33" cy="36"/>
            </a:xfrm>
            <a:prstGeom prst="rect">
              <a:avLst/>
            </a:prstGeom>
            <a:solidFill>
              <a:srgbClr val="1660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Rectangle 32"/>
            <p:cNvSpPr>
              <a:spLocks noChangeArrowheads="1"/>
            </p:cNvSpPr>
            <p:nvPr userDrawn="1"/>
          </p:nvSpPr>
          <p:spPr bwMode="auto">
            <a:xfrm>
              <a:off x="796" y="642"/>
              <a:ext cx="33" cy="36"/>
            </a:xfrm>
            <a:prstGeom prst="rect">
              <a:avLst/>
            </a:prstGeom>
            <a:solidFill>
              <a:srgbClr val="1660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1" y="77797"/>
            <a:ext cx="1462850" cy="146108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BF18791-9608-4E47-B037-C94737CED959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6692450" y="277356"/>
            <a:ext cx="995363" cy="97155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8" name="TextBox 67"/>
          <p:cNvSpPr txBox="1"/>
          <p:nvPr userDrawn="1"/>
        </p:nvSpPr>
        <p:spPr>
          <a:xfrm>
            <a:off x="2891211" y="447238"/>
            <a:ext cx="1767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baseline="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TOÁN</a:t>
            </a:r>
            <a:endParaRPr lang="en-US" sz="36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9" name="TextBox 68"/>
          <p:cNvSpPr txBox="1"/>
          <p:nvPr userDrawn="1"/>
        </p:nvSpPr>
        <p:spPr>
          <a:xfrm>
            <a:off x="4782552" y="390088"/>
            <a:ext cx="14045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baseline="0" dirty="0">
                <a:solidFill>
                  <a:schemeClr val="accent4">
                    <a:lumMod val="40000"/>
                    <a:lumOff val="6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THPT</a:t>
            </a:r>
            <a:endParaRPr lang="en-US" sz="3600" b="1" dirty="0">
              <a:solidFill>
                <a:schemeClr val="accent4">
                  <a:lumMod val="40000"/>
                  <a:lumOff val="6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0" name="Title 2">
            <a:extLst>
              <a:ext uri="{FF2B5EF4-FFF2-40B4-BE49-F238E27FC236}">
                <a16:creationId xmlns:a16="http://schemas.microsoft.com/office/drawing/2014/main" id="{84F4051B-2BBE-412A-BD7D-D20EFA046DC9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8185347" y="339380"/>
            <a:ext cx="15871662" cy="976561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28" tIns="45714" rIns="91428" bIns="45714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4800" b="1" kern="0" baseline="0" dirty="0">
                <a:solidFill>
                  <a:schemeClr val="accent4">
                    <a:lumMod val="40000"/>
                    <a:lumOff val="6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GIÁO ÁN ĐIỆN TỬ-DIỄN ĐÀN GIÁO VIÊN TOÁN</a:t>
            </a:r>
            <a:endParaRPr lang="vi-VN" sz="4800" b="1" kern="0" dirty="0">
              <a:solidFill>
                <a:schemeClr val="accent4">
                  <a:lumMod val="40000"/>
                  <a:lumOff val="6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5" name="Picture 13"/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2689" y="197058"/>
            <a:ext cx="169863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3140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82" r:id="rId13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094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notesSlide" Target="../notesSlides/notesSlide5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8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2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6.wmf"/><Relationship Id="rId10" Type="http://schemas.openxmlformats.org/officeDocument/2006/relationships/image" Target="../media/image21.wmf"/><Relationship Id="rId4" Type="http://schemas.openxmlformats.org/officeDocument/2006/relationships/oleObject" Target="../embeddings/oleObject3.bin"/><Relationship Id="rId9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27.wmf"/><Relationship Id="rId18" Type="http://schemas.openxmlformats.org/officeDocument/2006/relationships/oleObject" Target="../embeddings/oleObject13.bin"/><Relationship Id="rId3" Type="http://schemas.openxmlformats.org/officeDocument/2006/relationships/notesSlide" Target="../notesSlides/notesSlide7.xml"/><Relationship Id="rId21" Type="http://schemas.openxmlformats.org/officeDocument/2006/relationships/image" Target="../media/image31.wmf"/><Relationship Id="rId7" Type="http://schemas.openxmlformats.org/officeDocument/2006/relationships/image" Target="../media/image24.wmf"/><Relationship Id="rId12" Type="http://schemas.openxmlformats.org/officeDocument/2006/relationships/oleObject" Target="../embeddings/oleObject10.bin"/><Relationship Id="rId17" Type="http://schemas.openxmlformats.org/officeDocument/2006/relationships/image" Target="../media/image29.wmf"/><Relationship Id="rId25" Type="http://schemas.openxmlformats.org/officeDocument/2006/relationships/image" Target="../media/image33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2.bin"/><Relationship Id="rId20" Type="http://schemas.openxmlformats.org/officeDocument/2006/relationships/oleObject" Target="../embeddings/oleObject14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26.wmf"/><Relationship Id="rId24" Type="http://schemas.openxmlformats.org/officeDocument/2006/relationships/oleObject" Target="../embeddings/oleObject16.bin"/><Relationship Id="rId5" Type="http://schemas.openxmlformats.org/officeDocument/2006/relationships/image" Target="../media/image23.wmf"/><Relationship Id="rId15" Type="http://schemas.openxmlformats.org/officeDocument/2006/relationships/image" Target="../media/image28.wmf"/><Relationship Id="rId23" Type="http://schemas.openxmlformats.org/officeDocument/2006/relationships/image" Target="../media/image32.wmf"/><Relationship Id="rId10" Type="http://schemas.openxmlformats.org/officeDocument/2006/relationships/oleObject" Target="../embeddings/oleObject9.bin"/><Relationship Id="rId19" Type="http://schemas.openxmlformats.org/officeDocument/2006/relationships/image" Target="../media/image30.w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25.wmf"/><Relationship Id="rId14" Type="http://schemas.openxmlformats.org/officeDocument/2006/relationships/oleObject" Target="../embeddings/oleObject11.bin"/><Relationship Id="rId22" Type="http://schemas.openxmlformats.org/officeDocument/2006/relationships/oleObject" Target="../embeddings/oleObject15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2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34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21.bin"/><Relationship Id="rId3" Type="http://schemas.openxmlformats.org/officeDocument/2006/relationships/notesSlide" Target="../notesSlides/notesSlide9.xml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3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9.png"/><Relationship Id="rId11" Type="http://schemas.openxmlformats.org/officeDocument/2006/relationships/oleObject" Target="../embeddings/oleObject20.bin"/><Relationship Id="rId5" Type="http://schemas.openxmlformats.org/officeDocument/2006/relationships/image" Target="../media/image20.wmf"/><Relationship Id="rId10" Type="http://schemas.openxmlformats.org/officeDocument/2006/relationships/image" Target="../media/image36.wmf"/><Relationship Id="rId4" Type="http://schemas.openxmlformats.org/officeDocument/2006/relationships/oleObject" Target="../embeddings/oleObject4.bin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38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image" Target="../media/image40.jpg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44.wmf"/><Relationship Id="rId4" Type="http://schemas.openxmlformats.org/officeDocument/2006/relationships/image" Target="../media/image45.png"/><Relationship Id="rId9" Type="http://schemas.openxmlformats.org/officeDocument/2006/relationships/oleObject" Target="../embeddings/oleObject24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20.wmf"/><Relationship Id="rId12" Type="http://schemas.openxmlformats.org/officeDocument/2006/relationships/image" Target="../media/image4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4.bin"/><Relationship Id="rId11" Type="http://schemas.openxmlformats.org/officeDocument/2006/relationships/oleObject" Target="../embeddings/oleObject26.bin"/><Relationship Id="rId5" Type="http://schemas.openxmlformats.org/officeDocument/2006/relationships/image" Target="../media/image16.wmf"/><Relationship Id="rId10" Type="http://schemas.openxmlformats.org/officeDocument/2006/relationships/image" Target="../media/image46.wmf"/><Relationship Id="rId4" Type="http://schemas.openxmlformats.org/officeDocument/2006/relationships/oleObject" Target="../embeddings/oleObject3.bin"/><Relationship Id="rId9" Type="http://schemas.openxmlformats.org/officeDocument/2006/relationships/oleObject" Target="../embeddings/oleObject25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13" Type="http://schemas.openxmlformats.org/officeDocument/2006/relationships/oleObject" Target="../embeddings/oleObject29.bin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20.wmf"/><Relationship Id="rId12" Type="http://schemas.openxmlformats.org/officeDocument/2006/relationships/image" Target="../media/image46.wmf"/><Relationship Id="rId17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9.emf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4.bin"/><Relationship Id="rId11" Type="http://schemas.openxmlformats.org/officeDocument/2006/relationships/oleObject" Target="../embeddings/oleObject28.bin"/><Relationship Id="rId5" Type="http://schemas.openxmlformats.org/officeDocument/2006/relationships/image" Target="../media/image16.wmf"/><Relationship Id="rId15" Type="http://schemas.openxmlformats.org/officeDocument/2006/relationships/oleObject" Target="../embeddings/oleObject30.bin"/><Relationship Id="rId10" Type="http://schemas.openxmlformats.org/officeDocument/2006/relationships/image" Target="../media/image22.png"/><Relationship Id="rId4" Type="http://schemas.openxmlformats.org/officeDocument/2006/relationships/oleObject" Target="../embeddings/oleObject3.bin"/><Relationship Id="rId9" Type="http://schemas.openxmlformats.org/officeDocument/2006/relationships/image" Target="../media/image48.wmf"/><Relationship Id="rId14" Type="http://schemas.openxmlformats.org/officeDocument/2006/relationships/image" Target="../media/image47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47.wmf"/><Relationship Id="rId18" Type="http://schemas.openxmlformats.org/officeDocument/2006/relationships/image" Target="../media/image52.emf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20.wmf"/><Relationship Id="rId12" Type="http://schemas.openxmlformats.org/officeDocument/2006/relationships/oleObject" Target="../embeddings/oleObject34.bin"/><Relationship Id="rId17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1.emf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46.wmf"/><Relationship Id="rId5" Type="http://schemas.openxmlformats.org/officeDocument/2006/relationships/image" Target="../media/image16.wmf"/><Relationship Id="rId15" Type="http://schemas.openxmlformats.org/officeDocument/2006/relationships/oleObject" Target="../embeddings/oleObject35.bin"/><Relationship Id="rId10" Type="http://schemas.openxmlformats.org/officeDocument/2006/relationships/oleObject" Target="../embeddings/oleObject33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50.wmf"/><Relationship Id="rId1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4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38.bin"/><Relationship Id="rId5" Type="http://schemas.openxmlformats.org/officeDocument/2006/relationships/image" Target="../media/image53.wmf"/><Relationship Id="rId4" Type="http://schemas.openxmlformats.org/officeDocument/2006/relationships/oleObject" Target="../embeddings/oleObject37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3" Type="http://schemas.openxmlformats.org/officeDocument/2006/relationships/image" Target="../media/image40.jpg"/><Relationship Id="rId7" Type="http://schemas.openxmlformats.org/officeDocument/2006/relationships/oleObject" Target="../embeddings/oleObject40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39.bin"/><Relationship Id="rId10" Type="http://schemas.openxmlformats.org/officeDocument/2006/relationships/image" Target="../media/image58.emf"/><Relationship Id="rId4" Type="http://schemas.openxmlformats.org/officeDocument/2006/relationships/image" Target="../media/image41.png"/><Relationship Id="rId9" Type="http://schemas.openxmlformats.org/officeDocument/2006/relationships/oleObject" Target="../embeddings/oleObject41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image" Target="../media/image61.png"/><Relationship Id="rId7" Type="http://schemas.openxmlformats.org/officeDocument/2006/relationships/oleObject" Target="../embeddings/oleObject4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2.png"/><Relationship Id="rId5" Type="http://schemas.openxmlformats.org/officeDocument/2006/relationships/image" Target="../media/image59.wmf"/><Relationship Id="rId4" Type="http://schemas.openxmlformats.org/officeDocument/2006/relationships/oleObject" Target="../embeddings/oleObject42.bin"/><Relationship Id="rId9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59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jpg"/><Relationship Id="rId4" Type="http://schemas.openxmlformats.org/officeDocument/2006/relationships/image" Target="../media/image63.jpg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1.bin"/><Relationship Id="rId18" Type="http://schemas.openxmlformats.org/officeDocument/2006/relationships/image" Target="../media/image72.wmf"/><Relationship Id="rId26" Type="http://schemas.openxmlformats.org/officeDocument/2006/relationships/image" Target="../media/image76.wmf"/><Relationship Id="rId3" Type="http://schemas.openxmlformats.org/officeDocument/2006/relationships/oleObject" Target="../embeddings/oleObject46.bin"/><Relationship Id="rId21" Type="http://schemas.openxmlformats.org/officeDocument/2006/relationships/oleObject" Target="../embeddings/oleObject55.bin"/><Relationship Id="rId34" Type="http://schemas.openxmlformats.org/officeDocument/2006/relationships/image" Target="../media/image80.emf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69.wmf"/><Relationship Id="rId17" Type="http://schemas.openxmlformats.org/officeDocument/2006/relationships/oleObject" Target="../embeddings/oleObject53.bin"/><Relationship Id="rId25" Type="http://schemas.openxmlformats.org/officeDocument/2006/relationships/oleObject" Target="../embeddings/oleObject57.bin"/><Relationship Id="rId33" Type="http://schemas.openxmlformats.org/officeDocument/2006/relationships/oleObject" Target="../embeddings/oleObject6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1.emf"/><Relationship Id="rId20" Type="http://schemas.openxmlformats.org/officeDocument/2006/relationships/image" Target="../media/image73.wmf"/><Relationship Id="rId29" Type="http://schemas.openxmlformats.org/officeDocument/2006/relationships/oleObject" Target="../embeddings/oleObject59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6.wmf"/><Relationship Id="rId11" Type="http://schemas.openxmlformats.org/officeDocument/2006/relationships/oleObject" Target="../embeddings/oleObject50.bin"/><Relationship Id="rId24" Type="http://schemas.openxmlformats.org/officeDocument/2006/relationships/image" Target="../media/image75.wmf"/><Relationship Id="rId32" Type="http://schemas.openxmlformats.org/officeDocument/2006/relationships/image" Target="../media/image79.emf"/><Relationship Id="rId5" Type="http://schemas.openxmlformats.org/officeDocument/2006/relationships/oleObject" Target="../embeddings/oleObject47.bin"/><Relationship Id="rId15" Type="http://schemas.openxmlformats.org/officeDocument/2006/relationships/oleObject" Target="../embeddings/oleObject52.bin"/><Relationship Id="rId23" Type="http://schemas.openxmlformats.org/officeDocument/2006/relationships/oleObject" Target="../embeddings/oleObject56.bin"/><Relationship Id="rId28" Type="http://schemas.openxmlformats.org/officeDocument/2006/relationships/image" Target="../media/image77.wmf"/><Relationship Id="rId10" Type="http://schemas.openxmlformats.org/officeDocument/2006/relationships/image" Target="../media/image68.wmf"/><Relationship Id="rId19" Type="http://schemas.openxmlformats.org/officeDocument/2006/relationships/oleObject" Target="../embeddings/oleObject54.bin"/><Relationship Id="rId31" Type="http://schemas.openxmlformats.org/officeDocument/2006/relationships/oleObject" Target="../embeddings/oleObject60.bin"/><Relationship Id="rId4" Type="http://schemas.openxmlformats.org/officeDocument/2006/relationships/image" Target="../media/image65.wmf"/><Relationship Id="rId9" Type="http://schemas.openxmlformats.org/officeDocument/2006/relationships/oleObject" Target="../embeddings/oleObject49.bin"/><Relationship Id="rId14" Type="http://schemas.openxmlformats.org/officeDocument/2006/relationships/image" Target="../media/image70.emf"/><Relationship Id="rId22" Type="http://schemas.openxmlformats.org/officeDocument/2006/relationships/image" Target="../media/image74.wmf"/><Relationship Id="rId27" Type="http://schemas.openxmlformats.org/officeDocument/2006/relationships/oleObject" Target="../embeddings/oleObject58.bin"/><Relationship Id="rId30" Type="http://schemas.openxmlformats.org/officeDocument/2006/relationships/image" Target="../media/image78.wmf"/><Relationship Id="rId8" Type="http://schemas.openxmlformats.org/officeDocument/2006/relationships/image" Target="../media/image67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13" Type="http://schemas.openxmlformats.org/officeDocument/2006/relationships/oleObject" Target="../embeddings/oleObject67.bin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8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82.wmf"/><Relationship Id="rId11" Type="http://schemas.openxmlformats.org/officeDocument/2006/relationships/oleObject" Target="../embeddings/oleObject66.bin"/><Relationship Id="rId5" Type="http://schemas.openxmlformats.org/officeDocument/2006/relationships/oleObject" Target="../embeddings/oleObject63.bin"/><Relationship Id="rId10" Type="http://schemas.openxmlformats.org/officeDocument/2006/relationships/image" Target="../media/image84.wmf"/><Relationship Id="rId4" Type="http://schemas.openxmlformats.org/officeDocument/2006/relationships/image" Target="../media/image81.wmf"/><Relationship Id="rId9" Type="http://schemas.openxmlformats.org/officeDocument/2006/relationships/oleObject" Target="../embeddings/oleObject65.bin"/><Relationship Id="rId14" Type="http://schemas.openxmlformats.org/officeDocument/2006/relationships/image" Target="../media/image86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13" Type="http://schemas.openxmlformats.org/officeDocument/2006/relationships/oleObject" Target="../embeddings/oleObject73.bin"/><Relationship Id="rId3" Type="http://schemas.openxmlformats.org/officeDocument/2006/relationships/oleObject" Target="../embeddings/oleObject68.bin"/><Relationship Id="rId7" Type="http://schemas.openxmlformats.org/officeDocument/2006/relationships/oleObject" Target="../embeddings/oleObject70.bin"/><Relationship Id="rId12" Type="http://schemas.openxmlformats.org/officeDocument/2006/relationships/image" Target="../media/image9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88.wmf"/><Relationship Id="rId11" Type="http://schemas.openxmlformats.org/officeDocument/2006/relationships/oleObject" Target="../embeddings/oleObject72.bin"/><Relationship Id="rId5" Type="http://schemas.openxmlformats.org/officeDocument/2006/relationships/oleObject" Target="../embeddings/oleObject69.bin"/><Relationship Id="rId10" Type="http://schemas.openxmlformats.org/officeDocument/2006/relationships/image" Target="../media/image90.wmf"/><Relationship Id="rId4" Type="http://schemas.openxmlformats.org/officeDocument/2006/relationships/image" Target="../media/image87.wmf"/><Relationship Id="rId9" Type="http://schemas.openxmlformats.org/officeDocument/2006/relationships/oleObject" Target="../embeddings/oleObject71.bin"/><Relationship Id="rId14" Type="http://schemas.openxmlformats.org/officeDocument/2006/relationships/image" Target="../media/image92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13" Type="http://schemas.openxmlformats.org/officeDocument/2006/relationships/oleObject" Target="../embeddings/oleObject79.bin"/><Relationship Id="rId18" Type="http://schemas.openxmlformats.org/officeDocument/2006/relationships/image" Target="../media/image99.wmf"/><Relationship Id="rId26" Type="http://schemas.openxmlformats.org/officeDocument/2006/relationships/oleObject" Target="../embeddings/oleObject87.bin"/><Relationship Id="rId3" Type="http://schemas.openxmlformats.org/officeDocument/2006/relationships/oleObject" Target="../embeddings/oleObject74.bin"/><Relationship Id="rId21" Type="http://schemas.openxmlformats.org/officeDocument/2006/relationships/oleObject" Target="../embeddings/oleObject84.bin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97.emf"/><Relationship Id="rId17" Type="http://schemas.openxmlformats.org/officeDocument/2006/relationships/oleObject" Target="../embeddings/oleObject82.bin"/><Relationship Id="rId25" Type="http://schemas.openxmlformats.org/officeDocument/2006/relationships/oleObject" Target="../embeddings/oleObject86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81.bin"/><Relationship Id="rId20" Type="http://schemas.openxmlformats.org/officeDocument/2006/relationships/image" Target="../media/image100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94.wmf"/><Relationship Id="rId11" Type="http://schemas.openxmlformats.org/officeDocument/2006/relationships/oleObject" Target="../embeddings/oleObject78.bin"/><Relationship Id="rId24" Type="http://schemas.openxmlformats.org/officeDocument/2006/relationships/image" Target="../media/image102.wmf"/><Relationship Id="rId5" Type="http://schemas.openxmlformats.org/officeDocument/2006/relationships/oleObject" Target="../embeddings/oleObject75.bin"/><Relationship Id="rId15" Type="http://schemas.openxmlformats.org/officeDocument/2006/relationships/oleObject" Target="../embeddings/oleObject80.bin"/><Relationship Id="rId23" Type="http://schemas.openxmlformats.org/officeDocument/2006/relationships/oleObject" Target="../embeddings/oleObject85.bin"/><Relationship Id="rId10" Type="http://schemas.openxmlformats.org/officeDocument/2006/relationships/image" Target="../media/image96.wmf"/><Relationship Id="rId19" Type="http://schemas.openxmlformats.org/officeDocument/2006/relationships/oleObject" Target="../embeddings/oleObject83.bin"/><Relationship Id="rId4" Type="http://schemas.openxmlformats.org/officeDocument/2006/relationships/image" Target="../media/image93.wmf"/><Relationship Id="rId9" Type="http://schemas.openxmlformats.org/officeDocument/2006/relationships/oleObject" Target="../embeddings/oleObject77.bin"/><Relationship Id="rId14" Type="http://schemas.openxmlformats.org/officeDocument/2006/relationships/image" Target="../media/image98.emf"/><Relationship Id="rId22" Type="http://schemas.openxmlformats.org/officeDocument/2006/relationships/image" Target="../media/image101.wmf"/><Relationship Id="rId27" Type="http://schemas.openxmlformats.org/officeDocument/2006/relationships/image" Target="../media/image103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0.bin"/><Relationship Id="rId13" Type="http://schemas.openxmlformats.org/officeDocument/2006/relationships/image" Target="../media/image108.wmf"/><Relationship Id="rId3" Type="http://schemas.openxmlformats.org/officeDocument/2006/relationships/image" Target="../media/image109.png"/><Relationship Id="rId7" Type="http://schemas.openxmlformats.org/officeDocument/2006/relationships/image" Target="../media/image105.wmf"/><Relationship Id="rId12" Type="http://schemas.openxmlformats.org/officeDocument/2006/relationships/oleObject" Target="../embeddings/oleObject9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89.bin"/><Relationship Id="rId11" Type="http://schemas.openxmlformats.org/officeDocument/2006/relationships/image" Target="../media/image107.wmf"/><Relationship Id="rId5" Type="http://schemas.openxmlformats.org/officeDocument/2006/relationships/image" Target="../media/image104.wmf"/><Relationship Id="rId10" Type="http://schemas.openxmlformats.org/officeDocument/2006/relationships/oleObject" Target="../embeddings/oleObject91.bin"/><Relationship Id="rId4" Type="http://schemas.openxmlformats.org/officeDocument/2006/relationships/oleObject" Target="../embeddings/oleObject88.bin"/><Relationship Id="rId9" Type="http://schemas.openxmlformats.org/officeDocument/2006/relationships/image" Target="../media/image106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wmf"/><Relationship Id="rId13" Type="http://schemas.openxmlformats.org/officeDocument/2006/relationships/image" Target="../media/image114.wmf"/><Relationship Id="rId3" Type="http://schemas.openxmlformats.org/officeDocument/2006/relationships/oleObject" Target="../embeddings/oleObject93.bin"/><Relationship Id="rId7" Type="http://schemas.openxmlformats.org/officeDocument/2006/relationships/oleObject" Target="../embeddings/oleObject95.bin"/><Relationship Id="rId12" Type="http://schemas.openxmlformats.org/officeDocument/2006/relationships/oleObject" Target="../embeddings/oleObject9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11.wmf"/><Relationship Id="rId11" Type="http://schemas.openxmlformats.org/officeDocument/2006/relationships/image" Target="../media/image115.png"/><Relationship Id="rId5" Type="http://schemas.openxmlformats.org/officeDocument/2006/relationships/oleObject" Target="../embeddings/oleObject94.bin"/><Relationship Id="rId10" Type="http://schemas.openxmlformats.org/officeDocument/2006/relationships/image" Target="../media/image113.wmf"/><Relationship Id="rId4" Type="http://schemas.openxmlformats.org/officeDocument/2006/relationships/image" Target="../media/image110.wmf"/><Relationship Id="rId9" Type="http://schemas.openxmlformats.org/officeDocument/2006/relationships/oleObject" Target="../embeddings/oleObject96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wmf"/><Relationship Id="rId13" Type="http://schemas.openxmlformats.org/officeDocument/2006/relationships/image" Target="../media/image125.png"/><Relationship Id="rId18" Type="http://schemas.openxmlformats.org/officeDocument/2006/relationships/oleObject" Target="../embeddings/oleObject105.bin"/><Relationship Id="rId3" Type="http://schemas.openxmlformats.org/officeDocument/2006/relationships/oleObject" Target="../embeddings/oleObject98.bin"/><Relationship Id="rId21" Type="http://schemas.openxmlformats.org/officeDocument/2006/relationships/image" Target="../media/image124.wmf"/><Relationship Id="rId7" Type="http://schemas.openxmlformats.org/officeDocument/2006/relationships/oleObject" Target="../embeddings/oleObject100.bin"/><Relationship Id="rId12" Type="http://schemas.openxmlformats.org/officeDocument/2006/relationships/image" Target="../media/image120.wmf"/><Relationship Id="rId17" Type="http://schemas.openxmlformats.org/officeDocument/2006/relationships/image" Target="../media/image122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04.bin"/><Relationship Id="rId20" Type="http://schemas.openxmlformats.org/officeDocument/2006/relationships/oleObject" Target="../embeddings/oleObject106.bin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17.wmf"/><Relationship Id="rId11" Type="http://schemas.openxmlformats.org/officeDocument/2006/relationships/oleObject" Target="../embeddings/oleObject102.bin"/><Relationship Id="rId5" Type="http://schemas.openxmlformats.org/officeDocument/2006/relationships/oleObject" Target="../embeddings/oleObject99.bin"/><Relationship Id="rId15" Type="http://schemas.openxmlformats.org/officeDocument/2006/relationships/image" Target="../media/image121.wmf"/><Relationship Id="rId10" Type="http://schemas.openxmlformats.org/officeDocument/2006/relationships/image" Target="../media/image119.wmf"/><Relationship Id="rId19" Type="http://schemas.openxmlformats.org/officeDocument/2006/relationships/image" Target="../media/image123.wmf"/><Relationship Id="rId4" Type="http://schemas.openxmlformats.org/officeDocument/2006/relationships/image" Target="../media/image116.wmf"/><Relationship Id="rId9" Type="http://schemas.openxmlformats.org/officeDocument/2006/relationships/oleObject" Target="../embeddings/oleObject101.bin"/><Relationship Id="rId14" Type="http://schemas.openxmlformats.org/officeDocument/2006/relationships/oleObject" Target="../embeddings/oleObject103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wmf"/><Relationship Id="rId13" Type="http://schemas.openxmlformats.org/officeDocument/2006/relationships/oleObject" Target="../embeddings/oleObject112.bin"/><Relationship Id="rId3" Type="http://schemas.openxmlformats.org/officeDocument/2006/relationships/oleObject" Target="../embeddings/oleObject107.bin"/><Relationship Id="rId7" Type="http://schemas.openxmlformats.org/officeDocument/2006/relationships/oleObject" Target="../embeddings/oleObject109.bin"/><Relationship Id="rId12" Type="http://schemas.openxmlformats.org/officeDocument/2006/relationships/image" Target="../media/image130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2.e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27.wmf"/><Relationship Id="rId11" Type="http://schemas.openxmlformats.org/officeDocument/2006/relationships/oleObject" Target="../embeddings/oleObject111.bin"/><Relationship Id="rId5" Type="http://schemas.openxmlformats.org/officeDocument/2006/relationships/oleObject" Target="../embeddings/oleObject108.bin"/><Relationship Id="rId15" Type="http://schemas.openxmlformats.org/officeDocument/2006/relationships/oleObject" Target="../embeddings/oleObject113.bin"/><Relationship Id="rId10" Type="http://schemas.openxmlformats.org/officeDocument/2006/relationships/image" Target="../media/image129.wmf"/><Relationship Id="rId4" Type="http://schemas.openxmlformats.org/officeDocument/2006/relationships/image" Target="../media/image126.emf"/><Relationship Id="rId9" Type="http://schemas.openxmlformats.org/officeDocument/2006/relationships/oleObject" Target="../embeddings/oleObject110.bin"/><Relationship Id="rId14" Type="http://schemas.openxmlformats.org/officeDocument/2006/relationships/image" Target="../media/image131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emf"/><Relationship Id="rId13" Type="http://schemas.openxmlformats.org/officeDocument/2006/relationships/oleObject" Target="../embeddings/oleObject119.bin"/><Relationship Id="rId3" Type="http://schemas.openxmlformats.org/officeDocument/2006/relationships/oleObject" Target="../embeddings/oleObject114.bin"/><Relationship Id="rId7" Type="http://schemas.openxmlformats.org/officeDocument/2006/relationships/oleObject" Target="../embeddings/oleObject116.bin"/><Relationship Id="rId12" Type="http://schemas.openxmlformats.org/officeDocument/2006/relationships/image" Target="../media/image137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9.e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34.wmf"/><Relationship Id="rId11" Type="http://schemas.openxmlformats.org/officeDocument/2006/relationships/oleObject" Target="../embeddings/oleObject118.bin"/><Relationship Id="rId5" Type="http://schemas.openxmlformats.org/officeDocument/2006/relationships/oleObject" Target="../embeddings/oleObject115.bin"/><Relationship Id="rId15" Type="http://schemas.openxmlformats.org/officeDocument/2006/relationships/oleObject" Target="../embeddings/oleObject120.bin"/><Relationship Id="rId10" Type="http://schemas.openxmlformats.org/officeDocument/2006/relationships/image" Target="../media/image136.wmf"/><Relationship Id="rId4" Type="http://schemas.openxmlformats.org/officeDocument/2006/relationships/image" Target="../media/image133.wmf"/><Relationship Id="rId9" Type="http://schemas.openxmlformats.org/officeDocument/2006/relationships/oleObject" Target="../embeddings/oleObject117.bin"/><Relationship Id="rId14" Type="http://schemas.openxmlformats.org/officeDocument/2006/relationships/image" Target="../media/image13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9657736" y="1752600"/>
            <a:ext cx="14345264" cy="11576010"/>
          </a:xfrm>
          <a:prstGeom prst="roundRect">
            <a:avLst>
              <a:gd name="adj" fmla="val 4110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18000" rIns="36000" bIns="18000" rtlCol="0" anchor="ctr"/>
          <a:lstStyle/>
          <a:p>
            <a:pPr algn="ctr"/>
            <a:endParaRPr lang="en-US" sz="460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6" name="Round Same Side Corner Rectangle 15"/>
          <p:cNvSpPr/>
          <p:nvPr/>
        </p:nvSpPr>
        <p:spPr>
          <a:xfrm flipV="1">
            <a:off x="10066953" y="1907218"/>
            <a:ext cx="13526830" cy="1318750"/>
          </a:xfrm>
          <a:prstGeom prst="round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0486680" y="2058761"/>
            <a:ext cx="135163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6000" b="1">
                <a:solidFill>
                  <a:srgbClr val="FFFF00"/>
                </a:solidFill>
                <a:latin typeface="+mj-lt"/>
              </a:rPr>
              <a:t>CHƯƠNG</a:t>
            </a:r>
            <a:r>
              <a:rPr lang="en-US" sz="6000" b="1">
                <a:solidFill>
                  <a:srgbClr val="FFFF00"/>
                </a:solidFill>
                <a:latin typeface="+mj-lt"/>
              </a:rPr>
              <a:t> </a:t>
            </a:r>
            <a:r>
              <a:rPr lang="en-US" sz="6000" b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HÀM SỐ VÀ ĐỒ THỊ</a:t>
            </a:r>
            <a:endParaRPr lang="vi-VN" sz="60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9DD62A2F-0278-4FC2-A499-CACC34D752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970" y="1758990"/>
            <a:ext cx="8531796" cy="11576010"/>
          </a:xfrm>
          <a:prstGeom prst="rect">
            <a:avLst/>
          </a:prstGeom>
        </p:spPr>
      </p:pic>
      <p:sp>
        <p:nvSpPr>
          <p:cNvPr id="17" name="Rectangle 6">
            <a:extLst>
              <a:ext uri="{FF2B5EF4-FFF2-40B4-BE49-F238E27FC236}">
                <a16:creationId xmlns:a16="http://schemas.microsoft.com/office/drawing/2014/main" id="{FA1434C5-B6EA-4E8A-9827-5D7F3A020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6953" y="3377511"/>
            <a:ext cx="13641757" cy="98748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20000"/>
                <a:lumOff val="80000"/>
              </a:schemeClr>
            </a:solidFill>
            <a:miter lim="800000"/>
          </a:ln>
          <a:effectLst/>
        </p:spPr>
        <p:txBody>
          <a:bodyPr/>
          <a:lstStyle/>
          <a:p>
            <a:pPr algn="just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sz="5800" b="1" dirty="0">
                <a:solidFill>
                  <a:srgbClr val="D6009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§</a:t>
            </a:r>
            <a:r>
              <a:rPr lang="en-US" sz="5800" b="1" dirty="0">
                <a:solidFill>
                  <a:srgbClr val="D6009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</a:t>
            </a:r>
            <a:r>
              <a:rPr lang="en-US" sz="5800" b="1">
                <a:solidFill>
                  <a:srgbClr val="D6009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 Hàm số và đồ thị</a:t>
            </a:r>
          </a:p>
          <a:p>
            <a:pPr algn="just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sz="5800" b="1">
                <a:solidFill>
                  <a:srgbClr val="D6009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§</a:t>
            </a:r>
            <a:r>
              <a:rPr lang="en-US" sz="5800" b="1" dirty="0">
                <a:solidFill>
                  <a:srgbClr val="D6009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</a:t>
            </a:r>
            <a:r>
              <a:rPr lang="en-US" sz="5800" b="1">
                <a:solidFill>
                  <a:srgbClr val="D6009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 Hàm số bậc hai. Đồ thị hàm số bậc hai và ứng dụng</a:t>
            </a:r>
            <a:endParaRPr lang="en-US" sz="5800" b="1" dirty="0">
              <a:solidFill>
                <a:srgbClr val="D60093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sz="5800" b="1" dirty="0">
                <a:solidFill>
                  <a:srgbClr val="D6009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§3</a:t>
            </a:r>
            <a:r>
              <a:rPr lang="en-US" sz="5800" b="1">
                <a:solidFill>
                  <a:srgbClr val="D6009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 Dấu của tam thức bậc hai</a:t>
            </a:r>
          </a:p>
          <a:p>
            <a:pPr algn="just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sz="5800" b="1">
                <a:solidFill>
                  <a:srgbClr val="D6009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§4. Bất ph</a:t>
            </a:r>
            <a:r>
              <a:rPr lang="vi-VN" sz="5800" b="1">
                <a:solidFill>
                  <a:srgbClr val="D6009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ư</a:t>
            </a:r>
            <a:r>
              <a:rPr lang="en-US" sz="5800" b="1">
                <a:solidFill>
                  <a:srgbClr val="D6009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ơng trình bậc hai một ẩn</a:t>
            </a:r>
          </a:p>
          <a:p>
            <a:pPr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sz="5800" b="1">
                <a:solidFill>
                  <a:srgbClr val="D6009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§5. Hai dạng ph</a:t>
            </a:r>
            <a:r>
              <a:rPr lang="vi-VN" sz="5800" b="1">
                <a:solidFill>
                  <a:srgbClr val="D6009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ư</a:t>
            </a:r>
            <a:r>
              <a:rPr lang="en-US" sz="5800" b="1">
                <a:solidFill>
                  <a:srgbClr val="D6009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ơng trình quy về ph</a:t>
            </a:r>
            <a:r>
              <a:rPr lang="vi-VN" sz="5800" b="1">
                <a:solidFill>
                  <a:srgbClr val="D6009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ư</a:t>
            </a:r>
            <a:r>
              <a:rPr lang="en-US" sz="5800" b="1">
                <a:solidFill>
                  <a:srgbClr val="D6009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ơng trình bậc hai</a:t>
            </a:r>
          </a:p>
          <a:p>
            <a:pPr algn="just">
              <a:lnSpc>
                <a:spcPct val="150000"/>
              </a:lnSpc>
              <a:spcBef>
                <a:spcPct val="20000"/>
              </a:spcBef>
              <a:defRPr/>
            </a:pPr>
            <a:endParaRPr lang="en-US" sz="6000" b="1">
              <a:solidFill>
                <a:srgbClr val="D60093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ct val="20000"/>
              </a:spcBef>
              <a:defRPr/>
            </a:pPr>
            <a:endParaRPr lang="en-US" sz="6000" b="1" dirty="0">
              <a:solidFill>
                <a:srgbClr val="D60093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40518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68"/>
          <p:cNvGrpSpPr/>
          <p:nvPr/>
        </p:nvGrpSpPr>
        <p:grpSpPr>
          <a:xfrm>
            <a:off x="1575872" y="1907475"/>
            <a:ext cx="21564599" cy="11635957"/>
            <a:chOff x="-3538955" y="3486542"/>
            <a:chExt cx="21564599" cy="11635957"/>
          </a:xfrm>
        </p:grpSpPr>
        <p:sp>
          <p:nvSpPr>
            <p:cNvPr id="70" name="Right Triangle 69"/>
            <p:cNvSpPr/>
            <p:nvPr/>
          </p:nvSpPr>
          <p:spPr>
            <a:xfrm flipH="1">
              <a:off x="8958821" y="3486542"/>
              <a:ext cx="193377" cy="212342"/>
            </a:xfrm>
            <a:prstGeom prst="rtTriangl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-3538955" y="3592713"/>
              <a:ext cx="21564599" cy="11529786"/>
            </a:xfrm>
            <a:prstGeom prst="roundRect">
              <a:avLst>
                <a:gd name="adj" fmla="val 411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28575">
              <a:solidFill>
                <a:srgbClr val="0999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/>
            <a:lstStyle/>
            <a:p>
              <a:pPr algn="ctr"/>
              <a:endParaRPr lang="en-US" sz="4600" dirty="0">
                <a:solidFill>
                  <a:schemeClr val="accent2">
                    <a:lumMod val="7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</p:grpSp>
      <p:sp>
        <p:nvSpPr>
          <p:cNvPr id="99" name="TextBox 98"/>
          <p:cNvSpPr txBox="1"/>
          <p:nvPr/>
        </p:nvSpPr>
        <p:spPr>
          <a:xfrm>
            <a:off x="1687709" y="2058881"/>
            <a:ext cx="3467556" cy="830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0" tIns="45705" rIns="91410" bIns="45705" rtlCol="0">
            <a:spAutoFit/>
          </a:bodyPr>
          <a:lstStyle/>
          <a:p>
            <a:pPr algn="ctr"/>
            <a:r>
              <a:rPr lang="en-US" sz="4800" b="1" dirty="0">
                <a:solidFill>
                  <a:srgbClr val="135F8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TOÁN HỌC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67544" y="4114018"/>
            <a:ext cx="13632086" cy="8332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5" rIns="91410" bIns="45705" rtlCol="0" anchor="ctr"/>
          <a:lstStyle/>
          <a:p>
            <a:pPr algn="ctr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56" name="Group 60"/>
          <p:cNvGrpSpPr/>
          <p:nvPr/>
        </p:nvGrpSpPr>
        <p:grpSpPr>
          <a:xfrm>
            <a:off x="1447797" y="6663081"/>
            <a:ext cx="6994961" cy="907184"/>
            <a:chOff x="7459670" y="7086600"/>
            <a:chExt cx="6995772" cy="907289"/>
          </a:xfrm>
        </p:grpSpPr>
        <p:sp>
          <p:nvSpPr>
            <p:cNvPr id="57" name="Rectangle 56"/>
            <p:cNvSpPr/>
            <p:nvPr/>
          </p:nvSpPr>
          <p:spPr>
            <a:xfrm>
              <a:off x="9092456" y="7178187"/>
              <a:ext cx="5362986" cy="81570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 sz="4700" b="1">
                  <a:solidFill>
                    <a:schemeClr val="accent2">
                      <a:lumMod val="7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HÀM SỐ BẬC HAI</a:t>
              </a:r>
              <a:endParaRPr lang="en-US" sz="4700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58" name="Group 26"/>
            <p:cNvGrpSpPr/>
            <p:nvPr/>
          </p:nvGrpSpPr>
          <p:grpSpPr>
            <a:xfrm>
              <a:off x="7459670" y="7086600"/>
              <a:ext cx="1392615" cy="872846"/>
              <a:chOff x="7459669" y="7543800"/>
              <a:chExt cx="1381118" cy="872846"/>
            </a:xfrm>
          </p:grpSpPr>
          <p:sp>
            <p:nvSpPr>
              <p:cNvPr id="59" name="Isosceles Triangle 44"/>
              <p:cNvSpPr/>
              <p:nvPr/>
            </p:nvSpPr>
            <p:spPr>
              <a:xfrm rot="16200000">
                <a:off x="7469936" y="7533533"/>
                <a:ext cx="143688" cy="164221"/>
              </a:xfrm>
              <a:custGeom>
                <a:avLst/>
                <a:gdLst>
                  <a:gd name="connsiteX0" fmla="*/ 0 w 293725"/>
                  <a:gd name="connsiteY0" fmla="*/ 164224 h 164224"/>
                  <a:gd name="connsiteX1" fmla="*/ 146863 w 293725"/>
                  <a:gd name="connsiteY1" fmla="*/ 0 h 164224"/>
                  <a:gd name="connsiteX2" fmla="*/ 293725 w 293725"/>
                  <a:gd name="connsiteY2" fmla="*/ 164224 h 164224"/>
                  <a:gd name="connsiteX3" fmla="*/ 0 w 293725"/>
                  <a:gd name="connsiteY3" fmla="*/ 164224 h 164224"/>
                  <a:gd name="connsiteX0" fmla="*/ 2363 w 296088"/>
                  <a:gd name="connsiteY0" fmla="*/ 164221 h 164221"/>
                  <a:gd name="connsiteX1" fmla="*/ 0 w 296088"/>
                  <a:gd name="connsiteY1" fmla="*/ 0 h 164221"/>
                  <a:gd name="connsiteX2" fmla="*/ 296088 w 296088"/>
                  <a:gd name="connsiteY2" fmla="*/ 164221 h 164221"/>
                  <a:gd name="connsiteX3" fmla="*/ 2363 w 296088"/>
                  <a:gd name="connsiteY3" fmla="*/ 164221 h 16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6088" h="164221">
                    <a:moveTo>
                      <a:pt x="2363" y="164221"/>
                    </a:moveTo>
                    <a:cubicBezTo>
                      <a:pt x="1575" y="109481"/>
                      <a:pt x="788" y="54740"/>
                      <a:pt x="0" y="0"/>
                    </a:cubicBezTo>
                    <a:lnTo>
                      <a:pt x="296088" y="164221"/>
                    </a:lnTo>
                    <a:lnTo>
                      <a:pt x="2363" y="164221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>
                  <a:solidFill>
                    <a:prstClr val="whit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grpSp>
            <p:nvGrpSpPr>
              <p:cNvPr id="60" name="Group 28"/>
              <p:cNvGrpSpPr/>
              <p:nvPr/>
            </p:nvGrpSpPr>
            <p:grpSpPr>
              <a:xfrm>
                <a:off x="7469187" y="7685126"/>
                <a:ext cx="1371600" cy="731520"/>
                <a:chOff x="7469187" y="7685126"/>
                <a:chExt cx="1371600" cy="731520"/>
              </a:xfrm>
            </p:grpSpPr>
            <p:sp>
              <p:nvSpPr>
                <p:cNvPr id="61" name="Round Same Side Corner Rectangle 60"/>
                <p:cNvSpPr/>
                <p:nvPr/>
              </p:nvSpPr>
              <p:spPr>
                <a:xfrm rot="5400000">
                  <a:off x="7789227" y="7365086"/>
                  <a:ext cx="731520" cy="1371600"/>
                </a:xfrm>
                <a:prstGeom prst="round2SameRect">
                  <a:avLst/>
                </a:prstGeom>
                <a:solidFill>
                  <a:srgbClr val="135F82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>
                    <a:solidFill>
                      <a:prstClr val="white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62" name="TextBox 61"/>
                <p:cNvSpPr txBox="1"/>
                <p:nvPr/>
              </p:nvSpPr>
              <p:spPr>
                <a:xfrm>
                  <a:off x="7913149" y="7688759"/>
                  <a:ext cx="429556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4000" b="1" dirty="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I</a:t>
                  </a:r>
                </a:p>
              </p:txBody>
            </p:sp>
          </p:grpSp>
        </p:grpSp>
      </p:grpSp>
      <p:grpSp>
        <p:nvGrpSpPr>
          <p:cNvPr id="63" name="Group 67"/>
          <p:cNvGrpSpPr/>
          <p:nvPr/>
        </p:nvGrpSpPr>
        <p:grpSpPr>
          <a:xfrm>
            <a:off x="1447797" y="8181151"/>
            <a:ext cx="8995512" cy="929775"/>
            <a:chOff x="7459670" y="8524495"/>
            <a:chExt cx="8996551" cy="929882"/>
          </a:xfrm>
        </p:grpSpPr>
        <p:sp>
          <p:nvSpPr>
            <p:cNvPr id="75" name="Rectangle 74"/>
            <p:cNvSpPr/>
            <p:nvPr/>
          </p:nvSpPr>
          <p:spPr>
            <a:xfrm>
              <a:off x="9092456" y="8638675"/>
              <a:ext cx="7363765" cy="81570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None/>
                <a:defRPr/>
              </a:pPr>
              <a:r>
                <a:rPr lang="en-US" sz="4700" b="1" spc="-150">
                  <a:solidFill>
                    <a:schemeClr val="accent2">
                      <a:lumMod val="7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ĐỒ THỊ HÀM SỐ BẬC HAI</a:t>
              </a:r>
              <a:endParaRPr lang="en-US" sz="4700" b="1" spc="-150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76" name="Group 32"/>
            <p:cNvGrpSpPr/>
            <p:nvPr/>
          </p:nvGrpSpPr>
          <p:grpSpPr>
            <a:xfrm>
              <a:off x="7459670" y="8524495"/>
              <a:ext cx="1392615" cy="872846"/>
              <a:chOff x="7459669" y="7543800"/>
              <a:chExt cx="1381118" cy="872846"/>
            </a:xfrm>
          </p:grpSpPr>
          <p:sp>
            <p:nvSpPr>
              <p:cNvPr id="77" name="Isosceles Triangle 44"/>
              <p:cNvSpPr/>
              <p:nvPr/>
            </p:nvSpPr>
            <p:spPr>
              <a:xfrm rot="16200000">
                <a:off x="7469936" y="7533533"/>
                <a:ext cx="143688" cy="164221"/>
              </a:xfrm>
              <a:custGeom>
                <a:avLst/>
                <a:gdLst>
                  <a:gd name="connsiteX0" fmla="*/ 0 w 293725"/>
                  <a:gd name="connsiteY0" fmla="*/ 164224 h 164224"/>
                  <a:gd name="connsiteX1" fmla="*/ 146863 w 293725"/>
                  <a:gd name="connsiteY1" fmla="*/ 0 h 164224"/>
                  <a:gd name="connsiteX2" fmla="*/ 293725 w 293725"/>
                  <a:gd name="connsiteY2" fmla="*/ 164224 h 164224"/>
                  <a:gd name="connsiteX3" fmla="*/ 0 w 293725"/>
                  <a:gd name="connsiteY3" fmla="*/ 164224 h 164224"/>
                  <a:gd name="connsiteX0" fmla="*/ 2363 w 296088"/>
                  <a:gd name="connsiteY0" fmla="*/ 164221 h 164221"/>
                  <a:gd name="connsiteX1" fmla="*/ 0 w 296088"/>
                  <a:gd name="connsiteY1" fmla="*/ 0 h 164221"/>
                  <a:gd name="connsiteX2" fmla="*/ 296088 w 296088"/>
                  <a:gd name="connsiteY2" fmla="*/ 164221 h 164221"/>
                  <a:gd name="connsiteX3" fmla="*/ 2363 w 296088"/>
                  <a:gd name="connsiteY3" fmla="*/ 164221 h 16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6088" h="164221">
                    <a:moveTo>
                      <a:pt x="2363" y="164221"/>
                    </a:moveTo>
                    <a:cubicBezTo>
                      <a:pt x="1575" y="109481"/>
                      <a:pt x="788" y="54740"/>
                      <a:pt x="0" y="0"/>
                    </a:cubicBezTo>
                    <a:lnTo>
                      <a:pt x="296088" y="164221"/>
                    </a:lnTo>
                    <a:lnTo>
                      <a:pt x="2363" y="164221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>
                  <a:solidFill>
                    <a:prstClr val="whit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grpSp>
            <p:nvGrpSpPr>
              <p:cNvPr id="78" name="Group 41"/>
              <p:cNvGrpSpPr/>
              <p:nvPr/>
            </p:nvGrpSpPr>
            <p:grpSpPr>
              <a:xfrm>
                <a:off x="7469187" y="7685126"/>
                <a:ext cx="1371600" cy="731520"/>
                <a:chOff x="7469187" y="7685126"/>
                <a:chExt cx="1371600" cy="731520"/>
              </a:xfrm>
            </p:grpSpPr>
            <p:sp>
              <p:nvSpPr>
                <p:cNvPr id="79" name="Round Same Side Corner Rectangle 78"/>
                <p:cNvSpPr/>
                <p:nvPr/>
              </p:nvSpPr>
              <p:spPr>
                <a:xfrm rot="5400000">
                  <a:off x="7789227" y="7365086"/>
                  <a:ext cx="731520" cy="1371600"/>
                </a:xfrm>
                <a:prstGeom prst="round2SameRect">
                  <a:avLst/>
                </a:prstGeom>
                <a:solidFill>
                  <a:srgbClr val="135F82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>
                    <a:solidFill>
                      <a:prstClr val="white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80" name="TextBox 79"/>
                <p:cNvSpPr txBox="1"/>
                <p:nvPr/>
              </p:nvSpPr>
              <p:spPr>
                <a:xfrm>
                  <a:off x="7761991" y="7688759"/>
                  <a:ext cx="675970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4000" b="1" dirty="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II</a:t>
                  </a:r>
                </a:p>
              </p:txBody>
            </p:sp>
          </p:grpSp>
        </p:grpSp>
      </p:grpSp>
      <p:grpSp>
        <p:nvGrpSpPr>
          <p:cNvPr id="47" name="Group 67"/>
          <p:cNvGrpSpPr/>
          <p:nvPr/>
        </p:nvGrpSpPr>
        <p:grpSpPr>
          <a:xfrm>
            <a:off x="1468728" y="9711081"/>
            <a:ext cx="5012732" cy="956919"/>
            <a:chOff x="7459670" y="8524495"/>
            <a:chExt cx="6481050" cy="957029"/>
          </a:xfrm>
        </p:grpSpPr>
        <p:sp>
          <p:nvSpPr>
            <p:cNvPr id="48" name="Rectangle 47"/>
            <p:cNvSpPr/>
            <p:nvPr/>
          </p:nvSpPr>
          <p:spPr>
            <a:xfrm>
              <a:off x="9529917" y="8665822"/>
              <a:ext cx="4410803" cy="81570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None/>
                <a:defRPr/>
              </a:pPr>
              <a:r>
                <a:rPr lang="en-US" sz="4700" b="1" spc="-150">
                  <a:solidFill>
                    <a:schemeClr val="accent2">
                      <a:lumMod val="7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ỨNG DỤNG</a:t>
              </a:r>
              <a:endParaRPr lang="en-US" sz="4700" b="1" spc="-150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49" name="Group 32"/>
            <p:cNvGrpSpPr/>
            <p:nvPr/>
          </p:nvGrpSpPr>
          <p:grpSpPr>
            <a:xfrm>
              <a:off x="7459670" y="8524495"/>
              <a:ext cx="1800329" cy="929883"/>
              <a:chOff x="7459669" y="7543800"/>
              <a:chExt cx="1785466" cy="929883"/>
            </a:xfrm>
          </p:grpSpPr>
          <p:sp>
            <p:nvSpPr>
              <p:cNvPr id="50" name="Isosceles Triangle 44"/>
              <p:cNvSpPr/>
              <p:nvPr/>
            </p:nvSpPr>
            <p:spPr>
              <a:xfrm rot="16200000">
                <a:off x="7469936" y="7533533"/>
                <a:ext cx="143688" cy="164221"/>
              </a:xfrm>
              <a:custGeom>
                <a:avLst/>
                <a:gdLst>
                  <a:gd name="connsiteX0" fmla="*/ 0 w 293725"/>
                  <a:gd name="connsiteY0" fmla="*/ 164224 h 164224"/>
                  <a:gd name="connsiteX1" fmla="*/ 146863 w 293725"/>
                  <a:gd name="connsiteY1" fmla="*/ 0 h 164224"/>
                  <a:gd name="connsiteX2" fmla="*/ 293725 w 293725"/>
                  <a:gd name="connsiteY2" fmla="*/ 164224 h 164224"/>
                  <a:gd name="connsiteX3" fmla="*/ 0 w 293725"/>
                  <a:gd name="connsiteY3" fmla="*/ 164224 h 164224"/>
                  <a:gd name="connsiteX0" fmla="*/ 2363 w 296088"/>
                  <a:gd name="connsiteY0" fmla="*/ 164221 h 164221"/>
                  <a:gd name="connsiteX1" fmla="*/ 0 w 296088"/>
                  <a:gd name="connsiteY1" fmla="*/ 0 h 164221"/>
                  <a:gd name="connsiteX2" fmla="*/ 296088 w 296088"/>
                  <a:gd name="connsiteY2" fmla="*/ 164221 h 164221"/>
                  <a:gd name="connsiteX3" fmla="*/ 2363 w 296088"/>
                  <a:gd name="connsiteY3" fmla="*/ 164221 h 16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6088" h="164221">
                    <a:moveTo>
                      <a:pt x="2363" y="164221"/>
                    </a:moveTo>
                    <a:cubicBezTo>
                      <a:pt x="1575" y="109481"/>
                      <a:pt x="788" y="54740"/>
                      <a:pt x="0" y="0"/>
                    </a:cubicBezTo>
                    <a:lnTo>
                      <a:pt x="296088" y="164221"/>
                    </a:lnTo>
                    <a:lnTo>
                      <a:pt x="2363" y="164221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>
                  <a:solidFill>
                    <a:prstClr val="whit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grpSp>
            <p:nvGrpSpPr>
              <p:cNvPr id="51" name="Group 41"/>
              <p:cNvGrpSpPr/>
              <p:nvPr/>
            </p:nvGrpSpPr>
            <p:grpSpPr>
              <a:xfrm>
                <a:off x="7469189" y="7685126"/>
                <a:ext cx="1775946" cy="788557"/>
                <a:chOff x="7469189" y="7685126"/>
                <a:chExt cx="1775946" cy="788557"/>
              </a:xfrm>
            </p:grpSpPr>
            <p:sp>
              <p:nvSpPr>
                <p:cNvPr id="52" name="Round Same Side Corner Rectangle 51"/>
                <p:cNvSpPr/>
                <p:nvPr/>
              </p:nvSpPr>
              <p:spPr>
                <a:xfrm rot="5400000">
                  <a:off x="7962883" y="7191432"/>
                  <a:ext cx="788557" cy="1775946"/>
                </a:xfrm>
                <a:prstGeom prst="round2SameRect">
                  <a:avLst/>
                </a:prstGeom>
                <a:solidFill>
                  <a:srgbClr val="135F82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>
                    <a:solidFill>
                      <a:prstClr val="white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53" name="TextBox 52"/>
                <p:cNvSpPr txBox="1"/>
                <p:nvPr/>
              </p:nvSpPr>
              <p:spPr>
                <a:xfrm>
                  <a:off x="7878241" y="7688759"/>
                  <a:ext cx="922491" cy="70796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4000" b="1" dirty="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III</a:t>
                  </a:r>
                </a:p>
              </p:txBody>
            </p:sp>
          </p:grpSp>
        </p:grpSp>
      </p:grpSp>
      <p:sp>
        <p:nvSpPr>
          <p:cNvPr id="97" name="Google Shape;123;p14">
            <a:extLst>
              <a:ext uri="{FF2B5EF4-FFF2-40B4-BE49-F238E27FC236}">
                <a16:creationId xmlns:a16="http://schemas.microsoft.com/office/drawing/2014/main" id="{6F2C5CD0-4105-41B5-AFEE-D88C0083FA70}"/>
              </a:ext>
            </a:extLst>
          </p:cNvPr>
          <p:cNvSpPr txBox="1"/>
          <p:nvPr/>
        </p:nvSpPr>
        <p:spPr>
          <a:xfrm>
            <a:off x="2363882" y="2843759"/>
            <a:ext cx="1840975" cy="132339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dirty="0">
                <a:solidFill>
                  <a:schemeClr val="bg1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➉</a:t>
            </a:r>
            <a:endParaRPr sz="8000" b="1" dirty="0">
              <a:solidFill>
                <a:schemeClr val="bg1"/>
              </a:solidFill>
            </a:endParaRP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FC23DE1C-E8E6-4B22-ABFD-8475D2948CC7}"/>
              </a:ext>
            </a:extLst>
          </p:cNvPr>
          <p:cNvGrpSpPr/>
          <p:nvPr/>
        </p:nvGrpSpPr>
        <p:grpSpPr>
          <a:xfrm>
            <a:off x="5486400" y="2133600"/>
            <a:ext cx="13632081" cy="1866040"/>
            <a:chOff x="394026" y="139419"/>
            <a:chExt cx="11228423" cy="1866040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7E2210BF-806D-47DD-8F8D-CCA2DB18527D}"/>
                </a:ext>
              </a:extLst>
            </p:cNvPr>
            <p:cNvGrpSpPr/>
            <p:nvPr/>
          </p:nvGrpSpPr>
          <p:grpSpPr>
            <a:xfrm>
              <a:off x="394026" y="139419"/>
              <a:ext cx="11228423" cy="1866040"/>
              <a:chOff x="814648" y="4231655"/>
              <a:chExt cx="11228423" cy="1866040"/>
            </a:xfrm>
          </p:grpSpPr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5B07DBC7-B832-46CC-9B37-FF5DE842FCE6}"/>
                  </a:ext>
                </a:extLst>
              </p:cNvPr>
              <p:cNvSpPr/>
              <p:nvPr/>
            </p:nvSpPr>
            <p:spPr>
              <a:xfrm>
                <a:off x="870246" y="4231803"/>
                <a:ext cx="11172825" cy="653260"/>
              </a:xfrm>
              <a:prstGeom prst="rect">
                <a:avLst/>
              </a:prstGeom>
              <a:pattFill prst="openDmnd">
                <a:fgClr>
                  <a:srgbClr val="F1FEE8"/>
                </a:fgClr>
                <a:bgClr>
                  <a:schemeClr val="accent6">
                    <a:lumMod val="20000"/>
                    <a:lumOff val="80000"/>
                  </a:schemeClr>
                </a:bgClr>
              </a:pattFill>
              <a:ln>
                <a:noFill/>
              </a:ln>
              <a:effectLst>
                <a:innerShdw blurRad="63500" dist="50800" dir="108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CE15F47A-58E4-4238-B59E-259793E4C47E}"/>
                  </a:ext>
                </a:extLst>
              </p:cNvPr>
              <p:cNvGrpSpPr/>
              <p:nvPr/>
            </p:nvGrpSpPr>
            <p:grpSpPr>
              <a:xfrm>
                <a:off x="814648" y="4231655"/>
                <a:ext cx="2576252" cy="1866040"/>
                <a:chOff x="295100" y="4145454"/>
                <a:chExt cx="2768316" cy="1866040"/>
              </a:xfrm>
            </p:grpSpPr>
            <p:grpSp>
              <p:nvGrpSpPr>
                <p:cNvPr id="116" name="Group 115">
                  <a:extLst>
                    <a:ext uri="{FF2B5EF4-FFF2-40B4-BE49-F238E27FC236}">
                      <a16:creationId xmlns:a16="http://schemas.microsoft.com/office/drawing/2014/main" id="{64640920-8313-4669-A878-379DC6A75A14}"/>
                    </a:ext>
                  </a:extLst>
                </p:cNvPr>
                <p:cNvGrpSpPr/>
                <p:nvPr/>
              </p:nvGrpSpPr>
              <p:grpSpPr>
                <a:xfrm>
                  <a:off x="295100" y="4145454"/>
                  <a:ext cx="2768316" cy="1866040"/>
                  <a:chOff x="295100" y="4145454"/>
                  <a:chExt cx="2768316" cy="1866040"/>
                </a:xfrm>
              </p:grpSpPr>
              <p:sp>
                <p:nvSpPr>
                  <p:cNvPr id="118" name="Freeform: Shape 117">
                    <a:extLst>
                      <a:ext uri="{FF2B5EF4-FFF2-40B4-BE49-F238E27FC236}">
                        <a16:creationId xmlns:a16="http://schemas.microsoft.com/office/drawing/2014/main" id="{6A654E73-6239-468E-8089-307B3F2D407A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46239" y="3694317"/>
                    <a:ext cx="1866039" cy="2768315"/>
                  </a:xfrm>
                  <a:custGeom>
                    <a:avLst/>
                    <a:gdLst>
                      <a:gd name="connsiteX0" fmla="*/ 0 w 2294140"/>
                      <a:gd name="connsiteY0" fmla="*/ 2006314 h 2006314"/>
                      <a:gd name="connsiteX1" fmla="*/ 0 w 2294140"/>
                      <a:gd name="connsiteY1" fmla="*/ 0 h 2006314"/>
                      <a:gd name="connsiteX2" fmla="*/ 10689 w 2294140"/>
                      <a:gd name="connsiteY2" fmla="*/ 9348 h 2006314"/>
                      <a:gd name="connsiteX3" fmla="*/ 35640 w 2294140"/>
                      <a:gd name="connsiteY3" fmla="*/ 123055 h 2006314"/>
                      <a:gd name="connsiteX4" fmla="*/ 2209107 w 2294140"/>
                      <a:gd name="connsiteY4" fmla="*/ 1996789 h 2006314"/>
                      <a:gd name="connsiteX5" fmla="*/ 2278550 w 2294140"/>
                      <a:gd name="connsiteY5" fmla="*/ 1992680 h 2006314"/>
                      <a:gd name="connsiteX6" fmla="*/ 2294140 w 2294140"/>
                      <a:gd name="connsiteY6" fmla="*/ 2006314 h 20063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294140" h="2006314">
                        <a:moveTo>
                          <a:pt x="0" y="2006314"/>
                        </a:moveTo>
                        <a:lnTo>
                          <a:pt x="0" y="0"/>
                        </a:lnTo>
                        <a:lnTo>
                          <a:pt x="10689" y="9348"/>
                        </a:lnTo>
                        <a:lnTo>
                          <a:pt x="35640" y="123055"/>
                        </a:lnTo>
                        <a:cubicBezTo>
                          <a:pt x="323780" y="1208601"/>
                          <a:pt x="1187892" y="1996789"/>
                          <a:pt x="2209107" y="1996789"/>
                        </a:cubicBezTo>
                        <a:lnTo>
                          <a:pt x="2278550" y="1992680"/>
                        </a:lnTo>
                        <a:lnTo>
                          <a:pt x="2294140" y="2006314"/>
                        </a:lnTo>
                        <a:close/>
                      </a:path>
                    </a:pathLst>
                  </a:cu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9" name="Freeform: Shape 118">
                    <a:extLst>
                      <a:ext uri="{FF2B5EF4-FFF2-40B4-BE49-F238E27FC236}">
                        <a16:creationId xmlns:a16="http://schemas.microsoft.com/office/drawing/2014/main" id="{DB85BBD7-FBC9-429E-9CA9-AD7608A793D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38468" y="4211612"/>
                    <a:ext cx="1866037" cy="1733724"/>
                  </a:xfrm>
                  <a:custGeom>
                    <a:avLst/>
                    <a:gdLst>
                      <a:gd name="connsiteX0" fmla="*/ 0 w 2294140"/>
                      <a:gd name="connsiteY0" fmla="*/ 2006314 h 2006314"/>
                      <a:gd name="connsiteX1" fmla="*/ 0 w 2294140"/>
                      <a:gd name="connsiteY1" fmla="*/ 0 h 2006314"/>
                      <a:gd name="connsiteX2" fmla="*/ 10689 w 2294140"/>
                      <a:gd name="connsiteY2" fmla="*/ 9348 h 2006314"/>
                      <a:gd name="connsiteX3" fmla="*/ 35640 w 2294140"/>
                      <a:gd name="connsiteY3" fmla="*/ 123055 h 2006314"/>
                      <a:gd name="connsiteX4" fmla="*/ 2209107 w 2294140"/>
                      <a:gd name="connsiteY4" fmla="*/ 1996789 h 2006314"/>
                      <a:gd name="connsiteX5" fmla="*/ 2278550 w 2294140"/>
                      <a:gd name="connsiteY5" fmla="*/ 1992680 h 2006314"/>
                      <a:gd name="connsiteX6" fmla="*/ 2294140 w 2294140"/>
                      <a:gd name="connsiteY6" fmla="*/ 2006314 h 20063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294140" h="2006314">
                        <a:moveTo>
                          <a:pt x="0" y="2006314"/>
                        </a:moveTo>
                        <a:lnTo>
                          <a:pt x="0" y="0"/>
                        </a:lnTo>
                        <a:lnTo>
                          <a:pt x="10689" y="9348"/>
                        </a:lnTo>
                        <a:lnTo>
                          <a:pt x="35640" y="123055"/>
                        </a:lnTo>
                        <a:cubicBezTo>
                          <a:pt x="323780" y="1208601"/>
                          <a:pt x="1187892" y="1996789"/>
                          <a:pt x="2209107" y="1996789"/>
                        </a:cubicBezTo>
                        <a:lnTo>
                          <a:pt x="2278550" y="1992680"/>
                        </a:lnTo>
                        <a:lnTo>
                          <a:pt x="2294140" y="2006314"/>
                        </a:lnTo>
                        <a:close/>
                      </a:path>
                    </a:pathLst>
                  </a:custGeom>
                  <a:solidFill>
                    <a:schemeClr val="accent4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0" name="Freeform: Shape 119">
                    <a:extLst>
                      <a:ext uri="{FF2B5EF4-FFF2-40B4-BE49-F238E27FC236}">
                        <a16:creationId xmlns:a16="http://schemas.microsoft.com/office/drawing/2014/main" id="{F0A31368-5C47-4C6D-B5EE-598C4C4C4AC1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106" y="4435448"/>
                    <a:ext cx="1866038" cy="1286049"/>
                  </a:xfrm>
                  <a:custGeom>
                    <a:avLst/>
                    <a:gdLst>
                      <a:gd name="connsiteX0" fmla="*/ 0 w 2294140"/>
                      <a:gd name="connsiteY0" fmla="*/ 2006314 h 2006314"/>
                      <a:gd name="connsiteX1" fmla="*/ 0 w 2294140"/>
                      <a:gd name="connsiteY1" fmla="*/ 0 h 2006314"/>
                      <a:gd name="connsiteX2" fmla="*/ 10689 w 2294140"/>
                      <a:gd name="connsiteY2" fmla="*/ 9348 h 2006314"/>
                      <a:gd name="connsiteX3" fmla="*/ 35640 w 2294140"/>
                      <a:gd name="connsiteY3" fmla="*/ 123055 h 2006314"/>
                      <a:gd name="connsiteX4" fmla="*/ 2209107 w 2294140"/>
                      <a:gd name="connsiteY4" fmla="*/ 1996789 h 2006314"/>
                      <a:gd name="connsiteX5" fmla="*/ 2278550 w 2294140"/>
                      <a:gd name="connsiteY5" fmla="*/ 1992680 h 2006314"/>
                      <a:gd name="connsiteX6" fmla="*/ 2294140 w 2294140"/>
                      <a:gd name="connsiteY6" fmla="*/ 2006314 h 20063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294140" h="2006314">
                        <a:moveTo>
                          <a:pt x="0" y="2006314"/>
                        </a:moveTo>
                        <a:lnTo>
                          <a:pt x="0" y="0"/>
                        </a:lnTo>
                        <a:lnTo>
                          <a:pt x="10689" y="9348"/>
                        </a:lnTo>
                        <a:lnTo>
                          <a:pt x="35640" y="123055"/>
                        </a:lnTo>
                        <a:cubicBezTo>
                          <a:pt x="323780" y="1208601"/>
                          <a:pt x="1187892" y="1996789"/>
                          <a:pt x="2209107" y="1996789"/>
                        </a:cubicBezTo>
                        <a:lnTo>
                          <a:pt x="2278550" y="1992680"/>
                        </a:lnTo>
                        <a:lnTo>
                          <a:pt x="2294140" y="2006314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/>
                  </a:p>
                </p:txBody>
              </p:sp>
            </p:grpSp>
            <p:pic>
              <p:nvPicPr>
                <p:cNvPr id="117" name="Picture 116">
                  <a:extLst>
                    <a:ext uri="{FF2B5EF4-FFF2-40B4-BE49-F238E27FC236}">
                      <a16:creationId xmlns:a16="http://schemas.microsoft.com/office/drawing/2014/main" id="{9ED3B5BF-C3BE-4BDD-9382-1805FB1F42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54843" y="4191912"/>
                  <a:ext cx="374013" cy="492528"/>
                </a:xfrm>
                <a:prstGeom prst="rect">
                  <a:avLst/>
                </a:prstGeom>
              </p:spPr>
            </p:pic>
          </p:grpSp>
          <p:sp>
            <p:nvSpPr>
              <p:cNvPr id="112" name="Arrow: Pentagon 111">
                <a:extLst>
                  <a:ext uri="{FF2B5EF4-FFF2-40B4-BE49-F238E27FC236}">
                    <a16:creationId xmlns:a16="http://schemas.microsoft.com/office/drawing/2014/main" id="{1EAE05B5-4025-4CEE-9AC7-1AB6177A996B}"/>
                  </a:ext>
                </a:extLst>
              </p:cNvPr>
              <p:cNvSpPr/>
              <p:nvPr/>
            </p:nvSpPr>
            <p:spPr>
              <a:xfrm>
                <a:off x="2334001" y="4821034"/>
                <a:ext cx="6889769" cy="707886"/>
              </a:xfrm>
              <a:prstGeom prst="homePlate">
                <a:avLst>
                  <a:gd name="adj" fmla="val 32355"/>
                </a:avLst>
              </a:prstGeom>
              <a:solidFill>
                <a:srgbClr val="F1FEE8">
                  <a:alpha val="26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06" name="Picture 105">
              <a:extLst>
                <a:ext uri="{FF2B5EF4-FFF2-40B4-BE49-F238E27FC236}">
                  <a16:creationId xmlns:a16="http://schemas.microsoft.com/office/drawing/2014/main" id="{707D7BD0-AB45-4AE3-B10E-5F71423C66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004501" y="196907"/>
              <a:ext cx="545403" cy="481498"/>
            </a:xfrm>
            <a:prstGeom prst="rect">
              <a:avLst/>
            </a:prstGeom>
          </p:spPr>
        </p:pic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5DA27644-2C46-47CA-A457-16B35E614217}"/>
              </a:ext>
            </a:extLst>
          </p:cNvPr>
          <p:cNvSpPr txBox="1"/>
          <p:nvPr/>
        </p:nvSpPr>
        <p:spPr>
          <a:xfrm>
            <a:off x="7620000" y="2110026"/>
            <a:ext cx="1119181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5000" b="1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CHƯƠNG I</a:t>
            </a:r>
            <a:r>
              <a:rPr lang="en-US" sz="5000" b="1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</a:t>
            </a:r>
            <a:r>
              <a:rPr lang="vi-VN" sz="5000" b="1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sz="5000" b="1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HÀM SỐ VÀ ĐỒ THỊ</a:t>
            </a:r>
            <a:endParaRPr lang="vi-VN" sz="5000" b="1" dirty="0">
              <a:solidFill>
                <a:schemeClr val="accent2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E73C3B9-CB6E-40D1-BD0C-8D41D4A912E7}"/>
              </a:ext>
            </a:extLst>
          </p:cNvPr>
          <p:cNvSpPr/>
          <p:nvPr/>
        </p:nvSpPr>
        <p:spPr>
          <a:xfrm>
            <a:off x="5867400" y="3430864"/>
            <a:ext cx="13944600" cy="209891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5000" b="1">
                <a:solidFill>
                  <a:srgbClr val="D6009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§2. HÀM SỐ BẬC HAI</a:t>
            </a:r>
          </a:p>
          <a:p>
            <a:pPr algn="ctr">
              <a:lnSpc>
                <a:spcPct val="150000"/>
              </a:lnSpc>
            </a:pPr>
            <a:r>
              <a:rPr lang="en-US" sz="5000" b="1">
                <a:solidFill>
                  <a:srgbClr val="D6009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ĐỒ THỊ HÀM SỐ BẬC HAI VÀ ỨNG DỤNG</a:t>
            </a:r>
            <a:endParaRPr lang="en-US" sz="5000"/>
          </a:p>
        </p:txBody>
      </p:sp>
    </p:spTree>
    <p:extLst>
      <p:ext uri="{BB962C8B-B14F-4D97-AF65-F5344CB8AC3E}">
        <p14:creationId xmlns:p14="http://schemas.microsoft.com/office/powerpoint/2010/main" val="2218425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69" descr="Description: Description: https://diendantoanhoc.net/uploads/monthly_01_2016/post-88918-0-32945200-1452453919.jpg">
            <a:extLst>
              <a:ext uri="{FF2B5EF4-FFF2-40B4-BE49-F238E27FC236}">
                <a16:creationId xmlns:a16="http://schemas.microsoft.com/office/drawing/2014/main" id="{26533AEE-1A6F-4CC5-9839-49873134841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886709"/>
            <a:ext cx="10668000" cy="83058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D9715E-897E-41E3-9459-DB48BB31E6D0}"/>
              </a:ext>
            </a:extLst>
          </p:cNvPr>
          <p:cNvSpPr/>
          <p:nvPr/>
        </p:nvSpPr>
        <p:spPr>
          <a:xfrm>
            <a:off x="3657600" y="11606639"/>
            <a:ext cx="70866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4400" b="1">
                <a:latin typeface="Times New Roman" panose="02020603050405020304" pitchFamily="18" charset="0"/>
                <a:ea typeface="Times New Roman" panose="02020603050405020304" pitchFamily="18" charset="0"/>
              </a:rPr>
              <a:t>Cổng hình vòm ở Mỹ</a:t>
            </a:r>
            <a:endParaRPr lang="en-US" b="1"/>
          </a:p>
        </p:txBody>
      </p:sp>
      <p:pic>
        <p:nvPicPr>
          <p:cNvPr id="5" name="Picture 4" descr="Description: Description: Những công trình biểu tượng của các trường danh tiếng Thủ đô">
            <a:extLst>
              <a:ext uri="{FF2B5EF4-FFF2-40B4-BE49-F238E27FC236}">
                <a16:creationId xmlns:a16="http://schemas.microsoft.com/office/drawing/2014/main" id="{E62BAC6D-3266-44B9-A0CF-F52EF454517F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2600" y="2886709"/>
            <a:ext cx="10058400" cy="830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EBABDB5-1EC9-4D0E-A161-9464A499F85C}"/>
              </a:ext>
            </a:extLst>
          </p:cNvPr>
          <p:cNvSpPr/>
          <p:nvPr/>
        </p:nvSpPr>
        <p:spPr>
          <a:xfrm>
            <a:off x="13258800" y="11573509"/>
            <a:ext cx="10289996" cy="8470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lnSpc>
                <a:spcPct val="120000"/>
              </a:lnSpc>
              <a:spcAft>
                <a:spcPts val="0"/>
              </a:spcAft>
              <a:buSzPts val="1350"/>
            </a:pPr>
            <a:r>
              <a:rPr lang="en-US" sz="4400" b="1">
                <a:latin typeface="Times New Roman" panose="02020603050405020304" pitchFamily="18" charset="0"/>
                <a:ea typeface="Times New Roman" panose="02020603050405020304" pitchFamily="18" charset="0"/>
              </a:rPr>
              <a:t>Cổng trường Đại học Bách Khoa Hà Nội</a:t>
            </a:r>
            <a:endParaRPr lang="en-US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33854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escription: Description: cau-vuot-3-tang-da-nang-1">
            <a:extLst>
              <a:ext uri="{FF2B5EF4-FFF2-40B4-BE49-F238E27FC236}">
                <a16:creationId xmlns:a16="http://schemas.microsoft.com/office/drawing/2014/main" id="{524FA4CE-DED6-417C-A8FF-97FEDB5EA18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514600"/>
            <a:ext cx="9906000" cy="708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4C15F1-AD80-4309-BEEC-B014B0F33433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06400" y="2514600"/>
            <a:ext cx="9906000" cy="70866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7FDBE6B-B7D7-49F9-902C-28F52722163F}"/>
              </a:ext>
            </a:extLst>
          </p:cNvPr>
          <p:cNvSpPr/>
          <p:nvPr/>
        </p:nvSpPr>
        <p:spPr>
          <a:xfrm>
            <a:off x="16002000" y="10777854"/>
            <a:ext cx="4355680" cy="8470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lnSpc>
                <a:spcPct val="120000"/>
              </a:lnSpc>
              <a:spcAft>
                <a:spcPts val="0"/>
              </a:spcAft>
              <a:buSzPts val="1350"/>
            </a:pPr>
            <a:r>
              <a:rPr lang="en-US" sz="4400" b="1">
                <a:latin typeface="Times New Roman" panose="02020603050405020304" pitchFamily="18" charset="0"/>
                <a:ea typeface="Arial" panose="020B0604020202020204" pitchFamily="34" charset="0"/>
              </a:rPr>
              <a:t>Cầu cảng Sydney</a:t>
            </a:r>
            <a:endParaRPr lang="en-US" b="1">
              <a:effectLst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5D1243-727D-4803-8BA7-8E3D00E67A7F}"/>
              </a:ext>
            </a:extLst>
          </p:cNvPr>
          <p:cNvSpPr/>
          <p:nvPr/>
        </p:nvSpPr>
        <p:spPr>
          <a:xfrm>
            <a:off x="965397" y="10777853"/>
            <a:ext cx="11988603" cy="8470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lnSpc>
                <a:spcPct val="120000"/>
              </a:lnSpc>
              <a:spcAft>
                <a:spcPts val="0"/>
              </a:spcAft>
              <a:buSzPts val="1350"/>
            </a:pPr>
            <a:r>
              <a:rPr lang="en-US" sz="4400" b="1">
                <a:latin typeface="Times New Roman" panose="02020603050405020304" pitchFamily="18" charset="0"/>
                <a:ea typeface="Times New Roman" panose="02020603050405020304" pitchFamily="18" charset="0"/>
              </a:rPr>
              <a:t>Cầu vượt 3 tầng nằm tại phía Tây Bắc Đà Nẵng</a:t>
            </a:r>
            <a:endParaRPr lang="en-US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86013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155121-5BE8-4931-9160-65B012EC269D}"/>
              </a:ext>
            </a:extLst>
          </p:cNvPr>
          <p:cNvSpPr txBox="1"/>
          <p:nvPr/>
        </p:nvSpPr>
        <p:spPr>
          <a:xfrm>
            <a:off x="6858000" y="2133600"/>
            <a:ext cx="10744200" cy="76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 số parabol vẽ đ</a:t>
            </a:r>
            <a:r>
              <a:rPr lang="vi-VN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ư</a:t>
            </a:r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ợc vẽ bằng Geogebra</a:t>
            </a:r>
          </a:p>
        </p:txBody>
      </p:sp>
      <p:pic>
        <p:nvPicPr>
          <p:cNvPr id="9" name="Picture 8" descr="Chart, line chart&#10;&#10;Description automatically generated">
            <a:extLst>
              <a:ext uri="{FF2B5EF4-FFF2-40B4-BE49-F238E27FC236}">
                <a16:creationId xmlns:a16="http://schemas.microsoft.com/office/drawing/2014/main" id="{C605438C-C126-4ED3-BA6E-C80E48AFB7EB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834764"/>
            <a:ext cx="10287000" cy="8433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Chart, line chart&#10;&#10;Description automatically generated">
            <a:extLst>
              <a:ext uri="{FF2B5EF4-FFF2-40B4-BE49-F238E27FC236}">
                <a16:creationId xmlns:a16="http://schemas.microsoft.com/office/drawing/2014/main" id="{0643CFC6-C9CA-4F1A-8AA4-186A9DDA9D7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0" y="3838077"/>
            <a:ext cx="9905998" cy="84301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11809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155121-5BE8-4931-9160-65B012EC269D}"/>
              </a:ext>
            </a:extLst>
          </p:cNvPr>
          <p:cNvSpPr txBox="1"/>
          <p:nvPr/>
        </p:nvSpPr>
        <p:spPr>
          <a:xfrm>
            <a:off x="4191000" y="12778026"/>
            <a:ext cx="5486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Cầu cảng Sydney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C5B352-32CA-40D5-8A9F-334123A81307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509" y="3824048"/>
            <a:ext cx="12573000" cy="8610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6451A42-BFBA-4FE4-A9EF-6232E0D8E2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8410651"/>
              </p:ext>
            </p:extLst>
          </p:nvPr>
        </p:nvGraphicFramePr>
        <p:xfrm>
          <a:off x="0" y="812630"/>
          <a:ext cx="194945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4" name="Equation" r:id="rId5" imgW="1943100" imgH="228600" progId="Equation.DSMT4">
                  <p:embed/>
                </p:oleObj>
              </mc:Choice>
              <mc:Fallback>
                <p:oleObj name="Equation" r:id="rId5" imgW="1943100" imgH="22860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36451A42-BFBA-4FE4-A9EF-6232E0D8E2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812630"/>
                        <a:ext cx="194945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3">
            <a:extLst>
              <a:ext uri="{FF2B5EF4-FFF2-40B4-BE49-F238E27FC236}">
                <a16:creationId xmlns:a16="http://schemas.microsoft.com/office/drawing/2014/main" id="{9C5D848A-1B73-4225-9CEB-3D36D8F72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6663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A4260CF2-A497-45D4-9284-5A6E35F086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6404143"/>
              </p:ext>
            </p:extLst>
          </p:nvPr>
        </p:nvGraphicFramePr>
        <p:xfrm>
          <a:off x="14020800" y="10264621"/>
          <a:ext cx="8636000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5" name="Equation" r:id="rId7" imgW="9626400" imgH="927000" progId="Equation.DSMT4">
                  <p:embed/>
                </p:oleObj>
              </mc:Choice>
              <mc:Fallback>
                <p:oleObj name="Equation" r:id="rId7" imgW="9626400" imgH="92700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A4260CF2-A497-45D4-9284-5A6E35F086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20800" y="10264621"/>
                        <a:ext cx="8636000" cy="9191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107A65D7-5858-47CA-BD50-534B6E103383}"/>
              </a:ext>
            </a:extLst>
          </p:cNvPr>
          <p:cNvSpPr/>
          <p:nvPr/>
        </p:nvSpPr>
        <p:spPr>
          <a:xfrm>
            <a:off x="13393482" y="3290787"/>
            <a:ext cx="9199954" cy="27143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6000">
                <a:latin typeface="Times New Roman" panose="02020603050405020304" pitchFamily="18" charset="0"/>
                <a:ea typeface="Tahoma" panose="020B0604030504040204" pitchFamily="34" charset="0"/>
              </a:rPr>
              <a:t>Lấy 1 điểm thuộc vòng cung </a:t>
            </a:r>
          </a:p>
          <a:p>
            <a:pPr>
              <a:lnSpc>
                <a:spcPct val="150000"/>
              </a:lnSpc>
            </a:pPr>
            <a:r>
              <a:rPr lang="en-US" sz="6000">
                <a:latin typeface="Times New Roman" panose="02020603050405020304" pitchFamily="18" charset="0"/>
                <a:ea typeface="Tahoma" panose="020B0604030504040204" pitchFamily="34" charset="0"/>
              </a:rPr>
              <a:t>thành cầu</a:t>
            </a:r>
            <a:endParaRPr lang="en-US" sz="60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A7BE70-B75A-4488-91A5-27C960CAABD0}"/>
              </a:ext>
            </a:extLst>
          </p:cNvPr>
          <p:cNvSpPr/>
          <p:nvPr/>
        </p:nvSpPr>
        <p:spPr>
          <a:xfrm>
            <a:off x="13426612" y="6731167"/>
            <a:ext cx="9456435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0">
                <a:latin typeface="Times New Roman" panose="02020603050405020304" pitchFamily="18" charset="0"/>
              </a:rPr>
              <a:t>Gs điểm có độ cao </a:t>
            </a:r>
            <a:r>
              <a:rPr lang="en-US" sz="6000" i="1">
                <a:latin typeface="Times New Roman" panose="02020603050405020304" pitchFamily="18" charset="0"/>
              </a:rPr>
              <a:t>y</a:t>
            </a:r>
            <a:r>
              <a:rPr lang="en-US" sz="6000">
                <a:latin typeface="Times New Roman" panose="02020603050405020304" pitchFamily="18" charset="0"/>
              </a:rPr>
              <a:t>, độ dài </a:t>
            </a:r>
            <a:r>
              <a:rPr lang="en-US" sz="6000" i="1">
                <a:latin typeface="Times New Roman" panose="02020603050405020304" pitchFamily="18" charset="0"/>
              </a:rPr>
              <a:t>x</a:t>
            </a:r>
            <a:r>
              <a:rPr lang="en-US" sz="6000">
                <a:latin typeface="Times New Roman" panose="02020603050405020304" pitchFamily="18" charset="0"/>
              </a:rPr>
              <a:t> </a:t>
            </a:r>
            <a:endParaRPr lang="en-US" sz="60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B6E104-4A45-49C5-B76D-08F57E8B8DC2}"/>
              </a:ext>
            </a:extLst>
          </p:cNvPr>
          <p:cNvSpPr/>
          <p:nvPr/>
        </p:nvSpPr>
        <p:spPr>
          <a:xfrm>
            <a:off x="13449803" y="8559967"/>
            <a:ext cx="1064481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0">
                <a:latin typeface="Times New Roman" panose="02020603050405020304" pitchFamily="18" charset="0"/>
              </a:rPr>
              <a:t>Ng</a:t>
            </a:r>
            <a:r>
              <a:rPr lang="vi-VN" sz="6000">
                <a:latin typeface="Times New Roman" panose="02020603050405020304" pitchFamily="18" charset="0"/>
              </a:rPr>
              <a:t>ư</a:t>
            </a:r>
            <a:r>
              <a:rPr lang="en-US" sz="6000">
                <a:latin typeface="Times New Roman" panose="02020603050405020304" pitchFamily="18" charset="0"/>
              </a:rPr>
              <a:t>ời ta biểu thị đ</a:t>
            </a:r>
            <a:r>
              <a:rPr lang="vi-VN" sz="6000">
                <a:latin typeface="Times New Roman" panose="02020603050405020304" pitchFamily="18" charset="0"/>
              </a:rPr>
              <a:t>ư</a:t>
            </a:r>
            <a:r>
              <a:rPr lang="en-US" sz="6000">
                <a:latin typeface="Times New Roman" panose="02020603050405020304" pitchFamily="18" charset="0"/>
              </a:rPr>
              <a:t>ợc </a:t>
            </a:r>
            <a:r>
              <a:rPr lang="en-US" sz="6000" i="1">
                <a:latin typeface="Times New Roman" panose="02020603050405020304" pitchFamily="18" charset="0"/>
              </a:rPr>
              <a:t>y</a:t>
            </a:r>
            <a:r>
              <a:rPr lang="en-US" sz="6000">
                <a:latin typeface="Times New Roman" panose="02020603050405020304" pitchFamily="18" charset="0"/>
              </a:rPr>
              <a:t> theo </a:t>
            </a:r>
            <a:r>
              <a:rPr lang="en-US" sz="6000" i="1">
                <a:latin typeface="Times New Roman" panose="02020603050405020304" pitchFamily="18" charset="0"/>
              </a:rPr>
              <a:t>x </a:t>
            </a:r>
            <a:r>
              <a:rPr lang="en-US" sz="6000">
                <a:latin typeface="Times New Roman" panose="02020603050405020304" pitchFamily="18" charset="0"/>
              </a:rPr>
              <a:t>:</a:t>
            </a:r>
            <a:endParaRPr lang="en-US" sz="60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EE3428-F675-481F-8821-6E7773ECB7D4}"/>
              </a:ext>
            </a:extLst>
          </p:cNvPr>
          <p:cNvSpPr txBox="1"/>
          <p:nvPr/>
        </p:nvSpPr>
        <p:spPr>
          <a:xfrm>
            <a:off x="762000" y="2308494"/>
            <a:ext cx="450764" cy="7540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37C112-C014-41F1-8890-B7AAC2456B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200" y="1524338"/>
            <a:ext cx="7010400" cy="1767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969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6451A42-BFBA-4FE4-A9EF-6232E0D8E2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457200"/>
          <a:ext cx="194945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7" name="Equation" r:id="rId4" imgW="1943100" imgH="228600" progId="Equation.DSMT4">
                  <p:embed/>
                </p:oleObj>
              </mc:Choice>
              <mc:Fallback>
                <p:oleObj name="Equation" r:id="rId4" imgW="1943100" imgH="22860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36451A42-BFBA-4FE4-A9EF-6232E0D8E2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57200"/>
                        <a:ext cx="194945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3">
            <a:extLst>
              <a:ext uri="{FF2B5EF4-FFF2-40B4-BE49-F238E27FC236}">
                <a16:creationId xmlns:a16="http://schemas.microsoft.com/office/drawing/2014/main" id="{9C5D848A-1B73-4225-9CEB-3D36D8F72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3369"/>
            <a:ext cx="18473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60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EE3428-F675-481F-8821-6E7773ECB7D4}"/>
              </a:ext>
            </a:extLst>
          </p:cNvPr>
          <p:cNvSpPr txBox="1"/>
          <p:nvPr/>
        </p:nvSpPr>
        <p:spPr>
          <a:xfrm>
            <a:off x="762000" y="1953064"/>
            <a:ext cx="55656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I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0A6B437-F72D-4E4A-86C4-D7E5F9F663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1050530"/>
              </p:ext>
            </p:extLst>
          </p:nvPr>
        </p:nvGraphicFramePr>
        <p:xfrm>
          <a:off x="0" y="5207000"/>
          <a:ext cx="17145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8" name="Equation" r:id="rId6" imgW="177569" imgH="202936" progId="Equation.DSMT4">
                  <p:embed/>
                </p:oleObj>
              </mc:Choice>
              <mc:Fallback>
                <p:oleObj name="Equation" r:id="rId6" imgW="177569" imgH="202936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207000"/>
                        <a:ext cx="171450" cy="20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C4317592-EDCF-4CD5-8204-2FFB2CA09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623137"/>
            <a:ext cx="4052713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 hàm số </a:t>
            </a:r>
            <a:endParaRPr kumimoji="0" lang="en-US" altLang="en-US" sz="6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5057D2F9-36E3-4709-897F-0A4FA8E78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5507" y="6069448"/>
            <a:ext cx="22270013" cy="5466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a) </a:t>
            </a:r>
            <a:r>
              <a:rPr kumimoji="0" lang="en-US" altLang="en-US" sz="6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Viết công thức xác định hàm số trên về dạng đa thức theo lũy thừa với số mũ giảm dần của </a:t>
            </a:r>
            <a:r>
              <a:rPr kumimoji="0" lang="en-US" altLang="en-US" sz="6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kumimoji="0" lang="en-US" altLang="en-US" sz="6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kumimoji="0" lang="en-US" altLang="en-US" sz="6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b) Bậc của đa thức trên bằng bao nhiêu?</a:t>
            </a:r>
            <a:endParaRPr kumimoji="0" lang="en-US" altLang="en-US" sz="6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Xác định hệ số của </a:t>
            </a:r>
            <a:endParaRPr kumimoji="0" lang="en-US" altLang="en-US" sz="6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6B0B10BA-AF96-4EEB-9CAA-D125B09C8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6289" y="10499436"/>
            <a:ext cx="5216493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kumimoji="0" lang="en-US" altLang="en-US" sz="6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và hệ số tự do.</a:t>
            </a:r>
            <a:endParaRPr kumimoji="0" lang="en-US" altLang="en-US" sz="6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78B858-B325-4383-BA5E-4E2B57E4FA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1522415"/>
            <a:ext cx="9145853" cy="2614317"/>
          </a:xfrm>
          <a:prstGeom prst="rect">
            <a:avLst/>
          </a:prstGeom>
        </p:spPr>
      </p:pic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7C53C4E0-2D8D-4BBB-A6BF-DA82A817E2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7139068"/>
              </p:ext>
            </p:extLst>
          </p:nvPr>
        </p:nvGraphicFramePr>
        <p:xfrm>
          <a:off x="5105400" y="4499840"/>
          <a:ext cx="127889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9" name="Equation" r:id="rId9" imgW="12788640" imgH="1206360" progId="Equation.DSMT4">
                  <p:embed/>
                </p:oleObj>
              </mc:Choice>
              <mc:Fallback>
                <p:oleObj name="Equation" r:id="rId9" imgW="12788640" imgH="1206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105400" y="4499840"/>
                        <a:ext cx="12788900" cy="1206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32221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4570814-E7D9-45F9-A3D3-292CC50B59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82148" y="5421604"/>
          <a:ext cx="386249" cy="19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23" name="Equation" r:id="rId4" imgW="736600" imgH="203200" progId="Equation.DSMT4">
                  <p:embed/>
                </p:oleObj>
              </mc:Choice>
              <mc:Fallback>
                <p:oleObj name="Equation" r:id="rId4" imgW="736600" imgH="2032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44570814-E7D9-45F9-A3D3-292CC50B59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2148" y="5421604"/>
                        <a:ext cx="386249" cy="1968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48EEE68-B3E8-43DE-ADDC-8F99C127F3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82148" y="5618454"/>
          <a:ext cx="176476" cy="19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24" name="Equation" r:id="rId6" imgW="330057" imgH="203112" progId="Equation.DSMT4">
                  <p:embed/>
                </p:oleObj>
              </mc:Choice>
              <mc:Fallback>
                <p:oleObj name="Equation" r:id="rId6" imgW="330057" imgH="203112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B48EEE68-B3E8-43DE-ADDC-8F99C127F3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2148" y="5618454"/>
                        <a:ext cx="176476" cy="1968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599AD732-21EE-405F-8FB7-C9B27E9D98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533400"/>
          <a:ext cx="374650" cy="19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25" name="Equation" r:id="rId8" imgW="368140" imgH="203112" progId="Equation.DSMT4">
                  <p:embed/>
                </p:oleObj>
              </mc:Choice>
              <mc:Fallback>
                <p:oleObj name="Equation" r:id="rId8" imgW="368140" imgH="203112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599AD732-21EE-405F-8FB7-C9B27E9D98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33400"/>
                        <a:ext cx="374650" cy="196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2">
            <a:extLst>
              <a:ext uri="{FF2B5EF4-FFF2-40B4-BE49-F238E27FC236}">
                <a16:creationId xmlns:a16="http://schemas.microsoft.com/office/drawing/2014/main" id="{4BADC051-C4A9-43E3-B64E-287B2C0F8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416" y="2924283"/>
            <a:ext cx="23277167" cy="1310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6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Hãy chỉ ra một vài đặc điểm chung của biểu thức trên </a:t>
            </a:r>
            <a:r>
              <a:rPr lang="en-US" altLang="en-US" sz="6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 các biểu thức sau:</a:t>
            </a:r>
            <a:endParaRPr kumimoji="0" lang="en-US" altLang="en-US" sz="6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ABBEC2F0-F701-496D-A00F-61B755A2A7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32345" y="5618453"/>
          <a:ext cx="244439" cy="19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26" name="Equation" r:id="rId10" imgW="330057" imgH="203112" progId="Equation.DSMT4">
                  <p:embed/>
                </p:oleObj>
              </mc:Choice>
              <mc:Fallback>
                <p:oleObj name="Equation" r:id="rId10" imgW="330057" imgH="203112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ABBEC2F0-F701-496D-A00F-61B755A2A7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2345" y="5618453"/>
                        <a:ext cx="244439" cy="1968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5">
            <a:extLst>
              <a:ext uri="{FF2B5EF4-FFF2-40B4-BE49-F238E27FC236}">
                <a16:creationId xmlns:a16="http://schemas.microsoft.com/office/drawing/2014/main" id="{DE859F52-ECCB-448C-B433-E8C42B6FC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200"/>
            <a:ext cx="2438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900E3D92-70B5-4AAB-B909-6AE885198D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2203697"/>
              </p:ext>
            </p:extLst>
          </p:nvPr>
        </p:nvGraphicFramePr>
        <p:xfrm>
          <a:off x="9507538" y="4738688"/>
          <a:ext cx="323215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27" name="Equation" r:id="rId12" imgW="3263760" imgH="927000" progId="Equation.DSMT4">
                  <p:embed/>
                </p:oleObj>
              </mc:Choice>
              <mc:Fallback>
                <p:oleObj name="Equation" r:id="rId12" imgW="3263760" imgH="927000" progId="Equation.DSMT4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900E3D92-70B5-4AAB-B909-6AE885198D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07538" y="4738688"/>
                        <a:ext cx="3232150" cy="927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C26ED1D1-5880-4B43-9123-7074857B5E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3283349"/>
              </p:ext>
            </p:extLst>
          </p:nvPr>
        </p:nvGraphicFramePr>
        <p:xfrm>
          <a:off x="9536113" y="6416675"/>
          <a:ext cx="4826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28" name="Equation" r:id="rId14" imgW="4825800" imgH="914400" progId="Equation.DSMT4">
                  <p:embed/>
                </p:oleObj>
              </mc:Choice>
              <mc:Fallback>
                <p:oleObj name="Equation" r:id="rId14" imgW="4825800" imgH="914400" progId="Equation.DSMT4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C26ED1D1-5880-4B43-9123-7074857B5E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536113" y="6416675"/>
                        <a:ext cx="48260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946644F4-5519-4063-AA0A-4AA4337282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4118469"/>
              </p:ext>
            </p:extLst>
          </p:nvPr>
        </p:nvGraphicFramePr>
        <p:xfrm>
          <a:off x="9596438" y="8174038"/>
          <a:ext cx="5384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29" name="Equation" r:id="rId16" imgW="5384520" imgH="914400" progId="Equation.DSMT4">
                  <p:embed/>
                </p:oleObj>
              </mc:Choice>
              <mc:Fallback>
                <p:oleObj name="Equation" r:id="rId16" imgW="5384520" imgH="914400" progId="Equation.DSMT4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946644F4-5519-4063-AA0A-4AA4337282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596438" y="8174038"/>
                        <a:ext cx="53848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A9238D41-2163-4892-B4B8-54D810B523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5377954"/>
              </p:ext>
            </p:extLst>
          </p:nvPr>
        </p:nvGraphicFramePr>
        <p:xfrm>
          <a:off x="9632950" y="10085388"/>
          <a:ext cx="67437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30" name="Equation" r:id="rId18" imgW="6743520" imgH="990360" progId="Equation.DSMT4">
                  <p:embed/>
                </p:oleObj>
              </mc:Choice>
              <mc:Fallback>
                <p:oleObj name="Equation" r:id="rId18" imgW="6743520" imgH="99036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A9238D41-2163-4892-B4B8-54D810B523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9632950" y="10085388"/>
                        <a:ext cx="6743700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683EAEF5-988A-4FC0-9C59-3787BB9758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2615034"/>
              </p:ext>
            </p:extLst>
          </p:nvPr>
        </p:nvGraphicFramePr>
        <p:xfrm>
          <a:off x="5018434" y="11847698"/>
          <a:ext cx="62103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31" name="Equation" r:id="rId20" imgW="6210000" imgH="1193760" progId="Equation.DSMT4">
                  <p:embed/>
                </p:oleObj>
              </mc:Choice>
              <mc:Fallback>
                <p:oleObj name="Equation" r:id="rId20" imgW="6210000" imgH="1193760" progId="Equation.DSMT4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683EAEF5-988A-4FC0-9C59-3787BB9758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018434" y="11847698"/>
                        <a:ext cx="6210300" cy="1193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C31A0B3F-4E15-426E-AB41-01D09E50BE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4730377"/>
              </p:ext>
            </p:extLst>
          </p:nvPr>
        </p:nvGraphicFramePr>
        <p:xfrm>
          <a:off x="11882508" y="12038198"/>
          <a:ext cx="72390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32" name="Equation" r:id="rId22" imgW="7238880" imgH="1002960" progId="Equation.DSMT4">
                  <p:embed/>
                </p:oleObj>
              </mc:Choice>
              <mc:Fallback>
                <p:oleObj name="Equation" r:id="rId22" imgW="7238880" imgH="1002960" progId="Equation.DSMT4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C31A0B3F-4E15-426E-AB41-01D09E50BE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1882508" y="12038198"/>
                        <a:ext cx="7239000" cy="1003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61C0F84D-7715-482D-91F3-567E456262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2313672"/>
              </p:ext>
            </p:extLst>
          </p:nvPr>
        </p:nvGraphicFramePr>
        <p:xfrm>
          <a:off x="5562600" y="1955800"/>
          <a:ext cx="11760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33" name="Equation" r:id="rId24" imgW="11760120" imgH="927000" progId="Equation.DSMT4">
                  <p:embed/>
                </p:oleObj>
              </mc:Choice>
              <mc:Fallback>
                <p:oleObj name="Equation" r:id="rId24" imgW="11760120" imgH="927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562600" y="1955800"/>
                        <a:ext cx="11760200" cy="927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20332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6451A42-BFBA-4FE4-A9EF-6232E0D8E2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457200"/>
          <a:ext cx="194945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6" name="Equation" r:id="rId4" imgW="1943100" imgH="228600" progId="Equation.DSMT4">
                  <p:embed/>
                </p:oleObj>
              </mc:Choice>
              <mc:Fallback>
                <p:oleObj name="Equation" r:id="rId4" imgW="1943100" imgH="22860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36451A42-BFBA-4FE4-A9EF-6232E0D8E2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57200"/>
                        <a:ext cx="194945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3">
            <a:extLst>
              <a:ext uri="{FF2B5EF4-FFF2-40B4-BE49-F238E27FC236}">
                <a16:creationId xmlns:a16="http://schemas.microsoft.com/office/drawing/2014/main" id="{9C5D848A-1B73-4225-9CEB-3D36D8F72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3369"/>
            <a:ext cx="18473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6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ounded Rectangle 71">
            <a:extLst>
              <a:ext uri="{FF2B5EF4-FFF2-40B4-BE49-F238E27FC236}">
                <a16:creationId xmlns:a16="http://schemas.microsoft.com/office/drawing/2014/main" id="{F4B3A831-3256-4648-92DB-C5084CDF1D20}"/>
              </a:ext>
            </a:extLst>
          </p:cNvPr>
          <p:cNvSpPr/>
          <p:nvPr/>
        </p:nvSpPr>
        <p:spPr>
          <a:xfrm>
            <a:off x="325435" y="1944541"/>
            <a:ext cx="1350965" cy="804674"/>
          </a:xfrm>
          <a:prstGeom prst="roundRect">
            <a:avLst/>
          </a:prstGeom>
          <a:solidFill>
            <a:srgbClr val="145F82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EE3428-F675-481F-8821-6E7773ECB7D4}"/>
              </a:ext>
            </a:extLst>
          </p:cNvPr>
          <p:cNvSpPr txBox="1"/>
          <p:nvPr/>
        </p:nvSpPr>
        <p:spPr>
          <a:xfrm>
            <a:off x="762000" y="1845341"/>
            <a:ext cx="48442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>
                <a:solidFill>
                  <a:schemeClr val="bg1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043C14-3267-4022-AA44-D9BEA22E5A48}"/>
              </a:ext>
            </a:extLst>
          </p:cNvPr>
          <p:cNvSpPr txBox="1"/>
          <p:nvPr/>
        </p:nvSpPr>
        <p:spPr>
          <a:xfrm>
            <a:off x="1676400" y="1824117"/>
            <a:ext cx="172831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>
                <a:solidFill>
                  <a:srgbClr val="145F82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Hàm số bậc hai</a:t>
            </a:r>
            <a:endParaRPr lang="en-US" sz="6000" b="1" dirty="0">
              <a:solidFill>
                <a:srgbClr val="145F82"/>
              </a:solidFill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0A6B437-F72D-4E4A-86C4-D7E5F9F6633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0" y="5207000"/>
          <a:ext cx="17145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7" name="Equation" r:id="rId6" imgW="177569" imgH="202936" progId="Equation.DSMT4">
                  <p:embed/>
                </p:oleObj>
              </mc:Choice>
              <mc:Fallback>
                <p:oleObj name="Equation" r:id="rId6" imgW="177569" imgH="202936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80A6B437-F72D-4E4A-86C4-D7E5F9F663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207000"/>
                        <a:ext cx="171450" cy="20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17189EA-0B86-447E-BCF7-A210E0B6542B}"/>
              </a:ext>
            </a:extLst>
          </p:cNvPr>
          <p:cNvSpPr/>
          <p:nvPr/>
        </p:nvSpPr>
        <p:spPr>
          <a:xfrm>
            <a:off x="1445730" y="3352800"/>
            <a:ext cx="21488400" cy="70104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  <a:alpha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75742D05-8629-4BFA-9AC3-A3FC4C0DF0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5334068"/>
              </p:ext>
            </p:extLst>
          </p:nvPr>
        </p:nvGraphicFramePr>
        <p:xfrm>
          <a:off x="9101138" y="5334000"/>
          <a:ext cx="4686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8" name="Equation" r:id="rId8" imgW="4686120" imgH="914400" progId="Equation.DSMT4">
                  <p:embed/>
                </p:oleObj>
              </mc:Choice>
              <mc:Fallback>
                <p:oleObj name="Equation" r:id="rId8" imgW="4686120" imgH="914400" progId="Equation.DSMT4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683EAEF5-988A-4FC0-9C59-3787BB9758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101138" y="5334000"/>
                        <a:ext cx="46863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9AFD4E0-63D6-4859-BE33-AA54A8491D2C}"/>
              </a:ext>
            </a:extLst>
          </p:cNvPr>
          <p:cNvSpPr txBox="1"/>
          <p:nvPr/>
        </p:nvSpPr>
        <p:spPr>
          <a:xfrm>
            <a:off x="2971800" y="3898876"/>
            <a:ext cx="202733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</a:rPr>
              <a:t>Hàm số bậc hai là hàm số đ</a:t>
            </a:r>
            <a:r>
              <a:rPr lang="vi-VN" sz="60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</a:rPr>
              <a:t>ợc cho bằng biểu thức có dạng </a:t>
            </a:r>
          </a:p>
          <a:p>
            <a:endParaRPr lang="en-US" sz="6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CA7227-CE5F-4F67-89C8-092B833A60BB}"/>
              </a:ext>
            </a:extLst>
          </p:cNvPr>
          <p:cNvSpPr txBox="1"/>
          <p:nvPr/>
        </p:nvSpPr>
        <p:spPr>
          <a:xfrm>
            <a:off x="3048000" y="6798821"/>
            <a:ext cx="18592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</a:rPr>
              <a:t>Trong đó a, b, c là những hằng số và a khác 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C965AD-C10B-4E94-B209-8F2902E0F76B}"/>
              </a:ext>
            </a:extLst>
          </p:cNvPr>
          <p:cNvSpPr txBox="1"/>
          <p:nvPr/>
        </p:nvSpPr>
        <p:spPr>
          <a:xfrm>
            <a:off x="3126270" y="8418069"/>
            <a:ext cx="146283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</a:rPr>
              <a:t>Hàm số bậc hai có tập xác định là ℝ</a:t>
            </a:r>
          </a:p>
        </p:txBody>
      </p:sp>
    </p:spTree>
    <p:extLst>
      <p:ext uri="{BB962C8B-B14F-4D97-AF65-F5344CB8AC3E}">
        <p14:creationId xmlns:p14="http://schemas.microsoft.com/office/powerpoint/2010/main" val="1459471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5E08556-AF97-44AF-89A4-35B93E6DAE95}"/>
              </a:ext>
            </a:extLst>
          </p:cNvPr>
          <p:cNvSpPr/>
          <p:nvPr/>
        </p:nvSpPr>
        <p:spPr>
          <a:xfrm>
            <a:off x="13290273" y="9429545"/>
            <a:ext cx="7207527" cy="230525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C7D3234-06D9-4174-94CC-0CDC820D232E}"/>
              </a:ext>
            </a:extLst>
          </p:cNvPr>
          <p:cNvSpPr/>
          <p:nvPr/>
        </p:nvSpPr>
        <p:spPr>
          <a:xfrm>
            <a:off x="3735456" y="9307683"/>
            <a:ext cx="7207527" cy="230525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1785A4C-4E9C-442E-81D5-6F904DDC10FD}"/>
              </a:ext>
            </a:extLst>
          </p:cNvPr>
          <p:cNvSpPr/>
          <p:nvPr/>
        </p:nvSpPr>
        <p:spPr>
          <a:xfrm>
            <a:off x="3735456" y="6261482"/>
            <a:ext cx="7207527" cy="230525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DF67902-3C75-426A-915F-223611B93C7F}"/>
              </a:ext>
            </a:extLst>
          </p:cNvPr>
          <p:cNvSpPr/>
          <p:nvPr/>
        </p:nvSpPr>
        <p:spPr>
          <a:xfrm>
            <a:off x="13260456" y="6261483"/>
            <a:ext cx="7207527" cy="230525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C5D848A-1B73-4225-9CEB-3D36D8F72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8456" y="616707"/>
            <a:ext cx="18473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60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EE3428-F675-481F-8821-6E7773ECB7D4}"/>
              </a:ext>
            </a:extLst>
          </p:cNvPr>
          <p:cNvSpPr txBox="1"/>
          <p:nvPr/>
        </p:nvSpPr>
        <p:spPr>
          <a:xfrm>
            <a:off x="1830456" y="2366402"/>
            <a:ext cx="55656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I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0A6B437-F72D-4E4A-86C4-D7E5F9F663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0159940"/>
              </p:ext>
            </p:extLst>
          </p:nvPr>
        </p:nvGraphicFramePr>
        <p:xfrm>
          <a:off x="1068456" y="5620338"/>
          <a:ext cx="17145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13" name="Equation" r:id="rId4" imgW="177569" imgH="202936" progId="Equation.DSMT4">
                  <p:embed/>
                </p:oleObj>
              </mc:Choice>
              <mc:Fallback>
                <p:oleObj name="Equation" r:id="rId4" imgW="177569" imgH="202936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80A6B437-F72D-4E4A-86C4-D7E5F9F663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8456" y="5620338"/>
                        <a:ext cx="171450" cy="20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9B31BB0-EC4A-4076-A58C-172DD4EEE8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1485458"/>
            <a:ext cx="8801100" cy="223355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8B31E73-1DC3-43C4-9BBD-8C1E477DD3E4}"/>
              </a:ext>
            </a:extLst>
          </p:cNvPr>
          <p:cNvSpPr/>
          <p:nvPr/>
        </p:nvSpPr>
        <p:spPr>
          <a:xfrm>
            <a:off x="4648200" y="4404476"/>
            <a:ext cx="1492427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0" b="1">
                <a:latin typeface="Times New Roman" panose="02020603050405020304" pitchFamily="18" charset="0"/>
                <a:ea typeface="Calibri" panose="020F0502020204030204" pitchFamily="34" charset="0"/>
              </a:rPr>
              <a:t>Hàm số nào dưới đây là một hàm số bậc hai?</a:t>
            </a:r>
            <a:endParaRPr lang="en-US" sz="6000" b="1"/>
          </a:p>
        </p:txBody>
      </p: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5730042F-FA08-4676-B92D-543A4F7617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3280597"/>
              </p:ext>
            </p:extLst>
          </p:nvPr>
        </p:nvGraphicFramePr>
        <p:xfrm>
          <a:off x="5411856" y="7047707"/>
          <a:ext cx="40513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14" name="Equation" r:id="rId7" imgW="4051080" imgH="761760" progId="Equation.DSMT4">
                  <p:embed/>
                </p:oleObj>
              </mc:Choice>
              <mc:Fallback>
                <p:oleObj name="Equation" r:id="rId7" imgW="4051080" imgH="761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11856" y="7047707"/>
                        <a:ext cx="40513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C4A11AE2-A48D-46B0-B3E2-EC6479EDF4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0138928"/>
              </p:ext>
            </p:extLst>
          </p:nvPr>
        </p:nvGraphicFramePr>
        <p:xfrm>
          <a:off x="14124058" y="6577807"/>
          <a:ext cx="5283200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15" name="Equation" r:id="rId9" imgW="5283000" imgH="1701720" progId="Equation.DSMT4">
                  <p:embed/>
                </p:oleObj>
              </mc:Choice>
              <mc:Fallback>
                <p:oleObj name="Equation" r:id="rId9" imgW="5283000" imgH="1701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124058" y="6577807"/>
                        <a:ext cx="5283200" cy="170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1160FEB9-21FE-4088-A267-32DF9C4534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3186656"/>
              </p:ext>
            </p:extLst>
          </p:nvPr>
        </p:nvGraphicFramePr>
        <p:xfrm>
          <a:off x="5411856" y="10201173"/>
          <a:ext cx="25400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16" name="Equation" r:id="rId11" imgW="2539800" imgH="761760" progId="Equation.DSMT4">
                  <p:embed/>
                </p:oleObj>
              </mc:Choice>
              <mc:Fallback>
                <p:oleObj name="Equation" r:id="rId11" imgW="2539800" imgH="761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411856" y="10201173"/>
                        <a:ext cx="25400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0909D06D-A34A-417E-83CE-ABED4DADF7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1092308"/>
              </p:ext>
            </p:extLst>
          </p:nvPr>
        </p:nvGraphicFramePr>
        <p:xfrm>
          <a:off x="14176375" y="10048875"/>
          <a:ext cx="5435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17" name="Equation" r:id="rId13" imgW="5435280" imgH="914400" progId="Equation.DSMT4">
                  <p:embed/>
                </p:oleObj>
              </mc:Choice>
              <mc:Fallback>
                <p:oleObj name="Equation" r:id="rId13" imgW="543528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4176375" y="10048875"/>
                        <a:ext cx="54356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92973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8" grpId="0" animBg="1"/>
      <p:bldP spid="27" grpId="0" animBg="1"/>
      <p:bldP spid="2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2D7D3F1B-7447-422A-8678-6D29CB062F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600"/>
            <a:ext cx="24384000" cy="12344400"/>
          </a:xfrm>
          <a:prstGeom prst="rect">
            <a:avLst/>
          </a:prstGeom>
        </p:spPr>
      </p:pic>
      <p:sp>
        <p:nvSpPr>
          <p:cNvPr id="12" name="Thought Bubble: Cloud 11">
            <a:extLst>
              <a:ext uri="{FF2B5EF4-FFF2-40B4-BE49-F238E27FC236}">
                <a16:creationId xmlns:a16="http://schemas.microsoft.com/office/drawing/2014/main" id="{83CB41B8-EBAB-497C-B013-14787DD54C09}"/>
              </a:ext>
            </a:extLst>
          </p:cNvPr>
          <p:cNvSpPr/>
          <p:nvPr/>
        </p:nvSpPr>
        <p:spPr>
          <a:xfrm>
            <a:off x="2819400" y="3771900"/>
            <a:ext cx="16916400" cy="7543800"/>
          </a:xfrm>
          <a:prstGeom prst="cloudCallout">
            <a:avLst>
              <a:gd name="adj1" fmla="val -64518"/>
              <a:gd name="adj2" fmla="val 68821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02BBF6-0138-4CE6-A524-364F235B6309}"/>
              </a:ext>
            </a:extLst>
          </p:cNvPr>
          <p:cNvSpPr txBox="1"/>
          <p:nvPr/>
        </p:nvSpPr>
        <p:spPr>
          <a:xfrm>
            <a:off x="6019800" y="6096000"/>
            <a:ext cx="109728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>
                <a:latin typeface="Times New Roman" panose="02020603050405020304" pitchFamily="18" charset="0"/>
                <a:cs typeface="Times New Roman" panose="02020603050405020304" pitchFamily="18" charset="0"/>
              </a:rPr>
              <a:t>Hãy lấy ví dụ về hàm số bậc hai?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5664B7E-C464-402C-9C06-84ED49ECC4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1411545"/>
            <a:ext cx="8689741" cy="201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556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2D7D3F1B-7447-422A-8678-6D29CB062F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1113"/>
            <a:ext cx="24384000" cy="12344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03C128-47DD-4880-9434-623A574BDF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898" y="1600200"/>
            <a:ext cx="7696203" cy="1676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A99B0E-6500-44B2-9AEF-2D807886D709}"/>
              </a:ext>
            </a:extLst>
          </p:cNvPr>
          <p:cNvSpPr txBox="1"/>
          <p:nvPr/>
        </p:nvSpPr>
        <p:spPr>
          <a:xfrm>
            <a:off x="1828800" y="4121800"/>
            <a:ext cx="22250400" cy="2696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</a:rPr>
              <a:t>Hãy xác định </a:t>
            </a:r>
            <a:r>
              <a:rPr lang="en-US" sz="60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000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000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</a:rPr>
              <a:t> lần l</a:t>
            </a:r>
            <a:r>
              <a:rPr lang="vi-VN" sz="60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</a:rPr>
              <a:t>ợt là hệ số của     , hệ số của </a:t>
            </a:r>
            <a:r>
              <a:rPr lang="en-US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6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</a:rPr>
              <a:t>và hệ số tự do của hàm số bậc hai  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DB45D74E-24E5-4871-B232-79566B1E32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2902877"/>
              </p:ext>
            </p:extLst>
          </p:nvPr>
        </p:nvGraphicFramePr>
        <p:xfrm>
          <a:off x="4114800" y="2209800"/>
          <a:ext cx="9144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81" name="Equation" r:id="rId5" imgW="914400" imgH="634680" progId="Equation.DSMT4">
                  <p:embed/>
                </p:oleObj>
              </mc:Choice>
              <mc:Fallback>
                <p:oleObj name="Equation" r:id="rId5" imgW="91440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14800" y="2209800"/>
                        <a:ext cx="9144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763ECECB-476D-40A5-BEA5-171CE45180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4372693"/>
              </p:ext>
            </p:extLst>
          </p:nvPr>
        </p:nvGraphicFramePr>
        <p:xfrm>
          <a:off x="14478000" y="4502318"/>
          <a:ext cx="6604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82" name="Equation" r:id="rId7" imgW="660240" imgH="749160" progId="Equation.DSMT4">
                  <p:embed/>
                </p:oleObj>
              </mc:Choice>
              <mc:Fallback>
                <p:oleObj name="Equation" r:id="rId7" imgW="660240" imgH="749160" progId="Equation.DSMT4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0909D06D-A34A-417E-83CE-ABED4DADF7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478000" y="4502318"/>
                        <a:ext cx="660400" cy="74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CDF8F506-93E1-43B3-89CF-6018024945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898761"/>
              </p:ext>
            </p:extLst>
          </p:nvPr>
        </p:nvGraphicFramePr>
        <p:xfrm>
          <a:off x="8005972" y="5850834"/>
          <a:ext cx="4965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83" name="Equation" r:id="rId9" imgW="4965480" imgH="914400" progId="Equation.DSMT4">
                  <p:embed/>
                </p:oleObj>
              </mc:Choice>
              <mc:Fallback>
                <p:oleObj name="Equation" r:id="rId9" imgW="4965480" imgH="914400" progId="Equation.DSMT4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0909D06D-A34A-417E-83CE-ABED4DADF7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005972" y="5850834"/>
                        <a:ext cx="49657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46010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6451A42-BFBA-4FE4-A9EF-6232E0D8E2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457200"/>
          <a:ext cx="194945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0" name="Equation" r:id="rId4" imgW="1943100" imgH="228600" progId="Equation.DSMT4">
                  <p:embed/>
                </p:oleObj>
              </mc:Choice>
              <mc:Fallback>
                <p:oleObj name="Equation" r:id="rId4" imgW="1943100" imgH="22860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36451A42-BFBA-4FE4-A9EF-6232E0D8E2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57200"/>
                        <a:ext cx="194945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3">
            <a:extLst>
              <a:ext uri="{FF2B5EF4-FFF2-40B4-BE49-F238E27FC236}">
                <a16:creationId xmlns:a16="http://schemas.microsoft.com/office/drawing/2014/main" id="{9C5D848A-1B73-4225-9CEB-3D36D8F72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3369"/>
            <a:ext cx="18473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6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ounded Rectangle 71">
            <a:extLst>
              <a:ext uri="{FF2B5EF4-FFF2-40B4-BE49-F238E27FC236}">
                <a16:creationId xmlns:a16="http://schemas.microsoft.com/office/drawing/2014/main" id="{F4B3A831-3256-4648-92DB-C5084CDF1D20}"/>
              </a:ext>
            </a:extLst>
          </p:cNvPr>
          <p:cNvSpPr/>
          <p:nvPr/>
        </p:nvSpPr>
        <p:spPr>
          <a:xfrm>
            <a:off x="325435" y="1944541"/>
            <a:ext cx="1350965" cy="804674"/>
          </a:xfrm>
          <a:prstGeom prst="roundRect">
            <a:avLst/>
          </a:prstGeom>
          <a:solidFill>
            <a:srgbClr val="145F82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EE3428-F675-481F-8821-6E7773ECB7D4}"/>
              </a:ext>
            </a:extLst>
          </p:cNvPr>
          <p:cNvSpPr txBox="1"/>
          <p:nvPr/>
        </p:nvSpPr>
        <p:spPr>
          <a:xfrm>
            <a:off x="609600" y="1845341"/>
            <a:ext cx="78418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>
                <a:solidFill>
                  <a:schemeClr val="bg1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II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043C14-3267-4022-AA44-D9BEA22E5A48}"/>
              </a:ext>
            </a:extLst>
          </p:cNvPr>
          <p:cNvSpPr txBox="1"/>
          <p:nvPr/>
        </p:nvSpPr>
        <p:spPr>
          <a:xfrm>
            <a:off x="1676400" y="1824117"/>
            <a:ext cx="172831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>
                <a:solidFill>
                  <a:srgbClr val="145F82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Đồ thị hàm số bậc hai</a:t>
            </a:r>
            <a:endParaRPr lang="en-US" sz="6000" b="1" dirty="0">
              <a:solidFill>
                <a:srgbClr val="145F82"/>
              </a:solidFill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0A6B437-F72D-4E4A-86C4-D7E5F9F6633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0" y="5207000"/>
          <a:ext cx="17145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1" name="Equation" r:id="rId6" imgW="177569" imgH="202936" progId="Equation.DSMT4">
                  <p:embed/>
                </p:oleObj>
              </mc:Choice>
              <mc:Fallback>
                <p:oleObj name="Equation" r:id="rId6" imgW="177569" imgH="202936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80A6B437-F72D-4E4A-86C4-D7E5F9F663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207000"/>
                        <a:ext cx="171450" cy="20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CABCEF28-89CE-4C1F-AA0A-F63000650BA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726625"/>
            <a:ext cx="7924800" cy="2076508"/>
          </a:xfrm>
          <a:prstGeom prst="rect">
            <a:avLst/>
          </a:prstGeom>
        </p:spPr>
      </p:pic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CFAFF3E1-5359-445C-A85F-0DFF059F24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457200"/>
          <a:ext cx="241935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2" name="Equation" r:id="rId9" imgW="2781300" imgH="203200" progId="Equation.DSMT4">
                  <p:embed/>
                </p:oleObj>
              </mc:Choice>
              <mc:Fallback>
                <p:oleObj name="Equation" r:id="rId9" imgW="2781300" imgH="2032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57200"/>
                        <a:ext cx="2419350" cy="20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E4AAF2A5-1737-4A40-8AF5-BDCB011C4B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660400"/>
          <a:ext cx="79375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3" name="Equation" r:id="rId11" imgW="927100" imgH="228600" progId="Equation.DSMT4">
                  <p:embed/>
                </p:oleObj>
              </mc:Choice>
              <mc:Fallback>
                <p:oleObj name="Equation" r:id="rId11" imgW="927100" imgH="2286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60400"/>
                        <a:ext cx="79375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01968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6451A42-BFBA-4FE4-A9EF-6232E0D8E2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0616878"/>
              </p:ext>
            </p:extLst>
          </p:nvPr>
        </p:nvGraphicFramePr>
        <p:xfrm>
          <a:off x="-609600" y="-812969"/>
          <a:ext cx="194945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35" name="Equation" r:id="rId4" imgW="1943100" imgH="228600" progId="Equation.DSMT4">
                  <p:embed/>
                </p:oleObj>
              </mc:Choice>
              <mc:Fallback>
                <p:oleObj name="Equation" r:id="rId4" imgW="1943100" imgH="22860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36451A42-BFBA-4FE4-A9EF-6232E0D8E2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609600" y="-812969"/>
                        <a:ext cx="194945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3">
            <a:extLst>
              <a:ext uri="{FF2B5EF4-FFF2-40B4-BE49-F238E27FC236}">
                <a16:creationId xmlns:a16="http://schemas.microsoft.com/office/drawing/2014/main" id="{9C5D848A-1B73-4225-9CEB-3D36D8F72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09600" y="-1066800"/>
            <a:ext cx="18473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6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0A6B437-F72D-4E4A-86C4-D7E5F9F663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9932903"/>
              </p:ext>
            </p:extLst>
          </p:nvPr>
        </p:nvGraphicFramePr>
        <p:xfrm>
          <a:off x="-609600" y="3936831"/>
          <a:ext cx="17145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36" name="Equation" r:id="rId6" imgW="177569" imgH="202936" progId="Equation.DSMT4">
                  <p:embed/>
                </p:oleObj>
              </mc:Choice>
              <mc:Fallback>
                <p:oleObj name="Equation" r:id="rId6" imgW="177569" imgH="202936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80A6B437-F72D-4E4A-86C4-D7E5F9F663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609600" y="3936831"/>
                        <a:ext cx="171450" cy="20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17189EA-0B86-447E-BCF7-A210E0B6542B}"/>
              </a:ext>
            </a:extLst>
          </p:cNvPr>
          <p:cNvSpPr/>
          <p:nvPr/>
        </p:nvSpPr>
        <p:spPr>
          <a:xfrm>
            <a:off x="1454427" y="3452082"/>
            <a:ext cx="21488400" cy="102639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  <a:alpha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75742D05-8629-4BFA-9AC3-A3FC4C0DF0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9329565"/>
              </p:ext>
            </p:extLst>
          </p:nvPr>
        </p:nvGraphicFramePr>
        <p:xfrm>
          <a:off x="6497739" y="3581062"/>
          <a:ext cx="4394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37" name="Equation" r:id="rId8" imgW="4394160" imgH="914400" progId="Equation.DSMT4">
                  <p:embed/>
                </p:oleObj>
              </mc:Choice>
              <mc:Fallback>
                <p:oleObj name="Equation" r:id="rId8" imgW="4394160" imgH="91440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75742D05-8629-4BFA-9AC3-A3FC4C0DF0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497739" y="3581062"/>
                        <a:ext cx="43942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CABCEF28-89CE-4C1F-AA0A-F63000650BA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536" y="1491477"/>
            <a:ext cx="6858927" cy="196060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8C059E6-E983-4DE0-BA4C-BD8AA77F88F6}"/>
              </a:ext>
            </a:extLst>
          </p:cNvPr>
          <p:cNvSpPr/>
          <p:nvPr/>
        </p:nvSpPr>
        <p:spPr>
          <a:xfrm>
            <a:off x="2438400" y="3530431"/>
            <a:ext cx="4052713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0">
                <a:latin typeface="Times New Roman" panose="02020603050405020304" pitchFamily="18" charset="0"/>
                <a:ea typeface="Times New Roman" panose="02020603050405020304" pitchFamily="18" charset="0"/>
              </a:rPr>
              <a:t>Cho hàm số </a:t>
            </a:r>
            <a:endParaRPr lang="en-US" sz="60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A795E3-D4C9-4DC7-98AE-F0E6A748776F}"/>
              </a:ext>
            </a:extLst>
          </p:cNvPr>
          <p:cNvSpPr/>
          <p:nvPr/>
        </p:nvSpPr>
        <p:spPr>
          <a:xfrm>
            <a:off x="2514600" y="4343400"/>
            <a:ext cx="20184961" cy="11215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en-US" sz="6000">
                <a:latin typeface="Times New Roman" panose="02020603050405020304" pitchFamily="18" charset="0"/>
                <a:ea typeface="Times New Roman" panose="02020603050405020304" pitchFamily="18" charset="0"/>
              </a:rPr>
              <a:t>a) Tìm giá trị của </a:t>
            </a:r>
            <a:r>
              <a:rPr lang="en-US" sz="6000" i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6000">
                <a:latin typeface="Times New Roman" panose="02020603050405020304" pitchFamily="18" charset="0"/>
                <a:ea typeface="Times New Roman" panose="02020603050405020304" pitchFamily="18" charset="0"/>
              </a:rPr>
              <a:t> tương ứng với giá trị của </a:t>
            </a:r>
            <a:r>
              <a:rPr lang="en-US" sz="6000" i="1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6000">
                <a:latin typeface="Times New Roman" panose="02020603050405020304" pitchFamily="18" charset="0"/>
                <a:ea typeface="Times New Roman" panose="02020603050405020304" pitchFamily="18" charset="0"/>
              </a:rPr>
              <a:t> trong bảng sau:</a:t>
            </a:r>
            <a:endParaRPr lang="en-US" sz="6000">
              <a:effectLst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CD9500D-0058-44E0-A98F-C613A217E1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025925"/>
              </p:ext>
            </p:extLst>
          </p:nvPr>
        </p:nvGraphicFramePr>
        <p:xfrm>
          <a:off x="5064851" y="5486400"/>
          <a:ext cx="14518549" cy="18825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84912">
                  <a:extLst>
                    <a:ext uri="{9D8B030D-6E8A-4147-A177-3AD203B41FA5}">
                      <a16:colId xmlns:a16="http://schemas.microsoft.com/office/drawing/2014/main" val="423705222"/>
                    </a:ext>
                  </a:extLst>
                </a:gridCol>
                <a:gridCol w="2566069">
                  <a:extLst>
                    <a:ext uri="{9D8B030D-6E8A-4147-A177-3AD203B41FA5}">
                      <a16:colId xmlns:a16="http://schemas.microsoft.com/office/drawing/2014/main" val="1778125598"/>
                    </a:ext>
                  </a:extLst>
                </a:gridCol>
                <a:gridCol w="2566069">
                  <a:extLst>
                    <a:ext uri="{9D8B030D-6E8A-4147-A177-3AD203B41FA5}">
                      <a16:colId xmlns:a16="http://schemas.microsoft.com/office/drawing/2014/main" val="63027083"/>
                    </a:ext>
                  </a:extLst>
                </a:gridCol>
                <a:gridCol w="2566069">
                  <a:extLst>
                    <a:ext uri="{9D8B030D-6E8A-4147-A177-3AD203B41FA5}">
                      <a16:colId xmlns:a16="http://schemas.microsoft.com/office/drawing/2014/main" val="946883958"/>
                    </a:ext>
                  </a:extLst>
                </a:gridCol>
                <a:gridCol w="2567715">
                  <a:extLst>
                    <a:ext uri="{9D8B030D-6E8A-4147-A177-3AD203B41FA5}">
                      <a16:colId xmlns:a16="http://schemas.microsoft.com/office/drawing/2014/main" val="3411281231"/>
                    </a:ext>
                  </a:extLst>
                </a:gridCol>
                <a:gridCol w="2567715">
                  <a:extLst>
                    <a:ext uri="{9D8B030D-6E8A-4147-A177-3AD203B41FA5}">
                      <a16:colId xmlns:a16="http://schemas.microsoft.com/office/drawing/2014/main" val="2863344890"/>
                    </a:ext>
                  </a:extLst>
                </a:gridCol>
              </a:tblGrid>
              <a:tr h="941288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5500" i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5000" i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79" marR="177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5500">
                          <a:effectLst/>
                        </a:rPr>
                        <a:t>-3</a:t>
                      </a:r>
                      <a:endParaRPr lang="en-US" sz="5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79" marR="177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5500">
                          <a:effectLst/>
                        </a:rPr>
                        <a:t>-2</a:t>
                      </a:r>
                      <a:endParaRPr lang="en-US" sz="5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79" marR="177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5500">
                          <a:effectLst/>
                        </a:rPr>
                        <a:t>-1</a:t>
                      </a:r>
                      <a:endParaRPr lang="en-US" sz="5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79" marR="177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5500">
                          <a:effectLst/>
                        </a:rPr>
                        <a:t>0</a:t>
                      </a:r>
                      <a:endParaRPr lang="en-US" sz="5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79" marR="177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5500">
                          <a:effectLst/>
                        </a:rPr>
                        <a:t>1</a:t>
                      </a:r>
                      <a:endParaRPr lang="en-US" sz="5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79" marR="177879" marT="0" marB="0"/>
                </a:tc>
                <a:extLst>
                  <a:ext uri="{0D108BD9-81ED-4DB2-BD59-A6C34878D82A}">
                    <a16:rowId xmlns:a16="http://schemas.microsoft.com/office/drawing/2014/main" val="378177295"/>
                  </a:ext>
                </a:extLst>
              </a:tr>
              <a:tr h="941288"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5500">
                          <a:effectLst/>
                        </a:rPr>
                        <a:t>   </a:t>
                      </a:r>
                      <a:r>
                        <a:rPr lang="en-US" sz="5500" i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US" sz="5000" i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79" marR="177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5500">
                          <a:effectLst/>
                        </a:rPr>
                        <a:t>?</a:t>
                      </a:r>
                      <a:endParaRPr lang="en-US" sz="5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79" marR="177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5500">
                          <a:effectLst/>
                        </a:rPr>
                        <a:t>?</a:t>
                      </a:r>
                      <a:endParaRPr lang="en-US" sz="5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79" marR="177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5500">
                          <a:effectLst/>
                        </a:rPr>
                        <a:t>?</a:t>
                      </a:r>
                      <a:endParaRPr lang="en-US" sz="5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79" marR="177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5500">
                          <a:effectLst/>
                        </a:rPr>
                        <a:t>?</a:t>
                      </a:r>
                      <a:endParaRPr lang="en-US" sz="5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79" marR="177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5500">
                          <a:effectLst/>
                        </a:rPr>
                        <a:t>?</a:t>
                      </a:r>
                      <a:endParaRPr lang="en-US" sz="5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79" marR="177879" marT="0" marB="0"/>
                </a:tc>
                <a:extLst>
                  <a:ext uri="{0D108BD9-81ED-4DB2-BD59-A6C34878D82A}">
                    <a16:rowId xmlns:a16="http://schemas.microsoft.com/office/drawing/2014/main" val="2507480707"/>
                  </a:ext>
                </a:extLst>
              </a:tr>
            </a:tbl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CFAFF3E1-5359-445C-A85F-0DFF059F24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0355105"/>
              </p:ext>
            </p:extLst>
          </p:nvPr>
        </p:nvGraphicFramePr>
        <p:xfrm>
          <a:off x="-609600" y="-812969"/>
          <a:ext cx="241935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38" name="Equation" r:id="rId11" imgW="2781300" imgH="203200" progId="Equation.DSMT4">
                  <p:embed/>
                </p:oleObj>
              </mc:Choice>
              <mc:Fallback>
                <p:oleObj name="Equation" r:id="rId11" imgW="2781300" imgH="20320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CFAFF3E1-5359-445C-A85F-0DFF059F24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609600" y="-812969"/>
                        <a:ext cx="2419350" cy="20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E4AAF2A5-1737-4A40-8AF5-BDCB011C4B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4011666"/>
              </p:ext>
            </p:extLst>
          </p:nvPr>
        </p:nvGraphicFramePr>
        <p:xfrm>
          <a:off x="-609600" y="-609769"/>
          <a:ext cx="79375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39" name="Equation" r:id="rId13" imgW="927100" imgH="228600" progId="Equation.DSMT4">
                  <p:embed/>
                </p:oleObj>
              </mc:Choice>
              <mc:Fallback>
                <p:oleObj name="Equation" r:id="rId13" imgW="927100" imgH="228600" progId="Equation.DSMT4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E4AAF2A5-1737-4A40-8AF5-BDCB011C4B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609600" y="-609769"/>
                        <a:ext cx="79375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3">
            <a:extLst>
              <a:ext uri="{FF2B5EF4-FFF2-40B4-BE49-F238E27FC236}">
                <a16:creationId xmlns:a16="http://schemas.microsoft.com/office/drawing/2014/main" id="{9FAD36A9-5D7A-407E-AA3E-8AF49F26FF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5434" y="7543800"/>
            <a:ext cx="1973116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6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b) Vẽ các điểm                                                       </a:t>
            </a:r>
            <a:r>
              <a:rPr lang="en-US" altLang="en-US" sz="60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 đồ thị hàm số trong mặt phẳng tọa độ </a:t>
            </a:r>
            <a:r>
              <a:rPr lang="en-US" altLang="en-US" sz="6000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Oxy</a:t>
            </a:r>
            <a:r>
              <a:rPr lang="en-US" altLang="en-US" sz="60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en-US" sz="6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6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D5C169BB-A65E-459C-B21F-8A2C2D102D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2113534"/>
              </p:ext>
            </p:extLst>
          </p:nvPr>
        </p:nvGraphicFramePr>
        <p:xfrm>
          <a:off x="7635645" y="7738248"/>
          <a:ext cx="11109555" cy="9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40" name="Equation" r:id="rId15" imgW="2418080" imgH="200447" progId="Equation.DSMT4">
                  <p:embed/>
                </p:oleObj>
              </mc:Choice>
              <mc:Fallback>
                <p:oleObj name="Equation" r:id="rId15" imgW="2418080" imgH="200447" progId="Equation.DSMT4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D5C169BB-A65E-459C-B21F-8A2C2D102D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635645" y="7738248"/>
                        <a:ext cx="11109555" cy="919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9">
            <a:extLst>
              <a:ext uri="{FF2B5EF4-FFF2-40B4-BE49-F238E27FC236}">
                <a16:creationId xmlns:a16="http://schemas.microsoft.com/office/drawing/2014/main" id="{EBEF0F9E-E9ED-488D-BC78-F437814C2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5434" y="9601200"/>
            <a:ext cx="1973116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c) Bằng phần mềm Geogebra, hãy vẽ đồ thị hàm số </a:t>
            </a:r>
            <a:endParaRPr kumimoji="0" lang="en-US" altLang="en-US" sz="6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1FD319E0-A295-4A62-B23D-91EC8D434E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123173"/>
              </p:ext>
            </p:extLst>
          </p:nvPr>
        </p:nvGraphicFramePr>
        <p:xfrm>
          <a:off x="18448370" y="9606980"/>
          <a:ext cx="3317120" cy="1061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41" name="Equation" r:id="rId17" imgW="927100" imgH="228600" progId="Equation.DSMT4">
                  <p:embed/>
                </p:oleObj>
              </mc:Choice>
              <mc:Fallback>
                <p:oleObj name="Equation" r:id="rId17" imgW="92710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48370" y="9606980"/>
                        <a:ext cx="3317120" cy="10610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7F98EA19-AD95-464F-BE92-4365965C6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5434" y="10744200"/>
            <a:ext cx="1973116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d) Cho biết tọa độ của điểm thấp nhất và phương trình trục đối xứng của parabol đó. Đồ thị hàm số đó quay bề lõm lên trên hay xuống dưới?</a:t>
            </a:r>
            <a:endParaRPr kumimoji="0" lang="en-US" altLang="en-US" sz="6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2773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6451A42-BFBA-4FE4-A9EF-6232E0D8E2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609600" y="-812969"/>
          <a:ext cx="194945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35" name="Equation" r:id="rId4" imgW="1943100" imgH="228600" progId="Equation.DSMT4">
                  <p:embed/>
                </p:oleObj>
              </mc:Choice>
              <mc:Fallback>
                <p:oleObj name="Equation" r:id="rId4" imgW="1943100" imgH="22860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36451A42-BFBA-4FE4-A9EF-6232E0D8E2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609600" y="-812969"/>
                        <a:ext cx="194945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3">
            <a:extLst>
              <a:ext uri="{FF2B5EF4-FFF2-40B4-BE49-F238E27FC236}">
                <a16:creationId xmlns:a16="http://schemas.microsoft.com/office/drawing/2014/main" id="{9C5D848A-1B73-4225-9CEB-3D36D8F72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09600" y="-1066800"/>
            <a:ext cx="18473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6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0A6B437-F72D-4E4A-86C4-D7E5F9F6633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-609600" y="3936831"/>
          <a:ext cx="17145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36" name="Equation" r:id="rId6" imgW="177569" imgH="202936" progId="Equation.DSMT4">
                  <p:embed/>
                </p:oleObj>
              </mc:Choice>
              <mc:Fallback>
                <p:oleObj name="Equation" r:id="rId6" imgW="177569" imgH="202936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80A6B437-F72D-4E4A-86C4-D7E5F9F663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609600" y="3936831"/>
                        <a:ext cx="171450" cy="20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17189EA-0B86-447E-BCF7-A210E0B6542B}"/>
              </a:ext>
            </a:extLst>
          </p:cNvPr>
          <p:cNvSpPr/>
          <p:nvPr/>
        </p:nvSpPr>
        <p:spPr>
          <a:xfrm>
            <a:off x="1454426" y="3452082"/>
            <a:ext cx="22015173" cy="102639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  <a:alpha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75742D05-8629-4BFA-9AC3-A3FC4C0DF0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6586783"/>
              </p:ext>
            </p:extLst>
          </p:nvPr>
        </p:nvGraphicFramePr>
        <p:xfrm>
          <a:off x="6269038" y="3581400"/>
          <a:ext cx="4851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37" name="Equation" r:id="rId8" imgW="4851360" imgH="914400" progId="Equation.DSMT4">
                  <p:embed/>
                </p:oleObj>
              </mc:Choice>
              <mc:Fallback>
                <p:oleObj name="Equation" r:id="rId8" imgW="4851360" imgH="91440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75742D05-8629-4BFA-9AC3-A3FC4C0DF0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269038" y="3581400"/>
                        <a:ext cx="48514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8C059E6-E983-4DE0-BA4C-BD8AA77F88F6}"/>
              </a:ext>
            </a:extLst>
          </p:cNvPr>
          <p:cNvSpPr/>
          <p:nvPr/>
        </p:nvSpPr>
        <p:spPr>
          <a:xfrm>
            <a:off x="2438400" y="3530431"/>
            <a:ext cx="4052713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0">
                <a:latin typeface="Times New Roman" panose="02020603050405020304" pitchFamily="18" charset="0"/>
                <a:ea typeface="Times New Roman" panose="02020603050405020304" pitchFamily="18" charset="0"/>
              </a:rPr>
              <a:t>Cho hàm số </a:t>
            </a:r>
            <a:endParaRPr lang="en-US" sz="6000"/>
          </a:p>
        </p:txBody>
      </p:sp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CFAFF3E1-5359-445C-A85F-0DFF059F24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609600" y="-812969"/>
          <a:ext cx="241935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38" name="Equation" r:id="rId10" imgW="2781300" imgH="203200" progId="Equation.DSMT4">
                  <p:embed/>
                </p:oleObj>
              </mc:Choice>
              <mc:Fallback>
                <p:oleObj name="Equation" r:id="rId10" imgW="2781300" imgH="20320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CFAFF3E1-5359-445C-A85F-0DFF059F24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609600" y="-812969"/>
                        <a:ext cx="2419350" cy="20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E4AAF2A5-1737-4A40-8AF5-BDCB011C4B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609600" y="-609769"/>
          <a:ext cx="79375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39" name="Equation" r:id="rId12" imgW="927100" imgH="228600" progId="Equation.DSMT4">
                  <p:embed/>
                </p:oleObj>
              </mc:Choice>
              <mc:Fallback>
                <p:oleObj name="Equation" r:id="rId12" imgW="927100" imgH="228600" progId="Equation.DSMT4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E4AAF2A5-1737-4A40-8AF5-BDCB011C4B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609600" y="-609769"/>
                        <a:ext cx="79375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9">
            <a:extLst>
              <a:ext uri="{FF2B5EF4-FFF2-40B4-BE49-F238E27FC236}">
                <a16:creationId xmlns:a16="http://schemas.microsoft.com/office/drawing/2014/main" id="{EBEF0F9E-E9ED-488D-BC78-F437814C2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8510" y="8989670"/>
            <a:ext cx="1973116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c) Bằng phần mềm Geogebra, hãy vẽ đồ thị hàm số </a:t>
            </a:r>
            <a:endParaRPr kumimoji="0" lang="en-US" altLang="en-US" sz="6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98EA19-AD95-464F-BE92-4365965C6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5434" y="10363200"/>
            <a:ext cx="1973116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d) Cho biết tọa độ của điểm thấp nhất và phương trình trục đối xứng của parabol đó. Đồ thị hàm số đó quay bề lõm lên trên hay xuống dưới?</a:t>
            </a:r>
            <a:endParaRPr kumimoji="0" lang="en-US" altLang="en-US" sz="6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DDA18BA-6D7B-4A40-AE39-03C29ECDB17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1485459"/>
            <a:ext cx="7524750" cy="190964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CDABB43-5399-4C75-98CE-1BAEDB5AF419}"/>
              </a:ext>
            </a:extLst>
          </p:cNvPr>
          <p:cNvSpPr/>
          <p:nvPr/>
        </p:nvSpPr>
        <p:spPr>
          <a:xfrm>
            <a:off x="2514599" y="4622294"/>
            <a:ext cx="2095499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0">
                <a:latin typeface="Times New Roman" panose="02020603050405020304" pitchFamily="18" charset="0"/>
                <a:ea typeface="Times New Roman" panose="02020603050405020304" pitchFamily="18" charset="0"/>
              </a:rPr>
              <a:t>a) Tìm tọa độ 5 điểm thuộc đồ thị hàm số trên có hoành độ lần lượt là </a:t>
            </a:r>
            <a:r>
              <a:rPr lang="en-US" sz="6000" i="1">
                <a:latin typeface="Times New Roman" panose="02020603050405020304" pitchFamily="18" charset="0"/>
                <a:ea typeface="Times New Roman" panose="02020603050405020304" pitchFamily="18" charset="0"/>
              </a:rPr>
              <a:t>-1, 0, 1, 2, 3</a:t>
            </a:r>
            <a:r>
              <a:rPr lang="en-US" sz="6000">
                <a:latin typeface="Times New Roman" panose="02020603050405020304" pitchFamily="18" charset="0"/>
                <a:ea typeface="Times New Roman" panose="02020603050405020304" pitchFamily="18" charset="0"/>
              </a:rPr>
              <a:t> rồi vẽ chúng trong mặt phẳng tọa độ </a:t>
            </a:r>
            <a:r>
              <a:rPr lang="en-US" sz="6000" i="1">
                <a:latin typeface="Times New Roman" panose="02020603050405020304" pitchFamily="18" charset="0"/>
                <a:ea typeface="Times New Roman" panose="02020603050405020304" pitchFamily="18" charset="0"/>
              </a:rPr>
              <a:t>Oxy</a:t>
            </a:r>
            <a:r>
              <a:rPr lang="en-US" sz="600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6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6ED8AE-D788-49CA-A435-6578BE2FC934}"/>
              </a:ext>
            </a:extLst>
          </p:cNvPr>
          <p:cNvSpPr/>
          <p:nvPr/>
        </p:nvSpPr>
        <p:spPr>
          <a:xfrm>
            <a:off x="2598738" y="6858000"/>
            <a:ext cx="1972786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0">
                <a:latin typeface="Times New Roman" panose="02020603050405020304" pitchFamily="18" charset="0"/>
                <a:ea typeface="Times New Roman" panose="02020603050405020304" pitchFamily="18" charset="0"/>
              </a:rPr>
              <a:t>b) Vẽ đường cong đi qua 5 điểm trên. Hãy dự đoán đồ thị hàm số </a:t>
            </a:r>
            <a:endParaRPr lang="en-US" sz="6000"/>
          </a:p>
        </p:txBody>
      </p:sp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C1C0C053-7151-432E-AC6D-11804F62EC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4783366"/>
              </p:ext>
            </p:extLst>
          </p:nvPr>
        </p:nvGraphicFramePr>
        <p:xfrm>
          <a:off x="3767288" y="7751660"/>
          <a:ext cx="3700312" cy="1074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40" name="Equation" r:id="rId15" imgW="885550" imgH="257409" progId="Equation.DSMT4">
                  <p:embed/>
                </p:oleObj>
              </mc:Choice>
              <mc:Fallback>
                <p:oleObj name="Equation" r:id="rId15" imgW="885550" imgH="25740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767288" y="7751660"/>
                        <a:ext cx="3700312" cy="10742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BC1C6014-A8F9-40F4-A171-8EC987075D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4744444"/>
              </p:ext>
            </p:extLst>
          </p:nvPr>
        </p:nvGraphicFramePr>
        <p:xfrm>
          <a:off x="18403941" y="9042923"/>
          <a:ext cx="4851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41" name="Equation" r:id="rId17" imgW="4850913" imgH="914629" progId="Equation.DSMT4">
                  <p:embed/>
                </p:oleObj>
              </mc:Choice>
              <mc:Fallback>
                <p:oleObj name="Equation" r:id="rId17" imgW="4850913" imgH="91462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8403941" y="9042923"/>
                        <a:ext cx="48514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83497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2D7D3F1B-7447-422A-8678-6D29CB062F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600"/>
            <a:ext cx="24384000" cy="12344400"/>
          </a:xfrm>
          <a:prstGeom prst="rect">
            <a:avLst/>
          </a:prstGeom>
        </p:spPr>
      </p:pic>
      <p:sp>
        <p:nvSpPr>
          <p:cNvPr id="12" name="Thought Bubble: Cloud 11">
            <a:extLst>
              <a:ext uri="{FF2B5EF4-FFF2-40B4-BE49-F238E27FC236}">
                <a16:creationId xmlns:a16="http://schemas.microsoft.com/office/drawing/2014/main" id="{83CB41B8-EBAB-497C-B013-14787DD54C09}"/>
              </a:ext>
            </a:extLst>
          </p:cNvPr>
          <p:cNvSpPr/>
          <p:nvPr/>
        </p:nvSpPr>
        <p:spPr>
          <a:xfrm>
            <a:off x="2857500" y="3429188"/>
            <a:ext cx="18669000" cy="8386123"/>
          </a:xfrm>
          <a:prstGeom prst="cloudCallout">
            <a:avLst>
              <a:gd name="adj1" fmla="val -64518"/>
              <a:gd name="adj2" fmla="val 68821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02BBF6-0138-4CE6-A524-364F235B6309}"/>
              </a:ext>
            </a:extLst>
          </p:cNvPr>
          <p:cNvSpPr txBox="1"/>
          <p:nvPr/>
        </p:nvSpPr>
        <p:spPr>
          <a:xfrm>
            <a:off x="3773370" y="4838251"/>
            <a:ext cx="17449800" cy="5411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8000" b="1">
                <a:latin typeface="Times New Roman" panose="02020603050405020304" pitchFamily="18" charset="0"/>
                <a:cs typeface="Times New Roman" panose="02020603050405020304" pitchFamily="18" charset="0"/>
              </a:rPr>
              <a:t>Đồ thị hàm số bậc hai là 1 parabol</a:t>
            </a:r>
          </a:p>
          <a:p>
            <a:pPr algn="ctr">
              <a:lnSpc>
                <a:spcPct val="150000"/>
              </a:lnSpc>
            </a:pPr>
            <a:r>
              <a:rPr lang="en-US" sz="8000" b="1">
                <a:latin typeface="Times New Roman" panose="02020603050405020304" pitchFamily="18" charset="0"/>
                <a:cs typeface="Times New Roman" panose="02020603050405020304" pitchFamily="18" charset="0"/>
              </a:rPr>
              <a:t>Để vẽ parabol cần biết những </a:t>
            </a:r>
          </a:p>
          <a:p>
            <a:pPr algn="ctr">
              <a:lnSpc>
                <a:spcPct val="150000"/>
              </a:lnSpc>
            </a:pPr>
            <a:r>
              <a:rPr lang="en-US" sz="8000" b="1">
                <a:latin typeface="Times New Roman" panose="02020603050405020304" pitchFamily="18" charset="0"/>
                <a:cs typeface="Times New Roman" panose="02020603050405020304" pitchFamily="18" charset="0"/>
              </a:rPr>
              <a:t>yếu tố nào?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5664B7E-C464-402C-9C06-84ED49ECC4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1411545"/>
            <a:ext cx="8689741" cy="201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3697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FB0D2F-4EFE-4792-AED8-A4248D8F54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366" y="2845437"/>
            <a:ext cx="22574634" cy="1074420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F4D3E9DE-94EB-4A4C-9017-24481344A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6166" y="3581400"/>
            <a:ext cx="135503034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en-US" sz="7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Đỉnh </a:t>
            </a:r>
            <a:endParaRPr kumimoji="0" lang="nl-NL" altLang="en-US" sz="7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2DE91F55-ED07-4692-AA9A-38A7441599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627499"/>
              </p:ext>
            </p:extLst>
          </p:nvPr>
        </p:nvGraphicFramePr>
        <p:xfrm>
          <a:off x="5048968" y="3160978"/>
          <a:ext cx="4648200" cy="2246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5" name="Equation" r:id="rId4" imgW="939392" imgH="431613" progId="Equation.DSMT4">
                  <p:embed/>
                </p:oleObj>
              </mc:Choice>
              <mc:Fallback>
                <p:oleObj name="Equation" r:id="rId4" imgW="939392" imgH="431613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8968" y="3160978"/>
                        <a:ext cx="4648200" cy="224611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CB0844D7-86B1-4216-94E5-6EC8A28D34E1}"/>
              </a:ext>
            </a:extLst>
          </p:cNvPr>
          <p:cNvSpPr txBox="1"/>
          <p:nvPr/>
        </p:nvSpPr>
        <p:spPr>
          <a:xfrm>
            <a:off x="704466" y="3581400"/>
            <a:ext cx="838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.VnTifani HeavyH" pitchFamily="34" charset="0"/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368C70-8F98-4470-A3EA-E96BB4E3C0E7}"/>
              </a:ext>
            </a:extLst>
          </p:cNvPr>
          <p:cNvSpPr txBox="1"/>
          <p:nvPr/>
        </p:nvSpPr>
        <p:spPr>
          <a:xfrm>
            <a:off x="666366" y="6220361"/>
            <a:ext cx="838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rgbClr val="008000"/>
                </a:solidFill>
                <a:latin typeface=".VnTifani HeavyH" pitchFamily="34" charset="0"/>
              </a:rPr>
              <a:t>2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9C8D04A1-3228-461E-AEC2-70A2B9B9B7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0436682"/>
              </p:ext>
            </p:extLst>
          </p:nvPr>
        </p:nvGraphicFramePr>
        <p:xfrm>
          <a:off x="9372600" y="5810026"/>
          <a:ext cx="3244381" cy="2246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6" name="Equation" r:id="rId6" imgW="618913" imgH="429375" progId="Equation.DSMT4">
                  <p:embed/>
                </p:oleObj>
              </mc:Choice>
              <mc:Fallback>
                <p:oleObj name="Equation" r:id="rId6" imgW="618913" imgH="42937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372600" y="5810026"/>
                        <a:ext cx="3244381" cy="22461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2">
            <a:extLst>
              <a:ext uri="{FF2B5EF4-FFF2-40B4-BE49-F238E27FC236}">
                <a16:creationId xmlns:a16="http://schemas.microsoft.com/office/drawing/2014/main" id="{A6BDAF96-1404-4B78-9FC9-77A9C5C6D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6166" y="6273224"/>
            <a:ext cx="135503034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nl-NL" altLang="en-US" sz="7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Vẽ trục đối x</a:t>
            </a:r>
            <a:r>
              <a:rPr lang="en-US" altLang="en-US" sz="7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kumimoji="0" lang="nl-NL" altLang="en-US" sz="7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nl-NL" altLang="en-US" sz="7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CF8984-ECC6-45A2-ACA7-01FF969A1F90}"/>
              </a:ext>
            </a:extLst>
          </p:cNvPr>
          <p:cNvSpPr txBox="1"/>
          <p:nvPr/>
        </p:nvSpPr>
        <p:spPr>
          <a:xfrm>
            <a:off x="666366" y="8887361"/>
            <a:ext cx="838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rgbClr val="3333FF"/>
                </a:solidFill>
                <a:latin typeface=".VnTifani HeavyH" pitchFamily="34" charset="0"/>
              </a:rPr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F1D7A5-1948-45BF-AEB4-FA343E4AADD7}"/>
              </a:ext>
            </a:extLst>
          </p:cNvPr>
          <p:cNvSpPr/>
          <p:nvPr/>
        </p:nvSpPr>
        <p:spPr>
          <a:xfrm>
            <a:off x="2571366" y="8908143"/>
            <a:ext cx="20517234" cy="12931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28600" algn="just">
              <a:lnSpc>
                <a:spcPct val="120000"/>
              </a:lnSpc>
              <a:spcAft>
                <a:spcPts val="0"/>
              </a:spcAft>
            </a:pPr>
            <a:r>
              <a:rPr lang="nl-NL" sz="7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Xác định các giao điểm của parabol với các trục toạ độ.</a:t>
            </a:r>
            <a:endParaRPr lang="en-US" sz="70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D528D2-1B68-4BF1-8AE8-98E2CDDFD6C7}"/>
              </a:ext>
            </a:extLst>
          </p:cNvPr>
          <p:cNvSpPr txBox="1"/>
          <p:nvPr/>
        </p:nvSpPr>
        <p:spPr>
          <a:xfrm>
            <a:off x="685800" y="11478161"/>
            <a:ext cx="838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rgbClr val="FF0000"/>
                </a:solidFill>
                <a:latin typeface=".VnTifani HeavyH" pitchFamily="34" charset="0"/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548009-161F-46A3-AC50-EAE37AFCD0A5}"/>
              </a:ext>
            </a:extLst>
          </p:cNvPr>
          <p:cNvSpPr/>
          <p:nvPr/>
        </p:nvSpPr>
        <p:spPr>
          <a:xfrm>
            <a:off x="2841530" y="11666622"/>
            <a:ext cx="4373313" cy="11695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sz="7000">
                <a:latin typeface="Times New Roman" panose="02020603050405020304" pitchFamily="18" charset="0"/>
                <a:ea typeface="Calibri" panose="020F0502020204030204" pitchFamily="34" charset="0"/>
              </a:rPr>
              <a:t>Vẽ parabol.</a:t>
            </a:r>
            <a:endParaRPr lang="en-US" sz="7000"/>
          </a:p>
        </p:txBody>
      </p:sp>
    </p:spTree>
    <p:extLst>
      <p:ext uri="{BB962C8B-B14F-4D97-AF65-F5344CB8AC3E}">
        <p14:creationId xmlns:p14="http://schemas.microsoft.com/office/powerpoint/2010/main" val="5120325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2D7D3F1B-7447-422A-8678-6D29CB062F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600"/>
            <a:ext cx="24384000" cy="12344400"/>
          </a:xfrm>
          <a:prstGeom prst="rect">
            <a:avLst/>
          </a:prstGeom>
        </p:spPr>
      </p:pic>
      <p:sp>
        <p:nvSpPr>
          <p:cNvPr id="12" name="Thought Bubble: Cloud 11">
            <a:extLst>
              <a:ext uri="{FF2B5EF4-FFF2-40B4-BE49-F238E27FC236}">
                <a16:creationId xmlns:a16="http://schemas.microsoft.com/office/drawing/2014/main" id="{83CB41B8-EBAB-497C-B013-14787DD54C09}"/>
              </a:ext>
            </a:extLst>
          </p:cNvPr>
          <p:cNvSpPr/>
          <p:nvPr/>
        </p:nvSpPr>
        <p:spPr>
          <a:xfrm>
            <a:off x="2857500" y="3429188"/>
            <a:ext cx="18669000" cy="8386123"/>
          </a:xfrm>
          <a:prstGeom prst="cloudCallout">
            <a:avLst>
              <a:gd name="adj1" fmla="val -64518"/>
              <a:gd name="adj2" fmla="val 68821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02BBF6-0138-4CE6-A524-364F235B6309}"/>
              </a:ext>
            </a:extLst>
          </p:cNvPr>
          <p:cNvSpPr txBox="1"/>
          <p:nvPr/>
        </p:nvSpPr>
        <p:spPr>
          <a:xfrm>
            <a:off x="3467100" y="4078544"/>
            <a:ext cx="17449800" cy="171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8000" b="1">
                <a:latin typeface="Times New Roman" panose="02020603050405020304" pitchFamily="18" charset="0"/>
                <a:cs typeface="Times New Roman" panose="02020603050405020304" pitchFamily="18" charset="0"/>
              </a:rPr>
              <a:t>Vẽ đồ thị các hàm số sau: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5664B7E-C464-402C-9C06-84ED49ECC4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1411545"/>
            <a:ext cx="8689741" cy="2017643"/>
          </a:xfrm>
          <a:prstGeom prst="rect">
            <a:avLst/>
          </a:prstGeom>
        </p:spPr>
      </p:pic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13B54A69-1B4B-43C1-AE2E-333C7D919D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0229582"/>
              </p:ext>
            </p:extLst>
          </p:nvPr>
        </p:nvGraphicFramePr>
        <p:xfrm>
          <a:off x="5707551" y="6170465"/>
          <a:ext cx="5668328" cy="1398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26" name="Equation" r:id="rId5" imgW="927000" imgH="228600" progId="Equation.DSMT4">
                  <p:embed/>
                </p:oleObj>
              </mc:Choice>
              <mc:Fallback>
                <p:oleObj name="Equation" r:id="rId5" imgW="9270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07551" y="6170465"/>
                        <a:ext cx="5668328" cy="13987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D6FBA35-594B-4475-B52C-B05DB54EE0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16924"/>
              </p:ext>
            </p:extLst>
          </p:nvPr>
        </p:nvGraphicFramePr>
        <p:xfrm>
          <a:off x="14020800" y="6043157"/>
          <a:ext cx="5083991" cy="1429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27" name="Equation" r:id="rId7" imgW="913977" imgH="257409" progId="Equation.DSMT4">
                  <p:embed/>
                </p:oleObj>
              </mc:Choice>
              <mc:Fallback>
                <p:oleObj name="Equation" r:id="rId7" imgW="913977" imgH="25740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020800" y="6043157"/>
                        <a:ext cx="5083991" cy="1429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C21E020-4809-440F-A4B6-BDD8528D8C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6534468"/>
              </p:ext>
            </p:extLst>
          </p:nvPr>
        </p:nvGraphicFramePr>
        <p:xfrm>
          <a:off x="10658529" y="8323726"/>
          <a:ext cx="3971871" cy="1429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28" name="Equation" r:id="rId9" imgW="713909" imgH="257409" progId="Equation.DSMT4">
                  <p:embed/>
                </p:oleObj>
              </mc:Choice>
              <mc:Fallback>
                <p:oleObj name="Equation" r:id="rId9" imgW="713909" imgH="25740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658529" y="8323726"/>
                        <a:ext cx="3971871" cy="1429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47284D2-0E03-42BF-B0DF-8A0D1B2BA71D}"/>
              </a:ext>
            </a:extLst>
          </p:cNvPr>
          <p:cNvSpPr txBox="1"/>
          <p:nvPr/>
        </p:nvSpPr>
        <p:spPr>
          <a:xfrm>
            <a:off x="4724399" y="6220361"/>
            <a:ext cx="14201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>
                <a:latin typeface=".VnTifani HeavyH" pitchFamily="34" charset="0"/>
              </a:rPr>
              <a:t>1.</a:t>
            </a:r>
            <a:endParaRPr lang="en-US" sz="8000" dirty="0">
              <a:latin typeface=".VnTifani HeavyH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A926E0-BC4E-4DE0-AD90-F3C5EEDB7682}"/>
              </a:ext>
            </a:extLst>
          </p:cNvPr>
          <p:cNvSpPr txBox="1"/>
          <p:nvPr/>
        </p:nvSpPr>
        <p:spPr>
          <a:xfrm>
            <a:off x="12801600" y="6144161"/>
            <a:ext cx="1676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>
                <a:solidFill>
                  <a:srgbClr val="008000"/>
                </a:solidFill>
                <a:latin typeface=".VnTifani HeavyH" pitchFamily="34" charset="0"/>
              </a:rPr>
              <a:t>2.</a:t>
            </a:r>
            <a:endParaRPr lang="en-US" sz="8000" dirty="0">
              <a:solidFill>
                <a:srgbClr val="008000"/>
              </a:solidFill>
              <a:latin typeface=".VnTifani HeavyH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E1F867-4A84-4169-B39E-1C3B695CE3B3}"/>
              </a:ext>
            </a:extLst>
          </p:cNvPr>
          <p:cNvSpPr txBox="1"/>
          <p:nvPr/>
        </p:nvSpPr>
        <p:spPr>
          <a:xfrm>
            <a:off x="9221855" y="8407023"/>
            <a:ext cx="1676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>
                <a:solidFill>
                  <a:srgbClr val="FF0000"/>
                </a:solidFill>
                <a:latin typeface=".VnTifani HeavyH" pitchFamily="34" charset="0"/>
              </a:rPr>
              <a:t>3.</a:t>
            </a:r>
            <a:endParaRPr lang="en-US" sz="8000" dirty="0">
              <a:solidFill>
                <a:srgbClr val="FF0000"/>
              </a:solidFill>
              <a:latin typeface=".VnTifani HeavyH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49843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F6C3B9-B5BD-4ADB-A88B-E1AFC3F82E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383" y="3121892"/>
            <a:ext cx="8080417" cy="975320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902BBF6-0138-4CE6-A524-364F235B6309}"/>
              </a:ext>
            </a:extLst>
          </p:cNvPr>
          <p:cNvSpPr txBox="1"/>
          <p:nvPr/>
        </p:nvSpPr>
        <p:spPr>
          <a:xfrm>
            <a:off x="8153400" y="1165362"/>
            <a:ext cx="12725400" cy="171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8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 sát đồ thị hàm số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13B54A69-1B4B-43C1-AE2E-333C7D919D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7234817"/>
              </p:ext>
            </p:extLst>
          </p:nvPr>
        </p:nvGraphicFramePr>
        <p:xfrm>
          <a:off x="3048000" y="12284407"/>
          <a:ext cx="6235161" cy="1538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8" name="Equation" r:id="rId4" imgW="927000" imgH="228600" progId="Equation.DSMT4">
                  <p:embed/>
                </p:oleObj>
              </mc:Choice>
              <mc:Fallback>
                <p:oleObj name="Equation" r:id="rId4" imgW="927000" imgH="22860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13B54A69-1B4B-43C1-AE2E-333C7D919D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48000" y="12284407"/>
                        <a:ext cx="6235161" cy="15386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4255588C-8F0C-4125-B088-9C71CDA414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2023" y="3121892"/>
            <a:ext cx="8315377" cy="9162515"/>
          </a:xfrm>
          <a:prstGeom prst="rect">
            <a:avLst/>
          </a:prstGeom>
        </p:spPr>
      </p:pic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43C21031-618C-45A9-BF0C-D76C0C921D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2193838"/>
              </p:ext>
            </p:extLst>
          </p:nvPr>
        </p:nvGraphicFramePr>
        <p:xfrm>
          <a:off x="13281652" y="12105671"/>
          <a:ext cx="6835148" cy="15379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9" name="Equation" r:id="rId7" imgW="1015920" imgH="228600" progId="Equation.DSMT4">
                  <p:embed/>
                </p:oleObj>
              </mc:Choice>
              <mc:Fallback>
                <p:oleObj name="Equation" r:id="rId7" imgW="10159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281652" y="12105671"/>
                        <a:ext cx="6835148" cy="15379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DB8C6DBF-2FD6-4AFF-B063-85E9118EAD1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1315995"/>
            <a:ext cx="6858927" cy="1960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1209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909B36-30EF-4319-B2B2-C94D6CAE6EFC}"/>
              </a:ext>
            </a:extLst>
          </p:cNvPr>
          <p:cNvSpPr/>
          <p:nvPr/>
        </p:nvSpPr>
        <p:spPr>
          <a:xfrm>
            <a:off x="5989400" y="2057400"/>
            <a:ext cx="11801629" cy="11215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algn="just">
              <a:lnSpc>
                <a:spcPct val="120000"/>
              </a:lnSpc>
              <a:spcAft>
                <a:spcPts val="0"/>
              </a:spcAft>
            </a:pPr>
            <a:r>
              <a:rPr lang="en-US" sz="600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Hãy điền các thông tin vào bảng sau:</a:t>
            </a:r>
            <a:endParaRPr lang="en-US" sz="600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DA76A65-0CE1-4785-BCEF-A240AAA7B1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213624"/>
              </p:ext>
            </p:extLst>
          </p:nvPr>
        </p:nvGraphicFramePr>
        <p:xfrm>
          <a:off x="0" y="3581400"/>
          <a:ext cx="24307800" cy="89324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876800">
                  <a:extLst>
                    <a:ext uri="{9D8B030D-6E8A-4147-A177-3AD203B41FA5}">
                      <a16:colId xmlns:a16="http://schemas.microsoft.com/office/drawing/2014/main" val="158454455"/>
                    </a:ext>
                  </a:extLst>
                </a:gridCol>
                <a:gridCol w="1772402">
                  <a:extLst>
                    <a:ext uri="{9D8B030D-6E8A-4147-A177-3AD203B41FA5}">
                      <a16:colId xmlns:a16="http://schemas.microsoft.com/office/drawing/2014/main" val="3435159851"/>
                    </a:ext>
                  </a:extLst>
                </a:gridCol>
                <a:gridCol w="3331650">
                  <a:extLst>
                    <a:ext uri="{9D8B030D-6E8A-4147-A177-3AD203B41FA5}">
                      <a16:colId xmlns:a16="http://schemas.microsoft.com/office/drawing/2014/main" val="2440145633"/>
                    </a:ext>
                  </a:extLst>
                </a:gridCol>
                <a:gridCol w="3040309">
                  <a:extLst>
                    <a:ext uri="{9D8B030D-6E8A-4147-A177-3AD203B41FA5}">
                      <a16:colId xmlns:a16="http://schemas.microsoft.com/office/drawing/2014/main" val="2425090015"/>
                    </a:ext>
                  </a:extLst>
                </a:gridCol>
                <a:gridCol w="2920481">
                  <a:extLst>
                    <a:ext uri="{9D8B030D-6E8A-4147-A177-3AD203B41FA5}">
                      <a16:colId xmlns:a16="http://schemas.microsoft.com/office/drawing/2014/main" val="1349454274"/>
                    </a:ext>
                  </a:extLst>
                </a:gridCol>
                <a:gridCol w="4183079">
                  <a:extLst>
                    <a:ext uri="{9D8B030D-6E8A-4147-A177-3AD203B41FA5}">
                      <a16:colId xmlns:a16="http://schemas.microsoft.com/office/drawing/2014/main" val="2190532024"/>
                    </a:ext>
                  </a:extLst>
                </a:gridCol>
                <a:gridCol w="4183079">
                  <a:extLst>
                    <a:ext uri="{9D8B030D-6E8A-4147-A177-3AD203B41FA5}">
                      <a16:colId xmlns:a16="http://schemas.microsoft.com/office/drawing/2014/main" val="2986159713"/>
                    </a:ext>
                  </a:extLst>
                </a:gridCol>
              </a:tblGrid>
              <a:tr h="784875">
                <a:tc rowSpan="2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Hàm số</a:t>
                      </a:r>
                      <a:endParaRPr lang="en-US" sz="5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Hế số a</a:t>
                      </a:r>
                      <a:endParaRPr lang="en-US" sz="5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5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Tính chất đồ thị</a:t>
                      </a:r>
                      <a:endParaRPr lang="en-US" sz="50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5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Tính chất hàm số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2298685"/>
                  </a:ext>
                </a:extLst>
              </a:tr>
              <a:tr h="471075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5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Bề lõm của đồ thị (quay lên/ quay xuống)</a:t>
                      </a:r>
                      <a:endParaRPr lang="en-US" sz="50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5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Tọa độ điểm cao nhất/thấp nhất</a:t>
                      </a:r>
                      <a:endParaRPr lang="en-US" sz="50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5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Trục đối xứng</a:t>
                      </a:r>
                      <a:endParaRPr lang="en-US" sz="50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5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Hàm số </a:t>
                      </a: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5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đồng biến </a:t>
                      </a: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5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trên khoảng</a:t>
                      </a:r>
                      <a:endParaRPr lang="en-US" sz="50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en-US" sz="50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5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Hàm số </a:t>
                      </a: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5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nghịch biến trên khoảng</a:t>
                      </a:r>
                      <a:endParaRPr lang="en-US" sz="50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5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027317"/>
                  </a:ext>
                </a:extLst>
              </a:tr>
              <a:tr h="1157748"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en-US" sz="5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5000">
                          <a:effectLst/>
                        </a:rPr>
                        <a:t> </a:t>
                      </a:r>
                      <a:endParaRPr lang="en-US" sz="5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5000">
                          <a:effectLst/>
                        </a:rPr>
                        <a:t> </a:t>
                      </a:r>
                      <a:endParaRPr lang="en-US" sz="5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5000">
                          <a:effectLst/>
                        </a:rPr>
                        <a:t> </a:t>
                      </a:r>
                      <a:endParaRPr lang="en-US" sz="5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5000">
                          <a:effectLst/>
                        </a:rPr>
                        <a:t> </a:t>
                      </a:r>
                      <a:endParaRPr lang="en-US" sz="5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5000">
                          <a:effectLst/>
                        </a:rPr>
                        <a:t> </a:t>
                      </a:r>
                      <a:endParaRPr lang="en-US" sz="5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5000">
                          <a:effectLst/>
                        </a:rPr>
                        <a:t> </a:t>
                      </a:r>
                      <a:endParaRPr lang="en-US" sz="5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5000">
                          <a:effectLst/>
                        </a:rPr>
                        <a:t> </a:t>
                      </a:r>
                      <a:endParaRPr lang="en-US" sz="5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793900"/>
                  </a:ext>
                </a:extLst>
              </a:tr>
              <a:tr h="1557486"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en-US" sz="5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5000">
                          <a:effectLst/>
                        </a:rPr>
                        <a:t> </a:t>
                      </a:r>
                      <a:endParaRPr lang="en-US" sz="5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5000">
                          <a:effectLst/>
                        </a:rPr>
                        <a:t> </a:t>
                      </a:r>
                      <a:endParaRPr lang="en-US" sz="5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5000">
                          <a:effectLst/>
                        </a:rPr>
                        <a:t> </a:t>
                      </a:r>
                      <a:endParaRPr lang="en-US" sz="5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5000">
                          <a:effectLst/>
                        </a:rPr>
                        <a:t> </a:t>
                      </a:r>
                      <a:endParaRPr lang="en-US" sz="5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5000">
                          <a:effectLst/>
                        </a:rPr>
                        <a:t> </a:t>
                      </a:r>
                      <a:endParaRPr lang="en-US" sz="5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5000">
                          <a:effectLst/>
                        </a:rPr>
                        <a:t> </a:t>
                      </a:r>
                      <a:endParaRPr lang="en-US" sz="5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5000">
                          <a:effectLst/>
                        </a:rPr>
                        <a:t> </a:t>
                      </a:r>
                      <a:endParaRPr lang="en-US" sz="5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4690250"/>
                  </a:ext>
                </a:extLst>
              </a:tr>
            </a:tbl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F76EDDD0-6943-495C-BC32-E872FDA3E2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682195"/>
              </p:ext>
            </p:extLst>
          </p:nvPr>
        </p:nvGraphicFramePr>
        <p:xfrm>
          <a:off x="152400" y="9296400"/>
          <a:ext cx="463193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1" name="Equation" r:id="rId3" imgW="927000" imgH="228600" progId="Equation.DSMT4">
                  <p:embed/>
                </p:oleObj>
              </mc:Choice>
              <mc:Fallback>
                <p:oleObj name="Equation" r:id="rId3" imgW="927000" imgH="22860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13B54A69-1B4B-43C1-AE2E-333C7D919D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400" y="9296400"/>
                        <a:ext cx="4631930" cy="1143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7D64451E-3B98-4FD1-9DD5-46104315BC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1341415"/>
              </p:ext>
            </p:extLst>
          </p:nvPr>
        </p:nvGraphicFramePr>
        <p:xfrm>
          <a:off x="-76200" y="11049000"/>
          <a:ext cx="5080002" cy="1143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2" name="Equation" r:id="rId5" imgW="1015920" imgH="228600" progId="Equation.DSMT4">
                  <p:embed/>
                </p:oleObj>
              </mc:Choice>
              <mc:Fallback>
                <p:oleObj name="Equation" r:id="rId5" imgW="1015920" imgH="22860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43C21031-618C-45A9-BF0C-D76C0C921D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-76200" y="11049000"/>
                        <a:ext cx="5080002" cy="11430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868885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2D7D3F1B-7447-422A-8678-6D29CB062F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600"/>
            <a:ext cx="24384000" cy="12344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CB6421E-F4CE-4E40-B349-68FB90FAB5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1485459"/>
            <a:ext cx="7524750" cy="190964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831C63B-A608-4624-B559-7AD9C2C32654}"/>
              </a:ext>
            </a:extLst>
          </p:cNvPr>
          <p:cNvSpPr/>
          <p:nvPr/>
        </p:nvSpPr>
        <p:spPr>
          <a:xfrm>
            <a:off x="2895600" y="4760217"/>
            <a:ext cx="20421600" cy="27835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228600" algn="just">
              <a:lnSpc>
                <a:spcPct val="120000"/>
              </a:lnSpc>
              <a:spcAft>
                <a:spcPts val="0"/>
              </a:spcAft>
            </a:pPr>
            <a:r>
              <a:rPr lang="en-US" sz="6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Hãy nêu khoảng ĐB, NB của hàm số bậc hai tổng quát?</a:t>
            </a:r>
            <a:endParaRPr lang="en-US" sz="60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algn="just">
              <a:lnSpc>
                <a:spcPct val="200000"/>
              </a:lnSpc>
              <a:spcAft>
                <a:spcPts val="0"/>
              </a:spcAft>
            </a:pPr>
            <a:r>
              <a:rPr lang="en-US" sz="6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Hãy lập BBT của hàm số bâc hai tổng quát? </a:t>
            </a:r>
            <a:endParaRPr lang="en-US" sz="60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6446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2D7D3F1B-7447-422A-8678-6D29CB062F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600"/>
            <a:ext cx="24384000" cy="12344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CB6421E-F4CE-4E40-B349-68FB90FAB5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0944"/>
            <a:ext cx="7524750" cy="190964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06A9720-2EB5-4F4D-B2C6-8F59E9802C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00" y="1371600"/>
            <a:ext cx="14249400" cy="64188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3EAC6D-9188-4563-B34D-A75B7C78D4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8077200"/>
            <a:ext cx="14049375" cy="4753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1035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05001A8-F1AC-4436-829D-76F3665AC754}"/>
              </a:ext>
            </a:extLst>
          </p:cNvPr>
          <p:cNvSpPr/>
          <p:nvPr/>
        </p:nvSpPr>
        <p:spPr>
          <a:xfrm>
            <a:off x="936019" y="6591981"/>
            <a:ext cx="22666735" cy="650947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496498" y="2049731"/>
            <a:ext cx="23172879" cy="3784630"/>
            <a:chOff x="1076414" y="4403390"/>
            <a:chExt cx="23172879" cy="3784630"/>
          </a:xfrm>
        </p:grpSpPr>
        <p:grpSp>
          <p:nvGrpSpPr>
            <p:cNvPr id="45" name="Group 5"/>
            <p:cNvGrpSpPr/>
            <p:nvPr/>
          </p:nvGrpSpPr>
          <p:grpSpPr>
            <a:xfrm>
              <a:off x="1533269" y="4671091"/>
              <a:ext cx="22716024" cy="3516929"/>
              <a:chOff x="637542" y="1083939"/>
              <a:chExt cx="8945331" cy="1384631"/>
            </a:xfrm>
          </p:grpSpPr>
          <p:sp>
            <p:nvSpPr>
              <p:cNvPr id="65" name="Rounded Rectangle 64"/>
              <p:cNvSpPr/>
              <p:nvPr/>
            </p:nvSpPr>
            <p:spPr>
              <a:xfrm>
                <a:off x="637542" y="1083939"/>
                <a:ext cx="8945331" cy="1384631"/>
              </a:xfrm>
              <a:prstGeom prst="roundRect">
                <a:avLst>
                  <a:gd name="adj" fmla="val 4110"/>
                </a:avLst>
              </a:prstGeom>
              <a:solidFill>
                <a:srgbClr val="BEDCF4"/>
              </a:solidFill>
              <a:ln w="28575">
                <a:solidFill>
                  <a:srgbClr val="0999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18000" rIns="36000" bIns="18000" rtlCol="0" anchor="ctr"/>
              <a:lstStyle/>
              <a:p>
                <a:pPr algn="ctr"/>
                <a:endParaRPr lang="en-US" sz="460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1007731" y="1742814"/>
                <a:ext cx="7867095" cy="2429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ts val="4000"/>
                  </a:lnSpc>
                </a:pPr>
                <a:endParaRPr lang="en-US" sz="4600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p:grpSp>
        <p:grpSp>
          <p:nvGrpSpPr>
            <p:cNvPr id="46" name="Group 65"/>
            <p:cNvGrpSpPr/>
            <p:nvPr/>
          </p:nvGrpSpPr>
          <p:grpSpPr>
            <a:xfrm>
              <a:off x="1076414" y="4403390"/>
              <a:ext cx="4411573" cy="845869"/>
              <a:chOff x="166396" y="8780577"/>
              <a:chExt cx="4411573" cy="845869"/>
            </a:xfrm>
          </p:grpSpPr>
          <p:sp>
            <p:nvSpPr>
              <p:cNvPr id="50" name="Freeform 20"/>
              <p:cNvSpPr>
                <a:spLocks/>
              </p:cNvSpPr>
              <p:nvPr/>
            </p:nvSpPr>
            <p:spPr bwMode="auto">
              <a:xfrm>
                <a:off x="384522" y="8844503"/>
                <a:ext cx="4193447" cy="781943"/>
              </a:xfrm>
              <a:prstGeom prst="roundRect">
                <a:avLst/>
              </a:prstGeom>
              <a:solidFill>
                <a:srgbClr val="0072BC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US" sz="6000">
                    <a:solidFill>
                      <a:schemeClr val="bg1">
                        <a:lumMod val="95000"/>
                      </a:schemeClr>
                    </a:solidFill>
                    <a:latin typeface="Times New Roman" panose="02020603050405020304" pitchFamily="18" charset="0"/>
                    <a:ea typeface="Tahoma" pitchFamily="34" charset="0"/>
                    <a:cs typeface="Times New Roman" panose="02020603050405020304" pitchFamily="18" charset="0"/>
                  </a:rPr>
                  <a:t>    </a:t>
                </a:r>
              </a:p>
            </p:txBody>
          </p:sp>
          <p:grpSp>
            <p:nvGrpSpPr>
              <p:cNvPr id="51" name="Group 7"/>
              <p:cNvGrpSpPr/>
              <p:nvPr/>
            </p:nvGrpSpPr>
            <p:grpSpPr>
              <a:xfrm>
                <a:off x="166396" y="8780577"/>
                <a:ext cx="702538" cy="572229"/>
                <a:chOff x="-145995" y="8633545"/>
                <a:chExt cx="787401" cy="641352"/>
              </a:xfrm>
            </p:grpSpPr>
            <p:sp>
              <p:nvSpPr>
                <p:cNvPr id="53" name="Freeform 45"/>
                <p:cNvSpPr>
                  <a:spLocks/>
                </p:cNvSpPr>
                <p:nvPr/>
              </p:nvSpPr>
              <p:spPr bwMode="auto">
                <a:xfrm>
                  <a:off x="255643" y="9062171"/>
                  <a:ext cx="363538" cy="88900"/>
                </a:xfrm>
                <a:custGeom>
                  <a:avLst/>
                  <a:gdLst>
                    <a:gd name="T0" fmla="*/ 6 w 97"/>
                    <a:gd name="T1" fmla="*/ 24 h 24"/>
                    <a:gd name="T2" fmla="*/ 0 w 97"/>
                    <a:gd name="T3" fmla="*/ 18 h 24"/>
                    <a:gd name="T4" fmla="*/ 0 w 97"/>
                    <a:gd name="T5" fmla="*/ 6 h 24"/>
                    <a:gd name="T6" fmla="*/ 6 w 97"/>
                    <a:gd name="T7" fmla="*/ 0 h 24"/>
                    <a:gd name="T8" fmla="*/ 91 w 97"/>
                    <a:gd name="T9" fmla="*/ 0 h 24"/>
                    <a:gd name="T10" fmla="*/ 97 w 97"/>
                    <a:gd name="T11" fmla="*/ 6 h 24"/>
                    <a:gd name="T12" fmla="*/ 97 w 97"/>
                    <a:gd name="T13" fmla="*/ 18 h 24"/>
                    <a:gd name="T14" fmla="*/ 91 w 97"/>
                    <a:gd name="T15" fmla="*/ 24 h 24"/>
                    <a:gd name="T16" fmla="*/ 6 w 97"/>
                    <a:gd name="T17" fmla="*/ 2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7" h="24">
                      <a:moveTo>
                        <a:pt x="6" y="24"/>
                      </a:moveTo>
                      <a:cubicBezTo>
                        <a:pt x="3" y="24"/>
                        <a:pt x="0" y="21"/>
                        <a:pt x="0" y="18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95" y="0"/>
                        <a:pt x="97" y="3"/>
                        <a:pt x="97" y="6"/>
                      </a:cubicBezTo>
                      <a:cubicBezTo>
                        <a:pt x="97" y="18"/>
                        <a:pt x="97" y="18"/>
                        <a:pt x="97" y="18"/>
                      </a:cubicBezTo>
                      <a:cubicBezTo>
                        <a:pt x="97" y="21"/>
                        <a:pt x="95" y="24"/>
                        <a:pt x="91" y="24"/>
                      </a:cubicBezTo>
                      <a:lnTo>
                        <a:pt x="6" y="2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4" name="Freeform 46"/>
                <p:cNvSpPr>
                  <a:spLocks noEditPoints="1"/>
                </p:cNvSpPr>
                <p:nvPr/>
              </p:nvSpPr>
              <p:spPr bwMode="auto">
                <a:xfrm>
                  <a:off x="233418" y="9039946"/>
                  <a:ext cx="407988" cy="134938"/>
                </a:xfrm>
                <a:custGeom>
                  <a:avLst/>
                  <a:gdLst>
                    <a:gd name="T0" fmla="*/ 97 w 109"/>
                    <a:gd name="T1" fmla="*/ 12 h 36"/>
                    <a:gd name="T2" fmla="*/ 97 w 109"/>
                    <a:gd name="T3" fmla="*/ 24 h 36"/>
                    <a:gd name="T4" fmla="*/ 12 w 109"/>
                    <a:gd name="T5" fmla="*/ 24 h 36"/>
                    <a:gd name="T6" fmla="*/ 12 w 109"/>
                    <a:gd name="T7" fmla="*/ 12 h 36"/>
                    <a:gd name="T8" fmla="*/ 97 w 109"/>
                    <a:gd name="T9" fmla="*/ 12 h 36"/>
                    <a:gd name="T10" fmla="*/ 97 w 109"/>
                    <a:gd name="T11" fmla="*/ 0 h 36"/>
                    <a:gd name="T12" fmla="*/ 12 w 109"/>
                    <a:gd name="T13" fmla="*/ 0 h 36"/>
                    <a:gd name="T14" fmla="*/ 0 w 109"/>
                    <a:gd name="T15" fmla="*/ 12 h 36"/>
                    <a:gd name="T16" fmla="*/ 0 w 109"/>
                    <a:gd name="T17" fmla="*/ 24 h 36"/>
                    <a:gd name="T18" fmla="*/ 12 w 109"/>
                    <a:gd name="T19" fmla="*/ 36 h 36"/>
                    <a:gd name="T20" fmla="*/ 97 w 109"/>
                    <a:gd name="T21" fmla="*/ 36 h 36"/>
                    <a:gd name="T22" fmla="*/ 109 w 109"/>
                    <a:gd name="T23" fmla="*/ 24 h 36"/>
                    <a:gd name="T24" fmla="*/ 109 w 109"/>
                    <a:gd name="T25" fmla="*/ 12 h 36"/>
                    <a:gd name="T26" fmla="*/ 97 w 109"/>
                    <a:gd name="T27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09" h="36">
                      <a:moveTo>
                        <a:pt x="97" y="12"/>
                      </a:moveTo>
                      <a:cubicBezTo>
                        <a:pt x="97" y="24"/>
                        <a:pt x="97" y="24"/>
                        <a:pt x="97" y="24"/>
                      </a:cubicBezTo>
                      <a:cubicBezTo>
                        <a:pt x="12" y="24"/>
                        <a:pt x="12" y="24"/>
                        <a:pt x="12" y="24"/>
                      </a:cubicBezTo>
                      <a:cubicBezTo>
                        <a:pt x="12" y="12"/>
                        <a:pt x="12" y="12"/>
                        <a:pt x="12" y="12"/>
                      </a:cubicBezTo>
                      <a:cubicBezTo>
                        <a:pt x="97" y="12"/>
                        <a:pt x="97" y="12"/>
                        <a:pt x="97" y="12"/>
                      </a:cubicBezTo>
                      <a:moveTo>
                        <a:pt x="97" y="0"/>
                      </a:move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0" y="6"/>
                        <a:pt x="0" y="12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30"/>
                        <a:pt x="5" y="36"/>
                        <a:pt x="12" y="36"/>
                      </a:cubicBezTo>
                      <a:cubicBezTo>
                        <a:pt x="97" y="36"/>
                        <a:pt x="97" y="36"/>
                        <a:pt x="97" y="36"/>
                      </a:cubicBezTo>
                      <a:cubicBezTo>
                        <a:pt x="104" y="36"/>
                        <a:pt x="109" y="30"/>
                        <a:pt x="109" y="24"/>
                      </a:cubicBezTo>
                      <a:cubicBezTo>
                        <a:pt x="109" y="12"/>
                        <a:pt x="109" y="12"/>
                        <a:pt x="109" y="12"/>
                      </a:cubicBezTo>
                      <a:cubicBezTo>
                        <a:pt x="109" y="6"/>
                        <a:pt x="104" y="0"/>
                        <a:pt x="97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5" name="Freeform 47"/>
                <p:cNvSpPr>
                  <a:spLocks/>
                </p:cNvSpPr>
                <p:nvPr/>
              </p:nvSpPr>
              <p:spPr bwMode="auto">
                <a:xfrm>
                  <a:off x="255643" y="9136784"/>
                  <a:ext cx="363538" cy="90488"/>
                </a:xfrm>
                <a:custGeom>
                  <a:avLst/>
                  <a:gdLst>
                    <a:gd name="T0" fmla="*/ 6 w 97"/>
                    <a:gd name="T1" fmla="*/ 24 h 24"/>
                    <a:gd name="T2" fmla="*/ 0 w 97"/>
                    <a:gd name="T3" fmla="*/ 18 h 24"/>
                    <a:gd name="T4" fmla="*/ 0 w 97"/>
                    <a:gd name="T5" fmla="*/ 6 h 24"/>
                    <a:gd name="T6" fmla="*/ 6 w 97"/>
                    <a:gd name="T7" fmla="*/ 0 h 24"/>
                    <a:gd name="T8" fmla="*/ 91 w 97"/>
                    <a:gd name="T9" fmla="*/ 0 h 24"/>
                    <a:gd name="T10" fmla="*/ 97 w 97"/>
                    <a:gd name="T11" fmla="*/ 6 h 24"/>
                    <a:gd name="T12" fmla="*/ 97 w 97"/>
                    <a:gd name="T13" fmla="*/ 18 h 24"/>
                    <a:gd name="T14" fmla="*/ 91 w 97"/>
                    <a:gd name="T15" fmla="*/ 24 h 24"/>
                    <a:gd name="T16" fmla="*/ 6 w 97"/>
                    <a:gd name="T17" fmla="*/ 2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7" h="24">
                      <a:moveTo>
                        <a:pt x="6" y="24"/>
                      </a:moveTo>
                      <a:cubicBezTo>
                        <a:pt x="3" y="24"/>
                        <a:pt x="0" y="21"/>
                        <a:pt x="0" y="18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95" y="0"/>
                        <a:pt x="97" y="3"/>
                        <a:pt x="97" y="6"/>
                      </a:cubicBezTo>
                      <a:cubicBezTo>
                        <a:pt x="97" y="18"/>
                        <a:pt x="97" y="18"/>
                        <a:pt x="97" y="18"/>
                      </a:cubicBezTo>
                      <a:cubicBezTo>
                        <a:pt x="97" y="21"/>
                        <a:pt x="95" y="24"/>
                        <a:pt x="91" y="24"/>
                      </a:cubicBezTo>
                      <a:lnTo>
                        <a:pt x="6" y="2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6" name="Freeform 48"/>
                <p:cNvSpPr>
                  <a:spLocks noEditPoints="1"/>
                </p:cNvSpPr>
                <p:nvPr/>
              </p:nvSpPr>
              <p:spPr bwMode="auto">
                <a:xfrm>
                  <a:off x="233418" y="9114559"/>
                  <a:ext cx="407988" cy="134938"/>
                </a:xfrm>
                <a:custGeom>
                  <a:avLst/>
                  <a:gdLst>
                    <a:gd name="T0" fmla="*/ 97 w 109"/>
                    <a:gd name="T1" fmla="*/ 12 h 36"/>
                    <a:gd name="T2" fmla="*/ 97 w 109"/>
                    <a:gd name="T3" fmla="*/ 24 h 36"/>
                    <a:gd name="T4" fmla="*/ 12 w 109"/>
                    <a:gd name="T5" fmla="*/ 24 h 36"/>
                    <a:gd name="T6" fmla="*/ 12 w 109"/>
                    <a:gd name="T7" fmla="*/ 12 h 36"/>
                    <a:gd name="T8" fmla="*/ 97 w 109"/>
                    <a:gd name="T9" fmla="*/ 12 h 36"/>
                    <a:gd name="T10" fmla="*/ 97 w 109"/>
                    <a:gd name="T11" fmla="*/ 0 h 36"/>
                    <a:gd name="T12" fmla="*/ 12 w 109"/>
                    <a:gd name="T13" fmla="*/ 0 h 36"/>
                    <a:gd name="T14" fmla="*/ 0 w 109"/>
                    <a:gd name="T15" fmla="*/ 12 h 36"/>
                    <a:gd name="T16" fmla="*/ 0 w 109"/>
                    <a:gd name="T17" fmla="*/ 24 h 36"/>
                    <a:gd name="T18" fmla="*/ 12 w 109"/>
                    <a:gd name="T19" fmla="*/ 36 h 36"/>
                    <a:gd name="T20" fmla="*/ 97 w 109"/>
                    <a:gd name="T21" fmla="*/ 36 h 36"/>
                    <a:gd name="T22" fmla="*/ 109 w 109"/>
                    <a:gd name="T23" fmla="*/ 24 h 36"/>
                    <a:gd name="T24" fmla="*/ 109 w 109"/>
                    <a:gd name="T25" fmla="*/ 12 h 36"/>
                    <a:gd name="T26" fmla="*/ 97 w 109"/>
                    <a:gd name="T27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09" h="36">
                      <a:moveTo>
                        <a:pt x="97" y="12"/>
                      </a:moveTo>
                      <a:cubicBezTo>
                        <a:pt x="97" y="24"/>
                        <a:pt x="97" y="24"/>
                        <a:pt x="97" y="24"/>
                      </a:cubicBezTo>
                      <a:cubicBezTo>
                        <a:pt x="12" y="24"/>
                        <a:pt x="12" y="24"/>
                        <a:pt x="12" y="24"/>
                      </a:cubicBezTo>
                      <a:cubicBezTo>
                        <a:pt x="12" y="12"/>
                        <a:pt x="12" y="12"/>
                        <a:pt x="12" y="12"/>
                      </a:cubicBezTo>
                      <a:cubicBezTo>
                        <a:pt x="97" y="12"/>
                        <a:pt x="97" y="12"/>
                        <a:pt x="97" y="12"/>
                      </a:cubicBezTo>
                      <a:moveTo>
                        <a:pt x="97" y="0"/>
                      </a:move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0" y="6"/>
                        <a:pt x="0" y="12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31"/>
                        <a:pt x="5" y="36"/>
                        <a:pt x="12" y="36"/>
                      </a:cubicBezTo>
                      <a:cubicBezTo>
                        <a:pt x="97" y="36"/>
                        <a:pt x="97" y="36"/>
                        <a:pt x="97" y="36"/>
                      </a:cubicBezTo>
                      <a:cubicBezTo>
                        <a:pt x="104" y="36"/>
                        <a:pt x="109" y="31"/>
                        <a:pt x="109" y="24"/>
                      </a:cubicBezTo>
                      <a:cubicBezTo>
                        <a:pt x="109" y="12"/>
                        <a:pt x="109" y="12"/>
                        <a:pt x="109" y="12"/>
                      </a:cubicBezTo>
                      <a:cubicBezTo>
                        <a:pt x="109" y="6"/>
                        <a:pt x="104" y="0"/>
                        <a:pt x="97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7" name="Freeform 49"/>
                <p:cNvSpPr>
                  <a:spLocks/>
                </p:cNvSpPr>
                <p:nvPr/>
              </p:nvSpPr>
              <p:spPr bwMode="auto">
                <a:xfrm>
                  <a:off x="217543" y="8657358"/>
                  <a:ext cx="263525" cy="254000"/>
                </a:xfrm>
                <a:custGeom>
                  <a:avLst/>
                  <a:gdLst>
                    <a:gd name="T0" fmla="*/ 50 w 70"/>
                    <a:gd name="T1" fmla="*/ 68 h 68"/>
                    <a:gd name="T2" fmla="*/ 45 w 70"/>
                    <a:gd name="T3" fmla="*/ 67 h 68"/>
                    <a:gd name="T4" fmla="*/ 2 w 70"/>
                    <a:gd name="T5" fmla="*/ 23 h 68"/>
                    <a:gd name="T6" fmla="*/ 2 w 70"/>
                    <a:gd name="T7" fmla="*/ 15 h 68"/>
                    <a:gd name="T8" fmla="*/ 14 w 70"/>
                    <a:gd name="T9" fmla="*/ 3 h 68"/>
                    <a:gd name="T10" fmla="*/ 22 w 70"/>
                    <a:gd name="T11" fmla="*/ 0 h 68"/>
                    <a:gd name="T12" fmla="*/ 31 w 70"/>
                    <a:gd name="T13" fmla="*/ 3 h 68"/>
                    <a:gd name="T14" fmla="*/ 65 w 70"/>
                    <a:gd name="T15" fmla="*/ 38 h 68"/>
                    <a:gd name="T16" fmla="*/ 65 w 70"/>
                    <a:gd name="T17" fmla="*/ 55 h 68"/>
                    <a:gd name="T18" fmla="*/ 54 w 70"/>
                    <a:gd name="T19" fmla="*/ 67 h 68"/>
                    <a:gd name="T20" fmla="*/ 50 w 70"/>
                    <a:gd name="T21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0" h="68">
                      <a:moveTo>
                        <a:pt x="50" y="68"/>
                      </a:moveTo>
                      <a:cubicBezTo>
                        <a:pt x="48" y="68"/>
                        <a:pt x="47" y="68"/>
                        <a:pt x="45" y="67"/>
                      </a:cubicBezTo>
                      <a:cubicBezTo>
                        <a:pt x="2" y="23"/>
                        <a:pt x="2" y="23"/>
                        <a:pt x="2" y="23"/>
                      </a:cubicBezTo>
                      <a:cubicBezTo>
                        <a:pt x="0" y="21"/>
                        <a:pt x="0" y="17"/>
                        <a:pt x="2" y="15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6" y="1"/>
                        <a:pt x="19" y="0"/>
                        <a:pt x="22" y="0"/>
                      </a:cubicBezTo>
                      <a:cubicBezTo>
                        <a:pt x="26" y="0"/>
                        <a:pt x="29" y="1"/>
                        <a:pt x="31" y="3"/>
                      </a:cubicBezTo>
                      <a:cubicBezTo>
                        <a:pt x="65" y="38"/>
                        <a:pt x="65" y="38"/>
                        <a:pt x="65" y="38"/>
                      </a:cubicBezTo>
                      <a:cubicBezTo>
                        <a:pt x="70" y="42"/>
                        <a:pt x="70" y="50"/>
                        <a:pt x="65" y="55"/>
                      </a:cubicBezTo>
                      <a:cubicBezTo>
                        <a:pt x="54" y="67"/>
                        <a:pt x="54" y="67"/>
                        <a:pt x="54" y="67"/>
                      </a:cubicBezTo>
                      <a:cubicBezTo>
                        <a:pt x="53" y="68"/>
                        <a:pt x="51" y="68"/>
                        <a:pt x="50" y="6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8" name="Freeform 50"/>
                <p:cNvSpPr>
                  <a:spLocks noEditPoints="1"/>
                </p:cNvSpPr>
                <p:nvPr/>
              </p:nvSpPr>
              <p:spPr bwMode="auto">
                <a:xfrm>
                  <a:off x="192143" y="8633545"/>
                  <a:ext cx="314325" cy="300038"/>
                </a:xfrm>
                <a:custGeom>
                  <a:avLst/>
                  <a:gdLst>
                    <a:gd name="T0" fmla="*/ 29 w 84"/>
                    <a:gd name="T1" fmla="*/ 12 h 80"/>
                    <a:gd name="T2" fmla="*/ 34 w 84"/>
                    <a:gd name="T3" fmla="*/ 13 h 80"/>
                    <a:gd name="T4" fmla="*/ 68 w 84"/>
                    <a:gd name="T5" fmla="*/ 48 h 80"/>
                    <a:gd name="T6" fmla="*/ 68 w 84"/>
                    <a:gd name="T7" fmla="*/ 57 h 80"/>
                    <a:gd name="T8" fmla="*/ 57 w 84"/>
                    <a:gd name="T9" fmla="*/ 68 h 80"/>
                    <a:gd name="T10" fmla="*/ 13 w 84"/>
                    <a:gd name="T11" fmla="*/ 25 h 80"/>
                    <a:gd name="T12" fmla="*/ 25 w 84"/>
                    <a:gd name="T13" fmla="*/ 13 h 80"/>
                    <a:gd name="T14" fmla="*/ 29 w 84"/>
                    <a:gd name="T15" fmla="*/ 12 h 80"/>
                    <a:gd name="T16" fmla="*/ 29 w 84"/>
                    <a:gd name="T17" fmla="*/ 0 h 80"/>
                    <a:gd name="T18" fmla="*/ 16 w 84"/>
                    <a:gd name="T19" fmla="*/ 5 h 80"/>
                    <a:gd name="T20" fmla="*/ 5 w 84"/>
                    <a:gd name="T21" fmla="*/ 16 h 80"/>
                    <a:gd name="T22" fmla="*/ 5 w 84"/>
                    <a:gd name="T23" fmla="*/ 33 h 80"/>
                    <a:gd name="T24" fmla="*/ 48 w 84"/>
                    <a:gd name="T25" fmla="*/ 77 h 80"/>
                    <a:gd name="T26" fmla="*/ 57 w 84"/>
                    <a:gd name="T27" fmla="*/ 80 h 80"/>
                    <a:gd name="T28" fmla="*/ 57 w 84"/>
                    <a:gd name="T29" fmla="*/ 80 h 80"/>
                    <a:gd name="T30" fmla="*/ 65 w 84"/>
                    <a:gd name="T31" fmla="*/ 77 h 80"/>
                    <a:gd name="T32" fmla="*/ 77 w 84"/>
                    <a:gd name="T33" fmla="*/ 65 h 80"/>
                    <a:gd name="T34" fmla="*/ 77 w 84"/>
                    <a:gd name="T35" fmla="*/ 39 h 80"/>
                    <a:gd name="T36" fmla="*/ 42 w 84"/>
                    <a:gd name="T37" fmla="*/ 5 h 80"/>
                    <a:gd name="T38" fmla="*/ 29 w 84"/>
                    <a:gd name="T39" fmla="*/ 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84" h="80">
                      <a:moveTo>
                        <a:pt x="29" y="12"/>
                      </a:moveTo>
                      <a:cubicBezTo>
                        <a:pt x="31" y="12"/>
                        <a:pt x="33" y="12"/>
                        <a:pt x="34" y="13"/>
                      </a:cubicBezTo>
                      <a:cubicBezTo>
                        <a:pt x="34" y="13"/>
                        <a:pt x="34" y="13"/>
                        <a:pt x="68" y="48"/>
                      </a:cubicBezTo>
                      <a:cubicBezTo>
                        <a:pt x="71" y="50"/>
                        <a:pt x="71" y="54"/>
                        <a:pt x="68" y="57"/>
                      </a:cubicBezTo>
                      <a:cubicBezTo>
                        <a:pt x="68" y="57"/>
                        <a:pt x="68" y="57"/>
                        <a:pt x="57" y="68"/>
                      </a:cubicBezTo>
                      <a:cubicBezTo>
                        <a:pt x="57" y="68"/>
                        <a:pt x="57" y="68"/>
                        <a:pt x="13" y="25"/>
                      </a:cubicBezTo>
                      <a:cubicBezTo>
                        <a:pt x="13" y="25"/>
                        <a:pt x="13" y="25"/>
                        <a:pt x="25" y="13"/>
                      </a:cubicBezTo>
                      <a:cubicBezTo>
                        <a:pt x="26" y="12"/>
                        <a:pt x="28" y="12"/>
                        <a:pt x="29" y="12"/>
                      </a:cubicBezTo>
                      <a:moveTo>
                        <a:pt x="29" y="0"/>
                      </a:moveTo>
                      <a:cubicBezTo>
                        <a:pt x="24" y="0"/>
                        <a:pt x="20" y="2"/>
                        <a:pt x="16" y="5"/>
                      </a:cubicBezTo>
                      <a:cubicBezTo>
                        <a:pt x="5" y="16"/>
                        <a:pt x="5" y="16"/>
                        <a:pt x="5" y="16"/>
                      </a:cubicBezTo>
                      <a:cubicBezTo>
                        <a:pt x="0" y="21"/>
                        <a:pt x="0" y="29"/>
                        <a:pt x="5" y="33"/>
                      </a:cubicBezTo>
                      <a:cubicBezTo>
                        <a:pt x="48" y="77"/>
                        <a:pt x="48" y="77"/>
                        <a:pt x="48" y="77"/>
                      </a:cubicBezTo>
                      <a:cubicBezTo>
                        <a:pt x="50" y="79"/>
                        <a:pt x="53" y="80"/>
                        <a:pt x="57" y="80"/>
                      </a:cubicBezTo>
                      <a:cubicBezTo>
                        <a:pt x="57" y="80"/>
                        <a:pt x="57" y="80"/>
                        <a:pt x="57" y="80"/>
                      </a:cubicBezTo>
                      <a:cubicBezTo>
                        <a:pt x="60" y="80"/>
                        <a:pt x="63" y="79"/>
                        <a:pt x="65" y="77"/>
                      </a:cubicBezTo>
                      <a:cubicBezTo>
                        <a:pt x="77" y="65"/>
                        <a:pt x="77" y="65"/>
                        <a:pt x="77" y="65"/>
                      </a:cubicBezTo>
                      <a:cubicBezTo>
                        <a:pt x="84" y="58"/>
                        <a:pt x="84" y="47"/>
                        <a:pt x="77" y="39"/>
                      </a:cubicBezTo>
                      <a:cubicBezTo>
                        <a:pt x="42" y="5"/>
                        <a:pt x="42" y="5"/>
                        <a:pt x="42" y="5"/>
                      </a:cubicBezTo>
                      <a:cubicBezTo>
                        <a:pt x="39" y="2"/>
                        <a:pt x="34" y="0"/>
                        <a:pt x="29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9" name="Freeform 51"/>
                <p:cNvSpPr>
                  <a:spLocks noEditPoints="1"/>
                </p:cNvSpPr>
                <p:nvPr/>
              </p:nvSpPr>
              <p:spPr bwMode="auto">
                <a:xfrm>
                  <a:off x="-123770" y="8724033"/>
                  <a:ext cx="742950" cy="528639"/>
                </a:xfrm>
                <a:custGeom>
                  <a:avLst/>
                  <a:gdLst>
                    <a:gd name="T0" fmla="*/ 12 w 198"/>
                    <a:gd name="T1" fmla="*/ 141 h 141"/>
                    <a:gd name="T2" fmla="*/ 8 w 198"/>
                    <a:gd name="T3" fmla="*/ 140 h 141"/>
                    <a:gd name="T4" fmla="*/ 3 w 198"/>
                    <a:gd name="T5" fmla="*/ 134 h 141"/>
                    <a:gd name="T6" fmla="*/ 1 w 198"/>
                    <a:gd name="T7" fmla="*/ 128 h 141"/>
                    <a:gd name="T8" fmla="*/ 14 w 198"/>
                    <a:gd name="T9" fmla="*/ 77 h 141"/>
                    <a:gd name="T10" fmla="*/ 15 w 198"/>
                    <a:gd name="T11" fmla="*/ 75 h 141"/>
                    <a:gd name="T12" fmla="*/ 88 w 198"/>
                    <a:gd name="T13" fmla="*/ 1 h 141"/>
                    <a:gd name="T14" fmla="*/ 92 w 198"/>
                    <a:gd name="T15" fmla="*/ 0 h 141"/>
                    <a:gd name="T16" fmla="*/ 92 w 198"/>
                    <a:gd name="T17" fmla="*/ 0 h 141"/>
                    <a:gd name="T18" fmla="*/ 97 w 198"/>
                    <a:gd name="T19" fmla="*/ 1 h 141"/>
                    <a:gd name="T20" fmla="*/ 103 w 198"/>
                    <a:gd name="T21" fmla="*/ 8 h 141"/>
                    <a:gd name="T22" fmla="*/ 105 w 198"/>
                    <a:gd name="T23" fmla="*/ 12 h 141"/>
                    <a:gd name="T24" fmla="*/ 109 w 198"/>
                    <a:gd name="T25" fmla="*/ 13 h 141"/>
                    <a:gd name="T26" fmla="*/ 116 w 198"/>
                    <a:gd name="T27" fmla="*/ 21 h 141"/>
                    <a:gd name="T28" fmla="*/ 117 w 198"/>
                    <a:gd name="T29" fmla="*/ 24 h 141"/>
                    <a:gd name="T30" fmla="*/ 121 w 198"/>
                    <a:gd name="T31" fmla="*/ 26 h 141"/>
                    <a:gd name="T32" fmla="*/ 128 w 198"/>
                    <a:gd name="T33" fmla="*/ 33 h 141"/>
                    <a:gd name="T34" fmla="*/ 130 w 198"/>
                    <a:gd name="T35" fmla="*/ 37 h 141"/>
                    <a:gd name="T36" fmla="*/ 133 w 198"/>
                    <a:gd name="T37" fmla="*/ 38 h 141"/>
                    <a:gd name="T38" fmla="*/ 140 w 198"/>
                    <a:gd name="T39" fmla="*/ 45 h 141"/>
                    <a:gd name="T40" fmla="*/ 142 w 198"/>
                    <a:gd name="T41" fmla="*/ 49 h 141"/>
                    <a:gd name="T42" fmla="*/ 140 w 198"/>
                    <a:gd name="T43" fmla="*/ 53 h 141"/>
                    <a:gd name="T44" fmla="*/ 124 w 198"/>
                    <a:gd name="T45" fmla="*/ 70 h 141"/>
                    <a:gd name="T46" fmla="*/ 192 w 198"/>
                    <a:gd name="T47" fmla="*/ 70 h 141"/>
                    <a:gd name="T48" fmla="*/ 198 w 198"/>
                    <a:gd name="T49" fmla="*/ 76 h 141"/>
                    <a:gd name="T50" fmla="*/ 198 w 198"/>
                    <a:gd name="T51" fmla="*/ 87 h 141"/>
                    <a:gd name="T52" fmla="*/ 192 w 198"/>
                    <a:gd name="T53" fmla="*/ 93 h 141"/>
                    <a:gd name="T54" fmla="*/ 107 w 198"/>
                    <a:gd name="T55" fmla="*/ 93 h 141"/>
                    <a:gd name="T56" fmla="*/ 103 w 198"/>
                    <a:gd name="T57" fmla="*/ 91 h 141"/>
                    <a:gd name="T58" fmla="*/ 67 w 198"/>
                    <a:gd name="T59" fmla="*/ 127 h 141"/>
                    <a:gd name="T60" fmla="*/ 64 w 198"/>
                    <a:gd name="T61" fmla="*/ 128 h 141"/>
                    <a:gd name="T62" fmla="*/ 14 w 198"/>
                    <a:gd name="T63" fmla="*/ 141 h 141"/>
                    <a:gd name="T64" fmla="*/ 12 w 198"/>
                    <a:gd name="T65" fmla="*/ 141 h 141"/>
                    <a:gd name="T66" fmla="*/ 23 w 198"/>
                    <a:gd name="T67" fmla="*/ 119 h 141"/>
                    <a:gd name="T68" fmla="*/ 45 w 198"/>
                    <a:gd name="T69" fmla="*/ 113 h 141"/>
                    <a:gd name="T70" fmla="*/ 29 w 198"/>
                    <a:gd name="T71" fmla="*/ 97 h 141"/>
                    <a:gd name="T72" fmla="*/ 23 w 198"/>
                    <a:gd name="T73" fmla="*/ 119 h 1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198" h="141">
                      <a:moveTo>
                        <a:pt x="12" y="141"/>
                      </a:moveTo>
                      <a:cubicBezTo>
                        <a:pt x="11" y="141"/>
                        <a:pt x="9" y="141"/>
                        <a:pt x="8" y="140"/>
                      </a:cubicBezTo>
                      <a:cubicBezTo>
                        <a:pt x="3" y="134"/>
                        <a:pt x="3" y="134"/>
                        <a:pt x="3" y="134"/>
                      </a:cubicBezTo>
                      <a:cubicBezTo>
                        <a:pt x="1" y="133"/>
                        <a:pt x="0" y="131"/>
                        <a:pt x="1" y="128"/>
                      </a:cubicBezTo>
                      <a:cubicBezTo>
                        <a:pt x="14" y="77"/>
                        <a:pt x="14" y="77"/>
                        <a:pt x="14" y="77"/>
                      </a:cubicBezTo>
                      <a:cubicBezTo>
                        <a:pt x="14" y="76"/>
                        <a:pt x="15" y="75"/>
                        <a:pt x="15" y="75"/>
                      </a:cubicBezTo>
                      <a:cubicBezTo>
                        <a:pt x="88" y="1"/>
                        <a:pt x="88" y="1"/>
                        <a:pt x="88" y="1"/>
                      </a:cubicBezTo>
                      <a:cubicBezTo>
                        <a:pt x="89" y="0"/>
                        <a:pt x="91" y="0"/>
                        <a:pt x="92" y="0"/>
                      </a:cubicBezTo>
                      <a:cubicBezTo>
                        <a:pt x="92" y="0"/>
                        <a:pt x="92" y="0"/>
                        <a:pt x="92" y="0"/>
                      </a:cubicBezTo>
                      <a:cubicBezTo>
                        <a:pt x="94" y="0"/>
                        <a:pt x="96" y="0"/>
                        <a:pt x="97" y="1"/>
                      </a:cubicBezTo>
                      <a:cubicBezTo>
                        <a:pt x="103" y="8"/>
                        <a:pt x="103" y="8"/>
                        <a:pt x="103" y="8"/>
                      </a:cubicBezTo>
                      <a:cubicBezTo>
                        <a:pt x="104" y="9"/>
                        <a:pt x="105" y="10"/>
                        <a:pt x="105" y="12"/>
                      </a:cubicBezTo>
                      <a:cubicBezTo>
                        <a:pt x="106" y="12"/>
                        <a:pt x="108" y="12"/>
                        <a:pt x="109" y="13"/>
                      </a:cubicBezTo>
                      <a:cubicBezTo>
                        <a:pt x="116" y="21"/>
                        <a:pt x="116" y="21"/>
                        <a:pt x="116" y="21"/>
                      </a:cubicBezTo>
                      <a:cubicBezTo>
                        <a:pt x="117" y="22"/>
                        <a:pt x="117" y="23"/>
                        <a:pt x="117" y="24"/>
                      </a:cubicBezTo>
                      <a:cubicBezTo>
                        <a:pt x="119" y="24"/>
                        <a:pt x="120" y="25"/>
                        <a:pt x="121" y="26"/>
                      </a:cubicBezTo>
                      <a:cubicBezTo>
                        <a:pt x="128" y="33"/>
                        <a:pt x="128" y="33"/>
                        <a:pt x="128" y="33"/>
                      </a:cubicBezTo>
                      <a:cubicBezTo>
                        <a:pt x="129" y="34"/>
                        <a:pt x="130" y="35"/>
                        <a:pt x="130" y="37"/>
                      </a:cubicBezTo>
                      <a:cubicBezTo>
                        <a:pt x="131" y="37"/>
                        <a:pt x="132" y="37"/>
                        <a:pt x="133" y="38"/>
                      </a:cubicBezTo>
                      <a:cubicBezTo>
                        <a:pt x="140" y="45"/>
                        <a:pt x="140" y="45"/>
                        <a:pt x="140" y="45"/>
                      </a:cubicBezTo>
                      <a:cubicBezTo>
                        <a:pt x="141" y="46"/>
                        <a:pt x="142" y="47"/>
                        <a:pt x="142" y="49"/>
                      </a:cubicBezTo>
                      <a:cubicBezTo>
                        <a:pt x="142" y="51"/>
                        <a:pt x="141" y="52"/>
                        <a:pt x="140" y="53"/>
                      </a:cubicBezTo>
                      <a:cubicBezTo>
                        <a:pt x="124" y="70"/>
                        <a:pt x="124" y="70"/>
                        <a:pt x="124" y="70"/>
                      </a:cubicBezTo>
                      <a:cubicBezTo>
                        <a:pt x="192" y="70"/>
                        <a:pt x="192" y="70"/>
                        <a:pt x="192" y="70"/>
                      </a:cubicBezTo>
                      <a:cubicBezTo>
                        <a:pt x="196" y="70"/>
                        <a:pt x="198" y="72"/>
                        <a:pt x="198" y="76"/>
                      </a:cubicBezTo>
                      <a:cubicBezTo>
                        <a:pt x="198" y="87"/>
                        <a:pt x="198" y="87"/>
                        <a:pt x="198" y="87"/>
                      </a:cubicBezTo>
                      <a:cubicBezTo>
                        <a:pt x="198" y="91"/>
                        <a:pt x="196" y="93"/>
                        <a:pt x="192" y="93"/>
                      </a:cubicBezTo>
                      <a:cubicBezTo>
                        <a:pt x="107" y="93"/>
                        <a:pt x="107" y="93"/>
                        <a:pt x="107" y="93"/>
                      </a:cubicBezTo>
                      <a:cubicBezTo>
                        <a:pt x="105" y="93"/>
                        <a:pt x="104" y="92"/>
                        <a:pt x="103" y="91"/>
                      </a:cubicBezTo>
                      <a:cubicBezTo>
                        <a:pt x="67" y="127"/>
                        <a:pt x="67" y="127"/>
                        <a:pt x="67" y="127"/>
                      </a:cubicBezTo>
                      <a:cubicBezTo>
                        <a:pt x="66" y="127"/>
                        <a:pt x="65" y="128"/>
                        <a:pt x="64" y="128"/>
                      </a:cubicBezTo>
                      <a:cubicBezTo>
                        <a:pt x="14" y="141"/>
                        <a:pt x="14" y="141"/>
                        <a:pt x="14" y="141"/>
                      </a:cubicBezTo>
                      <a:cubicBezTo>
                        <a:pt x="13" y="141"/>
                        <a:pt x="13" y="141"/>
                        <a:pt x="12" y="141"/>
                      </a:cubicBezTo>
                      <a:close/>
                      <a:moveTo>
                        <a:pt x="23" y="119"/>
                      </a:moveTo>
                      <a:cubicBezTo>
                        <a:pt x="45" y="113"/>
                        <a:pt x="45" y="113"/>
                        <a:pt x="45" y="113"/>
                      </a:cubicBezTo>
                      <a:cubicBezTo>
                        <a:pt x="29" y="97"/>
                        <a:pt x="29" y="97"/>
                        <a:pt x="29" y="97"/>
                      </a:cubicBezTo>
                      <a:lnTo>
                        <a:pt x="23" y="11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0" name="Freeform 52"/>
                <p:cNvSpPr>
                  <a:spLocks noEditPoints="1"/>
                </p:cNvSpPr>
                <p:nvPr/>
              </p:nvSpPr>
              <p:spPr bwMode="auto">
                <a:xfrm>
                  <a:off x="-145995" y="8701808"/>
                  <a:ext cx="787400" cy="573089"/>
                </a:xfrm>
                <a:custGeom>
                  <a:avLst/>
                  <a:gdLst>
                    <a:gd name="T0" fmla="*/ 98 w 210"/>
                    <a:gd name="T1" fmla="*/ 12 h 153"/>
                    <a:gd name="T2" fmla="*/ 105 w 210"/>
                    <a:gd name="T3" fmla="*/ 18 h 153"/>
                    <a:gd name="T4" fmla="*/ 37 w 210"/>
                    <a:gd name="T5" fmla="*/ 86 h 153"/>
                    <a:gd name="T6" fmla="*/ 43 w 210"/>
                    <a:gd name="T7" fmla="*/ 92 h 153"/>
                    <a:gd name="T8" fmla="*/ 110 w 210"/>
                    <a:gd name="T9" fmla="*/ 24 h 153"/>
                    <a:gd name="T10" fmla="*/ 118 w 210"/>
                    <a:gd name="T11" fmla="*/ 31 h 153"/>
                    <a:gd name="T12" fmla="*/ 50 w 210"/>
                    <a:gd name="T13" fmla="*/ 99 h 153"/>
                    <a:gd name="T14" fmla="*/ 55 w 210"/>
                    <a:gd name="T15" fmla="*/ 104 h 153"/>
                    <a:gd name="T16" fmla="*/ 123 w 210"/>
                    <a:gd name="T17" fmla="*/ 36 h 153"/>
                    <a:gd name="T18" fmla="*/ 130 w 210"/>
                    <a:gd name="T19" fmla="*/ 43 h 153"/>
                    <a:gd name="T20" fmla="*/ 62 w 210"/>
                    <a:gd name="T21" fmla="*/ 111 h 153"/>
                    <a:gd name="T22" fmla="*/ 68 w 210"/>
                    <a:gd name="T23" fmla="*/ 116 h 153"/>
                    <a:gd name="T24" fmla="*/ 135 w 210"/>
                    <a:gd name="T25" fmla="*/ 49 h 153"/>
                    <a:gd name="T26" fmla="*/ 142 w 210"/>
                    <a:gd name="T27" fmla="*/ 55 h 153"/>
                    <a:gd name="T28" fmla="*/ 115 w 210"/>
                    <a:gd name="T29" fmla="*/ 82 h 153"/>
                    <a:gd name="T30" fmla="*/ 198 w 210"/>
                    <a:gd name="T31" fmla="*/ 82 h 153"/>
                    <a:gd name="T32" fmla="*/ 198 w 210"/>
                    <a:gd name="T33" fmla="*/ 93 h 153"/>
                    <a:gd name="T34" fmla="*/ 113 w 210"/>
                    <a:gd name="T35" fmla="*/ 93 h 153"/>
                    <a:gd name="T36" fmla="*/ 113 w 210"/>
                    <a:gd name="T37" fmla="*/ 84 h 153"/>
                    <a:gd name="T38" fmla="*/ 69 w 210"/>
                    <a:gd name="T39" fmla="*/ 128 h 153"/>
                    <a:gd name="T40" fmla="*/ 18 w 210"/>
                    <a:gd name="T41" fmla="*/ 141 h 153"/>
                    <a:gd name="T42" fmla="*/ 13 w 210"/>
                    <a:gd name="T43" fmla="*/ 136 h 153"/>
                    <a:gd name="T44" fmla="*/ 26 w 210"/>
                    <a:gd name="T45" fmla="*/ 85 h 153"/>
                    <a:gd name="T46" fmla="*/ 98 w 210"/>
                    <a:gd name="T47" fmla="*/ 12 h 153"/>
                    <a:gd name="T48" fmla="*/ 21 w 210"/>
                    <a:gd name="T49" fmla="*/ 133 h 153"/>
                    <a:gd name="T50" fmla="*/ 62 w 210"/>
                    <a:gd name="T51" fmla="*/ 122 h 153"/>
                    <a:gd name="T52" fmla="*/ 32 w 210"/>
                    <a:gd name="T53" fmla="*/ 91 h 153"/>
                    <a:gd name="T54" fmla="*/ 21 w 210"/>
                    <a:gd name="T55" fmla="*/ 133 h 153"/>
                    <a:gd name="T56" fmla="*/ 98 w 210"/>
                    <a:gd name="T57" fmla="*/ 0 h 153"/>
                    <a:gd name="T58" fmla="*/ 98 w 210"/>
                    <a:gd name="T59" fmla="*/ 0 h 153"/>
                    <a:gd name="T60" fmla="*/ 90 w 210"/>
                    <a:gd name="T61" fmla="*/ 3 h 153"/>
                    <a:gd name="T62" fmla="*/ 17 w 210"/>
                    <a:gd name="T63" fmla="*/ 76 h 153"/>
                    <a:gd name="T64" fmla="*/ 14 w 210"/>
                    <a:gd name="T65" fmla="*/ 82 h 153"/>
                    <a:gd name="T66" fmla="*/ 1 w 210"/>
                    <a:gd name="T67" fmla="*/ 133 h 153"/>
                    <a:gd name="T68" fmla="*/ 4 w 210"/>
                    <a:gd name="T69" fmla="*/ 145 h 153"/>
                    <a:gd name="T70" fmla="*/ 10 w 210"/>
                    <a:gd name="T71" fmla="*/ 150 h 153"/>
                    <a:gd name="T72" fmla="*/ 18 w 210"/>
                    <a:gd name="T73" fmla="*/ 153 h 153"/>
                    <a:gd name="T74" fmla="*/ 21 w 210"/>
                    <a:gd name="T75" fmla="*/ 153 h 153"/>
                    <a:gd name="T76" fmla="*/ 72 w 210"/>
                    <a:gd name="T77" fmla="*/ 140 h 153"/>
                    <a:gd name="T78" fmla="*/ 77 w 210"/>
                    <a:gd name="T79" fmla="*/ 137 h 153"/>
                    <a:gd name="T80" fmla="*/ 109 w 210"/>
                    <a:gd name="T81" fmla="*/ 105 h 153"/>
                    <a:gd name="T82" fmla="*/ 113 w 210"/>
                    <a:gd name="T83" fmla="*/ 105 h 153"/>
                    <a:gd name="T84" fmla="*/ 198 w 210"/>
                    <a:gd name="T85" fmla="*/ 105 h 153"/>
                    <a:gd name="T86" fmla="*/ 210 w 210"/>
                    <a:gd name="T87" fmla="*/ 93 h 153"/>
                    <a:gd name="T88" fmla="*/ 210 w 210"/>
                    <a:gd name="T89" fmla="*/ 82 h 153"/>
                    <a:gd name="T90" fmla="*/ 198 w 210"/>
                    <a:gd name="T91" fmla="*/ 70 h 153"/>
                    <a:gd name="T92" fmla="*/ 144 w 210"/>
                    <a:gd name="T93" fmla="*/ 70 h 153"/>
                    <a:gd name="T94" fmla="*/ 150 w 210"/>
                    <a:gd name="T95" fmla="*/ 64 h 153"/>
                    <a:gd name="T96" fmla="*/ 154 w 210"/>
                    <a:gd name="T97" fmla="*/ 55 h 153"/>
                    <a:gd name="T98" fmla="*/ 150 w 210"/>
                    <a:gd name="T99" fmla="*/ 47 h 153"/>
                    <a:gd name="T100" fmla="*/ 144 w 210"/>
                    <a:gd name="T101" fmla="*/ 40 h 153"/>
                    <a:gd name="T102" fmla="*/ 140 w 210"/>
                    <a:gd name="T103" fmla="*/ 38 h 153"/>
                    <a:gd name="T104" fmla="*/ 138 w 210"/>
                    <a:gd name="T105" fmla="*/ 35 h 153"/>
                    <a:gd name="T106" fmla="*/ 131 w 210"/>
                    <a:gd name="T107" fmla="*/ 28 h 153"/>
                    <a:gd name="T108" fmla="*/ 128 w 210"/>
                    <a:gd name="T109" fmla="*/ 25 h 153"/>
                    <a:gd name="T110" fmla="*/ 126 w 210"/>
                    <a:gd name="T111" fmla="*/ 22 h 153"/>
                    <a:gd name="T112" fmla="*/ 119 w 210"/>
                    <a:gd name="T113" fmla="*/ 15 h 153"/>
                    <a:gd name="T114" fmla="*/ 116 w 210"/>
                    <a:gd name="T115" fmla="*/ 13 h 153"/>
                    <a:gd name="T116" fmla="*/ 113 w 210"/>
                    <a:gd name="T117" fmla="*/ 10 h 153"/>
                    <a:gd name="T118" fmla="*/ 107 w 210"/>
                    <a:gd name="T119" fmla="*/ 3 h 153"/>
                    <a:gd name="T120" fmla="*/ 98 w 210"/>
                    <a:gd name="T121" fmla="*/ 0 h 1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210" h="153">
                      <a:moveTo>
                        <a:pt x="98" y="12"/>
                      </a:moveTo>
                      <a:cubicBezTo>
                        <a:pt x="105" y="18"/>
                        <a:pt x="105" y="18"/>
                        <a:pt x="105" y="18"/>
                      </a:cubicBezTo>
                      <a:cubicBezTo>
                        <a:pt x="37" y="86"/>
                        <a:pt x="37" y="86"/>
                        <a:pt x="37" y="86"/>
                      </a:cubicBezTo>
                      <a:cubicBezTo>
                        <a:pt x="43" y="92"/>
                        <a:pt x="43" y="92"/>
                        <a:pt x="43" y="92"/>
                      </a:cubicBezTo>
                      <a:cubicBezTo>
                        <a:pt x="110" y="24"/>
                        <a:pt x="110" y="24"/>
                        <a:pt x="110" y="24"/>
                      </a:cubicBezTo>
                      <a:cubicBezTo>
                        <a:pt x="118" y="31"/>
                        <a:pt x="118" y="31"/>
                        <a:pt x="118" y="31"/>
                      </a:cubicBezTo>
                      <a:cubicBezTo>
                        <a:pt x="50" y="99"/>
                        <a:pt x="50" y="99"/>
                        <a:pt x="50" y="99"/>
                      </a:cubicBezTo>
                      <a:cubicBezTo>
                        <a:pt x="55" y="104"/>
                        <a:pt x="55" y="104"/>
                        <a:pt x="55" y="104"/>
                      </a:cubicBezTo>
                      <a:cubicBezTo>
                        <a:pt x="123" y="36"/>
                        <a:pt x="123" y="36"/>
                        <a:pt x="123" y="36"/>
                      </a:cubicBezTo>
                      <a:cubicBezTo>
                        <a:pt x="130" y="43"/>
                        <a:pt x="130" y="43"/>
                        <a:pt x="130" y="43"/>
                      </a:cubicBezTo>
                      <a:cubicBezTo>
                        <a:pt x="62" y="111"/>
                        <a:pt x="62" y="111"/>
                        <a:pt x="62" y="111"/>
                      </a:cubicBezTo>
                      <a:cubicBezTo>
                        <a:pt x="68" y="116"/>
                        <a:pt x="68" y="116"/>
                        <a:pt x="68" y="116"/>
                      </a:cubicBezTo>
                      <a:cubicBezTo>
                        <a:pt x="135" y="49"/>
                        <a:pt x="135" y="49"/>
                        <a:pt x="135" y="49"/>
                      </a:cubicBezTo>
                      <a:cubicBezTo>
                        <a:pt x="142" y="55"/>
                        <a:pt x="142" y="55"/>
                        <a:pt x="142" y="55"/>
                      </a:cubicBezTo>
                      <a:cubicBezTo>
                        <a:pt x="115" y="82"/>
                        <a:pt x="115" y="82"/>
                        <a:pt x="115" y="82"/>
                      </a:cubicBezTo>
                      <a:cubicBezTo>
                        <a:pt x="198" y="82"/>
                        <a:pt x="198" y="82"/>
                        <a:pt x="198" y="82"/>
                      </a:cubicBezTo>
                      <a:cubicBezTo>
                        <a:pt x="198" y="93"/>
                        <a:pt x="198" y="93"/>
                        <a:pt x="198" y="93"/>
                      </a:cubicBezTo>
                      <a:cubicBezTo>
                        <a:pt x="113" y="93"/>
                        <a:pt x="113" y="93"/>
                        <a:pt x="113" y="93"/>
                      </a:cubicBezTo>
                      <a:cubicBezTo>
                        <a:pt x="113" y="84"/>
                        <a:pt x="113" y="84"/>
                        <a:pt x="113" y="84"/>
                      </a:cubicBezTo>
                      <a:cubicBezTo>
                        <a:pt x="69" y="128"/>
                        <a:pt x="69" y="128"/>
                        <a:pt x="69" y="128"/>
                      </a:cubicBezTo>
                      <a:cubicBezTo>
                        <a:pt x="18" y="141"/>
                        <a:pt x="18" y="141"/>
                        <a:pt x="18" y="141"/>
                      </a:cubicBezTo>
                      <a:cubicBezTo>
                        <a:pt x="13" y="136"/>
                        <a:pt x="13" y="136"/>
                        <a:pt x="13" y="136"/>
                      </a:cubicBezTo>
                      <a:cubicBezTo>
                        <a:pt x="26" y="85"/>
                        <a:pt x="26" y="85"/>
                        <a:pt x="26" y="85"/>
                      </a:cubicBezTo>
                      <a:cubicBezTo>
                        <a:pt x="98" y="12"/>
                        <a:pt x="98" y="12"/>
                        <a:pt x="98" y="12"/>
                      </a:cubicBezTo>
                      <a:moveTo>
                        <a:pt x="21" y="133"/>
                      </a:moveTo>
                      <a:cubicBezTo>
                        <a:pt x="62" y="122"/>
                        <a:pt x="62" y="122"/>
                        <a:pt x="62" y="122"/>
                      </a:cubicBezTo>
                      <a:cubicBezTo>
                        <a:pt x="32" y="91"/>
                        <a:pt x="32" y="91"/>
                        <a:pt x="32" y="91"/>
                      </a:cubicBezTo>
                      <a:cubicBezTo>
                        <a:pt x="21" y="133"/>
                        <a:pt x="21" y="133"/>
                        <a:pt x="21" y="133"/>
                      </a:cubicBezTo>
                      <a:moveTo>
                        <a:pt x="98" y="0"/>
                      </a:moveTo>
                      <a:cubicBezTo>
                        <a:pt x="98" y="0"/>
                        <a:pt x="98" y="0"/>
                        <a:pt x="98" y="0"/>
                      </a:cubicBezTo>
                      <a:cubicBezTo>
                        <a:pt x="95" y="0"/>
                        <a:pt x="92" y="1"/>
                        <a:pt x="90" y="3"/>
                      </a:cubicBezTo>
                      <a:cubicBezTo>
                        <a:pt x="17" y="76"/>
                        <a:pt x="17" y="76"/>
                        <a:pt x="17" y="76"/>
                      </a:cubicBezTo>
                      <a:cubicBezTo>
                        <a:pt x="16" y="78"/>
                        <a:pt x="15" y="80"/>
                        <a:pt x="14" y="82"/>
                      </a:cubicBezTo>
                      <a:cubicBezTo>
                        <a:pt x="1" y="133"/>
                        <a:pt x="1" y="133"/>
                        <a:pt x="1" y="133"/>
                      </a:cubicBezTo>
                      <a:cubicBezTo>
                        <a:pt x="0" y="137"/>
                        <a:pt x="1" y="142"/>
                        <a:pt x="4" y="145"/>
                      </a:cubicBezTo>
                      <a:cubicBezTo>
                        <a:pt x="10" y="150"/>
                        <a:pt x="10" y="150"/>
                        <a:pt x="10" y="150"/>
                      </a:cubicBezTo>
                      <a:cubicBezTo>
                        <a:pt x="12" y="152"/>
                        <a:pt x="15" y="153"/>
                        <a:pt x="18" y="153"/>
                      </a:cubicBezTo>
                      <a:cubicBezTo>
                        <a:pt x="19" y="153"/>
                        <a:pt x="20" y="153"/>
                        <a:pt x="21" y="153"/>
                      </a:cubicBezTo>
                      <a:cubicBezTo>
                        <a:pt x="72" y="140"/>
                        <a:pt x="72" y="140"/>
                        <a:pt x="72" y="140"/>
                      </a:cubicBezTo>
                      <a:cubicBezTo>
                        <a:pt x="74" y="140"/>
                        <a:pt x="76" y="138"/>
                        <a:pt x="77" y="137"/>
                      </a:cubicBezTo>
                      <a:cubicBezTo>
                        <a:pt x="109" y="105"/>
                        <a:pt x="109" y="105"/>
                        <a:pt x="109" y="105"/>
                      </a:cubicBezTo>
                      <a:cubicBezTo>
                        <a:pt x="111" y="105"/>
                        <a:pt x="112" y="105"/>
                        <a:pt x="113" y="105"/>
                      </a:cubicBezTo>
                      <a:cubicBezTo>
                        <a:pt x="198" y="105"/>
                        <a:pt x="198" y="105"/>
                        <a:pt x="198" y="105"/>
                      </a:cubicBezTo>
                      <a:cubicBezTo>
                        <a:pt x="205" y="105"/>
                        <a:pt x="210" y="100"/>
                        <a:pt x="210" y="93"/>
                      </a:cubicBezTo>
                      <a:cubicBezTo>
                        <a:pt x="210" y="82"/>
                        <a:pt x="210" y="82"/>
                        <a:pt x="210" y="82"/>
                      </a:cubicBezTo>
                      <a:cubicBezTo>
                        <a:pt x="210" y="75"/>
                        <a:pt x="205" y="70"/>
                        <a:pt x="198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50" y="64"/>
                        <a:pt x="150" y="64"/>
                        <a:pt x="150" y="64"/>
                      </a:cubicBezTo>
                      <a:cubicBezTo>
                        <a:pt x="153" y="61"/>
                        <a:pt x="154" y="58"/>
                        <a:pt x="154" y="55"/>
                      </a:cubicBezTo>
                      <a:cubicBezTo>
                        <a:pt x="154" y="52"/>
                        <a:pt x="152" y="49"/>
                        <a:pt x="150" y="47"/>
                      </a:cubicBezTo>
                      <a:cubicBezTo>
                        <a:pt x="144" y="40"/>
                        <a:pt x="144" y="40"/>
                        <a:pt x="144" y="40"/>
                      </a:cubicBezTo>
                      <a:cubicBezTo>
                        <a:pt x="143" y="39"/>
                        <a:pt x="142" y="39"/>
                        <a:pt x="140" y="38"/>
                      </a:cubicBezTo>
                      <a:cubicBezTo>
                        <a:pt x="140" y="37"/>
                        <a:pt x="139" y="36"/>
                        <a:pt x="138" y="35"/>
                      </a:cubicBezTo>
                      <a:cubicBezTo>
                        <a:pt x="131" y="28"/>
                        <a:pt x="131" y="28"/>
                        <a:pt x="131" y="28"/>
                      </a:cubicBezTo>
                      <a:cubicBezTo>
                        <a:pt x="131" y="27"/>
                        <a:pt x="129" y="26"/>
                        <a:pt x="128" y="25"/>
                      </a:cubicBezTo>
                      <a:cubicBezTo>
                        <a:pt x="128" y="24"/>
                        <a:pt x="127" y="23"/>
                        <a:pt x="126" y="22"/>
                      </a:cubicBezTo>
                      <a:cubicBezTo>
                        <a:pt x="119" y="15"/>
                        <a:pt x="119" y="15"/>
                        <a:pt x="119" y="15"/>
                      </a:cubicBezTo>
                      <a:cubicBezTo>
                        <a:pt x="118" y="14"/>
                        <a:pt x="117" y="13"/>
                        <a:pt x="116" y="13"/>
                      </a:cubicBezTo>
                      <a:cubicBezTo>
                        <a:pt x="115" y="12"/>
                        <a:pt x="114" y="10"/>
                        <a:pt x="113" y="10"/>
                      </a:cubicBezTo>
                      <a:cubicBezTo>
                        <a:pt x="107" y="3"/>
                        <a:pt x="107" y="3"/>
                        <a:pt x="107" y="3"/>
                      </a:cubicBezTo>
                      <a:cubicBezTo>
                        <a:pt x="105" y="1"/>
                        <a:pt x="102" y="0"/>
                        <a:pt x="98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1" name="Rectangle 53"/>
                <p:cNvSpPr>
                  <a:spLocks noChangeArrowheads="1"/>
                </p:cNvSpPr>
                <p:nvPr/>
              </p:nvSpPr>
              <p:spPr bwMode="auto">
                <a:xfrm>
                  <a:off x="277868" y="9084396"/>
                  <a:ext cx="319088" cy="4445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2" name="Rectangle 54"/>
                <p:cNvSpPr>
                  <a:spLocks noChangeArrowheads="1"/>
                </p:cNvSpPr>
                <p:nvPr/>
              </p:nvSpPr>
              <p:spPr bwMode="auto">
                <a:xfrm>
                  <a:off x="277868" y="9159009"/>
                  <a:ext cx="319088" cy="4445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3" name="Freeform 55"/>
                <p:cNvSpPr>
                  <a:spLocks/>
                </p:cNvSpPr>
                <p:nvPr/>
              </p:nvSpPr>
              <p:spPr bwMode="auto">
                <a:xfrm>
                  <a:off x="239768" y="8674820"/>
                  <a:ext cx="217488" cy="214313"/>
                </a:xfrm>
                <a:custGeom>
                  <a:avLst/>
                  <a:gdLst>
                    <a:gd name="T0" fmla="*/ 55 w 58"/>
                    <a:gd name="T1" fmla="*/ 46 h 57"/>
                    <a:gd name="T2" fmla="*/ 55 w 58"/>
                    <a:gd name="T3" fmla="*/ 37 h 57"/>
                    <a:gd name="T4" fmla="*/ 21 w 58"/>
                    <a:gd name="T5" fmla="*/ 2 h 57"/>
                    <a:gd name="T6" fmla="*/ 12 w 58"/>
                    <a:gd name="T7" fmla="*/ 2 h 57"/>
                    <a:gd name="T8" fmla="*/ 0 w 58"/>
                    <a:gd name="T9" fmla="*/ 14 h 57"/>
                    <a:gd name="T10" fmla="*/ 44 w 58"/>
                    <a:gd name="T11" fmla="*/ 57 h 57"/>
                    <a:gd name="T12" fmla="*/ 55 w 58"/>
                    <a:gd name="T13" fmla="*/ 46 h 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8" h="57">
                      <a:moveTo>
                        <a:pt x="55" y="46"/>
                      </a:moveTo>
                      <a:cubicBezTo>
                        <a:pt x="58" y="43"/>
                        <a:pt x="58" y="39"/>
                        <a:pt x="55" y="37"/>
                      </a:cubicBezTo>
                      <a:cubicBezTo>
                        <a:pt x="21" y="2"/>
                        <a:pt x="21" y="2"/>
                        <a:pt x="21" y="2"/>
                      </a:cubicBezTo>
                      <a:cubicBezTo>
                        <a:pt x="18" y="0"/>
                        <a:pt x="14" y="0"/>
                        <a:pt x="12" y="2"/>
                      </a:cubicBezTo>
                      <a:cubicBezTo>
                        <a:pt x="0" y="14"/>
                        <a:pt x="0" y="14"/>
                        <a:pt x="0" y="14"/>
                      </a:cubicBezTo>
                      <a:cubicBezTo>
                        <a:pt x="44" y="57"/>
                        <a:pt x="44" y="57"/>
                        <a:pt x="44" y="57"/>
                      </a:cubicBezTo>
                      <a:cubicBezTo>
                        <a:pt x="55" y="46"/>
                        <a:pt x="55" y="46"/>
                        <a:pt x="55" y="4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4" name="Freeform 56"/>
                <p:cNvSpPr>
                  <a:spLocks noEditPoints="1"/>
                </p:cNvSpPr>
                <p:nvPr/>
              </p:nvSpPr>
              <p:spPr bwMode="auto">
                <a:xfrm>
                  <a:off x="-96782" y="8746258"/>
                  <a:ext cx="693738" cy="484189"/>
                </a:xfrm>
                <a:custGeom>
                  <a:avLst/>
                  <a:gdLst>
                    <a:gd name="T0" fmla="*/ 241 w 437"/>
                    <a:gd name="T1" fmla="*/ 166 h 305"/>
                    <a:gd name="T2" fmla="*/ 305 w 437"/>
                    <a:gd name="T3" fmla="*/ 102 h 305"/>
                    <a:gd name="T4" fmla="*/ 288 w 437"/>
                    <a:gd name="T5" fmla="*/ 88 h 305"/>
                    <a:gd name="T6" fmla="*/ 130 w 437"/>
                    <a:gd name="T7" fmla="*/ 246 h 305"/>
                    <a:gd name="T8" fmla="*/ 116 w 437"/>
                    <a:gd name="T9" fmla="*/ 234 h 305"/>
                    <a:gd name="T10" fmla="*/ 276 w 437"/>
                    <a:gd name="T11" fmla="*/ 74 h 305"/>
                    <a:gd name="T12" fmla="*/ 260 w 437"/>
                    <a:gd name="T13" fmla="*/ 57 h 305"/>
                    <a:gd name="T14" fmla="*/ 99 w 437"/>
                    <a:gd name="T15" fmla="*/ 218 h 305"/>
                    <a:gd name="T16" fmla="*/ 87 w 437"/>
                    <a:gd name="T17" fmla="*/ 206 h 305"/>
                    <a:gd name="T18" fmla="*/ 248 w 437"/>
                    <a:gd name="T19" fmla="*/ 45 h 305"/>
                    <a:gd name="T20" fmla="*/ 229 w 437"/>
                    <a:gd name="T21" fmla="*/ 29 h 305"/>
                    <a:gd name="T22" fmla="*/ 71 w 437"/>
                    <a:gd name="T23" fmla="*/ 189 h 305"/>
                    <a:gd name="T24" fmla="*/ 56 w 437"/>
                    <a:gd name="T25" fmla="*/ 175 h 305"/>
                    <a:gd name="T26" fmla="*/ 217 w 437"/>
                    <a:gd name="T27" fmla="*/ 14 h 305"/>
                    <a:gd name="T28" fmla="*/ 201 w 437"/>
                    <a:gd name="T29" fmla="*/ 0 h 305"/>
                    <a:gd name="T30" fmla="*/ 30 w 437"/>
                    <a:gd name="T31" fmla="*/ 173 h 305"/>
                    <a:gd name="T32" fmla="*/ 0 w 437"/>
                    <a:gd name="T33" fmla="*/ 293 h 305"/>
                    <a:gd name="T34" fmla="*/ 12 w 437"/>
                    <a:gd name="T35" fmla="*/ 305 h 305"/>
                    <a:gd name="T36" fmla="*/ 132 w 437"/>
                    <a:gd name="T37" fmla="*/ 274 h 305"/>
                    <a:gd name="T38" fmla="*/ 236 w 437"/>
                    <a:gd name="T39" fmla="*/ 170 h 305"/>
                    <a:gd name="T40" fmla="*/ 236 w 437"/>
                    <a:gd name="T41" fmla="*/ 192 h 305"/>
                    <a:gd name="T42" fmla="*/ 437 w 437"/>
                    <a:gd name="T43" fmla="*/ 192 h 305"/>
                    <a:gd name="T44" fmla="*/ 437 w 437"/>
                    <a:gd name="T45" fmla="*/ 166 h 305"/>
                    <a:gd name="T46" fmla="*/ 241 w 437"/>
                    <a:gd name="T47" fmla="*/ 166 h 305"/>
                    <a:gd name="T48" fmla="*/ 19 w 437"/>
                    <a:gd name="T49" fmla="*/ 286 h 305"/>
                    <a:gd name="T50" fmla="*/ 45 w 437"/>
                    <a:gd name="T51" fmla="*/ 187 h 305"/>
                    <a:gd name="T52" fmla="*/ 116 w 437"/>
                    <a:gd name="T53" fmla="*/ 260 h 305"/>
                    <a:gd name="T54" fmla="*/ 19 w 437"/>
                    <a:gd name="T55" fmla="*/ 286 h 3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437" h="305">
                      <a:moveTo>
                        <a:pt x="241" y="166"/>
                      </a:moveTo>
                      <a:lnTo>
                        <a:pt x="305" y="102"/>
                      </a:lnTo>
                      <a:lnTo>
                        <a:pt x="288" y="88"/>
                      </a:lnTo>
                      <a:lnTo>
                        <a:pt x="130" y="246"/>
                      </a:lnTo>
                      <a:lnTo>
                        <a:pt x="116" y="234"/>
                      </a:lnTo>
                      <a:lnTo>
                        <a:pt x="276" y="74"/>
                      </a:lnTo>
                      <a:lnTo>
                        <a:pt x="260" y="57"/>
                      </a:lnTo>
                      <a:lnTo>
                        <a:pt x="99" y="218"/>
                      </a:lnTo>
                      <a:lnTo>
                        <a:pt x="87" y="206"/>
                      </a:lnTo>
                      <a:lnTo>
                        <a:pt x="248" y="45"/>
                      </a:lnTo>
                      <a:lnTo>
                        <a:pt x="229" y="29"/>
                      </a:lnTo>
                      <a:lnTo>
                        <a:pt x="71" y="189"/>
                      </a:lnTo>
                      <a:lnTo>
                        <a:pt x="56" y="175"/>
                      </a:lnTo>
                      <a:lnTo>
                        <a:pt x="217" y="14"/>
                      </a:lnTo>
                      <a:lnTo>
                        <a:pt x="201" y="0"/>
                      </a:lnTo>
                      <a:lnTo>
                        <a:pt x="30" y="173"/>
                      </a:lnTo>
                      <a:lnTo>
                        <a:pt x="0" y="293"/>
                      </a:lnTo>
                      <a:lnTo>
                        <a:pt x="12" y="305"/>
                      </a:lnTo>
                      <a:lnTo>
                        <a:pt x="132" y="274"/>
                      </a:lnTo>
                      <a:lnTo>
                        <a:pt x="236" y="170"/>
                      </a:lnTo>
                      <a:lnTo>
                        <a:pt x="236" y="192"/>
                      </a:lnTo>
                      <a:lnTo>
                        <a:pt x="437" y="192"/>
                      </a:lnTo>
                      <a:lnTo>
                        <a:pt x="437" y="166"/>
                      </a:lnTo>
                      <a:lnTo>
                        <a:pt x="241" y="166"/>
                      </a:lnTo>
                      <a:close/>
                      <a:moveTo>
                        <a:pt x="19" y="286"/>
                      </a:moveTo>
                      <a:lnTo>
                        <a:pt x="45" y="187"/>
                      </a:lnTo>
                      <a:lnTo>
                        <a:pt x="116" y="260"/>
                      </a:lnTo>
                      <a:lnTo>
                        <a:pt x="19" y="28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p:grpSp>
        </p:grpSp>
      </p:grpSp>
      <p:grpSp>
        <p:nvGrpSpPr>
          <p:cNvPr id="74" name="Group 67"/>
          <p:cNvGrpSpPr/>
          <p:nvPr/>
        </p:nvGrpSpPr>
        <p:grpSpPr>
          <a:xfrm>
            <a:off x="908863" y="6019800"/>
            <a:ext cx="3510737" cy="1151911"/>
            <a:chOff x="1311958" y="3405486"/>
            <a:chExt cx="3557092" cy="1028748"/>
          </a:xfrm>
        </p:grpSpPr>
        <p:sp>
          <p:nvSpPr>
            <p:cNvPr id="75" name="Freeform 20"/>
            <p:cNvSpPr>
              <a:spLocks/>
            </p:cNvSpPr>
            <p:nvPr/>
          </p:nvSpPr>
          <p:spPr bwMode="auto">
            <a:xfrm rot="5400000">
              <a:off x="2967389" y="2625080"/>
              <a:ext cx="793395" cy="2582819"/>
            </a:xfrm>
            <a:prstGeom prst="round2SameRect">
              <a:avLst>
                <a:gd name="adj1" fmla="val 6498"/>
                <a:gd name="adj2" fmla="val 0"/>
              </a:avLst>
            </a:prstGeom>
            <a:solidFill>
              <a:schemeClr val="accent6">
                <a:lumMod val="75000"/>
              </a:schemeClr>
            </a:solidFill>
            <a:ln w="57150">
              <a:solidFill>
                <a:schemeClr val="accent6">
                  <a:lumMod val="75000"/>
                </a:schemeClr>
              </a:solidFill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1912738" y="3527166"/>
              <a:ext cx="2956312" cy="907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b="1">
                  <a:solidFill>
                    <a:schemeClr val="bg1"/>
                  </a:solidFill>
                  <a:latin typeface="Times New Roman" panose="02020603050405020304" pitchFamily="18" charset="0"/>
                  <a:ea typeface="Tahoma" pitchFamily="34" charset="0"/>
                  <a:cs typeface="Times New Roman" panose="02020603050405020304" pitchFamily="18" charset="0"/>
                </a:rPr>
                <a:t>Lời giải</a:t>
              </a:r>
              <a:r>
                <a:rPr lang="vi-VN" sz="6000" b="1">
                  <a:solidFill>
                    <a:schemeClr val="bg1"/>
                  </a:solidFill>
                  <a:latin typeface="Times New Roman" panose="02020603050405020304" pitchFamily="18" charset="0"/>
                  <a:ea typeface="Tahoma" pitchFamily="34" charset="0"/>
                  <a:cs typeface="Times New Roman" panose="02020603050405020304" pitchFamily="18" charset="0"/>
                </a:rPr>
                <a:t> </a:t>
              </a:r>
              <a:endPara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7" name="Group 70"/>
            <p:cNvGrpSpPr/>
            <p:nvPr/>
          </p:nvGrpSpPr>
          <p:grpSpPr>
            <a:xfrm>
              <a:off x="1311958" y="3405486"/>
              <a:ext cx="950173" cy="940513"/>
              <a:chOff x="1311958" y="3405486"/>
              <a:chExt cx="950173" cy="940513"/>
            </a:xfrm>
          </p:grpSpPr>
          <p:sp>
            <p:nvSpPr>
              <p:cNvPr id="78" name="Rectangle 77"/>
              <p:cNvSpPr/>
              <p:nvPr/>
            </p:nvSpPr>
            <p:spPr>
              <a:xfrm>
                <a:off x="1406975" y="3672018"/>
                <a:ext cx="596676" cy="5403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Freeform 13"/>
              <p:cNvSpPr>
                <a:spLocks noEditPoints="1"/>
              </p:cNvSpPr>
              <p:nvPr/>
            </p:nvSpPr>
            <p:spPr bwMode="auto">
              <a:xfrm>
                <a:off x="1311958" y="3581027"/>
                <a:ext cx="190035" cy="268948"/>
              </a:xfrm>
              <a:custGeom>
                <a:avLst/>
                <a:gdLst>
                  <a:gd name="T0" fmla="*/ 34 w 50"/>
                  <a:gd name="T1" fmla="*/ 16 h 71"/>
                  <a:gd name="T2" fmla="*/ 34 w 50"/>
                  <a:gd name="T3" fmla="*/ 55 h 71"/>
                  <a:gd name="T4" fmla="*/ 16 w 50"/>
                  <a:gd name="T5" fmla="*/ 55 h 71"/>
                  <a:gd name="T6" fmla="*/ 16 w 50"/>
                  <a:gd name="T7" fmla="*/ 16 h 71"/>
                  <a:gd name="T8" fmla="*/ 34 w 50"/>
                  <a:gd name="T9" fmla="*/ 16 h 71"/>
                  <a:gd name="T10" fmla="*/ 34 w 50"/>
                  <a:gd name="T11" fmla="*/ 0 h 71"/>
                  <a:gd name="T12" fmla="*/ 16 w 50"/>
                  <a:gd name="T13" fmla="*/ 0 h 71"/>
                  <a:gd name="T14" fmla="*/ 0 w 50"/>
                  <a:gd name="T15" fmla="*/ 16 h 71"/>
                  <a:gd name="T16" fmla="*/ 0 w 50"/>
                  <a:gd name="T17" fmla="*/ 55 h 71"/>
                  <a:gd name="T18" fmla="*/ 16 w 50"/>
                  <a:gd name="T19" fmla="*/ 71 h 71"/>
                  <a:gd name="T20" fmla="*/ 34 w 50"/>
                  <a:gd name="T21" fmla="*/ 71 h 71"/>
                  <a:gd name="T22" fmla="*/ 50 w 50"/>
                  <a:gd name="T23" fmla="*/ 55 h 71"/>
                  <a:gd name="T24" fmla="*/ 50 w 50"/>
                  <a:gd name="T25" fmla="*/ 16 h 71"/>
                  <a:gd name="T26" fmla="*/ 34 w 50"/>
                  <a:gd name="T2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1">
                    <a:moveTo>
                      <a:pt x="34" y="16"/>
                    </a:moveTo>
                    <a:cubicBezTo>
                      <a:pt x="34" y="55"/>
                      <a:pt x="34" y="55"/>
                      <a:pt x="34" y="55"/>
                    </a:cubicBezTo>
                    <a:cubicBezTo>
                      <a:pt x="16" y="55"/>
                      <a:pt x="16" y="55"/>
                      <a:pt x="16" y="5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64"/>
                      <a:pt x="7" y="71"/>
                      <a:pt x="16" y="71"/>
                    </a:cubicBezTo>
                    <a:cubicBezTo>
                      <a:pt x="34" y="71"/>
                      <a:pt x="34" y="71"/>
                      <a:pt x="34" y="71"/>
                    </a:cubicBezTo>
                    <a:cubicBezTo>
                      <a:pt x="43" y="71"/>
                      <a:pt x="50" y="64"/>
                      <a:pt x="50" y="55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14"/>
              <p:cNvSpPr>
                <a:spLocks noEditPoints="1"/>
              </p:cNvSpPr>
              <p:nvPr/>
            </p:nvSpPr>
            <p:spPr bwMode="auto">
              <a:xfrm>
                <a:off x="1311958" y="3581027"/>
                <a:ext cx="277000" cy="181983"/>
              </a:xfrm>
              <a:custGeom>
                <a:avLst/>
                <a:gdLst>
                  <a:gd name="T0" fmla="*/ 57 w 73"/>
                  <a:gd name="T1" fmla="*/ 16 h 48"/>
                  <a:gd name="T2" fmla="*/ 57 w 73"/>
                  <a:gd name="T3" fmla="*/ 32 h 48"/>
                  <a:gd name="T4" fmla="*/ 16 w 73"/>
                  <a:gd name="T5" fmla="*/ 32 h 48"/>
                  <a:gd name="T6" fmla="*/ 16 w 73"/>
                  <a:gd name="T7" fmla="*/ 16 h 48"/>
                  <a:gd name="T8" fmla="*/ 57 w 73"/>
                  <a:gd name="T9" fmla="*/ 16 h 48"/>
                  <a:gd name="T10" fmla="*/ 57 w 73"/>
                  <a:gd name="T11" fmla="*/ 0 h 48"/>
                  <a:gd name="T12" fmla="*/ 16 w 73"/>
                  <a:gd name="T13" fmla="*/ 0 h 48"/>
                  <a:gd name="T14" fmla="*/ 0 w 73"/>
                  <a:gd name="T15" fmla="*/ 16 h 48"/>
                  <a:gd name="T16" fmla="*/ 0 w 73"/>
                  <a:gd name="T17" fmla="*/ 32 h 48"/>
                  <a:gd name="T18" fmla="*/ 16 w 73"/>
                  <a:gd name="T19" fmla="*/ 48 h 48"/>
                  <a:gd name="T20" fmla="*/ 57 w 73"/>
                  <a:gd name="T21" fmla="*/ 48 h 48"/>
                  <a:gd name="T22" fmla="*/ 73 w 73"/>
                  <a:gd name="T23" fmla="*/ 32 h 48"/>
                  <a:gd name="T24" fmla="*/ 73 w 73"/>
                  <a:gd name="T25" fmla="*/ 16 h 48"/>
                  <a:gd name="T26" fmla="*/ 57 w 73"/>
                  <a:gd name="T27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" h="48">
                    <a:moveTo>
                      <a:pt x="57" y="16"/>
                    </a:moveTo>
                    <a:cubicBezTo>
                      <a:pt x="57" y="32"/>
                      <a:pt x="57" y="32"/>
                      <a:pt x="5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7" y="16"/>
                      <a:pt x="57" y="16"/>
                      <a:pt x="57" y="16"/>
                    </a:cubicBezTo>
                    <a:moveTo>
                      <a:pt x="57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41"/>
                      <a:pt x="7" y="48"/>
                      <a:pt x="16" y="48"/>
                    </a:cubicBezTo>
                    <a:cubicBezTo>
                      <a:pt x="57" y="48"/>
                      <a:pt x="57" y="48"/>
                      <a:pt x="57" y="48"/>
                    </a:cubicBezTo>
                    <a:cubicBezTo>
                      <a:pt x="66" y="48"/>
                      <a:pt x="73" y="41"/>
                      <a:pt x="73" y="32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7"/>
                      <a:pt x="66" y="0"/>
                      <a:pt x="57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15"/>
              <p:cNvSpPr>
                <a:spLocks noEditPoints="1"/>
              </p:cNvSpPr>
              <p:nvPr/>
            </p:nvSpPr>
            <p:spPr bwMode="auto">
              <a:xfrm>
                <a:off x="1563190" y="3581027"/>
                <a:ext cx="285052" cy="181983"/>
              </a:xfrm>
              <a:custGeom>
                <a:avLst/>
                <a:gdLst>
                  <a:gd name="T0" fmla="*/ 58 w 75"/>
                  <a:gd name="T1" fmla="*/ 16 h 48"/>
                  <a:gd name="T2" fmla="*/ 43 w 75"/>
                  <a:gd name="T3" fmla="*/ 32 h 48"/>
                  <a:gd name="T4" fmla="*/ 16 w 75"/>
                  <a:gd name="T5" fmla="*/ 32 h 48"/>
                  <a:gd name="T6" fmla="*/ 16 w 75"/>
                  <a:gd name="T7" fmla="*/ 16 h 48"/>
                  <a:gd name="T8" fmla="*/ 58 w 75"/>
                  <a:gd name="T9" fmla="*/ 16 h 48"/>
                  <a:gd name="T10" fmla="*/ 58 w 75"/>
                  <a:gd name="T11" fmla="*/ 0 h 48"/>
                  <a:gd name="T12" fmla="*/ 16 w 75"/>
                  <a:gd name="T13" fmla="*/ 0 h 48"/>
                  <a:gd name="T14" fmla="*/ 0 w 75"/>
                  <a:gd name="T15" fmla="*/ 16 h 48"/>
                  <a:gd name="T16" fmla="*/ 0 w 75"/>
                  <a:gd name="T17" fmla="*/ 32 h 48"/>
                  <a:gd name="T18" fmla="*/ 16 w 75"/>
                  <a:gd name="T19" fmla="*/ 48 h 48"/>
                  <a:gd name="T20" fmla="*/ 43 w 75"/>
                  <a:gd name="T21" fmla="*/ 48 h 48"/>
                  <a:gd name="T22" fmla="*/ 55 w 75"/>
                  <a:gd name="T23" fmla="*/ 43 h 48"/>
                  <a:gd name="T24" fmla="*/ 70 w 75"/>
                  <a:gd name="T25" fmla="*/ 26 h 48"/>
                  <a:gd name="T26" fmla="*/ 73 w 75"/>
                  <a:gd name="T27" fmla="*/ 9 h 48"/>
                  <a:gd name="T28" fmla="*/ 58 w 75"/>
                  <a:gd name="T29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5" h="48">
                    <a:moveTo>
                      <a:pt x="58" y="16"/>
                    </a:moveTo>
                    <a:cubicBezTo>
                      <a:pt x="43" y="32"/>
                      <a:pt x="43" y="32"/>
                      <a:pt x="43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8" y="16"/>
                      <a:pt x="58" y="16"/>
                      <a:pt x="58" y="16"/>
                    </a:cubicBezTo>
                    <a:moveTo>
                      <a:pt x="58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8" y="0"/>
                      <a:pt x="0" y="7"/>
                      <a:pt x="0" y="16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41"/>
                      <a:pt x="8" y="48"/>
                      <a:pt x="16" y="48"/>
                    </a:cubicBezTo>
                    <a:cubicBezTo>
                      <a:pt x="43" y="48"/>
                      <a:pt x="43" y="48"/>
                      <a:pt x="43" y="48"/>
                    </a:cubicBezTo>
                    <a:cubicBezTo>
                      <a:pt x="48" y="48"/>
                      <a:pt x="52" y="46"/>
                      <a:pt x="55" y="43"/>
                    </a:cubicBezTo>
                    <a:cubicBezTo>
                      <a:pt x="70" y="26"/>
                      <a:pt x="70" y="26"/>
                      <a:pt x="70" y="26"/>
                    </a:cubicBezTo>
                    <a:cubicBezTo>
                      <a:pt x="74" y="22"/>
                      <a:pt x="75" y="15"/>
                      <a:pt x="73" y="9"/>
                    </a:cubicBezTo>
                    <a:cubicBezTo>
                      <a:pt x="70" y="3"/>
                      <a:pt x="64" y="0"/>
                      <a:pt x="58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16"/>
              <p:cNvSpPr>
                <a:spLocks noEditPoints="1"/>
              </p:cNvSpPr>
              <p:nvPr/>
            </p:nvSpPr>
            <p:spPr bwMode="auto">
              <a:xfrm>
                <a:off x="1563190" y="4151132"/>
                <a:ext cx="280221" cy="194867"/>
              </a:xfrm>
              <a:custGeom>
                <a:avLst/>
                <a:gdLst>
                  <a:gd name="T0" fmla="*/ 58 w 74"/>
                  <a:gd name="T1" fmla="*/ 16 h 51"/>
                  <a:gd name="T2" fmla="*/ 58 w 74"/>
                  <a:gd name="T3" fmla="*/ 35 h 51"/>
                  <a:gd name="T4" fmla="*/ 16 w 74"/>
                  <a:gd name="T5" fmla="*/ 35 h 51"/>
                  <a:gd name="T6" fmla="*/ 16 w 74"/>
                  <a:gd name="T7" fmla="*/ 16 h 51"/>
                  <a:gd name="T8" fmla="*/ 58 w 74"/>
                  <a:gd name="T9" fmla="*/ 16 h 51"/>
                  <a:gd name="T10" fmla="*/ 58 w 74"/>
                  <a:gd name="T11" fmla="*/ 0 h 51"/>
                  <a:gd name="T12" fmla="*/ 16 w 74"/>
                  <a:gd name="T13" fmla="*/ 0 h 51"/>
                  <a:gd name="T14" fmla="*/ 0 w 74"/>
                  <a:gd name="T15" fmla="*/ 16 h 51"/>
                  <a:gd name="T16" fmla="*/ 0 w 74"/>
                  <a:gd name="T17" fmla="*/ 35 h 51"/>
                  <a:gd name="T18" fmla="*/ 16 w 74"/>
                  <a:gd name="T19" fmla="*/ 51 h 51"/>
                  <a:gd name="T20" fmla="*/ 58 w 74"/>
                  <a:gd name="T21" fmla="*/ 51 h 51"/>
                  <a:gd name="T22" fmla="*/ 74 w 74"/>
                  <a:gd name="T23" fmla="*/ 35 h 51"/>
                  <a:gd name="T24" fmla="*/ 74 w 74"/>
                  <a:gd name="T25" fmla="*/ 16 h 51"/>
                  <a:gd name="T26" fmla="*/ 58 w 74"/>
                  <a:gd name="T27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4" h="51">
                    <a:moveTo>
                      <a:pt x="58" y="16"/>
                    </a:moveTo>
                    <a:cubicBezTo>
                      <a:pt x="58" y="35"/>
                      <a:pt x="58" y="35"/>
                      <a:pt x="58" y="35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8" y="16"/>
                      <a:pt x="58" y="16"/>
                      <a:pt x="58" y="16"/>
                    </a:cubicBezTo>
                    <a:moveTo>
                      <a:pt x="58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8" y="0"/>
                      <a:pt x="0" y="7"/>
                      <a:pt x="0" y="1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43"/>
                      <a:pt x="8" y="51"/>
                      <a:pt x="16" y="51"/>
                    </a:cubicBezTo>
                    <a:cubicBezTo>
                      <a:pt x="58" y="51"/>
                      <a:pt x="58" y="51"/>
                      <a:pt x="58" y="51"/>
                    </a:cubicBezTo>
                    <a:cubicBezTo>
                      <a:pt x="67" y="51"/>
                      <a:pt x="74" y="43"/>
                      <a:pt x="74" y="35"/>
                    </a:cubicBezTo>
                    <a:cubicBezTo>
                      <a:pt x="74" y="16"/>
                      <a:pt x="74" y="16"/>
                      <a:pt x="74" y="16"/>
                    </a:cubicBezTo>
                    <a:cubicBezTo>
                      <a:pt x="74" y="7"/>
                      <a:pt x="67" y="0"/>
                      <a:pt x="58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17"/>
              <p:cNvSpPr>
                <a:spLocks noEditPoints="1"/>
              </p:cNvSpPr>
              <p:nvPr/>
            </p:nvSpPr>
            <p:spPr bwMode="auto">
              <a:xfrm>
                <a:off x="1311958" y="4064167"/>
                <a:ext cx="190035" cy="281832"/>
              </a:xfrm>
              <a:custGeom>
                <a:avLst/>
                <a:gdLst>
                  <a:gd name="T0" fmla="*/ 34 w 50"/>
                  <a:gd name="T1" fmla="*/ 16 h 74"/>
                  <a:gd name="T2" fmla="*/ 34 w 50"/>
                  <a:gd name="T3" fmla="*/ 58 h 74"/>
                  <a:gd name="T4" fmla="*/ 16 w 50"/>
                  <a:gd name="T5" fmla="*/ 58 h 74"/>
                  <a:gd name="T6" fmla="*/ 16 w 50"/>
                  <a:gd name="T7" fmla="*/ 16 h 74"/>
                  <a:gd name="T8" fmla="*/ 34 w 50"/>
                  <a:gd name="T9" fmla="*/ 16 h 74"/>
                  <a:gd name="T10" fmla="*/ 34 w 50"/>
                  <a:gd name="T11" fmla="*/ 0 h 74"/>
                  <a:gd name="T12" fmla="*/ 16 w 50"/>
                  <a:gd name="T13" fmla="*/ 0 h 74"/>
                  <a:gd name="T14" fmla="*/ 0 w 50"/>
                  <a:gd name="T15" fmla="*/ 16 h 74"/>
                  <a:gd name="T16" fmla="*/ 0 w 50"/>
                  <a:gd name="T17" fmla="*/ 58 h 74"/>
                  <a:gd name="T18" fmla="*/ 16 w 50"/>
                  <a:gd name="T19" fmla="*/ 74 h 74"/>
                  <a:gd name="T20" fmla="*/ 34 w 50"/>
                  <a:gd name="T21" fmla="*/ 74 h 74"/>
                  <a:gd name="T22" fmla="*/ 50 w 50"/>
                  <a:gd name="T23" fmla="*/ 58 h 74"/>
                  <a:gd name="T24" fmla="*/ 50 w 50"/>
                  <a:gd name="T25" fmla="*/ 16 h 74"/>
                  <a:gd name="T26" fmla="*/ 34 w 50"/>
                  <a:gd name="T27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4">
                    <a:moveTo>
                      <a:pt x="34" y="16"/>
                    </a:moveTo>
                    <a:cubicBezTo>
                      <a:pt x="34" y="58"/>
                      <a:pt x="34" y="58"/>
                      <a:pt x="34" y="58"/>
                    </a:cubicBezTo>
                    <a:cubicBezTo>
                      <a:pt x="16" y="58"/>
                      <a:pt x="16" y="58"/>
                      <a:pt x="16" y="58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66"/>
                      <a:pt x="7" y="74"/>
                      <a:pt x="16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43" y="74"/>
                      <a:pt x="50" y="66"/>
                      <a:pt x="50" y="58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18"/>
              <p:cNvSpPr>
                <a:spLocks noEditPoints="1"/>
              </p:cNvSpPr>
              <p:nvPr/>
            </p:nvSpPr>
            <p:spPr bwMode="auto">
              <a:xfrm>
                <a:off x="1311958" y="4151132"/>
                <a:ext cx="277000" cy="194867"/>
              </a:xfrm>
              <a:custGeom>
                <a:avLst/>
                <a:gdLst>
                  <a:gd name="T0" fmla="*/ 57 w 73"/>
                  <a:gd name="T1" fmla="*/ 16 h 51"/>
                  <a:gd name="T2" fmla="*/ 57 w 73"/>
                  <a:gd name="T3" fmla="*/ 35 h 51"/>
                  <a:gd name="T4" fmla="*/ 16 w 73"/>
                  <a:gd name="T5" fmla="*/ 35 h 51"/>
                  <a:gd name="T6" fmla="*/ 16 w 73"/>
                  <a:gd name="T7" fmla="*/ 16 h 51"/>
                  <a:gd name="T8" fmla="*/ 57 w 73"/>
                  <a:gd name="T9" fmla="*/ 16 h 51"/>
                  <a:gd name="T10" fmla="*/ 57 w 73"/>
                  <a:gd name="T11" fmla="*/ 0 h 51"/>
                  <a:gd name="T12" fmla="*/ 16 w 73"/>
                  <a:gd name="T13" fmla="*/ 0 h 51"/>
                  <a:gd name="T14" fmla="*/ 0 w 73"/>
                  <a:gd name="T15" fmla="*/ 16 h 51"/>
                  <a:gd name="T16" fmla="*/ 0 w 73"/>
                  <a:gd name="T17" fmla="*/ 35 h 51"/>
                  <a:gd name="T18" fmla="*/ 16 w 73"/>
                  <a:gd name="T19" fmla="*/ 51 h 51"/>
                  <a:gd name="T20" fmla="*/ 57 w 73"/>
                  <a:gd name="T21" fmla="*/ 51 h 51"/>
                  <a:gd name="T22" fmla="*/ 73 w 73"/>
                  <a:gd name="T23" fmla="*/ 35 h 51"/>
                  <a:gd name="T24" fmla="*/ 73 w 73"/>
                  <a:gd name="T25" fmla="*/ 16 h 51"/>
                  <a:gd name="T26" fmla="*/ 57 w 73"/>
                  <a:gd name="T27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" h="51">
                    <a:moveTo>
                      <a:pt x="57" y="16"/>
                    </a:moveTo>
                    <a:cubicBezTo>
                      <a:pt x="57" y="35"/>
                      <a:pt x="57" y="35"/>
                      <a:pt x="57" y="35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7" y="16"/>
                      <a:pt x="57" y="16"/>
                      <a:pt x="57" y="16"/>
                    </a:cubicBezTo>
                    <a:moveTo>
                      <a:pt x="57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43"/>
                      <a:pt x="7" y="51"/>
                      <a:pt x="16" y="51"/>
                    </a:cubicBezTo>
                    <a:cubicBezTo>
                      <a:pt x="57" y="51"/>
                      <a:pt x="57" y="51"/>
                      <a:pt x="57" y="51"/>
                    </a:cubicBezTo>
                    <a:cubicBezTo>
                      <a:pt x="66" y="51"/>
                      <a:pt x="73" y="43"/>
                      <a:pt x="73" y="35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7"/>
                      <a:pt x="66" y="0"/>
                      <a:pt x="57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19"/>
              <p:cNvSpPr>
                <a:spLocks noEditPoints="1"/>
              </p:cNvSpPr>
              <p:nvPr/>
            </p:nvSpPr>
            <p:spPr bwMode="auto">
              <a:xfrm>
                <a:off x="1311958" y="3820986"/>
                <a:ext cx="190035" cy="273779"/>
              </a:xfrm>
              <a:custGeom>
                <a:avLst/>
                <a:gdLst>
                  <a:gd name="T0" fmla="*/ 34 w 50"/>
                  <a:gd name="T1" fmla="*/ 16 h 72"/>
                  <a:gd name="T2" fmla="*/ 34 w 50"/>
                  <a:gd name="T3" fmla="*/ 56 h 72"/>
                  <a:gd name="T4" fmla="*/ 16 w 50"/>
                  <a:gd name="T5" fmla="*/ 56 h 72"/>
                  <a:gd name="T6" fmla="*/ 16 w 50"/>
                  <a:gd name="T7" fmla="*/ 16 h 72"/>
                  <a:gd name="T8" fmla="*/ 34 w 50"/>
                  <a:gd name="T9" fmla="*/ 16 h 72"/>
                  <a:gd name="T10" fmla="*/ 34 w 50"/>
                  <a:gd name="T11" fmla="*/ 0 h 72"/>
                  <a:gd name="T12" fmla="*/ 16 w 50"/>
                  <a:gd name="T13" fmla="*/ 0 h 72"/>
                  <a:gd name="T14" fmla="*/ 0 w 50"/>
                  <a:gd name="T15" fmla="*/ 16 h 72"/>
                  <a:gd name="T16" fmla="*/ 0 w 50"/>
                  <a:gd name="T17" fmla="*/ 56 h 72"/>
                  <a:gd name="T18" fmla="*/ 16 w 50"/>
                  <a:gd name="T19" fmla="*/ 72 h 72"/>
                  <a:gd name="T20" fmla="*/ 34 w 50"/>
                  <a:gd name="T21" fmla="*/ 72 h 72"/>
                  <a:gd name="T22" fmla="*/ 50 w 50"/>
                  <a:gd name="T23" fmla="*/ 56 h 72"/>
                  <a:gd name="T24" fmla="*/ 50 w 50"/>
                  <a:gd name="T25" fmla="*/ 16 h 72"/>
                  <a:gd name="T26" fmla="*/ 34 w 50"/>
                  <a:gd name="T27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2">
                    <a:moveTo>
                      <a:pt x="34" y="16"/>
                    </a:moveTo>
                    <a:cubicBezTo>
                      <a:pt x="34" y="56"/>
                      <a:pt x="34" y="56"/>
                      <a:pt x="34" y="56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65"/>
                      <a:pt x="7" y="72"/>
                      <a:pt x="16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43" y="72"/>
                      <a:pt x="50" y="65"/>
                      <a:pt x="50" y="56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20"/>
              <p:cNvSpPr>
                <a:spLocks noEditPoints="1"/>
              </p:cNvSpPr>
              <p:nvPr/>
            </p:nvSpPr>
            <p:spPr bwMode="auto">
              <a:xfrm>
                <a:off x="1907830" y="4064167"/>
                <a:ext cx="191645" cy="281832"/>
              </a:xfrm>
              <a:custGeom>
                <a:avLst/>
                <a:gdLst>
                  <a:gd name="T0" fmla="*/ 34 w 50"/>
                  <a:gd name="T1" fmla="*/ 16 h 74"/>
                  <a:gd name="T2" fmla="*/ 34 w 50"/>
                  <a:gd name="T3" fmla="*/ 58 h 74"/>
                  <a:gd name="T4" fmla="*/ 16 w 50"/>
                  <a:gd name="T5" fmla="*/ 58 h 74"/>
                  <a:gd name="T6" fmla="*/ 16 w 50"/>
                  <a:gd name="T7" fmla="*/ 16 h 74"/>
                  <a:gd name="T8" fmla="*/ 34 w 50"/>
                  <a:gd name="T9" fmla="*/ 16 h 74"/>
                  <a:gd name="T10" fmla="*/ 34 w 50"/>
                  <a:gd name="T11" fmla="*/ 0 h 74"/>
                  <a:gd name="T12" fmla="*/ 16 w 50"/>
                  <a:gd name="T13" fmla="*/ 0 h 74"/>
                  <a:gd name="T14" fmla="*/ 0 w 50"/>
                  <a:gd name="T15" fmla="*/ 16 h 74"/>
                  <a:gd name="T16" fmla="*/ 0 w 50"/>
                  <a:gd name="T17" fmla="*/ 58 h 74"/>
                  <a:gd name="T18" fmla="*/ 16 w 50"/>
                  <a:gd name="T19" fmla="*/ 74 h 74"/>
                  <a:gd name="T20" fmla="*/ 34 w 50"/>
                  <a:gd name="T21" fmla="*/ 74 h 74"/>
                  <a:gd name="T22" fmla="*/ 50 w 50"/>
                  <a:gd name="T23" fmla="*/ 58 h 74"/>
                  <a:gd name="T24" fmla="*/ 50 w 50"/>
                  <a:gd name="T25" fmla="*/ 16 h 74"/>
                  <a:gd name="T26" fmla="*/ 34 w 50"/>
                  <a:gd name="T27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4">
                    <a:moveTo>
                      <a:pt x="34" y="16"/>
                    </a:moveTo>
                    <a:cubicBezTo>
                      <a:pt x="34" y="58"/>
                      <a:pt x="34" y="58"/>
                      <a:pt x="34" y="58"/>
                    </a:cubicBezTo>
                    <a:cubicBezTo>
                      <a:pt x="16" y="58"/>
                      <a:pt x="16" y="58"/>
                      <a:pt x="16" y="58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66"/>
                      <a:pt x="7" y="74"/>
                      <a:pt x="16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43" y="74"/>
                      <a:pt x="50" y="66"/>
                      <a:pt x="50" y="58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21"/>
              <p:cNvSpPr>
                <a:spLocks noEditPoints="1"/>
              </p:cNvSpPr>
              <p:nvPr/>
            </p:nvSpPr>
            <p:spPr bwMode="auto">
              <a:xfrm>
                <a:off x="1820865" y="4151132"/>
                <a:ext cx="278610" cy="194867"/>
              </a:xfrm>
              <a:custGeom>
                <a:avLst/>
                <a:gdLst>
                  <a:gd name="T0" fmla="*/ 57 w 73"/>
                  <a:gd name="T1" fmla="*/ 16 h 51"/>
                  <a:gd name="T2" fmla="*/ 57 w 73"/>
                  <a:gd name="T3" fmla="*/ 35 h 51"/>
                  <a:gd name="T4" fmla="*/ 16 w 73"/>
                  <a:gd name="T5" fmla="*/ 35 h 51"/>
                  <a:gd name="T6" fmla="*/ 16 w 73"/>
                  <a:gd name="T7" fmla="*/ 16 h 51"/>
                  <a:gd name="T8" fmla="*/ 57 w 73"/>
                  <a:gd name="T9" fmla="*/ 16 h 51"/>
                  <a:gd name="T10" fmla="*/ 57 w 73"/>
                  <a:gd name="T11" fmla="*/ 0 h 51"/>
                  <a:gd name="T12" fmla="*/ 16 w 73"/>
                  <a:gd name="T13" fmla="*/ 0 h 51"/>
                  <a:gd name="T14" fmla="*/ 0 w 73"/>
                  <a:gd name="T15" fmla="*/ 16 h 51"/>
                  <a:gd name="T16" fmla="*/ 0 w 73"/>
                  <a:gd name="T17" fmla="*/ 35 h 51"/>
                  <a:gd name="T18" fmla="*/ 16 w 73"/>
                  <a:gd name="T19" fmla="*/ 51 h 51"/>
                  <a:gd name="T20" fmla="*/ 57 w 73"/>
                  <a:gd name="T21" fmla="*/ 51 h 51"/>
                  <a:gd name="T22" fmla="*/ 73 w 73"/>
                  <a:gd name="T23" fmla="*/ 35 h 51"/>
                  <a:gd name="T24" fmla="*/ 73 w 73"/>
                  <a:gd name="T25" fmla="*/ 16 h 51"/>
                  <a:gd name="T26" fmla="*/ 57 w 73"/>
                  <a:gd name="T27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" h="51">
                    <a:moveTo>
                      <a:pt x="57" y="16"/>
                    </a:moveTo>
                    <a:cubicBezTo>
                      <a:pt x="57" y="35"/>
                      <a:pt x="57" y="35"/>
                      <a:pt x="57" y="35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7" y="16"/>
                      <a:pt x="57" y="16"/>
                      <a:pt x="57" y="16"/>
                    </a:cubicBezTo>
                    <a:moveTo>
                      <a:pt x="57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43"/>
                      <a:pt x="7" y="51"/>
                      <a:pt x="16" y="51"/>
                    </a:cubicBezTo>
                    <a:cubicBezTo>
                      <a:pt x="57" y="51"/>
                      <a:pt x="57" y="51"/>
                      <a:pt x="57" y="51"/>
                    </a:cubicBezTo>
                    <a:cubicBezTo>
                      <a:pt x="66" y="51"/>
                      <a:pt x="73" y="43"/>
                      <a:pt x="73" y="35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7"/>
                      <a:pt x="66" y="0"/>
                      <a:pt x="57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22"/>
              <p:cNvSpPr>
                <a:spLocks noEditPoints="1"/>
              </p:cNvSpPr>
              <p:nvPr/>
            </p:nvSpPr>
            <p:spPr bwMode="auto">
              <a:xfrm>
                <a:off x="1907830" y="3820986"/>
                <a:ext cx="191645" cy="273779"/>
              </a:xfrm>
              <a:custGeom>
                <a:avLst/>
                <a:gdLst>
                  <a:gd name="T0" fmla="*/ 34 w 50"/>
                  <a:gd name="T1" fmla="*/ 16 h 72"/>
                  <a:gd name="T2" fmla="*/ 34 w 50"/>
                  <a:gd name="T3" fmla="*/ 56 h 72"/>
                  <a:gd name="T4" fmla="*/ 16 w 50"/>
                  <a:gd name="T5" fmla="*/ 56 h 72"/>
                  <a:gd name="T6" fmla="*/ 16 w 50"/>
                  <a:gd name="T7" fmla="*/ 16 h 72"/>
                  <a:gd name="T8" fmla="*/ 34 w 50"/>
                  <a:gd name="T9" fmla="*/ 16 h 72"/>
                  <a:gd name="T10" fmla="*/ 34 w 50"/>
                  <a:gd name="T11" fmla="*/ 0 h 72"/>
                  <a:gd name="T12" fmla="*/ 16 w 50"/>
                  <a:gd name="T13" fmla="*/ 0 h 72"/>
                  <a:gd name="T14" fmla="*/ 0 w 50"/>
                  <a:gd name="T15" fmla="*/ 16 h 72"/>
                  <a:gd name="T16" fmla="*/ 0 w 50"/>
                  <a:gd name="T17" fmla="*/ 56 h 72"/>
                  <a:gd name="T18" fmla="*/ 16 w 50"/>
                  <a:gd name="T19" fmla="*/ 72 h 72"/>
                  <a:gd name="T20" fmla="*/ 34 w 50"/>
                  <a:gd name="T21" fmla="*/ 72 h 72"/>
                  <a:gd name="T22" fmla="*/ 50 w 50"/>
                  <a:gd name="T23" fmla="*/ 56 h 72"/>
                  <a:gd name="T24" fmla="*/ 50 w 50"/>
                  <a:gd name="T25" fmla="*/ 16 h 72"/>
                  <a:gd name="T26" fmla="*/ 34 w 50"/>
                  <a:gd name="T27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2">
                    <a:moveTo>
                      <a:pt x="34" y="16"/>
                    </a:moveTo>
                    <a:cubicBezTo>
                      <a:pt x="34" y="56"/>
                      <a:pt x="34" y="56"/>
                      <a:pt x="34" y="56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65"/>
                      <a:pt x="7" y="72"/>
                      <a:pt x="16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43" y="72"/>
                      <a:pt x="50" y="65"/>
                      <a:pt x="50" y="56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23"/>
              <p:cNvSpPr>
                <a:spLocks noEditPoints="1"/>
              </p:cNvSpPr>
              <p:nvPr/>
            </p:nvSpPr>
            <p:spPr bwMode="auto">
              <a:xfrm>
                <a:off x="1661428" y="3405486"/>
                <a:ext cx="600703" cy="594262"/>
              </a:xfrm>
              <a:custGeom>
                <a:avLst/>
                <a:gdLst>
                  <a:gd name="T0" fmla="*/ 105 w 158"/>
                  <a:gd name="T1" fmla="*/ 16 h 156"/>
                  <a:gd name="T2" fmla="*/ 140 w 158"/>
                  <a:gd name="T3" fmla="*/ 56 h 156"/>
                  <a:gd name="T4" fmla="*/ 56 w 158"/>
                  <a:gd name="T5" fmla="*/ 140 h 156"/>
                  <a:gd name="T6" fmla="*/ 17 w 158"/>
                  <a:gd name="T7" fmla="*/ 99 h 156"/>
                  <a:gd name="T8" fmla="*/ 105 w 158"/>
                  <a:gd name="T9" fmla="*/ 16 h 156"/>
                  <a:gd name="T10" fmla="*/ 105 w 158"/>
                  <a:gd name="T11" fmla="*/ 0 h 156"/>
                  <a:gd name="T12" fmla="*/ 94 w 158"/>
                  <a:gd name="T13" fmla="*/ 5 h 156"/>
                  <a:gd name="T14" fmla="*/ 6 w 158"/>
                  <a:gd name="T15" fmla="*/ 87 h 156"/>
                  <a:gd name="T16" fmla="*/ 5 w 158"/>
                  <a:gd name="T17" fmla="*/ 109 h 156"/>
                  <a:gd name="T18" fmla="*/ 44 w 158"/>
                  <a:gd name="T19" fmla="*/ 151 h 156"/>
                  <a:gd name="T20" fmla="*/ 55 w 158"/>
                  <a:gd name="T21" fmla="*/ 156 h 156"/>
                  <a:gd name="T22" fmla="*/ 56 w 158"/>
                  <a:gd name="T23" fmla="*/ 156 h 156"/>
                  <a:gd name="T24" fmla="*/ 67 w 158"/>
                  <a:gd name="T25" fmla="*/ 152 h 156"/>
                  <a:gd name="T26" fmla="*/ 151 w 158"/>
                  <a:gd name="T27" fmla="*/ 67 h 156"/>
                  <a:gd name="T28" fmla="*/ 152 w 158"/>
                  <a:gd name="T29" fmla="*/ 45 h 156"/>
                  <a:gd name="T30" fmla="*/ 117 w 158"/>
                  <a:gd name="T31" fmla="*/ 6 h 156"/>
                  <a:gd name="T32" fmla="*/ 105 w 158"/>
                  <a:gd name="T33" fmla="*/ 0 h 156"/>
                  <a:gd name="T34" fmla="*/ 105 w 158"/>
                  <a:gd name="T35" fmla="*/ 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58" h="156">
                    <a:moveTo>
                      <a:pt x="105" y="16"/>
                    </a:moveTo>
                    <a:cubicBezTo>
                      <a:pt x="140" y="56"/>
                      <a:pt x="140" y="56"/>
                      <a:pt x="140" y="56"/>
                    </a:cubicBezTo>
                    <a:cubicBezTo>
                      <a:pt x="56" y="140"/>
                      <a:pt x="56" y="140"/>
                      <a:pt x="56" y="140"/>
                    </a:cubicBezTo>
                    <a:cubicBezTo>
                      <a:pt x="17" y="99"/>
                      <a:pt x="17" y="99"/>
                      <a:pt x="17" y="99"/>
                    </a:cubicBezTo>
                    <a:cubicBezTo>
                      <a:pt x="105" y="16"/>
                      <a:pt x="105" y="16"/>
                      <a:pt x="105" y="16"/>
                    </a:cubicBezTo>
                    <a:moveTo>
                      <a:pt x="105" y="0"/>
                    </a:moveTo>
                    <a:cubicBezTo>
                      <a:pt x="101" y="0"/>
                      <a:pt x="97" y="2"/>
                      <a:pt x="94" y="5"/>
                    </a:cubicBezTo>
                    <a:cubicBezTo>
                      <a:pt x="6" y="87"/>
                      <a:pt x="6" y="87"/>
                      <a:pt x="6" y="87"/>
                    </a:cubicBezTo>
                    <a:cubicBezTo>
                      <a:pt x="0" y="93"/>
                      <a:pt x="0" y="103"/>
                      <a:pt x="5" y="109"/>
                    </a:cubicBezTo>
                    <a:cubicBezTo>
                      <a:pt x="44" y="151"/>
                      <a:pt x="44" y="151"/>
                      <a:pt x="44" y="151"/>
                    </a:cubicBezTo>
                    <a:cubicBezTo>
                      <a:pt x="47" y="154"/>
                      <a:pt x="51" y="156"/>
                      <a:pt x="55" y="156"/>
                    </a:cubicBezTo>
                    <a:cubicBezTo>
                      <a:pt x="55" y="156"/>
                      <a:pt x="56" y="156"/>
                      <a:pt x="56" y="156"/>
                    </a:cubicBezTo>
                    <a:cubicBezTo>
                      <a:pt x="60" y="156"/>
                      <a:pt x="64" y="155"/>
                      <a:pt x="67" y="152"/>
                    </a:cubicBezTo>
                    <a:cubicBezTo>
                      <a:pt x="151" y="67"/>
                      <a:pt x="151" y="67"/>
                      <a:pt x="151" y="67"/>
                    </a:cubicBezTo>
                    <a:cubicBezTo>
                      <a:pt x="157" y="61"/>
                      <a:pt x="158" y="52"/>
                      <a:pt x="152" y="45"/>
                    </a:cubicBezTo>
                    <a:cubicBezTo>
                      <a:pt x="117" y="6"/>
                      <a:pt x="117" y="6"/>
                      <a:pt x="117" y="6"/>
                    </a:cubicBezTo>
                    <a:cubicBezTo>
                      <a:pt x="114" y="3"/>
                      <a:pt x="110" y="1"/>
                      <a:pt x="105" y="0"/>
                    </a:cubicBezTo>
                    <a:cubicBezTo>
                      <a:pt x="105" y="0"/>
                      <a:pt x="105" y="0"/>
                      <a:pt x="105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24"/>
              <p:cNvSpPr>
                <a:spLocks noEditPoints="1"/>
              </p:cNvSpPr>
              <p:nvPr/>
            </p:nvSpPr>
            <p:spPr bwMode="auto">
              <a:xfrm>
                <a:off x="1555138" y="3790388"/>
                <a:ext cx="318872" cy="293105"/>
              </a:xfrm>
              <a:custGeom>
                <a:avLst/>
                <a:gdLst>
                  <a:gd name="T0" fmla="*/ 32 w 84"/>
                  <a:gd name="T1" fmla="*/ 16 h 77"/>
                  <a:gd name="T2" fmla="*/ 67 w 84"/>
                  <a:gd name="T3" fmla="*/ 50 h 77"/>
                  <a:gd name="T4" fmla="*/ 17 w 84"/>
                  <a:gd name="T5" fmla="*/ 61 h 77"/>
                  <a:gd name="T6" fmla="*/ 32 w 84"/>
                  <a:gd name="T7" fmla="*/ 16 h 77"/>
                  <a:gd name="T8" fmla="*/ 32 w 84"/>
                  <a:gd name="T9" fmla="*/ 0 h 77"/>
                  <a:gd name="T10" fmla="*/ 28 w 84"/>
                  <a:gd name="T11" fmla="*/ 1 h 77"/>
                  <a:gd name="T12" fmla="*/ 17 w 84"/>
                  <a:gd name="T13" fmla="*/ 11 h 77"/>
                  <a:gd name="T14" fmla="*/ 2 w 84"/>
                  <a:gd name="T15" fmla="*/ 56 h 77"/>
                  <a:gd name="T16" fmla="*/ 5 w 84"/>
                  <a:gd name="T17" fmla="*/ 72 h 77"/>
                  <a:gd name="T18" fmla="*/ 17 w 84"/>
                  <a:gd name="T19" fmla="*/ 77 h 77"/>
                  <a:gd name="T20" fmla="*/ 20 w 84"/>
                  <a:gd name="T21" fmla="*/ 76 h 77"/>
                  <a:gd name="T22" fmla="*/ 71 w 84"/>
                  <a:gd name="T23" fmla="*/ 65 h 77"/>
                  <a:gd name="T24" fmla="*/ 83 w 84"/>
                  <a:gd name="T25" fmla="*/ 54 h 77"/>
                  <a:gd name="T26" fmla="*/ 78 w 84"/>
                  <a:gd name="T27" fmla="*/ 38 h 77"/>
                  <a:gd name="T28" fmla="*/ 43 w 84"/>
                  <a:gd name="T29" fmla="*/ 5 h 77"/>
                  <a:gd name="T30" fmla="*/ 32 w 84"/>
                  <a:gd name="T31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4" h="77">
                    <a:moveTo>
                      <a:pt x="32" y="16"/>
                    </a:moveTo>
                    <a:cubicBezTo>
                      <a:pt x="67" y="50"/>
                      <a:pt x="67" y="50"/>
                      <a:pt x="67" y="50"/>
                    </a:cubicBezTo>
                    <a:cubicBezTo>
                      <a:pt x="17" y="61"/>
                      <a:pt x="17" y="61"/>
                      <a:pt x="17" y="61"/>
                    </a:cubicBezTo>
                    <a:cubicBezTo>
                      <a:pt x="32" y="16"/>
                      <a:pt x="32" y="16"/>
                      <a:pt x="32" y="16"/>
                    </a:cubicBezTo>
                    <a:moveTo>
                      <a:pt x="32" y="0"/>
                    </a:moveTo>
                    <a:cubicBezTo>
                      <a:pt x="31" y="0"/>
                      <a:pt x="29" y="0"/>
                      <a:pt x="28" y="1"/>
                    </a:cubicBezTo>
                    <a:cubicBezTo>
                      <a:pt x="23" y="2"/>
                      <a:pt x="18" y="6"/>
                      <a:pt x="17" y="11"/>
                    </a:cubicBezTo>
                    <a:cubicBezTo>
                      <a:pt x="2" y="56"/>
                      <a:pt x="2" y="56"/>
                      <a:pt x="2" y="56"/>
                    </a:cubicBezTo>
                    <a:cubicBezTo>
                      <a:pt x="0" y="61"/>
                      <a:pt x="1" y="67"/>
                      <a:pt x="5" y="72"/>
                    </a:cubicBezTo>
                    <a:cubicBezTo>
                      <a:pt x="8" y="75"/>
                      <a:pt x="12" y="77"/>
                      <a:pt x="17" y="77"/>
                    </a:cubicBezTo>
                    <a:cubicBezTo>
                      <a:pt x="18" y="77"/>
                      <a:pt x="19" y="77"/>
                      <a:pt x="20" y="76"/>
                    </a:cubicBezTo>
                    <a:cubicBezTo>
                      <a:pt x="71" y="65"/>
                      <a:pt x="71" y="65"/>
                      <a:pt x="71" y="65"/>
                    </a:cubicBezTo>
                    <a:cubicBezTo>
                      <a:pt x="77" y="64"/>
                      <a:pt x="81" y="59"/>
                      <a:pt x="83" y="54"/>
                    </a:cubicBezTo>
                    <a:cubicBezTo>
                      <a:pt x="84" y="48"/>
                      <a:pt x="83" y="42"/>
                      <a:pt x="78" y="38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40" y="2"/>
                      <a:pt x="36" y="0"/>
                      <a:pt x="32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25"/>
              <p:cNvSpPr>
                <a:spLocks/>
              </p:cNvSpPr>
              <p:nvPr/>
            </p:nvSpPr>
            <p:spPr bwMode="auto">
              <a:xfrm>
                <a:off x="1371545" y="3642225"/>
                <a:ext cx="69249" cy="148163"/>
              </a:xfrm>
              <a:custGeom>
                <a:avLst/>
                <a:gdLst>
                  <a:gd name="T0" fmla="*/ 0 w 43"/>
                  <a:gd name="T1" fmla="*/ 0 h 92"/>
                  <a:gd name="T2" fmla="*/ 43 w 43"/>
                  <a:gd name="T3" fmla="*/ 0 h 92"/>
                  <a:gd name="T4" fmla="*/ 43 w 43"/>
                  <a:gd name="T5" fmla="*/ 92 h 92"/>
                  <a:gd name="T6" fmla="*/ 0 w 43"/>
                  <a:gd name="T7" fmla="*/ 92 h 92"/>
                  <a:gd name="T8" fmla="*/ 0 w 43"/>
                  <a:gd name="T9" fmla="*/ 0 h 92"/>
                  <a:gd name="T10" fmla="*/ 0 w 43"/>
                  <a:gd name="T11" fmla="*/ 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2">
                    <a:moveTo>
                      <a:pt x="0" y="0"/>
                    </a:moveTo>
                    <a:lnTo>
                      <a:pt x="43" y="0"/>
                    </a:lnTo>
                    <a:lnTo>
                      <a:pt x="43" y="92"/>
                    </a:lnTo>
                    <a:lnTo>
                      <a:pt x="0" y="9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26"/>
              <p:cNvSpPr>
                <a:spLocks/>
              </p:cNvSpPr>
              <p:nvPr/>
            </p:nvSpPr>
            <p:spPr bwMode="auto">
              <a:xfrm>
                <a:off x="1371545" y="3642225"/>
                <a:ext cx="156215" cy="59588"/>
              </a:xfrm>
              <a:custGeom>
                <a:avLst/>
                <a:gdLst>
                  <a:gd name="T0" fmla="*/ 0 w 97"/>
                  <a:gd name="T1" fmla="*/ 0 h 37"/>
                  <a:gd name="T2" fmla="*/ 97 w 97"/>
                  <a:gd name="T3" fmla="*/ 0 h 37"/>
                  <a:gd name="T4" fmla="*/ 97 w 97"/>
                  <a:gd name="T5" fmla="*/ 37 h 37"/>
                  <a:gd name="T6" fmla="*/ 0 w 97"/>
                  <a:gd name="T7" fmla="*/ 37 h 37"/>
                  <a:gd name="T8" fmla="*/ 0 w 97"/>
                  <a:gd name="T9" fmla="*/ 0 h 37"/>
                  <a:gd name="T10" fmla="*/ 0 w 97"/>
                  <a:gd name="T11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7" h="37">
                    <a:moveTo>
                      <a:pt x="0" y="0"/>
                    </a:moveTo>
                    <a:lnTo>
                      <a:pt x="97" y="0"/>
                    </a:lnTo>
                    <a:lnTo>
                      <a:pt x="97" y="37"/>
                    </a:lnTo>
                    <a:lnTo>
                      <a:pt x="0" y="37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27"/>
              <p:cNvSpPr>
                <a:spLocks/>
              </p:cNvSpPr>
              <p:nvPr/>
            </p:nvSpPr>
            <p:spPr bwMode="auto">
              <a:xfrm>
                <a:off x="1622777" y="3642225"/>
                <a:ext cx="161046" cy="59588"/>
              </a:xfrm>
              <a:custGeom>
                <a:avLst/>
                <a:gdLst>
                  <a:gd name="T0" fmla="*/ 0 w 100"/>
                  <a:gd name="T1" fmla="*/ 37 h 37"/>
                  <a:gd name="T2" fmla="*/ 0 w 100"/>
                  <a:gd name="T3" fmla="*/ 0 h 37"/>
                  <a:gd name="T4" fmla="*/ 100 w 100"/>
                  <a:gd name="T5" fmla="*/ 0 h 37"/>
                  <a:gd name="T6" fmla="*/ 64 w 100"/>
                  <a:gd name="T7" fmla="*/ 37 h 37"/>
                  <a:gd name="T8" fmla="*/ 0 w 100"/>
                  <a:gd name="T9" fmla="*/ 37 h 37"/>
                  <a:gd name="T10" fmla="*/ 0 w 100"/>
                  <a:gd name="T11" fmla="*/ 37 h 37"/>
                  <a:gd name="T12" fmla="*/ 0 w 100"/>
                  <a:gd name="T1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0" h="37">
                    <a:moveTo>
                      <a:pt x="0" y="37"/>
                    </a:moveTo>
                    <a:lnTo>
                      <a:pt x="0" y="0"/>
                    </a:lnTo>
                    <a:lnTo>
                      <a:pt x="100" y="0"/>
                    </a:lnTo>
                    <a:lnTo>
                      <a:pt x="64" y="37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Freeform 28"/>
              <p:cNvSpPr>
                <a:spLocks/>
              </p:cNvSpPr>
              <p:nvPr/>
            </p:nvSpPr>
            <p:spPr bwMode="auto">
              <a:xfrm>
                <a:off x="1622777" y="4212330"/>
                <a:ext cx="161046" cy="72471"/>
              </a:xfrm>
              <a:custGeom>
                <a:avLst/>
                <a:gdLst>
                  <a:gd name="T0" fmla="*/ 0 w 100"/>
                  <a:gd name="T1" fmla="*/ 0 h 45"/>
                  <a:gd name="T2" fmla="*/ 100 w 100"/>
                  <a:gd name="T3" fmla="*/ 0 h 45"/>
                  <a:gd name="T4" fmla="*/ 100 w 100"/>
                  <a:gd name="T5" fmla="*/ 45 h 45"/>
                  <a:gd name="T6" fmla="*/ 0 w 100"/>
                  <a:gd name="T7" fmla="*/ 45 h 45"/>
                  <a:gd name="T8" fmla="*/ 0 w 100"/>
                  <a:gd name="T9" fmla="*/ 0 h 45"/>
                  <a:gd name="T10" fmla="*/ 0 w 100"/>
                  <a:gd name="T11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0" h="45">
                    <a:moveTo>
                      <a:pt x="0" y="0"/>
                    </a:moveTo>
                    <a:lnTo>
                      <a:pt x="100" y="0"/>
                    </a:lnTo>
                    <a:lnTo>
                      <a:pt x="100" y="45"/>
                    </a:lnTo>
                    <a:lnTo>
                      <a:pt x="0" y="4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Freeform 29"/>
              <p:cNvSpPr>
                <a:spLocks/>
              </p:cNvSpPr>
              <p:nvPr/>
            </p:nvSpPr>
            <p:spPr bwMode="auto">
              <a:xfrm>
                <a:off x="1371545" y="4125365"/>
                <a:ext cx="69249" cy="159437"/>
              </a:xfrm>
              <a:custGeom>
                <a:avLst/>
                <a:gdLst>
                  <a:gd name="T0" fmla="*/ 0 w 43"/>
                  <a:gd name="T1" fmla="*/ 0 h 99"/>
                  <a:gd name="T2" fmla="*/ 43 w 43"/>
                  <a:gd name="T3" fmla="*/ 0 h 99"/>
                  <a:gd name="T4" fmla="*/ 43 w 43"/>
                  <a:gd name="T5" fmla="*/ 99 h 99"/>
                  <a:gd name="T6" fmla="*/ 0 w 43"/>
                  <a:gd name="T7" fmla="*/ 99 h 99"/>
                  <a:gd name="T8" fmla="*/ 0 w 43"/>
                  <a:gd name="T9" fmla="*/ 0 h 99"/>
                  <a:gd name="T10" fmla="*/ 0 w 43"/>
                  <a:gd name="T11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9">
                    <a:moveTo>
                      <a:pt x="0" y="0"/>
                    </a:moveTo>
                    <a:lnTo>
                      <a:pt x="43" y="0"/>
                    </a:lnTo>
                    <a:lnTo>
                      <a:pt x="43" y="99"/>
                    </a:lnTo>
                    <a:lnTo>
                      <a:pt x="0" y="99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30"/>
              <p:cNvSpPr>
                <a:spLocks/>
              </p:cNvSpPr>
              <p:nvPr/>
            </p:nvSpPr>
            <p:spPr bwMode="auto">
              <a:xfrm>
                <a:off x="1371545" y="4212330"/>
                <a:ext cx="156215" cy="72471"/>
              </a:xfrm>
              <a:custGeom>
                <a:avLst/>
                <a:gdLst>
                  <a:gd name="T0" fmla="*/ 0 w 97"/>
                  <a:gd name="T1" fmla="*/ 0 h 45"/>
                  <a:gd name="T2" fmla="*/ 97 w 97"/>
                  <a:gd name="T3" fmla="*/ 0 h 45"/>
                  <a:gd name="T4" fmla="*/ 97 w 97"/>
                  <a:gd name="T5" fmla="*/ 45 h 45"/>
                  <a:gd name="T6" fmla="*/ 0 w 97"/>
                  <a:gd name="T7" fmla="*/ 45 h 45"/>
                  <a:gd name="T8" fmla="*/ 0 w 97"/>
                  <a:gd name="T9" fmla="*/ 0 h 45"/>
                  <a:gd name="T10" fmla="*/ 0 w 97"/>
                  <a:gd name="T11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7" h="45">
                    <a:moveTo>
                      <a:pt x="0" y="0"/>
                    </a:moveTo>
                    <a:lnTo>
                      <a:pt x="97" y="0"/>
                    </a:lnTo>
                    <a:lnTo>
                      <a:pt x="97" y="45"/>
                    </a:lnTo>
                    <a:lnTo>
                      <a:pt x="0" y="4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Freeform 31"/>
              <p:cNvSpPr>
                <a:spLocks/>
              </p:cNvSpPr>
              <p:nvPr/>
            </p:nvSpPr>
            <p:spPr bwMode="auto">
              <a:xfrm>
                <a:off x="1371545" y="3880574"/>
                <a:ext cx="69249" cy="152995"/>
              </a:xfrm>
              <a:custGeom>
                <a:avLst/>
                <a:gdLst>
                  <a:gd name="T0" fmla="*/ 0 w 43"/>
                  <a:gd name="T1" fmla="*/ 0 h 95"/>
                  <a:gd name="T2" fmla="*/ 43 w 43"/>
                  <a:gd name="T3" fmla="*/ 0 h 95"/>
                  <a:gd name="T4" fmla="*/ 43 w 43"/>
                  <a:gd name="T5" fmla="*/ 95 h 95"/>
                  <a:gd name="T6" fmla="*/ 0 w 43"/>
                  <a:gd name="T7" fmla="*/ 95 h 95"/>
                  <a:gd name="T8" fmla="*/ 0 w 43"/>
                  <a:gd name="T9" fmla="*/ 0 h 95"/>
                  <a:gd name="T10" fmla="*/ 0 w 43"/>
                  <a:gd name="T11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5">
                    <a:moveTo>
                      <a:pt x="0" y="0"/>
                    </a:moveTo>
                    <a:lnTo>
                      <a:pt x="43" y="0"/>
                    </a:lnTo>
                    <a:lnTo>
                      <a:pt x="43" y="95"/>
                    </a:lnTo>
                    <a:lnTo>
                      <a:pt x="0" y="9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" name="Freeform 32"/>
              <p:cNvSpPr>
                <a:spLocks/>
              </p:cNvSpPr>
              <p:nvPr/>
            </p:nvSpPr>
            <p:spPr bwMode="auto">
              <a:xfrm>
                <a:off x="1969027" y="4125365"/>
                <a:ext cx="69249" cy="159437"/>
              </a:xfrm>
              <a:custGeom>
                <a:avLst/>
                <a:gdLst>
                  <a:gd name="T0" fmla="*/ 0 w 43"/>
                  <a:gd name="T1" fmla="*/ 0 h 99"/>
                  <a:gd name="T2" fmla="*/ 43 w 43"/>
                  <a:gd name="T3" fmla="*/ 0 h 99"/>
                  <a:gd name="T4" fmla="*/ 43 w 43"/>
                  <a:gd name="T5" fmla="*/ 99 h 99"/>
                  <a:gd name="T6" fmla="*/ 0 w 43"/>
                  <a:gd name="T7" fmla="*/ 99 h 99"/>
                  <a:gd name="T8" fmla="*/ 0 w 43"/>
                  <a:gd name="T9" fmla="*/ 0 h 99"/>
                  <a:gd name="T10" fmla="*/ 0 w 43"/>
                  <a:gd name="T11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9">
                    <a:moveTo>
                      <a:pt x="0" y="0"/>
                    </a:moveTo>
                    <a:lnTo>
                      <a:pt x="43" y="0"/>
                    </a:lnTo>
                    <a:lnTo>
                      <a:pt x="43" y="99"/>
                    </a:lnTo>
                    <a:lnTo>
                      <a:pt x="0" y="99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" name="Freeform 33"/>
              <p:cNvSpPr>
                <a:spLocks/>
              </p:cNvSpPr>
              <p:nvPr/>
            </p:nvSpPr>
            <p:spPr bwMode="auto">
              <a:xfrm>
                <a:off x="1882062" y="4212330"/>
                <a:ext cx="156215" cy="72471"/>
              </a:xfrm>
              <a:custGeom>
                <a:avLst/>
                <a:gdLst>
                  <a:gd name="T0" fmla="*/ 0 w 97"/>
                  <a:gd name="T1" fmla="*/ 0 h 45"/>
                  <a:gd name="T2" fmla="*/ 97 w 97"/>
                  <a:gd name="T3" fmla="*/ 0 h 45"/>
                  <a:gd name="T4" fmla="*/ 97 w 97"/>
                  <a:gd name="T5" fmla="*/ 45 h 45"/>
                  <a:gd name="T6" fmla="*/ 0 w 97"/>
                  <a:gd name="T7" fmla="*/ 45 h 45"/>
                  <a:gd name="T8" fmla="*/ 0 w 97"/>
                  <a:gd name="T9" fmla="*/ 0 h 45"/>
                  <a:gd name="T10" fmla="*/ 0 w 97"/>
                  <a:gd name="T11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7" h="45">
                    <a:moveTo>
                      <a:pt x="0" y="0"/>
                    </a:moveTo>
                    <a:lnTo>
                      <a:pt x="97" y="0"/>
                    </a:lnTo>
                    <a:lnTo>
                      <a:pt x="97" y="45"/>
                    </a:lnTo>
                    <a:lnTo>
                      <a:pt x="0" y="4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" name="Freeform 34"/>
              <p:cNvSpPr>
                <a:spLocks/>
              </p:cNvSpPr>
              <p:nvPr/>
            </p:nvSpPr>
            <p:spPr bwMode="auto">
              <a:xfrm>
                <a:off x="1969027" y="3880574"/>
                <a:ext cx="69249" cy="152995"/>
              </a:xfrm>
              <a:custGeom>
                <a:avLst/>
                <a:gdLst>
                  <a:gd name="T0" fmla="*/ 0 w 43"/>
                  <a:gd name="T1" fmla="*/ 0 h 95"/>
                  <a:gd name="T2" fmla="*/ 43 w 43"/>
                  <a:gd name="T3" fmla="*/ 0 h 95"/>
                  <a:gd name="T4" fmla="*/ 43 w 43"/>
                  <a:gd name="T5" fmla="*/ 95 h 95"/>
                  <a:gd name="T6" fmla="*/ 0 w 43"/>
                  <a:gd name="T7" fmla="*/ 95 h 95"/>
                  <a:gd name="T8" fmla="*/ 0 w 43"/>
                  <a:gd name="T9" fmla="*/ 0 h 95"/>
                  <a:gd name="T10" fmla="*/ 0 w 43"/>
                  <a:gd name="T11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5">
                    <a:moveTo>
                      <a:pt x="0" y="0"/>
                    </a:moveTo>
                    <a:lnTo>
                      <a:pt x="43" y="0"/>
                    </a:lnTo>
                    <a:lnTo>
                      <a:pt x="43" y="95"/>
                    </a:lnTo>
                    <a:lnTo>
                      <a:pt x="0" y="9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Freeform 35"/>
              <p:cNvSpPr>
                <a:spLocks/>
              </p:cNvSpPr>
              <p:nvPr/>
            </p:nvSpPr>
            <p:spPr bwMode="auto">
              <a:xfrm>
                <a:off x="1725847" y="3466684"/>
                <a:ext cx="468645" cy="471867"/>
              </a:xfrm>
              <a:custGeom>
                <a:avLst/>
                <a:gdLst>
                  <a:gd name="T0" fmla="*/ 208 w 291"/>
                  <a:gd name="T1" fmla="*/ 0 h 293"/>
                  <a:gd name="T2" fmla="*/ 0 w 291"/>
                  <a:gd name="T3" fmla="*/ 196 h 293"/>
                  <a:gd name="T4" fmla="*/ 92 w 291"/>
                  <a:gd name="T5" fmla="*/ 293 h 293"/>
                  <a:gd name="T6" fmla="*/ 291 w 291"/>
                  <a:gd name="T7" fmla="*/ 94 h 293"/>
                  <a:gd name="T8" fmla="*/ 208 w 291"/>
                  <a:gd name="T9" fmla="*/ 0 h 293"/>
                  <a:gd name="T10" fmla="*/ 208 w 291"/>
                  <a:gd name="T11" fmla="*/ 0 h 293"/>
                  <a:gd name="T12" fmla="*/ 208 w 291"/>
                  <a:gd name="T13" fmla="*/ 0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1" h="293">
                    <a:moveTo>
                      <a:pt x="208" y="0"/>
                    </a:moveTo>
                    <a:lnTo>
                      <a:pt x="0" y="196"/>
                    </a:lnTo>
                    <a:lnTo>
                      <a:pt x="92" y="293"/>
                    </a:lnTo>
                    <a:lnTo>
                      <a:pt x="291" y="94"/>
                    </a:lnTo>
                    <a:lnTo>
                      <a:pt x="208" y="0"/>
                    </a:lnTo>
                    <a:lnTo>
                      <a:pt x="208" y="0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Freeform 36"/>
              <p:cNvSpPr>
                <a:spLocks/>
              </p:cNvSpPr>
              <p:nvPr/>
            </p:nvSpPr>
            <p:spPr bwMode="auto">
              <a:xfrm>
                <a:off x="1619556" y="3849975"/>
                <a:ext cx="190035" cy="172320"/>
              </a:xfrm>
              <a:custGeom>
                <a:avLst/>
                <a:gdLst>
                  <a:gd name="T0" fmla="*/ 35 w 118"/>
                  <a:gd name="T1" fmla="*/ 0 h 107"/>
                  <a:gd name="T2" fmla="*/ 0 w 118"/>
                  <a:gd name="T3" fmla="*/ 107 h 107"/>
                  <a:gd name="T4" fmla="*/ 118 w 118"/>
                  <a:gd name="T5" fmla="*/ 81 h 107"/>
                  <a:gd name="T6" fmla="*/ 35 w 118"/>
                  <a:gd name="T7" fmla="*/ 0 h 107"/>
                  <a:gd name="T8" fmla="*/ 35 w 118"/>
                  <a:gd name="T9" fmla="*/ 0 h 107"/>
                  <a:gd name="T10" fmla="*/ 35 w 118"/>
                  <a:gd name="T11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8" h="107">
                    <a:moveTo>
                      <a:pt x="35" y="0"/>
                    </a:moveTo>
                    <a:lnTo>
                      <a:pt x="0" y="107"/>
                    </a:lnTo>
                    <a:lnTo>
                      <a:pt x="118" y="81"/>
                    </a:lnTo>
                    <a:lnTo>
                      <a:pt x="35" y="0"/>
                    </a:lnTo>
                    <a:lnTo>
                      <a:pt x="35" y="0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3D45BBB-337C-4035-9C2E-AA1C0BE22C06}"/>
              </a:ext>
            </a:extLst>
          </p:cNvPr>
          <p:cNvSpPr txBox="1"/>
          <p:nvPr/>
        </p:nvSpPr>
        <p:spPr>
          <a:xfrm>
            <a:off x="5164556" y="2624664"/>
            <a:ext cx="143563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</a:rPr>
              <a:t>Lập bảng biến thiên của mỗi hàm số sau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1D8C5E-B231-4646-BDD7-8D31A8726725}"/>
              </a:ext>
            </a:extLst>
          </p:cNvPr>
          <p:cNvSpPr txBox="1"/>
          <p:nvPr/>
        </p:nvSpPr>
        <p:spPr>
          <a:xfrm>
            <a:off x="1722569" y="1981200"/>
            <a:ext cx="39672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Ví dụ </a:t>
            </a:r>
            <a:endParaRPr lang="en-US" sz="6000" b="1"/>
          </a:p>
        </p:txBody>
      </p:sp>
      <p:graphicFrame>
        <p:nvGraphicFramePr>
          <p:cNvPr id="104" name="Object 103">
            <a:extLst>
              <a:ext uri="{FF2B5EF4-FFF2-40B4-BE49-F238E27FC236}">
                <a16:creationId xmlns:a16="http://schemas.microsoft.com/office/drawing/2014/main" id="{0327EB9B-3BB0-42FF-BE44-6C38AA3323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7304763"/>
              </p:ext>
            </p:extLst>
          </p:nvPr>
        </p:nvGraphicFramePr>
        <p:xfrm>
          <a:off x="5181600" y="4038600"/>
          <a:ext cx="5265737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74" name="Equation" r:id="rId3" imgW="1054080" imgH="228600" progId="Equation.DSMT4">
                  <p:embed/>
                </p:oleObj>
              </mc:Choice>
              <mc:Fallback>
                <p:oleObj name="Equation" r:id="rId3" imgW="1054080" imgH="22860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F76EDDD0-6943-495C-BC32-E872FDA3E2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81600" y="4038600"/>
                        <a:ext cx="5265737" cy="1143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691DAFE4-460F-4AF2-B30F-CD2C8F8B59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5036567"/>
              </p:ext>
            </p:extLst>
          </p:nvPr>
        </p:nvGraphicFramePr>
        <p:xfrm>
          <a:off x="12822238" y="4030663"/>
          <a:ext cx="47498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75" name="Equation" r:id="rId5" imgW="939600" imgH="228600" progId="Equation.DSMT4">
                  <p:embed/>
                </p:oleObj>
              </mc:Choice>
              <mc:Fallback>
                <p:oleObj name="Equation" r:id="rId5" imgW="9396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822238" y="4030663"/>
                        <a:ext cx="4749800" cy="1155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FDB2481-784E-491F-B8EF-8314E7B84CF2}"/>
              </a:ext>
            </a:extLst>
          </p:cNvPr>
          <p:cNvCxnSpPr/>
          <p:nvPr/>
        </p:nvCxnSpPr>
        <p:spPr>
          <a:xfrm>
            <a:off x="4708123" y="7467600"/>
            <a:ext cx="0" cy="411480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E7FE957-E7C5-4741-B15C-21CB1AC0AD2E}"/>
              </a:ext>
            </a:extLst>
          </p:cNvPr>
          <p:cNvCxnSpPr/>
          <p:nvPr/>
        </p:nvCxnSpPr>
        <p:spPr>
          <a:xfrm>
            <a:off x="2803123" y="8534400"/>
            <a:ext cx="86106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81B91C8-A2A7-4DF6-B720-3C4A5607F628}"/>
              </a:ext>
            </a:extLst>
          </p:cNvPr>
          <p:cNvSpPr txBox="1"/>
          <p:nvPr/>
        </p:nvSpPr>
        <p:spPr>
          <a:xfrm>
            <a:off x="3184123" y="7467600"/>
            <a:ext cx="10846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1B4D97A-E787-4F3F-A9A1-95DF2FC71205}"/>
              </a:ext>
            </a:extLst>
          </p:cNvPr>
          <p:cNvSpPr txBox="1"/>
          <p:nvPr/>
        </p:nvSpPr>
        <p:spPr>
          <a:xfrm>
            <a:off x="3167558" y="8947552"/>
            <a:ext cx="10846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2438ED8F-BA15-4A8C-AADB-6A626CA410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3424502"/>
              </p:ext>
            </p:extLst>
          </p:nvPr>
        </p:nvGraphicFramePr>
        <p:xfrm>
          <a:off x="5147503" y="7786132"/>
          <a:ext cx="990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76" name="Equation" r:id="rId7" imgW="990360" imgH="419040" progId="Equation.DSMT4">
                  <p:embed/>
                </p:oleObj>
              </mc:Choice>
              <mc:Fallback>
                <p:oleObj name="Equation" r:id="rId7" imgW="9903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47503" y="7786132"/>
                        <a:ext cx="9906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14250EA6-0CA8-4B04-B889-E7BB1504D5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1408193"/>
              </p:ext>
            </p:extLst>
          </p:nvPr>
        </p:nvGraphicFramePr>
        <p:xfrm>
          <a:off x="7814468" y="6733973"/>
          <a:ext cx="508000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77" name="Equation" r:id="rId9" imgW="507960" imgH="1714320" progId="Equation.DSMT4">
                  <p:embed/>
                </p:oleObj>
              </mc:Choice>
              <mc:Fallback>
                <p:oleObj name="Equation" r:id="rId9" imgW="507960" imgH="1714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814468" y="6733973"/>
                        <a:ext cx="508000" cy="171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8">
            <a:extLst>
              <a:ext uri="{FF2B5EF4-FFF2-40B4-BE49-F238E27FC236}">
                <a16:creationId xmlns:a16="http://schemas.microsoft.com/office/drawing/2014/main" id="{C74F0425-2543-41DB-936E-98D68379BD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2364913"/>
              </p:ext>
            </p:extLst>
          </p:nvPr>
        </p:nvGraphicFramePr>
        <p:xfrm>
          <a:off x="10096500" y="7721600"/>
          <a:ext cx="990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78" name="Equation" r:id="rId11" imgW="990360" imgH="444240" progId="Equation.DSMT4">
                  <p:embed/>
                </p:oleObj>
              </mc:Choice>
              <mc:Fallback>
                <p:oleObj name="Equation" r:id="rId11" imgW="9903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096500" y="7721600"/>
                        <a:ext cx="9906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0A94793-58D5-4985-95C7-B6A917D8BA54}"/>
              </a:ext>
            </a:extLst>
          </p:cNvPr>
          <p:cNvCxnSpPr/>
          <p:nvPr/>
        </p:nvCxnSpPr>
        <p:spPr>
          <a:xfrm>
            <a:off x="5582880" y="9455383"/>
            <a:ext cx="2231588" cy="180862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390CCC7-A707-4415-9A49-E96DF2D699F7}"/>
              </a:ext>
            </a:extLst>
          </p:cNvPr>
          <p:cNvCxnSpPr/>
          <p:nvPr/>
        </p:nvCxnSpPr>
        <p:spPr>
          <a:xfrm flipV="1">
            <a:off x="8360382" y="9292021"/>
            <a:ext cx="2231418" cy="198557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Object 33">
            <a:extLst>
              <a:ext uri="{FF2B5EF4-FFF2-40B4-BE49-F238E27FC236}">
                <a16:creationId xmlns:a16="http://schemas.microsoft.com/office/drawing/2014/main" id="{9640B461-8F2B-48E3-950C-DC395A1AD0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6897165"/>
              </p:ext>
            </p:extLst>
          </p:nvPr>
        </p:nvGraphicFramePr>
        <p:xfrm>
          <a:off x="5045669" y="8803905"/>
          <a:ext cx="990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79" name="Equation" r:id="rId13" imgW="990621" imgH="443795" progId="Equation.DSMT4">
                  <p:embed/>
                </p:oleObj>
              </mc:Choice>
              <mc:Fallback>
                <p:oleObj name="Equation" r:id="rId13" imgW="990621" imgH="44379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045669" y="8803905"/>
                        <a:ext cx="9906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4">
            <a:extLst>
              <a:ext uri="{FF2B5EF4-FFF2-40B4-BE49-F238E27FC236}">
                <a16:creationId xmlns:a16="http://schemas.microsoft.com/office/drawing/2014/main" id="{1EE286F7-B3C5-47BF-B3A5-0A371EB4D9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5587318"/>
              </p:ext>
            </p:extLst>
          </p:nvPr>
        </p:nvGraphicFramePr>
        <p:xfrm>
          <a:off x="10096500" y="8701470"/>
          <a:ext cx="990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80" name="Equation" r:id="rId15" imgW="990621" imgH="443795" progId="Equation.DSMT4">
                  <p:embed/>
                </p:oleObj>
              </mc:Choice>
              <mc:Fallback>
                <p:oleObj name="Equation" r:id="rId15" imgW="990621" imgH="44379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096500" y="8701470"/>
                        <a:ext cx="9906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5">
            <a:extLst>
              <a:ext uri="{FF2B5EF4-FFF2-40B4-BE49-F238E27FC236}">
                <a16:creationId xmlns:a16="http://schemas.microsoft.com/office/drawing/2014/main" id="{80EBE968-D30D-45E7-A58E-8F1F12F01E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9927207"/>
              </p:ext>
            </p:extLst>
          </p:nvPr>
        </p:nvGraphicFramePr>
        <p:xfrm>
          <a:off x="7852382" y="10472339"/>
          <a:ext cx="508000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81" name="Equation" r:id="rId17" imgW="507960" imgH="1714320" progId="Equation.DSMT4">
                  <p:embed/>
                </p:oleObj>
              </mc:Choice>
              <mc:Fallback>
                <p:oleObj name="Equation" r:id="rId17" imgW="507960" imgH="1714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852382" y="10472339"/>
                        <a:ext cx="508000" cy="171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C95BBA9-B994-41BC-8CFD-35362A394C71}"/>
              </a:ext>
            </a:extLst>
          </p:cNvPr>
          <p:cNvCxnSpPr/>
          <p:nvPr/>
        </p:nvCxnSpPr>
        <p:spPr>
          <a:xfrm>
            <a:off x="15544800" y="7439227"/>
            <a:ext cx="0" cy="411480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97C6A1AC-481B-46B9-9E4B-67A39DB39481}"/>
              </a:ext>
            </a:extLst>
          </p:cNvPr>
          <p:cNvCxnSpPr/>
          <p:nvPr/>
        </p:nvCxnSpPr>
        <p:spPr>
          <a:xfrm>
            <a:off x="13639800" y="8506027"/>
            <a:ext cx="86106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73A37B82-BC12-4493-AD21-2CB4598EBF0B}"/>
              </a:ext>
            </a:extLst>
          </p:cNvPr>
          <p:cNvSpPr txBox="1"/>
          <p:nvPr/>
        </p:nvSpPr>
        <p:spPr>
          <a:xfrm>
            <a:off x="14020800" y="7439227"/>
            <a:ext cx="10846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23C03F8E-4ACA-4D96-ACA1-B31FED649D7F}"/>
              </a:ext>
            </a:extLst>
          </p:cNvPr>
          <p:cNvSpPr txBox="1"/>
          <p:nvPr/>
        </p:nvSpPr>
        <p:spPr>
          <a:xfrm>
            <a:off x="14004235" y="8919179"/>
            <a:ext cx="10846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graphicFrame>
        <p:nvGraphicFramePr>
          <p:cNvPr id="112" name="Object 111">
            <a:extLst>
              <a:ext uri="{FF2B5EF4-FFF2-40B4-BE49-F238E27FC236}">
                <a16:creationId xmlns:a16="http://schemas.microsoft.com/office/drawing/2014/main" id="{DBCCE704-2540-46CE-9669-675CA1233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7565553"/>
              </p:ext>
            </p:extLst>
          </p:nvPr>
        </p:nvGraphicFramePr>
        <p:xfrm>
          <a:off x="15984180" y="7757759"/>
          <a:ext cx="990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82" name="Equation" r:id="rId19" imgW="990360" imgH="419040" progId="Equation.DSMT4">
                  <p:embed/>
                </p:oleObj>
              </mc:Choice>
              <mc:Fallback>
                <p:oleObj name="Equation" r:id="rId19" imgW="990360" imgH="419040" progId="Equation.DSMT4">
                  <p:embed/>
                  <p:pic>
                    <p:nvPicPr>
                      <p:cNvPr id="27" name="Object 26">
                        <a:extLst>
                          <a:ext uri="{FF2B5EF4-FFF2-40B4-BE49-F238E27FC236}">
                            <a16:creationId xmlns:a16="http://schemas.microsoft.com/office/drawing/2014/main" id="{2438ED8F-BA15-4A8C-AADB-6A626CA410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984180" y="7757759"/>
                        <a:ext cx="9906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" name="Object 112">
            <a:extLst>
              <a:ext uri="{FF2B5EF4-FFF2-40B4-BE49-F238E27FC236}">
                <a16:creationId xmlns:a16="http://schemas.microsoft.com/office/drawing/2014/main" id="{91945DC8-A3AE-4CAF-9F88-DD9EED88EA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9035230"/>
              </p:ext>
            </p:extLst>
          </p:nvPr>
        </p:nvGraphicFramePr>
        <p:xfrm>
          <a:off x="18715038" y="7480300"/>
          <a:ext cx="381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83" name="Equation" r:id="rId21" imgW="380880" imgH="596880" progId="Equation.DSMT4">
                  <p:embed/>
                </p:oleObj>
              </mc:Choice>
              <mc:Fallback>
                <p:oleObj name="Equation" r:id="rId21" imgW="380880" imgH="596880" progId="Equation.DSMT4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id="{14250EA6-0CA8-4B04-B889-E7BB1504D5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8715038" y="7480300"/>
                        <a:ext cx="3810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" name="Object 113">
            <a:extLst>
              <a:ext uri="{FF2B5EF4-FFF2-40B4-BE49-F238E27FC236}">
                <a16:creationId xmlns:a16="http://schemas.microsoft.com/office/drawing/2014/main" id="{63AC1CF8-AAE3-4AA8-870F-56002745F0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4682915"/>
              </p:ext>
            </p:extLst>
          </p:nvPr>
        </p:nvGraphicFramePr>
        <p:xfrm>
          <a:off x="20933177" y="7693227"/>
          <a:ext cx="990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84" name="Equation" r:id="rId23" imgW="990360" imgH="444240" progId="Equation.DSMT4">
                  <p:embed/>
                </p:oleObj>
              </mc:Choice>
              <mc:Fallback>
                <p:oleObj name="Equation" r:id="rId23" imgW="990360" imgH="444240" progId="Equation.DSMT4">
                  <p:embed/>
                  <p:pic>
                    <p:nvPicPr>
                      <p:cNvPr id="29" name="Object 28">
                        <a:extLst>
                          <a:ext uri="{FF2B5EF4-FFF2-40B4-BE49-F238E27FC236}">
                            <a16:creationId xmlns:a16="http://schemas.microsoft.com/office/drawing/2014/main" id="{C74F0425-2543-41DB-936E-98D68379BD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0933177" y="7693227"/>
                        <a:ext cx="9906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" name="Object 115">
            <a:extLst>
              <a:ext uri="{FF2B5EF4-FFF2-40B4-BE49-F238E27FC236}">
                <a16:creationId xmlns:a16="http://schemas.microsoft.com/office/drawing/2014/main" id="{2357297E-FD57-4511-95A0-D49DCED664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1015934"/>
              </p:ext>
            </p:extLst>
          </p:nvPr>
        </p:nvGraphicFramePr>
        <p:xfrm>
          <a:off x="15979775" y="11379200"/>
          <a:ext cx="990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85" name="Equation" r:id="rId25" imgW="990360" imgH="419040" progId="Equation.DSMT4">
                  <p:embed/>
                </p:oleObj>
              </mc:Choice>
              <mc:Fallback>
                <p:oleObj name="Equation" r:id="rId25" imgW="990360" imgH="419040" progId="Equation.DSMT4">
                  <p:embed/>
                  <p:pic>
                    <p:nvPicPr>
                      <p:cNvPr id="34" name="Object 33">
                        <a:extLst>
                          <a:ext uri="{FF2B5EF4-FFF2-40B4-BE49-F238E27FC236}">
                            <a16:creationId xmlns:a16="http://schemas.microsoft.com/office/drawing/2014/main" id="{9640B461-8F2B-48E3-950C-DC395A1AD0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979775" y="11379200"/>
                        <a:ext cx="9906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" name="Object 116">
            <a:extLst>
              <a:ext uri="{FF2B5EF4-FFF2-40B4-BE49-F238E27FC236}">
                <a16:creationId xmlns:a16="http://schemas.microsoft.com/office/drawing/2014/main" id="{EAEE6C82-FF5A-4C11-8E8D-F8EA0964A9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8791882"/>
              </p:ext>
            </p:extLst>
          </p:nvPr>
        </p:nvGraphicFramePr>
        <p:xfrm>
          <a:off x="21031200" y="11276013"/>
          <a:ext cx="990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86" name="Equation" r:id="rId27" imgW="990360" imgH="419040" progId="Equation.DSMT4">
                  <p:embed/>
                </p:oleObj>
              </mc:Choice>
              <mc:Fallback>
                <p:oleObj name="Equation" r:id="rId27" imgW="990360" imgH="419040" progId="Equation.DSMT4">
                  <p:embed/>
                  <p:pic>
                    <p:nvPicPr>
                      <p:cNvPr id="35" name="Object 34">
                        <a:extLst>
                          <a:ext uri="{FF2B5EF4-FFF2-40B4-BE49-F238E27FC236}">
                            <a16:creationId xmlns:a16="http://schemas.microsoft.com/office/drawing/2014/main" id="{1EE286F7-B3C5-47BF-B3A5-0A371EB4D9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1031200" y="11276013"/>
                        <a:ext cx="9906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5A65DCD-A1D8-43B1-843E-521AD0470ACF}"/>
              </a:ext>
            </a:extLst>
          </p:cNvPr>
          <p:cNvCxnSpPr/>
          <p:nvPr/>
        </p:nvCxnSpPr>
        <p:spPr>
          <a:xfrm flipV="1">
            <a:off x="16535400" y="9220032"/>
            <a:ext cx="2179638" cy="18713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9F75811-88F2-4129-86F7-80631289CE8F}"/>
              </a:ext>
            </a:extLst>
          </p:cNvPr>
          <p:cNvCxnSpPr/>
          <p:nvPr/>
        </p:nvCxnSpPr>
        <p:spPr>
          <a:xfrm>
            <a:off x="19219933" y="9292021"/>
            <a:ext cx="2497067" cy="17993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Object 40">
            <a:extLst>
              <a:ext uri="{FF2B5EF4-FFF2-40B4-BE49-F238E27FC236}">
                <a16:creationId xmlns:a16="http://schemas.microsoft.com/office/drawing/2014/main" id="{8CAB2783-DB04-4472-9EBA-0B1705A1BD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7109335"/>
              </p:ext>
            </p:extLst>
          </p:nvPr>
        </p:nvGraphicFramePr>
        <p:xfrm>
          <a:off x="18781713" y="8899525"/>
          <a:ext cx="355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87" name="Equation" r:id="rId29" imgW="355320" imgH="583920" progId="Equation.DSMT4">
                  <p:embed/>
                </p:oleObj>
              </mc:Choice>
              <mc:Fallback>
                <p:oleObj name="Equation" r:id="rId29" imgW="355320" imgH="583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8781713" y="8899525"/>
                        <a:ext cx="355600" cy="584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41">
            <a:extLst>
              <a:ext uri="{FF2B5EF4-FFF2-40B4-BE49-F238E27FC236}">
                <a16:creationId xmlns:a16="http://schemas.microsoft.com/office/drawing/2014/main" id="{02C54614-B669-4389-B20C-8C2AEEA33D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7573850"/>
              </p:ext>
            </p:extLst>
          </p:nvPr>
        </p:nvGraphicFramePr>
        <p:xfrm>
          <a:off x="4708123" y="12130799"/>
          <a:ext cx="5265737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88" name="Equation" r:id="rId31" imgW="5265441" imgH="1143197" progId="Equation.DSMT4">
                  <p:embed/>
                </p:oleObj>
              </mc:Choice>
              <mc:Fallback>
                <p:oleObj name="Equation" r:id="rId31" imgW="5265441" imgH="114319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708123" y="12130799"/>
                        <a:ext cx="5265737" cy="1143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42">
            <a:extLst>
              <a:ext uri="{FF2B5EF4-FFF2-40B4-BE49-F238E27FC236}">
                <a16:creationId xmlns:a16="http://schemas.microsoft.com/office/drawing/2014/main" id="{BD473E70-221B-4A2B-ACE7-7688207FD0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6533933"/>
              </p:ext>
            </p:extLst>
          </p:nvPr>
        </p:nvGraphicFramePr>
        <p:xfrm>
          <a:off x="16510000" y="12026900"/>
          <a:ext cx="47498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89" name="Equation" r:id="rId33" imgW="4749080" imgH="1155454" progId="Equation.DSMT4">
                  <p:embed/>
                </p:oleObj>
              </mc:Choice>
              <mc:Fallback>
                <p:oleObj name="Equation" r:id="rId33" imgW="4749080" imgH="115545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6510000" y="12026900"/>
                        <a:ext cx="4749800" cy="1155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821519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05001A8-F1AC-4436-829D-76F3665AC754}"/>
              </a:ext>
            </a:extLst>
          </p:cNvPr>
          <p:cNvSpPr/>
          <p:nvPr/>
        </p:nvSpPr>
        <p:spPr>
          <a:xfrm>
            <a:off x="936019" y="8972893"/>
            <a:ext cx="22666735" cy="428590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496498" y="2049730"/>
            <a:ext cx="23172879" cy="6106410"/>
            <a:chOff x="1076414" y="4403390"/>
            <a:chExt cx="23172879" cy="3784630"/>
          </a:xfrm>
        </p:grpSpPr>
        <p:grpSp>
          <p:nvGrpSpPr>
            <p:cNvPr id="45" name="Group 5"/>
            <p:cNvGrpSpPr/>
            <p:nvPr/>
          </p:nvGrpSpPr>
          <p:grpSpPr>
            <a:xfrm>
              <a:off x="1533269" y="4671091"/>
              <a:ext cx="22716024" cy="3516929"/>
              <a:chOff x="637542" y="1083939"/>
              <a:chExt cx="8945331" cy="1384631"/>
            </a:xfrm>
          </p:grpSpPr>
          <p:sp>
            <p:nvSpPr>
              <p:cNvPr id="65" name="Rounded Rectangle 64"/>
              <p:cNvSpPr/>
              <p:nvPr/>
            </p:nvSpPr>
            <p:spPr>
              <a:xfrm>
                <a:off x="637542" y="1083939"/>
                <a:ext cx="8945331" cy="1384631"/>
              </a:xfrm>
              <a:prstGeom prst="roundRect">
                <a:avLst>
                  <a:gd name="adj" fmla="val 4110"/>
                </a:avLst>
              </a:prstGeom>
              <a:solidFill>
                <a:srgbClr val="BEDCF4"/>
              </a:solidFill>
              <a:ln w="28575">
                <a:solidFill>
                  <a:srgbClr val="0999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18000" rIns="36000" bIns="18000" rtlCol="0" anchor="ctr"/>
              <a:lstStyle/>
              <a:p>
                <a:pPr algn="ctr"/>
                <a:endParaRPr lang="en-US" sz="460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1007731" y="1742814"/>
                <a:ext cx="7867095" cy="2429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ts val="4000"/>
                  </a:lnSpc>
                </a:pPr>
                <a:endParaRPr lang="en-US" sz="4600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p:grpSp>
        <p:grpSp>
          <p:nvGrpSpPr>
            <p:cNvPr id="46" name="Group 65"/>
            <p:cNvGrpSpPr/>
            <p:nvPr/>
          </p:nvGrpSpPr>
          <p:grpSpPr>
            <a:xfrm>
              <a:off x="1076414" y="4403390"/>
              <a:ext cx="3712331" cy="614700"/>
              <a:chOff x="166396" y="8780577"/>
              <a:chExt cx="3712331" cy="614700"/>
            </a:xfrm>
          </p:grpSpPr>
          <p:sp>
            <p:nvSpPr>
              <p:cNvPr id="50" name="Freeform 20"/>
              <p:cNvSpPr>
                <a:spLocks/>
              </p:cNvSpPr>
              <p:nvPr/>
            </p:nvSpPr>
            <p:spPr bwMode="auto">
              <a:xfrm>
                <a:off x="384522" y="8844503"/>
                <a:ext cx="3494205" cy="550774"/>
              </a:xfrm>
              <a:prstGeom prst="roundRect">
                <a:avLst/>
              </a:prstGeom>
              <a:solidFill>
                <a:srgbClr val="0072BC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US" sz="6000">
                    <a:solidFill>
                      <a:schemeClr val="bg1">
                        <a:lumMod val="95000"/>
                      </a:schemeClr>
                    </a:solidFill>
                    <a:latin typeface="Times New Roman" panose="02020603050405020304" pitchFamily="18" charset="0"/>
                    <a:ea typeface="Tahoma" pitchFamily="34" charset="0"/>
                    <a:cs typeface="Times New Roman" panose="02020603050405020304" pitchFamily="18" charset="0"/>
                  </a:rPr>
                  <a:t>    </a:t>
                </a:r>
              </a:p>
            </p:txBody>
          </p:sp>
          <p:grpSp>
            <p:nvGrpSpPr>
              <p:cNvPr id="51" name="Group 7"/>
              <p:cNvGrpSpPr/>
              <p:nvPr/>
            </p:nvGrpSpPr>
            <p:grpSpPr>
              <a:xfrm>
                <a:off x="166396" y="8780577"/>
                <a:ext cx="702538" cy="572229"/>
                <a:chOff x="-145995" y="8633545"/>
                <a:chExt cx="787401" cy="641352"/>
              </a:xfrm>
            </p:grpSpPr>
            <p:sp>
              <p:nvSpPr>
                <p:cNvPr id="53" name="Freeform 45"/>
                <p:cNvSpPr>
                  <a:spLocks/>
                </p:cNvSpPr>
                <p:nvPr/>
              </p:nvSpPr>
              <p:spPr bwMode="auto">
                <a:xfrm>
                  <a:off x="255643" y="9062171"/>
                  <a:ext cx="363538" cy="88900"/>
                </a:xfrm>
                <a:custGeom>
                  <a:avLst/>
                  <a:gdLst>
                    <a:gd name="T0" fmla="*/ 6 w 97"/>
                    <a:gd name="T1" fmla="*/ 24 h 24"/>
                    <a:gd name="T2" fmla="*/ 0 w 97"/>
                    <a:gd name="T3" fmla="*/ 18 h 24"/>
                    <a:gd name="T4" fmla="*/ 0 w 97"/>
                    <a:gd name="T5" fmla="*/ 6 h 24"/>
                    <a:gd name="T6" fmla="*/ 6 w 97"/>
                    <a:gd name="T7" fmla="*/ 0 h 24"/>
                    <a:gd name="T8" fmla="*/ 91 w 97"/>
                    <a:gd name="T9" fmla="*/ 0 h 24"/>
                    <a:gd name="T10" fmla="*/ 97 w 97"/>
                    <a:gd name="T11" fmla="*/ 6 h 24"/>
                    <a:gd name="T12" fmla="*/ 97 w 97"/>
                    <a:gd name="T13" fmla="*/ 18 h 24"/>
                    <a:gd name="T14" fmla="*/ 91 w 97"/>
                    <a:gd name="T15" fmla="*/ 24 h 24"/>
                    <a:gd name="T16" fmla="*/ 6 w 97"/>
                    <a:gd name="T17" fmla="*/ 2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7" h="24">
                      <a:moveTo>
                        <a:pt x="6" y="24"/>
                      </a:moveTo>
                      <a:cubicBezTo>
                        <a:pt x="3" y="24"/>
                        <a:pt x="0" y="21"/>
                        <a:pt x="0" y="18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95" y="0"/>
                        <a:pt x="97" y="3"/>
                        <a:pt x="97" y="6"/>
                      </a:cubicBezTo>
                      <a:cubicBezTo>
                        <a:pt x="97" y="18"/>
                        <a:pt x="97" y="18"/>
                        <a:pt x="97" y="18"/>
                      </a:cubicBezTo>
                      <a:cubicBezTo>
                        <a:pt x="97" y="21"/>
                        <a:pt x="95" y="24"/>
                        <a:pt x="91" y="24"/>
                      </a:cubicBezTo>
                      <a:lnTo>
                        <a:pt x="6" y="2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4" name="Freeform 46"/>
                <p:cNvSpPr>
                  <a:spLocks noEditPoints="1"/>
                </p:cNvSpPr>
                <p:nvPr/>
              </p:nvSpPr>
              <p:spPr bwMode="auto">
                <a:xfrm>
                  <a:off x="233418" y="9039946"/>
                  <a:ext cx="407988" cy="134938"/>
                </a:xfrm>
                <a:custGeom>
                  <a:avLst/>
                  <a:gdLst>
                    <a:gd name="T0" fmla="*/ 97 w 109"/>
                    <a:gd name="T1" fmla="*/ 12 h 36"/>
                    <a:gd name="T2" fmla="*/ 97 w 109"/>
                    <a:gd name="T3" fmla="*/ 24 h 36"/>
                    <a:gd name="T4" fmla="*/ 12 w 109"/>
                    <a:gd name="T5" fmla="*/ 24 h 36"/>
                    <a:gd name="T6" fmla="*/ 12 w 109"/>
                    <a:gd name="T7" fmla="*/ 12 h 36"/>
                    <a:gd name="T8" fmla="*/ 97 w 109"/>
                    <a:gd name="T9" fmla="*/ 12 h 36"/>
                    <a:gd name="T10" fmla="*/ 97 w 109"/>
                    <a:gd name="T11" fmla="*/ 0 h 36"/>
                    <a:gd name="T12" fmla="*/ 12 w 109"/>
                    <a:gd name="T13" fmla="*/ 0 h 36"/>
                    <a:gd name="T14" fmla="*/ 0 w 109"/>
                    <a:gd name="T15" fmla="*/ 12 h 36"/>
                    <a:gd name="T16" fmla="*/ 0 w 109"/>
                    <a:gd name="T17" fmla="*/ 24 h 36"/>
                    <a:gd name="T18" fmla="*/ 12 w 109"/>
                    <a:gd name="T19" fmla="*/ 36 h 36"/>
                    <a:gd name="T20" fmla="*/ 97 w 109"/>
                    <a:gd name="T21" fmla="*/ 36 h 36"/>
                    <a:gd name="T22" fmla="*/ 109 w 109"/>
                    <a:gd name="T23" fmla="*/ 24 h 36"/>
                    <a:gd name="T24" fmla="*/ 109 w 109"/>
                    <a:gd name="T25" fmla="*/ 12 h 36"/>
                    <a:gd name="T26" fmla="*/ 97 w 109"/>
                    <a:gd name="T27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09" h="36">
                      <a:moveTo>
                        <a:pt x="97" y="12"/>
                      </a:moveTo>
                      <a:cubicBezTo>
                        <a:pt x="97" y="24"/>
                        <a:pt x="97" y="24"/>
                        <a:pt x="97" y="24"/>
                      </a:cubicBezTo>
                      <a:cubicBezTo>
                        <a:pt x="12" y="24"/>
                        <a:pt x="12" y="24"/>
                        <a:pt x="12" y="24"/>
                      </a:cubicBezTo>
                      <a:cubicBezTo>
                        <a:pt x="12" y="12"/>
                        <a:pt x="12" y="12"/>
                        <a:pt x="12" y="12"/>
                      </a:cubicBezTo>
                      <a:cubicBezTo>
                        <a:pt x="97" y="12"/>
                        <a:pt x="97" y="12"/>
                        <a:pt x="97" y="12"/>
                      </a:cubicBezTo>
                      <a:moveTo>
                        <a:pt x="97" y="0"/>
                      </a:move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0" y="6"/>
                        <a:pt x="0" y="12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30"/>
                        <a:pt x="5" y="36"/>
                        <a:pt x="12" y="36"/>
                      </a:cubicBezTo>
                      <a:cubicBezTo>
                        <a:pt x="97" y="36"/>
                        <a:pt x="97" y="36"/>
                        <a:pt x="97" y="36"/>
                      </a:cubicBezTo>
                      <a:cubicBezTo>
                        <a:pt x="104" y="36"/>
                        <a:pt x="109" y="30"/>
                        <a:pt x="109" y="24"/>
                      </a:cubicBezTo>
                      <a:cubicBezTo>
                        <a:pt x="109" y="12"/>
                        <a:pt x="109" y="12"/>
                        <a:pt x="109" y="12"/>
                      </a:cubicBezTo>
                      <a:cubicBezTo>
                        <a:pt x="109" y="6"/>
                        <a:pt x="104" y="0"/>
                        <a:pt x="97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5" name="Freeform 47"/>
                <p:cNvSpPr>
                  <a:spLocks/>
                </p:cNvSpPr>
                <p:nvPr/>
              </p:nvSpPr>
              <p:spPr bwMode="auto">
                <a:xfrm>
                  <a:off x="255643" y="9136784"/>
                  <a:ext cx="363538" cy="90488"/>
                </a:xfrm>
                <a:custGeom>
                  <a:avLst/>
                  <a:gdLst>
                    <a:gd name="T0" fmla="*/ 6 w 97"/>
                    <a:gd name="T1" fmla="*/ 24 h 24"/>
                    <a:gd name="T2" fmla="*/ 0 w 97"/>
                    <a:gd name="T3" fmla="*/ 18 h 24"/>
                    <a:gd name="T4" fmla="*/ 0 w 97"/>
                    <a:gd name="T5" fmla="*/ 6 h 24"/>
                    <a:gd name="T6" fmla="*/ 6 w 97"/>
                    <a:gd name="T7" fmla="*/ 0 h 24"/>
                    <a:gd name="T8" fmla="*/ 91 w 97"/>
                    <a:gd name="T9" fmla="*/ 0 h 24"/>
                    <a:gd name="T10" fmla="*/ 97 w 97"/>
                    <a:gd name="T11" fmla="*/ 6 h 24"/>
                    <a:gd name="T12" fmla="*/ 97 w 97"/>
                    <a:gd name="T13" fmla="*/ 18 h 24"/>
                    <a:gd name="T14" fmla="*/ 91 w 97"/>
                    <a:gd name="T15" fmla="*/ 24 h 24"/>
                    <a:gd name="T16" fmla="*/ 6 w 97"/>
                    <a:gd name="T17" fmla="*/ 2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7" h="24">
                      <a:moveTo>
                        <a:pt x="6" y="24"/>
                      </a:moveTo>
                      <a:cubicBezTo>
                        <a:pt x="3" y="24"/>
                        <a:pt x="0" y="21"/>
                        <a:pt x="0" y="18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95" y="0"/>
                        <a:pt x="97" y="3"/>
                        <a:pt x="97" y="6"/>
                      </a:cubicBezTo>
                      <a:cubicBezTo>
                        <a:pt x="97" y="18"/>
                        <a:pt x="97" y="18"/>
                        <a:pt x="97" y="18"/>
                      </a:cubicBezTo>
                      <a:cubicBezTo>
                        <a:pt x="97" y="21"/>
                        <a:pt x="95" y="24"/>
                        <a:pt x="91" y="24"/>
                      </a:cubicBezTo>
                      <a:lnTo>
                        <a:pt x="6" y="2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6" name="Freeform 48"/>
                <p:cNvSpPr>
                  <a:spLocks noEditPoints="1"/>
                </p:cNvSpPr>
                <p:nvPr/>
              </p:nvSpPr>
              <p:spPr bwMode="auto">
                <a:xfrm>
                  <a:off x="233418" y="9114559"/>
                  <a:ext cx="407988" cy="134938"/>
                </a:xfrm>
                <a:custGeom>
                  <a:avLst/>
                  <a:gdLst>
                    <a:gd name="T0" fmla="*/ 97 w 109"/>
                    <a:gd name="T1" fmla="*/ 12 h 36"/>
                    <a:gd name="T2" fmla="*/ 97 w 109"/>
                    <a:gd name="T3" fmla="*/ 24 h 36"/>
                    <a:gd name="T4" fmla="*/ 12 w 109"/>
                    <a:gd name="T5" fmla="*/ 24 h 36"/>
                    <a:gd name="T6" fmla="*/ 12 w 109"/>
                    <a:gd name="T7" fmla="*/ 12 h 36"/>
                    <a:gd name="T8" fmla="*/ 97 w 109"/>
                    <a:gd name="T9" fmla="*/ 12 h 36"/>
                    <a:gd name="T10" fmla="*/ 97 w 109"/>
                    <a:gd name="T11" fmla="*/ 0 h 36"/>
                    <a:gd name="T12" fmla="*/ 12 w 109"/>
                    <a:gd name="T13" fmla="*/ 0 h 36"/>
                    <a:gd name="T14" fmla="*/ 0 w 109"/>
                    <a:gd name="T15" fmla="*/ 12 h 36"/>
                    <a:gd name="T16" fmla="*/ 0 w 109"/>
                    <a:gd name="T17" fmla="*/ 24 h 36"/>
                    <a:gd name="T18" fmla="*/ 12 w 109"/>
                    <a:gd name="T19" fmla="*/ 36 h 36"/>
                    <a:gd name="T20" fmla="*/ 97 w 109"/>
                    <a:gd name="T21" fmla="*/ 36 h 36"/>
                    <a:gd name="T22" fmla="*/ 109 w 109"/>
                    <a:gd name="T23" fmla="*/ 24 h 36"/>
                    <a:gd name="T24" fmla="*/ 109 w 109"/>
                    <a:gd name="T25" fmla="*/ 12 h 36"/>
                    <a:gd name="T26" fmla="*/ 97 w 109"/>
                    <a:gd name="T27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09" h="36">
                      <a:moveTo>
                        <a:pt x="97" y="12"/>
                      </a:moveTo>
                      <a:cubicBezTo>
                        <a:pt x="97" y="24"/>
                        <a:pt x="97" y="24"/>
                        <a:pt x="97" y="24"/>
                      </a:cubicBezTo>
                      <a:cubicBezTo>
                        <a:pt x="12" y="24"/>
                        <a:pt x="12" y="24"/>
                        <a:pt x="12" y="24"/>
                      </a:cubicBezTo>
                      <a:cubicBezTo>
                        <a:pt x="12" y="12"/>
                        <a:pt x="12" y="12"/>
                        <a:pt x="12" y="12"/>
                      </a:cubicBezTo>
                      <a:cubicBezTo>
                        <a:pt x="97" y="12"/>
                        <a:pt x="97" y="12"/>
                        <a:pt x="97" y="12"/>
                      </a:cubicBezTo>
                      <a:moveTo>
                        <a:pt x="97" y="0"/>
                      </a:move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0" y="6"/>
                        <a:pt x="0" y="12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31"/>
                        <a:pt x="5" y="36"/>
                        <a:pt x="12" y="36"/>
                      </a:cubicBezTo>
                      <a:cubicBezTo>
                        <a:pt x="97" y="36"/>
                        <a:pt x="97" y="36"/>
                        <a:pt x="97" y="36"/>
                      </a:cubicBezTo>
                      <a:cubicBezTo>
                        <a:pt x="104" y="36"/>
                        <a:pt x="109" y="31"/>
                        <a:pt x="109" y="24"/>
                      </a:cubicBezTo>
                      <a:cubicBezTo>
                        <a:pt x="109" y="12"/>
                        <a:pt x="109" y="12"/>
                        <a:pt x="109" y="12"/>
                      </a:cubicBezTo>
                      <a:cubicBezTo>
                        <a:pt x="109" y="6"/>
                        <a:pt x="104" y="0"/>
                        <a:pt x="97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7" name="Freeform 49"/>
                <p:cNvSpPr>
                  <a:spLocks/>
                </p:cNvSpPr>
                <p:nvPr/>
              </p:nvSpPr>
              <p:spPr bwMode="auto">
                <a:xfrm>
                  <a:off x="217543" y="8657358"/>
                  <a:ext cx="263525" cy="254000"/>
                </a:xfrm>
                <a:custGeom>
                  <a:avLst/>
                  <a:gdLst>
                    <a:gd name="T0" fmla="*/ 50 w 70"/>
                    <a:gd name="T1" fmla="*/ 68 h 68"/>
                    <a:gd name="T2" fmla="*/ 45 w 70"/>
                    <a:gd name="T3" fmla="*/ 67 h 68"/>
                    <a:gd name="T4" fmla="*/ 2 w 70"/>
                    <a:gd name="T5" fmla="*/ 23 h 68"/>
                    <a:gd name="T6" fmla="*/ 2 w 70"/>
                    <a:gd name="T7" fmla="*/ 15 h 68"/>
                    <a:gd name="T8" fmla="*/ 14 w 70"/>
                    <a:gd name="T9" fmla="*/ 3 h 68"/>
                    <a:gd name="T10" fmla="*/ 22 w 70"/>
                    <a:gd name="T11" fmla="*/ 0 h 68"/>
                    <a:gd name="T12" fmla="*/ 31 w 70"/>
                    <a:gd name="T13" fmla="*/ 3 h 68"/>
                    <a:gd name="T14" fmla="*/ 65 w 70"/>
                    <a:gd name="T15" fmla="*/ 38 h 68"/>
                    <a:gd name="T16" fmla="*/ 65 w 70"/>
                    <a:gd name="T17" fmla="*/ 55 h 68"/>
                    <a:gd name="T18" fmla="*/ 54 w 70"/>
                    <a:gd name="T19" fmla="*/ 67 h 68"/>
                    <a:gd name="T20" fmla="*/ 50 w 70"/>
                    <a:gd name="T21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0" h="68">
                      <a:moveTo>
                        <a:pt x="50" y="68"/>
                      </a:moveTo>
                      <a:cubicBezTo>
                        <a:pt x="48" y="68"/>
                        <a:pt x="47" y="68"/>
                        <a:pt x="45" y="67"/>
                      </a:cubicBezTo>
                      <a:cubicBezTo>
                        <a:pt x="2" y="23"/>
                        <a:pt x="2" y="23"/>
                        <a:pt x="2" y="23"/>
                      </a:cubicBezTo>
                      <a:cubicBezTo>
                        <a:pt x="0" y="21"/>
                        <a:pt x="0" y="17"/>
                        <a:pt x="2" y="15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6" y="1"/>
                        <a:pt x="19" y="0"/>
                        <a:pt x="22" y="0"/>
                      </a:cubicBezTo>
                      <a:cubicBezTo>
                        <a:pt x="26" y="0"/>
                        <a:pt x="29" y="1"/>
                        <a:pt x="31" y="3"/>
                      </a:cubicBezTo>
                      <a:cubicBezTo>
                        <a:pt x="65" y="38"/>
                        <a:pt x="65" y="38"/>
                        <a:pt x="65" y="38"/>
                      </a:cubicBezTo>
                      <a:cubicBezTo>
                        <a:pt x="70" y="42"/>
                        <a:pt x="70" y="50"/>
                        <a:pt x="65" y="55"/>
                      </a:cubicBezTo>
                      <a:cubicBezTo>
                        <a:pt x="54" y="67"/>
                        <a:pt x="54" y="67"/>
                        <a:pt x="54" y="67"/>
                      </a:cubicBezTo>
                      <a:cubicBezTo>
                        <a:pt x="53" y="68"/>
                        <a:pt x="51" y="68"/>
                        <a:pt x="50" y="6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8" name="Freeform 50"/>
                <p:cNvSpPr>
                  <a:spLocks noEditPoints="1"/>
                </p:cNvSpPr>
                <p:nvPr/>
              </p:nvSpPr>
              <p:spPr bwMode="auto">
                <a:xfrm>
                  <a:off x="192143" y="8633545"/>
                  <a:ext cx="314325" cy="300038"/>
                </a:xfrm>
                <a:custGeom>
                  <a:avLst/>
                  <a:gdLst>
                    <a:gd name="T0" fmla="*/ 29 w 84"/>
                    <a:gd name="T1" fmla="*/ 12 h 80"/>
                    <a:gd name="T2" fmla="*/ 34 w 84"/>
                    <a:gd name="T3" fmla="*/ 13 h 80"/>
                    <a:gd name="T4" fmla="*/ 68 w 84"/>
                    <a:gd name="T5" fmla="*/ 48 h 80"/>
                    <a:gd name="T6" fmla="*/ 68 w 84"/>
                    <a:gd name="T7" fmla="*/ 57 h 80"/>
                    <a:gd name="T8" fmla="*/ 57 w 84"/>
                    <a:gd name="T9" fmla="*/ 68 h 80"/>
                    <a:gd name="T10" fmla="*/ 13 w 84"/>
                    <a:gd name="T11" fmla="*/ 25 h 80"/>
                    <a:gd name="T12" fmla="*/ 25 w 84"/>
                    <a:gd name="T13" fmla="*/ 13 h 80"/>
                    <a:gd name="T14" fmla="*/ 29 w 84"/>
                    <a:gd name="T15" fmla="*/ 12 h 80"/>
                    <a:gd name="T16" fmla="*/ 29 w 84"/>
                    <a:gd name="T17" fmla="*/ 0 h 80"/>
                    <a:gd name="T18" fmla="*/ 16 w 84"/>
                    <a:gd name="T19" fmla="*/ 5 h 80"/>
                    <a:gd name="T20" fmla="*/ 5 w 84"/>
                    <a:gd name="T21" fmla="*/ 16 h 80"/>
                    <a:gd name="T22" fmla="*/ 5 w 84"/>
                    <a:gd name="T23" fmla="*/ 33 h 80"/>
                    <a:gd name="T24" fmla="*/ 48 w 84"/>
                    <a:gd name="T25" fmla="*/ 77 h 80"/>
                    <a:gd name="T26" fmla="*/ 57 w 84"/>
                    <a:gd name="T27" fmla="*/ 80 h 80"/>
                    <a:gd name="T28" fmla="*/ 57 w 84"/>
                    <a:gd name="T29" fmla="*/ 80 h 80"/>
                    <a:gd name="T30" fmla="*/ 65 w 84"/>
                    <a:gd name="T31" fmla="*/ 77 h 80"/>
                    <a:gd name="T32" fmla="*/ 77 w 84"/>
                    <a:gd name="T33" fmla="*/ 65 h 80"/>
                    <a:gd name="T34" fmla="*/ 77 w 84"/>
                    <a:gd name="T35" fmla="*/ 39 h 80"/>
                    <a:gd name="T36" fmla="*/ 42 w 84"/>
                    <a:gd name="T37" fmla="*/ 5 h 80"/>
                    <a:gd name="T38" fmla="*/ 29 w 84"/>
                    <a:gd name="T39" fmla="*/ 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84" h="80">
                      <a:moveTo>
                        <a:pt x="29" y="12"/>
                      </a:moveTo>
                      <a:cubicBezTo>
                        <a:pt x="31" y="12"/>
                        <a:pt x="33" y="12"/>
                        <a:pt x="34" y="13"/>
                      </a:cubicBezTo>
                      <a:cubicBezTo>
                        <a:pt x="34" y="13"/>
                        <a:pt x="34" y="13"/>
                        <a:pt x="68" y="48"/>
                      </a:cubicBezTo>
                      <a:cubicBezTo>
                        <a:pt x="71" y="50"/>
                        <a:pt x="71" y="54"/>
                        <a:pt x="68" y="57"/>
                      </a:cubicBezTo>
                      <a:cubicBezTo>
                        <a:pt x="68" y="57"/>
                        <a:pt x="68" y="57"/>
                        <a:pt x="57" y="68"/>
                      </a:cubicBezTo>
                      <a:cubicBezTo>
                        <a:pt x="57" y="68"/>
                        <a:pt x="57" y="68"/>
                        <a:pt x="13" y="25"/>
                      </a:cubicBezTo>
                      <a:cubicBezTo>
                        <a:pt x="13" y="25"/>
                        <a:pt x="13" y="25"/>
                        <a:pt x="25" y="13"/>
                      </a:cubicBezTo>
                      <a:cubicBezTo>
                        <a:pt x="26" y="12"/>
                        <a:pt x="28" y="12"/>
                        <a:pt x="29" y="12"/>
                      </a:cubicBezTo>
                      <a:moveTo>
                        <a:pt x="29" y="0"/>
                      </a:moveTo>
                      <a:cubicBezTo>
                        <a:pt x="24" y="0"/>
                        <a:pt x="20" y="2"/>
                        <a:pt x="16" y="5"/>
                      </a:cubicBezTo>
                      <a:cubicBezTo>
                        <a:pt x="5" y="16"/>
                        <a:pt x="5" y="16"/>
                        <a:pt x="5" y="16"/>
                      </a:cubicBezTo>
                      <a:cubicBezTo>
                        <a:pt x="0" y="21"/>
                        <a:pt x="0" y="29"/>
                        <a:pt x="5" y="33"/>
                      </a:cubicBezTo>
                      <a:cubicBezTo>
                        <a:pt x="48" y="77"/>
                        <a:pt x="48" y="77"/>
                        <a:pt x="48" y="77"/>
                      </a:cubicBezTo>
                      <a:cubicBezTo>
                        <a:pt x="50" y="79"/>
                        <a:pt x="53" y="80"/>
                        <a:pt x="57" y="80"/>
                      </a:cubicBezTo>
                      <a:cubicBezTo>
                        <a:pt x="57" y="80"/>
                        <a:pt x="57" y="80"/>
                        <a:pt x="57" y="80"/>
                      </a:cubicBezTo>
                      <a:cubicBezTo>
                        <a:pt x="60" y="80"/>
                        <a:pt x="63" y="79"/>
                        <a:pt x="65" y="77"/>
                      </a:cubicBezTo>
                      <a:cubicBezTo>
                        <a:pt x="77" y="65"/>
                        <a:pt x="77" y="65"/>
                        <a:pt x="77" y="65"/>
                      </a:cubicBezTo>
                      <a:cubicBezTo>
                        <a:pt x="84" y="58"/>
                        <a:pt x="84" y="47"/>
                        <a:pt x="77" y="39"/>
                      </a:cubicBezTo>
                      <a:cubicBezTo>
                        <a:pt x="42" y="5"/>
                        <a:pt x="42" y="5"/>
                        <a:pt x="42" y="5"/>
                      </a:cubicBezTo>
                      <a:cubicBezTo>
                        <a:pt x="39" y="2"/>
                        <a:pt x="34" y="0"/>
                        <a:pt x="29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9" name="Freeform 51"/>
                <p:cNvSpPr>
                  <a:spLocks noEditPoints="1"/>
                </p:cNvSpPr>
                <p:nvPr/>
              </p:nvSpPr>
              <p:spPr bwMode="auto">
                <a:xfrm>
                  <a:off x="-123770" y="8724033"/>
                  <a:ext cx="742950" cy="528639"/>
                </a:xfrm>
                <a:custGeom>
                  <a:avLst/>
                  <a:gdLst>
                    <a:gd name="T0" fmla="*/ 12 w 198"/>
                    <a:gd name="T1" fmla="*/ 141 h 141"/>
                    <a:gd name="T2" fmla="*/ 8 w 198"/>
                    <a:gd name="T3" fmla="*/ 140 h 141"/>
                    <a:gd name="T4" fmla="*/ 3 w 198"/>
                    <a:gd name="T5" fmla="*/ 134 h 141"/>
                    <a:gd name="T6" fmla="*/ 1 w 198"/>
                    <a:gd name="T7" fmla="*/ 128 h 141"/>
                    <a:gd name="T8" fmla="*/ 14 w 198"/>
                    <a:gd name="T9" fmla="*/ 77 h 141"/>
                    <a:gd name="T10" fmla="*/ 15 w 198"/>
                    <a:gd name="T11" fmla="*/ 75 h 141"/>
                    <a:gd name="T12" fmla="*/ 88 w 198"/>
                    <a:gd name="T13" fmla="*/ 1 h 141"/>
                    <a:gd name="T14" fmla="*/ 92 w 198"/>
                    <a:gd name="T15" fmla="*/ 0 h 141"/>
                    <a:gd name="T16" fmla="*/ 92 w 198"/>
                    <a:gd name="T17" fmla="*/ 0 h 141"/>
                    <a:gd name="T18" fmla="*/ 97 w 198"/>
                    <a:gd name="T19" fmla="*/ 1 h 141"/>
                    <a:gd name="T20" fmla="*/ 103 w 198"/>
                    <a:gd name="T21" fmla="*/ 8 h 141"/>
                    <a:gd name="T22" fmla="*/ 105 w 198"/>
                    <a:gd name="T23" fmla="*/ 12 h 141"/>
                    <a:gd name="T24" fmla="*/ 109 w 198"/>
                    <a:gd name="T25" fmla="*/ 13 h 141"/>
                    <a:gd name="T26" fmla="*/ 116 w 198"/>
                    <a:gd name="T27" fmla="*/ 21 h 141"/>
                    <a:gd name="T28" fmla="*/ 117 w 198"/>
                    <a:gd name="T29" fmla="*/ 24 h 141"/>
                    <a:gd name="T30" fmla="*/ 121 w 198"/>
                    <a:gd name="T31" fmla="*/ 26 h 141"/>
                    <a:gd name="T32" fmla="*/ 128 w 198"/>
                    <a:gd name="T33" fmla="*/ 33 h 141"/>
                    <a:gd name="T34" fmla="*/ 130 w 198"/>
                    <a:gd name="T35" fmla="*/ 37 h 141"/>
                    <a:gd name="T36" fmla="*/ 133 w 198"/>
                    <a:gd name="T37" fmla="*/ 38 h 141"/>
                    <a:gd name="T38" fmla="*/ 140 w 198"/>
                    <a:gd name="T39" fmla="*/ 45 h 141"/>
                    <a:gd name="T40" fmla="*/ 142 w 198"/>
                    <a:gd name="T41" fmla="*/ 49 h 141"/>
                    <a:gd name="T42" fmla="*/ 140 w 198"/>
                    <a:gd name="T43" fmla="*/ 53 h 141"/>
                    <a:gd name="T44" fmla="*/ 124 w 198"/>
                    <a:gd name="T45" fmla="*/ 70 h 141"/>
                    <a:gd name="T46" fmla="*/ 192 w 198"/>
                    <a:gd name="T47" fmla="*/ 70 h 141"/>
                    <a:gd name="T48" fmla="*/ 198 w 198"/>
                    <a:gd name="T49" fmla="*/ 76 h 141"/>
                    <a:gd name="T50" fmla="*/ 198 w 198"/>
                    <a:gd name="T51" fmla="*/ 87 h 141"/>
                    <a:gd name="T52" fmla="*/ 192 w 198"/>
                    <a:gd name="T53" fmla="*/ 93 h 141"/>
                    <a:gd name="T54" fmla="*/ 107 w 198"/>
                    <a:gd name="T55" fmla="*/ 93 h 141"/>
                    <a:gd name="T56" fmla="*/ 103 w 198"/>
                    <a:gd name="T57" fmla="*/ 91 h 141"/>
                    <a:gd name="T58" fmla="*/ 67 w 198"/>
                    <a:gd name="T59" fmla="*/ 127 h 141"/>
                    <a:gd name="T60" fmla="*/ 64 w 198"/>
                    <a:gd name="T61" fmla="*/ 128 h 141"/>
                    <a:gd name="T62" fmla="*/ 14 w 198"/>
                    <a:gd name="T63" fmla="*/ 141 h 141"/>
                    <a:gd name="T64" fmla="*/ 12 w 198"/>
                    <a:gd name="T65" fmla="*/ 141 h 141"/>
                    <a:gd name="T66" fmla="*/ 23 w 198"/>
                    <a:gd name="T67" fmla="*/ 119 h 141"/>
                    <a:gd name="T68" fmla="*/ 45 w 198"/>
                    <a:gd name="T69" fmla="*/ 113 h 141"/>
                    <a:gd name="T70" fmla="*/ 29 w 198"/>
                    <a:gd name="T71" fmla="*/ 97 h 141"/>
                    <a:gd name="T72" fmla="*/ 23 w 198"/>
                    <a:gd name="T73" fmla="*/ 119 h 1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198" h="141">
                      <a:moveTo>
                        <a:pt x="12" y="141"/>
                      </a:moveTo>
                      <a:cubicBezTo>
                        <a:pt x="11" y="141"/>
                        <a:pt x="9" y="141"/>
                        <a:pt x="8" y="140"/>
                      </a:cubicBezTo>
                      <a:cubicBezTo>
                        <a:pt x="3" y="134"/>
                        <a:pt x="3" y="134"/>
                        <a:pt x="3" y="134"/>
                      </a:cubicBezTo>
                      <a:cubicBezTo>
                        <a:pt x="1" y="133"/>
                        <a:pt x="0" y="131"/>
                        <a:pt x="1" y="128"/>
                      </a:cubicBezTo>
                      <a:cubicBezTo>
                        <a:pt x="14" y="77"/>
                        <a:pt x="14" y="77"/>
                        <a:pt x="14" y="77"/>
                      </a:cubicBezTo>
                      <a:cubicBezTo>
                        <a:pt x="14" y="76"/>
                        <a:pt x="15" y="75"/>
                        <a:pt x="15" y="75"/>
                      </a:cubicBezTo>
                      <a:cubicBezTo>
                        <a:pt x="88" y="1"/>
                        <a:pt x="88" y="1"/>
                        <a:pt x="88" y="1"/>
                      </a:cubicBezTo>
                      <a:cubicBezTo>
                        <a:pt x="89" y="0"/>
                        <a:pt x="91" y="0"/>
                        <a:pt x="92" y="0"/>
                      </a:cubicBezTo>
                      <a:cubicBezTo>
                        <a:pt x="92" y="0"/>
                        <a:pt x="92" y="0"/>
                        <a:pt x="92" y="0"/>
                      </a:cubicBezTo>
                      <a:cubicBezTo>
                        <a:pt x="94" y="0"/>
                        <a:pt x="96" y="0"/>
                        <a:pt x="97" y="1"/>
                      </a:cubicBezTo>
                      <a:cubicBezTo>
                        <a:pt x="103" y="8"/>
                        <a:pt x="103" y="8"/>
                        <a:pt x="103" y="8"/>
                      </a:cubicBezTo>
                      <a:cubicBezTo>
                        <a:pt x="104" y="9"/>
                        <a:pt x="105" y="10"/>
                        <a:pt x="105" y="12"/>
                      </a:cubicBezTo>
                      <a:cubicBezTo>
                        <a:pt x="106" y="12"/>
                        <a:pt x="108" y="12"/>
                        <a:pt x="109" y="13"/>
                      </a:cubicBezTo>
                      <a:cubicBezTo>
                        <a:pt x="116" y="21"/>
                        <a:pt x="116" y="21"/>
                        <a:pt x="116" y="21"/>
                      </a:cubicBezTo>
                      <a:cubicBezTo>
                        <a:pt x="117" y="22"/>
                        <a:pt x="117" y="23"/>
                        <a:pt x="117" y="24"/>
                      </a:cubicBezTo>
                      <a:cubicBezTo>
                        <a:pt x="119" y="24"/>
                        <a:pt x="120" y="25"/>
                        <a:pt x="121" y="26"/>
                      </a:cubicBezTo>
                      <a:cubicBezTo>
                        <a:pt x="128" y="33"/>
                        <a:pt x="128" y="33"/>
                        <a:pt x="128" y="33"/>
                      </a:cubicBezTo>
                      <a:cubicBezTo>
                        <a:pt x="129" y="34"/>
                        <a:pt x="130" y="35"/>
                        <a:pt x="130" y="37"/>
                      </a:cubicBezTo>
                      <a:cubicBezTo>
                        <a:pt x="131" y="37"/>
                        <a:pt x="132" y="37"/>
                        <a:pt x="133" y="38"/>
                      </a:cubicBezTo>
                      <a:cubicBezTo>
                        <a:pt x="140" y="45"/>
                        <a:pt x="140" y="45"/>
                        <a:pt x="140" y="45"/>
                      </a:cubicBezTo>
                      <a:cubicBezTo>
                        <a:pt x="141" y="46"/>
                        <a:pt x="142" y="47"/>
                        <a:pt x="142" y="49"/>
                      </a:cubicBezTo>
                      <a:cubicBezTo>
                        <a:pt x="142" y="51"/>
                        <a:pt x="141" y="52"/>
                        <a:pt x="140" y="53"/>
                      </a:cubicBezTo>
                      <a:cubicBezTo>
                        <a:pt x="124" y="70"/>
                        <a:pt x="124" y="70"/>
                        <a:pt x="124" y="70"/>
                      </a:cubicBezTo>
                      <a:cubicBezTo>
                        <a:pt x="192" y="70"/>
                        <a:pt x="192" y="70"/>
                        <a:pt x="192" y="70"/>
                      </a:cubicBezTo>
                      <a:cubicBezTo>
                        <a:pt x="196" y="70"/>
                        <a:pt x="198" y="72"/>
                        <a:pt x="198" y="76"/>
                      </a:cubicBezTo>
                      <a:cubicBezTo>
                        <a:pt x="198" y="87"/>
                        <a:pt x="198" y="87"/>
                        <a:pt x="198" y="87"/>
                      </a:cubicBezTo>
                      <a:cubicBezTo>
                        <a:pt x="198" y="91"/>
                        <a:pt x="196" y="93"/>
                        <a:pt x="192" y="93"/>
                      </a:cubicBezTo>
                      <a:cubicBezTo>
                        <a:pt x="107" y="93"/>
                        <a:pt x="107" y="93"/>
                        <a:pt x="107" y="93"/>
                      </a:cubicBezTo>
                      <a:cubicBezTo>
                        <a:pt x="105" y="93"/>
                        <a:pt x="104" y="92"/>
                        <a:pt x="103" y="91"/>
                      </a:cubicBezTo>
                      <a:cubicBezTo>
                        <a:pt x="67" y="127"/>
                        <a:pt x="67" y="127"/>
                        <a:pt x="67" y="127"/>
                      </a:cubicBezTo>
                      <a:cubicBezTo>
                        <a:pt x="66" y="127"/>
                        <a:pt x="65" y="128"/>
                        <a:pt x="64" y="128"/>
                      </a:cubicBezTo>
                      <a:cubicBezTo>
                        <a:pt x="14" y="141"/>
                        <a:pt x="14" y="141"/>
                        <a:pt x="14" y="141"/>
                      </a:cubicBezTo>
                      <a:cubicBezTo>
                        <a:pt x="13" y="141"/>
                        <a:pt x="13" y="141"/>
                        <a:pt x="12" y="141"/>
                      </a:cubicBezTo>
                      <a:close/>
                      <a:moveTo>
                        <a:pt x="23" y="119"/>
                      </a:moveTo>
                      <a:cubicBezTo>
                        <a:pt x="45" y="113"/>
                        <a:pt x="45" y="113"/>
                        <a:pt x="45" y="113"/>
                      </a:cubicBezTo>
                      <a:cubicBezTo>
                        <a:pt x="29" y="97"/>
                        <a:pt x="29" y="97"/>
                        <a:pt x="29" y="97"/>
                      </a:cubicBezTo>
                      <a:lnTo>
                        <a:pt x="23" y="11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0" name="Freeform 52"/>
                <p:cNvSpPr>
                  <a:spLocks noEditPoints="1"/>
                </p:cNvSpPr>
                <p:nvPr/>
              </p:nvSpPr>
              <p:spPr bwMode="auto">
                <a:xfrm>
                  <a:off x="-145995" y="8701808"/>
                  <a:ext cx="787400" cy="573089"/>
                </a:xfrm>
                <a:custGeom>
                  <a:avLst/>
                  <a:gdLst>
                    <a:gd name="T0" fmla="*/ 98 w 210"/>
                    <a:gd name="T1" fmla="*/ 12 h 153"/>
                    <a:gd name="T2" fmla="*/ 105 w 210"/>
                    <a:gd name="T3" fmla="*/ 18 h 153"/>
                    <a:gd name="T4" fmla="*/ 37 w 210"/>
                    <a:gd name="T5" fmla="*/ 86 h 153"/>
                    <a:gd name="T6" fmla="*/ 43 w 210"/>
                    <a:gd name="T7" fmla="*/ 92 h 153"/>
                    <a:gd name="T8" fmla="*/ 110 w 210"/>
                    <a:gd name="T9" fmla="*/ 24 h 153"/>
                    <a:gd name="T10" fmla="*/ 118 w 210"/>
                    <a:gd name="T11" fmla="*/ 31 h 153"/>
                    <a:gd name="T12" fmla="*/ 50 w 210"/>
                    <a:gd name="T13" fmla="*/ 99 h 153"/>
                    <a:gd name="T14" fmla="*/ 55 w 210"/>
                    <a:gd name="T15" fmla="*/ 104 h 153"/>
                    <a:gd name="T16" fmla="*/ 123 w 210"/>
                    <a:gd name="T17" fmla="*/ 36 h 153"/>
                    <a:gd name="T18" fmla="*/ 130 w 210"/>
                    <a:gd name="T19" fmla="*/ 43 h 153"/>
                    <a:gd name="T20" fmla="*/ 62 w 210"/>
                    <a:gd name="T21" fmla="*/ 111 h 153"/>
                    <a:gd name="T22" fmla="*/ 68 w 210"/>
                    <a:gd name="T23" fmla="*/ 116 h 153"/>
                    <a:gd name="T24" fmla="*/ 135 w 210"/>
                    <a:gd name="T25" fmla="*/ 49 h 153"/>
                    <a:gd name="T26" fmla="*/ 142 w 210"/>
                    <a:gd name="T27" fmla="*/ 55 h 153"/>
                    <a:gd name="T28" fmla="*/ 115 w 210"/>
                    <a:gd name="T29" fmla="*/ 82 h 153"/>
                    <a:gd name="T30" fmla="*/ 198 w 210"/>
                    <a:gd name="T31" fmla="*/ 82 h 153"/>
                    <a:gd name="T32" fmla="*/ 198 w 210"/>
                    <a:gd name="T33" fmla="*/ 93 h 153"/>
                    <a:gd name="T34" fmla="*/ 113 w 210"/>
                    <a:gd name="T35" fmla="*/ 93 h 153"/>
                    <a:gd name="T36" fmla="*/ 113 w 210"/>
                    <a:gd name="T37" fmla="*/ 84 h 153"/>
                    <a:gd name="T38" fmla="*/ 69 w 210"/>
                    <a:gd name="T39" fmla="*/ 128 h 153"/>
                    <a:gd name="T40" fmla="*/ 18 w 210"/>
                    <a:gd name="T41" fmla="*/ 141 h 153"/>
                    <a:gd name="T42" fmla="*/ 13 w 210"/>
                    <a:gd name="T43" fmla="*/ 136 h 153"/>
                    <a:gd name="T44" fmla="*/ 26 w 210"/>
                    <a:gd name="T45" fmla="*/ 85 h 153"/>
                    <a:gd name="T46" fmla="*/ 98 w 210"/>
                    <a:gd name="T47" fmla="*/ 12 h 153"/>
                    <a:gd name="T48" fmla="*/ 21 w 210"/>
                    <a:gd name="T49" fmla="*/ 133 h 153"/>
                    <a:gd name="T50" fmla="*/ 62 w 210"/>
                    <a:gd name="T51" fmla="*/ 122 h 153"/>
                    <a:gd name="T52" fmla="*/ 32 w 210"/>
                    <a:gd name="T53" fmla="*/ 91 h 153"/>
                    <a:gd name="T54" fmla="*/ 21 w 210"/>
                    <a:gd name="T55" fmla="*/ 133 h 153"/>
                    <a:gd name="T56" fmla="*/ 98 w 210"/>
                    <a:gd name="T57" fmla="*/ 0 h 153"/>
                    <a:gd name="T58" fmla="*/ 98 w 210"/>
                    <a:gd name="T59" fmla="*/ 0 h 153"/>
                    <a:gd name="T60" fmla="*/ 90 w 210"/>
                    <a:gd name="T61" fmla="*/ 3 h 153"/>
                    <a:gd name="T62" fmla="*/ 17 w 210"/>
                    <a:gd name="T63" fmla="*/ 76 h 153"/>
                    <a:gd name="T64" fmla="*/ 14 w 210"/>
                    <a:gd name="T65" fmla="*/ 82 h 153"/>
                    <a:gd name="T66" fmla="*/ 1 w 210"/>
                    <a:gd name="T67" fmla="*/ 133 h 153"/>
                    <a:gd name="T68" fmla="*/ 4 w 210"/>
                    <a:gd name="T69" fmla="*/ 145 h 153"/>
                    <a:gd name="T70" fmla="*/ 10 w 210"/>
                    <a:gd name="T71" fmla="*/ 150 h 153"/>
                    <a:gd name="T72" fmla="*/ 18 w 210"/>
                    <a:gd name="T73" fmla="*/ 153 h 153"/>
                    <a:gd name="T74" fmla="*/ 21 w 210"/>
                    <a:gd name="T75" fmla="*/ 153 h 153"/>
                    <a:gd name="T76" fmla="*/ 72 w 210"/>
                    <a:gd name="T77" fmla="*/ 140 h 153"/>
                    <a:gd name="T78" fmla="*/ 77 w 210"/>
                    <a:gd name="T79" fmla="*/ 137 h 153"/>
                    <a:gd name="T80" fmla="*/ 109 w 210"/>
                    <a:gd name="T81" fmla="*/ 105 h 153"/>
                    <a:gd name="T82" fmla="*/ 113 w 210"/>
                    <a:gd name="T83" fmla="*/ 105 h 153"/>
                    <a:gd name="T84" fmla="*/ 198 w 210"/>
                    <a:gd name="T85" fmla="*/ 105 h 153"/>
                    <a:gd name="T86" fmla="*/ 210 w 210"/>
                    <a:gd name="T87" fmla="*/ 93 h 153"/>
                    <a:gd name="T88" fmla="*/ 210 w 210"/>
                    <a:gd name="T89" fmla="*/ 82 h 153"/>
                    <a:gd name="T90" fmla="*/ 198 w 210"/>
                    <a:gd name="T91" fmla="*/ 70 h 153"/>
                    <a:gd name="T92" fmla="*/ 144 w 210"/>
                    <a:gd name="T93" fmla="*/ 70 h 153"/>
                    <a:gd name="T94" fmla="*/ 150 w 210"/>
                    <a:gd name="T95" fmla="*/ 64 h 153"/>
                    <a:gd name="T96" fmla="*/ 154 w 210"/>
                    <a:gd name="T97" fmla="*/ 55 h 153"/>
                    <a:gd name="T98" fmla="*/ 150 w 210"/>
                    <a:gd name="T99" fmla="*/ 47 h 153"/>
                    <a:gd name="T100" fmla="*/ 144 w 210"/>
                    <a:gd name="T101" fmla="*/ 40 h 153"/>
                    <a:gd name="T102" fmla="*/ 140 w 210"/>
                    <a:gd name="T103" fmla="*/ 38 h 153"/>
                    <a:gd name="T104" fmla="*/ 138 w 210"/>
                    <a:gd name="T105" fmla="*/ 35 h 153"/>
                    <a:gd name="T106" fmla="*/ 131 w 210"/>
                    <a:gd name="T107" fmla="*/ 28 h 153"/>
                    <a:gd name="T108" fmla="*/ 128 w 210"/>
                    <a:gd name="T109" fmla="*/ 25 h 153"/>
                    <a:gd name="T110" fmla="*/ 126 w 210"/>
                    <a:gd name="T111" fmla="*/ 22 h 153"/>
                    <a:gd name="T112" fmla="*/ 119 w 210"/>
                    <a:gd name="T113" fmla="*/ 15 h 153"/>
                    <a:gd name="T114" fmla="*/ 116 w 210"/>
                    <a:gd name="T115" fmla="*/ 13 h 153"/>
                    <a:gd name="T116" fmla="*/ 113 w 210"/>
                    <a:gd name="T117" fmla="*/ 10 h 153"/>
                    <a:gd name="T118" fmla="*/ 107 w 210"/>
                    <a:gd name="T119" fmla="*/ 3 h 153"/>
                    <a:gd name="T120" fmla="*/ 98 w 210"/>
                    <a:gd name="T121" fmla="*/ 0 h 1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210" h="153">
                      <a:moveTo>
                        <a:pt x="98" y="12"/>
                      </a:moveTo>
                      <a:cubicBezTo>
                        <a:pt x="105" y="18"/>
                        <a:pt x="105" y="18"/>
                        <a:pt x="105" y="18"/>
                      </a:cubicBezTo>
                      <a:cubicBezTo>
                        <a:pt x="37" y="86"/>
                        <a:pt x="37" y="86"/>
                        <a:pt x="37" y="86"/>
                      </a:cubicBezTo>
                      <a:cubicBezTo>
                        <a:pt x="43" y="92"/>
                        <a:pt x="43" y="92"/>
                        <a:pt x="43" y="92"/>
                      </a:cubicBezTo>
                      <a:cubicBezTo>
                        <a:pt x="110" y="24"/>
                        <a:pt x="110" y="24"/>
                        <a:pt x="110" y="24"/>
                      </a:cubicBezTo>
                      <a:cubicBezTo>
                        <a:pt x="118" y="31"/>
                        <a:pt x="118" y="31"/>
                        <a:pt x="118" y="31"/>
                      </a:cubicBezTo>
                      <a:cubicBezTo>
                        <a:pt x="50" y="99"/>
                        <a:pt x="50" y="99"/>
                        <a:pt x="50" y="99"/>
                      </a:cubicBezTo>
                      <a:cubicBezTo>
                        <a:pt x="55" y="104"/>
                        <a:pt x="55" y="104"/>
                        <a:pt x="55" y="104"/>
                      </a:cubicBezTo>
                      <a:cubicBezTo>
                        <a:pt x="123" y="36"/>
                        <a:pt x="123" y="36"/>
                        <a:pt x="123" y="36"/>
                      </a:cubicBezTo>
                      <a:cubicBezTo>
                        <a:pt x="130" y="43"/>
                        <a:pt x="130" y="43"/>
                        <a:pt x="130" y="43"/>
                      </a:cubicBezTo>
                      <a:cubicBezTo>
                        <a:pt x="62" y="111"/>
                        <a:pt x="62" y="111"/>
                        <a:pt x="62" y="111"/>
                      </a:cubicBezTo>
                      <a:cubicBezTo>
                        <a:pt x="68" y="116"/>
                        <a:pt x="68" y="116"/>
                        <a:pt x="68" y="116"/>
                      </a:cubicBezTo>
                      <a:cubicBezTo>
                        <a:pt x="135" y="49"/>
                        <a:pt x="135" y="49"/>
                        <a:pt x="135" y="49"/>
                      </a:cubicBezTo>
                      <a:cubicBezTo>
                        <a:pt x="142" y="55"/>
                        <a:pt x="142" y="55"/>
                        <a:pt x="142" y="55"/>
                      </a:cubicBezTo>
                      <a:cubicBezTo>
                        <a:pt x="115" y="82"/>
                        <a:pt x="115" y="82"/>
                        <a:pt x="115" y="82"/>
                      </a:cubicBezTo>
                      <a:cubicBezTo>
                        <a:pt x="198" y="82"/>
                        <a:pt x="198" y="82"/>
                        <a:pt x="198" y="82"/>
                      </a:cubicBezTo>
                      <a:cubicBezTo>
                        <a:pt x="198" y="93"/>
                        <a:pt x="198" y="93"/>
                        <a:pt x="198" y="93"/>
                      </a:cubicBezTo>
                      <a:cubicBezTo>
                        <a:pt x="113" y="93"/>
                        <a:pt x="113" y="93"/>
                        <a:pt x="113" y="93"/>
                      </a:cubicBezTo>
                      <a:cubicBezTo>
                        <a:pt x="113" y="84"/>
                        <a:pt x="113" y="84"/>
                        <a:pt x="113" y="84"/>
                      </a:cubicBezTo>
                      <a:cubicBezTo>
                        <a:pt x="69" y="128"/>
                        <a:pt x="69" y="128"/>
                        <a:pt x="69" y="128"/>
                      </a:cubicBezTo>
                      <a:cubicBezTo>
                        <a:pt x="18" y="141"/>
                        <a:pt x="18" y="141"/>
                        <a:pt x="18" y="141"/>
                      </a:cubicBezTo>
                      <a:cubicBezTo>
                        <a:pt x="13" y="136"/>
                        <a:pt x="13" y="136"/>
                        <a:pt x="13" y="136"/>
                      </a:cubicBezTo>
                      <a:cubicBezTo>
                        <a:pt x="26" y="85"/>
                        <a:pt x="26" y="85"/>
                        <a:pt x="26" y="85"/>
                      </a:cubicBezTo>
                      <a:cubicBezTo>
                        <a:pt x="98" y="12"/>
                        <a:pt x="98" y="12"/>
                        <a:pt x="98" y="12"/>
                      </a:cubicBezTo>
                      <a:moveTo>
                        <a:pt x="21" y="133"/>
                      </a:moveTo>
                      <a:cubicBezTo>
                        <a:pt x="62" y="122"/>
                        <a:pt x="62" y="122"/>
                        <a:pt x="62" y="122"/>
                      </a:cubicBezTo>
                      <a:cubicBezTo>
                        <a:pt x="32" y="91"/>
                        <a:pt x="32" y="91"/>
                        <a:pt x="32" y="91"/>
                      </a:cubicBezTo>
                      <a:cubicBezTo>
                        <a:pt x="21" y="133"/>
                        <a:pt x="21" y="133"/>
                        <a:pt x="21" y="133"/>
                      </a:cubicBezTo>
                      <a:moveTo>
                        <a:pt x="98" y="0"/>
                      </a:moveTo>
                      <a:cubicBezTo>
                        <a:pt x="98" y="0"/>
                        <a:pt x="98" y="0"/>
                        <a:pt x="98" y="0"/>
                      </a:cubicBezTo>
                      <a:cubicBezTo>
                        <a:pt x="95" y="0"/>
                        <a:pt x="92" y="1"/>
                        <a:pt x="90" y="3"/>
                      </a:cubicBezTo>
                      <a:cubicBezTo>
                        <a:pt x="17" y="76"/>
                        <a:pt x="17" y="76"/>
                        <a:pt x="17" y="76"/>
                      </a:cubicBezTo>
                      <a:cubicBezTo>
                        <a:pt x="16" y="78"/>
                        <a:pt x="15" y="80"/>
                        <a:pt x="14" y="82"/>
                      </a:cubicBezTo>
                      <a:cubicBezTo>
                        <a:pt x="1" y="133"/>
                        <a:pt x="1" y="133"/>
                        <a:pt x="1" y="133"/>
                      </a:cubicBezTo>
                      <a:cubicBezTo>
                        <a:pt x="0" y="137"/>
                        <a:pt x="1" y="142"/>
                        <a:pt x="4" y="145"/>
                      </a:cubicBezTo>
                      <a:cubicBezTo>
                        <a:pt x="10" y="150"/>
                        <a:pt x="10" y="150"/>
                        <a:pt x="10" y="150"/>
                      </a:cubicBezTo>
                      <a:cubicBezTo>
                        <a:pt x="12" y="152"/>
                        <a:pt x="15" y="153"/>
                        <a:pt x="18" y="153"/>
                      </a:cubicBezTo>
                      <a:cubicBezTo>
                        <a:pt x="19" y="153"/>
                        <a:pt x="20" y="153"/>
                        <a:pt x="21" y="153"/>
                      </a:cubicBezTo>
                      <a:cubicBezTo>
                        <a:pt x="72" y="140"/>
                        <a:pt x="72" y="140"/>
                        <a:pt x="72" y="140"/>
                      </a:cubicBezTo>
                      <a:cubicBezTo>
                        <a:pt x="74" y="140"/>
                        <a:pt x="76" y="138"/>
                        <a:pt x="77" y="137"/>
                      </a:cubicBezTo>
                      <a:cubicBezTo>
                        <a:pt x="109" y="105"/>
                        <a:pt x="109" y="105"/>
                        <a:pt x="109" y="105"/>
                      </a:cubicBezTo>
                      <a:cubicBezTo>
                        <a:pt x="111" y="105"/>
                        <a:pt x="112" y="105"/>
                        <a:pt x="113" y="105"/>
                      </a:cubicBezTo>
                      <a:cubicBezTo>
                        <a:pt x="198" y="105"/>
                        <a:pt x="198" y="105"/>
                        <a:pt x="198" y="105"/>
                      </a:cubicBezTo>
                      <a:cubicBezTo>
                        <a:pt x="205" y="105"/>
                        <a:pt x="210" y="100"/>
                        <a:pt x="210" y="93"/>
                      </a:cubicBezTo>
                      <a:cubicBezTo>
                        <a:pt x="210" y="82"/>
                        <a:pt x="210" y="82"/>
                        <a:pt x="210" y="82"/>
                      </a:cubicBezTo>
                      <a:cubicBezTo>
                        <a:pt x="210" y="75"/>
                        <a:pt x="205" y="70"/>
                        <a:pt x="198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50" y="64"/>
                        <a:pt x="150" y="64"/>
                        <a:pt x="150" y="64"/>
                      </a:cubicBezTo>
                      <a:cubicBezTo>
                        <a:pt x="153" y="61"/>
                        <a:pt x="154" y="58"/>
                        <a:pt x="154" y="55"/>
                      </a:cubicBezTo>
                      <a:cubicBezTo>
                        <a:pt x="154" y="52"/>
                        <a:pt x="152" y="49"/>
                        <a:pt x="150" y="47"/>
                      </a:cubicBezTo>
                      <a:cubicBezTo>
                        <a:pt x="144" y="40"/>
                        <a:pt x="144" y="40"/>
                        <a:pt x="144" y="40"/>
                      </a:cubicBezTo>
                      <a:cubicBezTo>
                        <a:pt x="143" y="39"/>
                        <a:pt x="142" y="39"/>
                        <a:pt x="140" y="38"/>
                      </a:cubicBezTo>
                      <a:cubicBezTo>
                        <a:pt x="140" y="37"/>
                        <a:pt x="139" y="36"/>
                        <a:pt x="138" y="35"/>
                      </a:cubicBezTo>
                      <a:cubicBezTo>
                        <a:pt x="131" y="28"/>
                        <a:pt x="131" y="28"/>
                        <a:pt x="131" y="28"/>
                      </a:cubicBezTo>
                      <a:cubicBezTo>
                        <a:pt x="131" y="27"/>
                        <a:pt x="129" y="26"/>
                        <a:pt x="128" y="25"/>
                      </a:cubicBezTo>
                      <a:cubicBezTo>
                        <a:pt x="128" y="24"/>
                        <a:pt x="127" y="23"/>
                        <a:pt x="126" y="22"/>
                      </a:cubicBezTo>
                      <a:cubicBezTo>
                        <a:pt x="119" y="15"/>
                        <a:pt x="119" y="15"/>
                        <a:pt x="119" y="15"/>
                      </a:cubicBezTo>
                      <a:cubicBezTo>
                        <a:pt x="118" y="14"/>
                        <a:pt x="117" y="13"/>
                        <a:pt x="116" y="13"/>
                      </a:cubicBezTo>
                      <a:cubicBezTo>
                        <a:pt x="115" y="12"/>
                        <a:pt x="114" y="10"/>
                        <a:pt x="113" y="10"/>
                      </a:cubicBezTo>
                      <a:cubicBezTo>
                        <a:pt x="107" y="3"/>
                        <a:pt x="107" y="3"/>
                        <a:pt x="107" y="3"/>
                      </a:cubicBezTo>
                      <a:cubicBezTo>
                        <a:pt x="105" y="1"/>
                        <a:pt x="102" y="0"/>
                        <a:pt x="98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1" name="Rectangle 53"/>
                <p:cNvSpPr>
                  <a:spLocks noChangeArrowheads="1"/>
                </p:cNvSpPr>
                <p:nvPr/>
              </p:nvSpPr>
              <p:spPr bwMode="auto">
                <a:xfrm>
                  <a:off x="277868" y="9084396"/>
                  <a:ext cx="319088" cy="4445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2" name="Rectangle 54"/>
                <p:cNvSpPr>
                  <a:spLocks noChangeArrowheads="1"/>
                </p:cNvSpPr>
                <p:nvPr/>
              </p:nvSpPr>
              <p:spPr bwMode="auto">
                <a:xfrm>
                  <a:off x="277868" y="9159009"/>
                  <a:ext cx="319088" cy="4445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3" name="Freeform 55"/>
                <p:cNvSpPr>
                  <a:spLocks/>
                </p:cNvSpPr>
                <p:nvPr/>
              </p:nvSpPr>
              <p:spPr bwMode="auto">
                <a:xfrm>
                  <a:off x="239768" y="8674820"/>
                  <a:ext cx="217488" cy="214313"/>
                </a:xfrm>
                <a:custGeom>
                  <a:avLst/>
                  <a:gdLst>
                    <a:gd name="T0" fmla="*/ 55 w 58"/>
                    <a:gd name="T1" fmla="*/ 46 h 57"/>
                    <a:gd name="T2" fmla="*/ 55 w 58"/>
                    <a:gd name="T3" fmla="*/ 37 h 57"/>
                    <a:gd name="T4" fmla="*/ 21 w 58"/>
                    <a:gd name="T5" fmla="*/ 2 h 57"/>
                    <a:gd name="T6" fmla="*/ 12 w 58"/>
                    <a:gd name="T7" fmla="*/ 2 h 57"/>
                    <a:gd name="T8" fmla="*/ 0 w 58"/>
                    <a:gd name="T9" fmla="*/ 14 h 57"/>
                    <a:gd name="T10" fmla="*/ 44 w 58"/>
                    <a:gd name="T11" fmla="*/ 57 h 57"/>
                    <a:gd name="T12" fmla="*/ 55 w 58"/>
                    <a:gd name="T13" fmla="*/ 46 h 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8" h="57">
                      <a:moveTo>
                        <a:pt x="55" y="46"/>
                      </a:moveTo>
                      <a:cubicBezTo>
                        <a:pt x="58" y="43"/>
                        <a:pt x="58" y="39"/>
                        <a:pt x="55" y="37"/>
                      </a:cubicBezTo>
                      <a:cubicBezTo>
                        <a:pt x="21" y="2"/>
                        <a:pt x="21" y="2"/>
                        <a:pt x="21" y="2"/>
                      </a:cubicBezTo>
                      <a:cubicBezTo>
                        <a:pt x="18" y="0"/>
                        <a:pt x="14" y="0"/>
                        <a:pt x="12" y="2"/>
                      </a:cubicBezTo>
                      <a:cubicBezTo>
                        <a:pt x="0" y="14"/>
                        <a:pt x="0" y="14"/>
                        <a:pt x="0" y="14"/>
                      </a:cubicBezTo>
                      <a:cubicBezTo>
                        <a:pt x="44" y="57"/>
                        <a:pt x="44" y="57"/>
                        <a:pt x="44" y="57"/>
                      </a:cubicBezTo>
                      <a:cubicBezTo>
                        <a:pt x="55" y="46"/>
                        <a:pt x="55" y="46"/>
                        <a:pt x="55" y="4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4" name="Freeform 56"/>
                <p:cNvSpPr>
                  <a:spLocks noEditPoints="1"/>
                </p:cNvSpPr>
                <p:nvPr/>
              </p:nvSpPr>
              <p:spPr bwMode="auto">
                <a:xfrm>
                  <a:off x="-96782" y="8746258"/>
                  <a:ext cx="693738" cy="484189"/>
                </a:xfrm>
                <a:custGeom>
                  <a:avLst/>
                  <a:gdLst>
                    <a:gd name="T0" fmla="*/ 241 w 437"/>
                    <a:gd name="T1" fmla="*/ 166 h 305"/>
                    <a:gd name="T2" fmla="*/ 305 w 437"/>
                    <a:gd name="T3" fmla="*/ 102 h 305"/>
                    <a:gd name="T4" fmla="*/ 288 w 437"/>
                    <a:gd name="T5" fmla="*/ 88 h 305"/>
                    <a:gd name="T6" fmla="*/ 130 w 437"/>
                    <a:gd name="T7" fmla="*/ 246 h 305"/>
                    <a:gd name="T8" fmla="*/ 116 w 437"/>
                    <a:gd name="T9" fmla="*/ 234 h 305"/>
                    <a:gd name="T10" fmla="*/ 276 w 437"/>
                    <a:gd name="T11" fmla="*/ 74 h 305"/>
                    <a:gd name="T12" fmla="*/ 260 w 437"/>
                    <a:gd name="T13" fmla="*/ 57 h 305"/>
                    <a:gd name="T14" fmla="*/ 99 w 437"/>
                    <a:gd name="T15" fmla="*/ 218 h 305"/>
                    <a:gd name="T16" fmla="*/ 87 w 437"/>
                    <a:gd name="T17" fmla="*/ 206 h 305"/>
                    <a:gd name="T18" fmla="*/ 248 w 437"/>
                    <a:gd name="T19" fmla="*/ 45 h 305"/>
                    <a:gd name="T20" fmla="*/ 229 w 437"/>
                    <a:gd name="T21" fmla="*/ 29 h 305"/>
                    <a:gd name="T22" fmla="*/ 71 w 437"/>
                    <a:gd name="T23" fmla="*/ 189 h 305"/>
                    <a:gd name="T24" fmla="*/ 56 w 437"/>
                    <a:gd name="T25" fmla="*/ 175 h 305"/>
                    <a:gd name="T26" fmla="*/ 217 w 437"/>
                    <a:gd name="T27" fmla="*/ 14 h 305"/>
                    <a:gd name="T28" fmla="*/ 201 w 437"/>
                    <a:gd name="T29" fmla="*/ 0 h 305"/>
                    <a:gd name="T30" fmla="*/ 30 w 437"/>
                    <a:gd name="T31" fmla="*/ 173 h 305"/>
                    <a:gd name="T32" fmla="*/ 0 w 437"/>
                    <a:gd name="T33" fmla="*/ 293 h 305"/>
                    <a:gd name="T34" fmla="*/ 12 w 437"/>
                    <a:gd name="T35" fmla="*/ 305 h 305"/>
                    <a:gd name="T36" fmla="*/ 132 w 437"/>
                    <a:gd name="T37" fmla="*/ 274 h 305"/>
                    <a:gd name="T38" fmla="*/ 236 w 437"/>
                    <a:gd name="T39" fmla="*/ 170 h 305"/>
                    <a:gd name="T40" fmla="*/ 236 w 437"/>
                    <a:gd name="T41" fmla="*/ 192 h 305"/>
                    <a:gd name="T42" fmla="*/ 437 w 437"/>
                    <a:gd name="T43" fmla="*/ 192 h 305"/>
                    <a:gd name="T44" fmla="*/ 437 w 437"/>
                    <a:gd name="T45" fmla="*/ 166 h 305"/>
                    <a:gd name="T46" fmla="*/ 241 w 437"/>
                    <a:gd name="T47" fmla="*/ 166 h 305"/>
                    <a:gd name="T48" fmla="*/ 19 w 437"/>
                    <a:gd name="T49" fmla="*/ 286 h 305"/>
                    <a:gd name="T50" fmla="*/ 45 w 437"/>
                    <a:gd name="T51" fmla="*/ 187 h 305"/>
                    <a:gd name="T52" fmla="*/ 116 w 437"/>
                    <a:gd name="T53" fmla="*/ 260 h 305"/>
                    <a:gd name="T54" fmla="*/ 19 w 437"/>
                    <a:gd name="T55" fmla="*/ 286 h 3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437" h="305">
                      <a:moveTo>
                        <a:pt x="241" y="166"/>
                      </a:moveTo>
                      <a:lnTo>
                        <a:pt x="305" y="102"/>
                      </a:lnTo>
                      <a:lnTo>
                        <a:pt x="288" y="88"/>
                      </a:lnTo>
                      <a:lnTo>
                        <a:pt x="130" y="246"/>
                      </a:lnTo>
                      <a:lnTo>
                        <a:pt x="116" y="234"/>
                      </a:lnTo>
                      <a:lnTo>
                        <a:pt x="276" y="74"/>
                      </a:lnTo>
                      <a:lnTo>
                        <a:pt x="260" y="57"/>
                      </a:lnTo>
                      <a:lnTo>
                        <a:pt x="99" y="218"/>
                      </a:lnTo>
                      <a:lnTo>
                        <a:pt x="87" y="206"/>
                      </a:lnTo>
                      <a:lnTo>
                        <a:pt x="248" y="45"/>
                      </a:lnTo>
                      <a:lnTo>
                        <a:pt x="229" y="29"/>
                      </a:lnTo>
                      <a:lnTo>
                        <a:pt x="71" y="189"/>
                      </a:lnTo>
                      <a:lnTo>
                        <a:pt x="56" y="175"/>
                      </a:lnTo>
                      <a:lnTo>
                        <a:pt x="217" y="14"/>
                      </a:lnTo>
                      <a:lnTo>
                        <a:pt x="201" y="0"/>
                      </a:lnTo>
                      <a:lnTo>
                        <a:pt x="30" y="173"/>
                      </a:lnTo>
                      <a:lnTo>
                        <a:pt x="0" y="293"/>
                      </a:lnTo>
                      <a:lnTo>
                        <a:pt x="12" y="305"/>
                      </a:lnTo>
                      <a:lnTo>
                        <a:pt x="132" y="274"/>
                      </a:lnTo>
                      <a:lnTo>
                        <a:pt x="236" y="170"/>
                      </a:lnTo>
                      <a:lnTo>
                        <a:pt x="236" y="192"/>
                      </a:lnTo>
                      <a:lnTo>
                        <a:pt x="437" y="192"/>
                      </a:lnTo>
                      <a:lnTo>
                        <a:pt x="437" y="166"/>
                      </a:lnTo>
                      <a:lnTo>
                        <a:pt x="241" y="166"/>
                      </a:lnTo>
                      <a:close/>
                      <a:moveTo>
                        <a:pt x="19" y="286"/>
                      </a:moveTo>
                      <a:lnTo>
                        <a:pt x="45" y="187"/>
                      </a:lnTo>
                      <a:lnTo>
                        <a:pt x="116" y="260"/>
                      </a:lnTo>
                      <a:lnTo>
                        <a:pt x="19" y="28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p:grpSp>
        </p:grpSp>
      </p:grpSp>
      <p:grpSp>
        <p:nvGrpSpPr>
          <p:cNvPr id="74" name="Group 67"/>
          <p:cNvGrpSpPr/>
          <p:nvPr/>
        </p:nvGrpSpPr>
        <p:grpSpPr>
          <a:xfrm>
            <a:off x="908863" y="8400712"/>
            <a:ext cx="3510737" cy="1151911"/>
            <a:chOff x="1311958" y="3405486"/>
            <a:chExt cx="3557092" cy="1028748"/>
          </a:xfrm>
        </p:grpSpPr>
        <p:sp>
          <p:nvSpPr>
            <p:cNvPr id="75" name="Freeform 20"/>
            <p:cNvSpPr>
              <a:spLocks/>
            </p:cNvSpPr>
            <p:nvPr/>
          </p:nvSpPr>
          <p:spPr bwMode="auto">
            <a:xfrm rot="5400000">
              <a:off x="2967389" y="2625080"/>
              <a:ext cx="793395" cy="2582819"/>
            </a:xfrm>
            <a:prstGeom prst="round2SameRect">
              <a:avLst>
                <a:gd name="adj1" fmla="val 6498"/>
                <a:gd name="adj2" fmla="val 0"/>
              </a:avLst>
            </a:prstGeom>
            <a:solidFill>
              <a:schemeClr val="accent6">
                <a:lumMod val="75000"/>
              </a:schemeClr>
            </a:solidFill>
            <a:ln w="57150">
              <a:solidFill>
                <a:schemeClr val="accent6">
                  <a:lumMod val="75000"/>
                </a:schemeClr>
              </a:solidFill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1912738" y="3527166"/>
              <a:ext cx="2956312" cy="907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b="1">
                  <a:solidFill>
                    <a:schemeClr val="bg1"/>
                  </a:solidFill>
                  <a:latin typeface="Times New Roman" panose="02020603050405020304" pitchFamily="18" charset="0"/>
                  <a:ea typeface="Tahoma" pitchFamily="34" charset="0"/>
                  <a:cs typeface="Times New Roman" panose="02020603050405020304" pitchFamily="18" charset="0"/>
                </a:rPr>
                <a:t>Lời giải</a:t>
              </a:r>
              <a:r>
                <a:rPr lang="vi-VN" sz="6000" b="1">
                  <a:solidFill>
                    <a:schemeClr val="bg1"/>
                  </a:solidFill>
                  <a:latin typeface="Times New Roman" panose="02020603050405020304" pitchFamily="18" charset="0"/>
                  <a:ea typeface="Tahoma" pitchFamily="34" charset="0"/>
                  <a:cs typeface="Times New Roman" panose="02020603050405020304" pitchFamily="18" charset="0"/>
                </a:rPr>
                <a:t> </a:t>
              </a:r>
              <a:endPara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7" name="Group 70"/>
            <p:cNvGrpSpPr/>
            <p:nvPr/>
          </p:nvGrpSpPr>
          <p:grpSpPr>
            <a:xfrm>
              <a:off x="1311958" y="3405486"/>
              <a:ext cx="950173" cy="940513"/>
              <a:chOff x="1311958" y="3405486"/>
              <a:chExt cx="950173" cy="940513"/>
            </a:xfrm>
          </p:grpSpPr>
          <p:sp>
            <p:nvSpPr>
              <p:cNvPr id="78" name="Rectangle 77"/>
              <p:cNvSpPr/>
              <p:nvPr/>
            </p:nvSpPr>
            <p:spPr>
              <a:xfrm>
                <a:off x="1406975" y="3672018"/>
                <a:ext cx="596676" cy="5403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Freeform 13"/>
              <p:cNvSpPr>
                <a:spLocks noEditPoints="1"/>
              </p:cNvSpPr>
              <p:nvPr/>
            </p:nvSpPr>
            <p:spPr bwMode="auto">
              <a:xfrm>
                <a:off x="1311958" y="3581027"/>
                <a:ext cx="190035" cy="268948"/>
              </a:xfrm>
              <a:custGeom>
                <a:avLst/>
                <a:gdLst>
                  <a:gd name="T0" fmla="*/ 34 w 50"/>
                  <a:gd name="T1" fmla="*/ 16 h 71"/>
                  <a:gd name="T2" fmla="*/ 34 w 50"/>
                  <a:gd name="T3" fmla="*/ 55 h 71"/>
                  <a:gd name="T4" fmla="*/ 16 w 50"/>
                  <a:gd name="T5" fmla="*/ 55 h 71"/>
                  <a:gd name="T6" fmla="*/ 16 w 50"/>
                  <a:gd name="T7" fmla="*/ 16 h 71"/>
                  <a:gd name="T8" fmla="*/ 34 w 50"/>
                  <a:gd name="T9" fmla="*/ 16 h 71"/>
                  <a:gd name="T10" fmla="*/ 34 w 50"/>
                  <a:gd name="T11" fmla="*/ 0 h 71"/>
                  <a:gd name="T12" fmla="*/ 16 w 50"/>
                  <a:gd name="T13" fmla="*/ 0 h 71"/>
                  <a:gd name="T14" fmla="*/ 0 w 50"/>
                  <a:gd name="T15" fmla="*/ 16 h 71"/>
                  <a:gd name="T16" fmla="*/ 0 w 50"/>
                  <a:gd name="T17" fmla="*/ 55 h 71"/>
                  <a:gd name="T18" fmla="*/ 16 w 50"/>
                  <a:gd name="T19" fmla="*/ 71 h 71"/>
                  <a:gd name="T20" fmla="*/ 34 w 50"/>
                  <a:gd name="T21" fmla="*/ 71 h 71"/>
                  <a:gd name="T22" fmla="*/ 50 w 50"/>
                  <a:gd name="T23" fmla="*/ 55 h 71"/>
                  <a:gd name="T24" fmla="*/ 50 w 50"/>
                  <a:gd name="T25" fmla="*/ 16 h 71"/>
                  <a:gd name="T26" fmla="*/ 34 w 50"/>
                  <a:gd name="T2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1">
                    <a:moveTo>
                      <a:pt x="34" y="16"/>
                    </a:moveTo>
                    <a:cubicBezTo>
                      <a:pt x="34" y="55"/>
                      <a:pt x="34" y="55"/>
                      <a:pt x="34" y="55"/>
                    </a:cubicBezTo>
                    <a:cubicBezTo>
                      <a:pt x="16" y="55"/>
                      <a:pt x="16" y="55"/>
                      <a:pt x="16" y="5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64"/>
                      <a:pt x="7" y="71"/>
                      <a:pt x="16" y="71"/>
                    </a:cubicBezTo>
                    <a:cubicBezTo>
                      <a:pt x="34" y="71"/>
                      <a:pt x="34" y="71"/>
                      <a:pt x="34" y="71"/>
                    </a:cubicBezTo>
                    <a:cubicBezTo>
                      <a:pt x="43" y="71"/>
                      <a:pt x="50" y="64"/>
                      <a:pt x="50" y="55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14"/>
              <p:cNvSpPr>
                <a:spLocks noEditPoints="1"/>
              </p:cNvSpPr>
              <p:nvPr/>
            </p:nvSpPr>
            <p:spPr bwMode="auto">
              <a:xfrm>
                <a:off x="1311958" y="3581027"/>
                <a:ext cx="277000" cy="181983"/>
              </a:xfrm>
              <a:custGeom>
                <a:avLst/>
                <a:gdLst>
                  <a:gd name="T0" fmla="*/ 57 w 73"/>
                  <a:gd name="T1" fmla="*/ 16 h 48"/>
                  <a:gd name="T2" fmla="*/ 57 w 73"/>
                  <a:gd name="T3" fmla="*/ 32 h 48"/>
                  <a:gd name="T4" fmla="*/ 16 w 73"/>
                  <a:gd name="T5" fmla="*/ 32 h 48"/>
                  <a:gd name="T6" fmla="*/ 16 w 73"/>
                  <a:gd name="T7" fmla="*/ 16 h 48"/>
                  <a:gd name="T8" fmla="*/ 57 w 73"/>
                  <a:gd name="T9" fmla="*/ 16 h 48"/>
                  <a:gd name="T10" fmla="*/ 57 w 73"/>
                  <a:gd name="T11" fmla="*/ 0 h 48"/>
                  <a:gd name="T12" fmla="*/ 16 w 73"/>
                  <a:gd name="T13" fmla="*/ 0 h 48"/>
                  <a:gd name="T14" fmla="*/ 0 w 73"/>
                  <a:gd name="T15" fmla="*/ 16 h 48"/>
                  <a:gd name="T16" fmla="*/ 0 w 73"/>
                  <a:gd name="T17" fmla="*/ 32 h 48"/>
                  <a:gd name="T18" fmla="*/ 16 w 73"/>
                  <a:gd name="T19" fmla="*/ 48 h 48"/>
                  <a:gd name="T20" fmla="*/ 57 w 73"/>
                  <a:gd name="T21" fmla="*/ 48 h 48"/>
                  <a:gd name="T22" fmla="*/ 73 w 73"/>
                  <a:gd name="T23" fmla="*/ 32 h 48"/>
                  <a:gd name="T24" fmla="*/ 73 w 73"/>
                  <a:gd name="T25" fmla="*/ 16 h 48"/>
                  <a:gd name="T26" fmla="*/ 57 w 73"/>
                  <a:gd name="T27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" h="48">
                    <a:moveTo>
                      <a:pt x="57" y="16"/>
                    </a:moveTo>
                    <a:cubicBezTo>
                      <a:pt x="57" y="32"/>
                      <a:pt x="57" y="32"/>
                      <a:pt x="5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7" y="16"/>
                      <a:pt x="57" y="16"/>
                      <a:pt x="57" y="16"/>
                    </a:cubicBezTo>
                    <a:moveTo>
                      <a:pt x="57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41"/>
                      <a:pt x="7" y="48"/>
                      <a:pt x="16" y="48"/>
                    </a:cubicBezTo>
                    <a:cubicBezTo>
                      <a:pt x="57" y="48"/>
                      <a:pt x="57" y="48"/>
                      <a:pt x="57" y="48"/>
                    </a:cubicBezTo>
                    <a:cubicBezTo>
                      <a:pt x="66" y="48"/>
                      <a:pt x="73" y="41"/>
                      <a:pt x="73" y="32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7"/>
                      <a:pt x="66" y="0"/>
                      <a:pt x="57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15"/>
              <p:cNvSpPr>
                <a:spLocks noEditPoints="1"/>
              </p:cNvSpPr>
              <p:nvPr/>
            </p:nvSpPr>
            <p:spPr bwMode="auto">
              <a:xfrm>
                <a:off x="1563190" y="3581027"/>
                <a:ext cx="285052" cy="181983"/>
              </a:xfrm>
              <a:custGeom>
                <a:avLst/>
                <a:gdLst>
                  <a:gd name="T0" fmla="*/ 58 w 75"/>
                  <a:gd name="T1" fmla="*/ 16 h 48"/>
                  <a:gd name="T2" fmla="*/ 43 w 75"/>
                  <a:gd name="T3" fmla="*/ 32 h 48"/>
                  <a:gd name="T4" fmla="*/ 16 w 75"/>
                  <a:gd name="T5" fmla="*/ 32 h 48"/>
                  <a:gd name="T6" fmla="*/ 16 w 75"/>
                  <a:gd name="T7" fmla="*/ 16 h 48"/>
                  <a:gd name="T8" fmla="*/ 58 w 75"/>
                  <a:gd name="T9" fmla="*/ 16 h 48"/>
                  <a:gd name="T10" fmla="*/ 58 w 75"/>
                  <a:gd name="T11" fmla="*/ 0 h 48"/>
                  <a:gd name="T12" fmla="*/ 16 w 75"/>
                  <a:gd name="T13" fmla="*/ 0 h 48"/>
                  <a:gd name="T14" fmla="*/ 0 w 75"/>
                  <a:gd name="T15" fmla="*/ 16 h 48"/>
                  <a:gd name="T16" fmla="*/ 0 w 75"/>
                  <a:gd name="T17" fmla="*/ 32 h 48"/>
                  <a:gd name="T18" fmla="*/ 16 w 75"/>
                  <a:gd name="T19" fmla="*/ 48 h 48"/>
                  <a:gd name="T20" fmla="*/ 43 w 75"/>
                  <a:gd name="T21" fmla="*/ 48 h 48"/>
                  <a:gd name="T22" fmla="*/ 55 w 75"/>
                  <a:gd name="T23" fmla="*/ 43 h 48"/>
                  <a:gd name="T24" fmla="*/ 70 w 75"/>
                  <a:gd name="T25" fmla="*/ 26 h 48"/>
                  <a:gd name="T26" fmla="*/ 73 w 75"/>
                  <a:gd name="T27" fmla="*/ 9 h 48"/>
                  <a:gd name="T28" fmla="*/ 58 w 75"/>
                  <a:gd name="T29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5" h="48">
                    <a:moveTo>
                      <a:pt x="58" y="16"/>
                    </a:moveTo>
                    <a:cubicBezTo>
                      <a:pt x="43" y="32"/>
                      <a:pt x="43" y="32"/>
                      <a:pt x="43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8" y="16"/>
                      <a:pt x="58" y="16"/>
                      <a:pt x="58" y="16"/>
                    </a:cubicBezTo>
                    <a:moveTo>
                      <a:pt x="58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8" y="0"/>
                      <a:pt x="0" y="7"/>
                      <a:pt x="0" y="16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41"/>
                      <a:pt x="8" y="48"/>
                      <a:pt x="16" y="48"/>
                    </a:cubicBezTo>
                    <a:cubicBezTo>
                      <a:pt x="43" y="48"/>
                      <a:pt x="43" y="48"/>
                      <a:pt x="43" y="48"/>
                    </a:cubicBezTo>
                    <a:cubicBezTo>
                      <a:pt x="48" y="48"/>
                      <a:pt x="52" y="46"/>
                      <a:pt x="55" y="43"/>
                    </a:cubicBezTo>
                    <a:cubicBezTo>
                      <a:pt x="70" y="26"/>
                      <a:pt x="70" y="26"/>
                      <a:pt x="70" y="26"/>
                    </a:cubicBezTo>
                    <a:cubicBezTo>
                      <a:pt x="74" y="22"/>
                      <a:pt x="75" y="15"/>
                      <a:pt x="73" y="9"/>
                    </a:cubicBezTo>
                    <a:cubicBezTo>
                      <a:pt x="70" y="3"/>
                      <a:pt x="64" y="0"/>
                      <a:pt x="58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16"/>
              <p:cNvSpPr>
                <a:spLocks noEditPoints="1"/>
              </p:cNvSpPr>
              <p:nvPr/>
            </p:nvSpPr>
            <p:spPr bwMode="auto">
              <a:xfrm>
                <a:off x="1563190" y="4151132"/>
                <a:ext cx="280221" cy="194867"/>
              </a:xfrm>
              <a:custGeom>
                <a:avLst/>
                <a:gdLst>
                  <a:gd name="T0" fmla="*/ 58 w 74"/>
                  <a:gd name="T1" fmla="*/ 16 h 51"/>
                  <a:gd name="T2" fmla="*/ 58 w 74"/>
                  <a:gd name="T3" fmla="*/ 35 h 51"/>
                  <a:gd name="T4" fmla="*/ 16 w 74"/>
                  <a:gd name="T5" fmla="*/ 35 h 51"/>
                  <a:gd name="T6" fmla="*/ 16 w 74"/>
                  <a:gd name="T7" fmla="*/ 16 h 51"/>
                  <a:gd name="T8" fmla="*/ 58 w 74"/>
                  <a:gd name="T9" fmla="*/ 16 h 51"/>
                  <a:gd name="T10" fmla="*/ 58 w 74"/>
                  <a:gd name="T11" fmla="*/ 0 h 51"/>
                  <a:gd name="T12" fmla="*/ 16 w 74"/>
                  <a:gd name="T13" fmla="*/ 0 h 51"/>
                  <a:gd name="T14" fmla="*/ 0 w 74"/>
                  <a:gd name="T15" fmla="*/ 16 h 51"/>
                  <a:gd name="T16" fmla="*/ 0 w 74"/>
                  <a:gd name="T17" fmla="*/ 35 h 51"/>
                  <a:gd name="T18" fmla="*/ 16 w 74"/>
                  <a:gd name="T19" fmla="*/ 51 h 51"/>
                  <a:gd name="T20" fmla="*/ 58 w 74"/>
                  <a:gd name="T21" fmla="*/ 51 h 51"/>
                  <a:gd name="T22" fmla="*/ 74 w 74"/>
                  <a:gd name="T23" fmla="*/ 35 h 51"/>
                  <a:gd name="T24" fmla="*/ 74 w 74"/>
                  <a:gd name="T25" fmla="*/ 16 h 51"/>
                  <a:gd name="T26" fmla="*/ 58 w 74"/>
                  <a:gd name="T27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4" h="51">
                    <a:moveTo>
                      <a:pt x="58" y="16"/>
                    </a:moveTo>
                    <a:cubicBezTo>
                      <a:pt x="58" y="35"/>
                      <a:pt x="58" y="35"/>
                      <a:pt x="58" y="35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8" y="16"/>
                      <a:pt x="58" y="16"/>
                      <a:pt x="58" y="16"/>
                    </a:cubicBezTo>
                    <a:moveTo>
                      <a:pt x="58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8" y="0"/>
                      <a:pt x="0" y="7"/>
                      <a:pt x="0" y="1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43"/>
                      <a:pt x="8" y="51"/>
                      <a:pt x="16" y="51"/>
                    </a:cubicBezTo>
                    <a:cubicBezTo>
                      <a:pt x="58" y="51"/>
                      <a:pt x="58" y="51"/>
                      <a:pt x="58" y="51"/>
                    </a:cubicBezTo>
                    <a:cubicBezTo>
                      <a:pt x="67" y="51"/>
                      <a:pt x="74" y="43"/>
                      <a:pt x="74" y="35"/>
                    </a:cubicBezTo>
                    <a:cubicBezTo>
                      <a:pt x="74" y="16"/>
                      <a:pt x="74" y="16"/>
                      <a:pt x="74" y="16"/>
                    </a:cubicBezTo>
                    <a:cubicBezTo>
                      <a:pt x="74" y="7"/>
                      <a:pt x="67" y="0"/>
                      <a:pt x="58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17"/>
              <p:cNvSpPr>
                <a:spLocks noEditPoints="1"/>
              </p:cNvSpPr>
              <p:nvPr/>
            </p:nvSpPr>
            <p:spPr bwMode="auto">
              <a:xfrm>
                <a:off x="1311958" y="4064167"/>
                <a:ext cx="190035" cy="281832"/>
              </a:xfrm>
              <a:custGeom>
                <a:avLst/>
                <a:gdLst>
                  <a:gd name="T0" fmla="*/ 34 w 50"/>
                  <a:gd name="T1" fmla="*/ 16 h 74"/>
                  <a:gd name="T2" fmla="*/ 34 w 50"/>
                  <a:gd name="T3" fmla="*/ 58 h 74"/>
                  <a:gd name="T4" fmla="*/ 16 w 50"/>
                  <a:gd name="T5" fmla="*/ 58 h 74"/>
                  <a:gd name="T6" fmla="*/ 16 w 50"/>
                  <a:gd name="T7" fmla="*/ 16 h 74"/>
                  <a:gd name="T8" fmla="*/ 34 w 50"/>
                  <a:gd name="T9" fmla="*/ 16 h 74"/>
                  <a:gd name="T10" fmla="*/ 34 w 50"/>
                  <a:gd name="T11" fmla="*/ 0 h 74"/>
                  <a:gd name="T12" fmla="*/ 16 w 50"/>
                  <a:gd name="T13" fmla="*/ 0 h 74"/>
                  <a:gd name="T14" fmla="*/ 0 w 50"/>
                  <a:gd name="T15" fmla="*/ 16 h 74"/>
                  <a:gd name="T16" fmla="*/ 0 w 50"/>
                  <a:gd name="T17" fmla="*/ 58 h 74"/>
                  <a:gd name="T18" fmla="*/ 16 w 50"/>
                  <a:gd name="T19" fmla="*/ 74 h 74"/>
                  <a:gd name="T20" fmla="*/ 34 w 50"/>
                  <a:gd name="T21" fmla="*/ 74 h 74"/>
                  <a:gd name="T22" fmla="*/ 50 w 50"/>
                  <a:gd name="T23" fmla="*/ 58 h 74"/>
                  <a:gd name="T24" fmla="*/ 50 w 50"/>
                  <a:gd name="T25" fmla="*/ 16 h 74"/>
                  <a:gd name="T26" fmla="*/ 34 w 50"/>
                  <a:gd name="T27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4">
                    <a:moveTo>
                      <a:pt x="34" y="16"/>
                    </a:moveTo>
                    <a:cubicBezTo>
                      <a:pt x="34" y="58"/>
                      <a:pt x="34" y="58"/>
                      <a:pt x="34" y="58"/>
                    </a:cubicBezTo>
                    <a:cubicBezTo>
                      <a:pt x="16" y="58"/>
                      <a:pt x="16" y="58"/>
                      <a:pt x="16" y="58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66"/>
                      <a:pt x="7" y="74"/>
                      <a:pt x="16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43" y="74"/>
                      <a:pt x="50" y="66"/>
                      <a:pt x="50" y="58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18"/>
              <p:cNvSpPr>
                <a:spLocks noEditPoints="1"/>
              </p:cNvSpPr>
              <p:nvPr/>
            </p:nvSpPr>
            <p:spPr bwMode="auto">
              <a:xfrm>
                <a:off x="1311958" y="4151132"/>
                <a:ext cx="277000" cy="194867"/>
              </a:xfrm>
              <a:custGeom>
                <a:avLst/>
                <a:gdLst>
                  <a:gd name="T0" fmla="*/ 57 w 73"/>
                  <a:gd name="T1" fmla="*/ 16 h 51"/>
                  <a:gd name="T2" fmla="*/ 57 w 73"/>
                  <a:gd name="T3" fmla="*/ 35 h 51"/>
                  <a:gd name="T4" fmla="*/ 16 w 73"/>
                  <a:gd name="T5" fmla="*/ 35 h 51"/>
                  <a:gd name="T6" fmla="*/ 16 w 73"/>
                  <a:gd name="T7" fmla="*/ 16 h 51"/>
                  <a:gd name="T8" fmla="*/ 57 w 73"/>
                  <a:gd name="T9" fmla="*/ 16 h 51"/>
                  <a:gd name="T10" fmla="*/ 57 w 73"/>
                  <a:gd name="T11" fmla="*/ 0 h 51"/>
                  <a:gd name="T12" fmla="*/ 16 w 73"/>
                  <a:gd name="T13" fmla="*/ 0 h 51"/>
                  <a:gd name="T14" fmla="*/ 0 w 73"/>
                  <a:gd name="T15" fmla="*/ 16 h 51"/>
                  <a:gd name="T16" fmla="*/ 0 w 73"/>
                  <a:gd name="T17" fmla="*/ 35 h 51"/>
                  <a:gd name="T18" fmla="*/ 16 w 73"/>
                  <a:gd name="T19" fmla="*/ 51 h 51"/>
                  <a:gd name="T20" fmla="*/ 57 w 73"/>
                  <a:gd name="T21" fmla="*/ 51 h 51"/>
                  <a:gd name="T22" fmla="*/ 73 w 73"/>
                  <a:gd name="T23" fmla="*/ 35 h 51"/>
                  <a:gd name="T24" fmla="*/ 73 w 73"/>
                  <a:gd name="T25" fmla="*/ 16 h 51"/>
                  <a:gd name="T26" fmla="*/ 57 w 73"/>
                  <a:gd name="T27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" h="51">
                    <a:moveTo>
                      <a:pt x="57" y="16"/>
                    </a:moveTo>
                    <a:cubicBezTo>
                      <a:pt x="57" y="35"/>
                      <a:pt x="57" y="35"/>
                      <a:pt x="57" y="35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7" y="16"/>
                      <a:pt x="57" y="16"/>
                      <a:pt x="57" y="16"/>
                    </a:cubicBezTo>
                    <a:moveTo>
                      <a:pt x="57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43"/>
                      <a:pt x="7" y="51"/>
                      <a:pt x="16" y="51"/>
                    </a:cubicBezTo>
                    <a:cubicBezTo>
                      <a:pt x="57" y="51"/>
                      <a:pt x="57" y="51"/>
                      <a:pt x="57" y="51"/>
                    </a:cubicBezTo>
                    <a:cubicBezTo>
                      <a:pt x="66" y="51"/>
                      <a:pt x="73" y="43"/>
                      <a:pt x="73" y="35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7"/>
                      <a:pt x="66" y="0"/>
                      <a:pt x="57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19"/>
              <p:cNvSpPr>
                <a:spLocks noEditPoints="1"/>
              </p:cNvSpPr>
              <p:nvPr/>
            </p:nvSpPr>
            <p:spPr bwMode="auto">
              <a:xfrm>
                <a:off x="1311958" y="3820986"/>
                <a:ext cx="190035" cy="273779"/>
              </a:xfrm>
              <a:custGeom>
                <a:avLst/>
                <a:gdLst>
                  <a:gd name="T0" fmla="*/ 34 w 50"/>
                  <a:gd name="T1" fmla="*/ 16 h 72"/>
                  <a:gd name="T2" fmla="*/ 34 w 50"/>
                  <a:gd name="T3" fmla="*/ 56 h 72"/>
                  <a:gd name="T4" fmla="*/ 16 w 50"/>
                  <a:gd name="T5" fmla="*/ 56 h 72"/>
                  <a:gd name="T6" fmla="*/ 16 w 50"/>
                  <a:gd name="T7" fmla="*/ 16 h 72"/>
                  <a:gd name="T8" fmla="*/ 34 w 50"/>
                  <a:gd name="T9" fmla="*/ 16 h 72"/>
                  <a:gd name="T10" fmla="*/ 34 w 50"/>
                  <a:gd name="T11" fmla="*/ 0 h 72"/>
                  <a:gd name="T12" fmla="*/ 16 w 50"/>
                  <a:gd name="T13" fmla="*/ 0 h 72"/>
                  <a:gd name="T14" fmla="*/ 0 w 50"/>
                  <a:gd name="T15" fmla="*/ 16 h 72"/>
                  <a:gd name="T16" fmla="*/ 0 w 50"/>
                  <a:gd name="T17" fmla="*/ 56 h 72"/>
                  <a:gd name="T18" fmla="*/ 16 w 50"/>
                  <a:gd name="T19" fmla="*/ 72 h 72"/>
                  <a:gd name="T20" fmla="*/ 34 w 50"/>
                  <a:gd name="T21" fmla="*/ 72 h 72"/>
                  <a:gd name="T22" fmla="*/ 50 w 50"/>
                  <a:gd name="T23" fmla="*/ 56 h 72"/>
                  <a:gd name="T24" fmla="*/ 50 w 50"/>
                  <a:gd name="T25" fmla="*/ 16 h 72"/>
                  <a:gd name="T26" fmla="*/ 34 w 50"/>
                  <a:gd name="T27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2">
                    <a:moveTo>
                      <a:pt x="34" y="16"/>
                    </a:moveTo>
                    <a:cubicBezTo>
                      <a:pt x="34" y="56"/>
                      <a:pt x="34" y="56"/>
                      <a:pt x="34" y="56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65"/>
                      <a:pt x="7" y="72"/>
                      <a:pt x="16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43" y="72"/>
                      <a:pt x="50" y="65"/>
                      <a:pt x="50" y="56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20"/>
              <p:cNvSpPr>
                <a:spLocks noEditPoints="1"/>
              </p:cNvSpPr>
              <p:nvPr/>
            </p:nvSpPr>
            <p:spPr bwMode="auto">
              <a:xfrm>
                <a:off x="1907830" y="4064167"/>
                <a:ext cx="191645" cy="281832"/>
              </a:xfrm>
              <a:custGeom>
                <a:avLst/>
                <a:gdLst>
                  <a:gd name="T0" fmla="*/ 34 w 50"/>
                  <a:gd name="T1" fmla="*/ 16 h 74"/>
                  <a:gd name="T2" fmla="*/ 34 w 50"/>
                  <a:gd name="T3" fmla="*/ 58 h 74"/>
                  <a:gd name="T4" fmla="*/ 16 w 50"/>
                  <a:gd name="T5" fmla="*/ 58 h 74"/>
                  <a:gd name="T6" fmla="*/ 16 w 50"/>
                  <a:gd name="T7" fmla="*/ 16 h 74"/>
                  <a:gd name="T8" fmla="*/ 34 w 50"/>
                  <a:gd name="T9" fmla="*/ 16 h 74"/>
                  <a:gd name="T10" fmla="*/ 34 w 50"/>
                  <a:gd name="T11" fmla="*/ 0 h 74"/>
                  <a:gd name="T12" fmla="*/ 16 w 50"/>
                  <a:gd name="T13" fmla="*/ 0 h 74"/>
                  <a:gd name="T14" fmla="*/ 0 w 50"/>
                  <a:gd name="T15" fmla="*/ 16 h 74"/>
                  <a:gd name="T16" fmla="*/ 0 w 50"/>
                  <a:gd name="T17" fmla="*/ 58 h 74"/>
                  <a:gd name="T18" fmla="*/ 16 w 50"/>
                  <a:gd name="T19" fmla="*/ 74 h 74"/>
                  <a:gd name="T20" fmla="*/ 34 w 50"/>
                  <a:gd name="T21" fmla="*/ 74 h 74"/>
                  <a:gd name="T22" fmla="*/ 50 w 50"/>
                  <a:gd name="T23" fmla="*/ 58 h 74"/>
                  <a:gd name="T24" fmla="*/ 50 w 50"/>
                  <a:gd name="T25" fmla="*/ 16 h 74"/>
                  <a:gd name="T26" fmla="*/ 34 w 50"/>
                  <a:gd name="T27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4">
                    <a:moveTo>
                      <a:pt x="34" y="16"/>
                    </a:moveTo>
                    <a:cubicBezTo>
                      <a:pt x="34" y="58"/>
                      <a:pt x="34" y="58"/>
                      <a:pt x="34" y="58"/>
                    </a:cubicBezTo>
                    <a:cubicBezTo>
                      <a:pt x="16" y="58"/>
                      <a:pt x="16" y="58"/>
                      <a:pt x="16" y="58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66"/>
                      <a:pt x="7" y="74"/>
                      <a:pt x="16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43" y="74"/>
                      <a:pt x="50" y="66"/>
                      <a:pt x="50" y="58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21"/>
              <p:cNvSpPr>
                <a:spLocks noEditPoints="1"/>
              </p:cNvSpPr>
              <p:nvPr/>
            </p:nvSpPr>
            <p:spPr bwMode="auto">
              <a:xfrm>
                <a:off x="1820865" y="4151132"/>
                <a:ext cx="278610" cy="194867"/>
              </a:xfrm>
              <a:custGeom>
                <a:avLst/>
                <a:gdLst>
                  <a:gd name="T0" fmla="*/ 57 w 73"/>
                  <a:gd name="T1" fmla="*/ 16 h 51"/>
                  <a:gd name="T2" fmla="*/ 57 w 73"/>
                  <a:gd name="T3" fmla="*/ 35 h 51"/>
                  <a:gd name="T4" fmla="*/ 16 w 73"/>
                  <a:gd name="T5" fmla="*/ 35 h 51"/>
                  <a:gd name="T6" fmla="*/ 16 w 73"/>
                  <a:gd name="T7" fmla="*/ 16 h 51"/>
                  <a:gd name="T8" fmla="*/ 57 w 73"/>
                  <a:gd name="T9" fmla="*/ 16 h 51"/>
                  <a:gd name="T10" fmla="*/ 57 w 73"/>
                  <a:gd name="T11" fmla="*/ 0 h 51"/>
                  <a:gd name="T12" fmla="*/ 16 w 73"/>
                  <a:gd name="T13" fmla="*/ 0 h 51"/>
                  <a:gd name="T14" fmla="*/ 0 w 73"/>
                  <a:gd name="T15" fmla="*/ 16 h 51"/>
                  <a:gd name="T16" fmla="*/ 0 w 73"/>
                  <a:gd name="T17" fmla="*/ 35 h 51"/>
                  <a:gd name="T18" fmla="*/ 16 w 73"/>
                  <a:gd name="T19" fmla="*/ 51 h 51"/>
                  <a:gd name="T20" fmla="*/ 57 w 73"/>
                  <a:gd name="T21" fmla="*/ 51 h 51"/>
                  <a:gd name="T22" fmla="*/ 73 w 73"/>
                  <a:gd name="T23" fmla="*/ 35 h 51"/>
                  <a:gd name="T24" fmla="*/ 73 w 73"/>
                  <a:gd name="T25" fmla="*/ 16 h 51"/>
                  <a:gd name="T26" fmla="*/ 57 w 73"/>
                  <a:gd name="T27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" h="51">
                    <a:moveTo>
                      <a:pt x="57" y="16"/>
                    </a:moveTo>
                    <a:cubicBezTo>
                      <a:pt x="57" y="35"/>
                      <a:pt x="57" y="35"/>
                      <a:pt x="57" y="35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7" y="16"/>
                      <a:pt x="57" y="16"/>
                      <a:pt x="57" y="16"/>
                    </a:cubicBezTo>
                    <a:moveTo>
                      <a:pt x="57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43"/>
                      <a:pt x="7" y="51"/>
                      <a:pt x="16" y="51"/>
                    </a:cubicBezTo>
                    <a:cubicBezTo>
                      <a:pt x="57" y="51"/>
                      <a:pt x="57" y="51"/>
                      <a:pt x="57" y="51"/>
                    </a:cubicBezTo>
                    <a:cubicBezTo>
                      <a:pt x="66" y="51"/>
                      <a:pt x="73" y="43"/>
                      <a:pt x="73" y="35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7"/>
                      <a:pt x="66" y="0"/>
                      <a:pt x="57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22"/>
              <p:cNvSpPr>
                <a:spLocks noEditPoints="1"/>
              </p:cNvSpPr>
              <p:nvPr/>
            </p:nvSpPr>
            <p:spPr bwMode="auto">
              <a:xfrm>
                <a:off x="1907830" y="3820986"/>
                <a:ext cx="191645" cy="273779"/>
              </a:xfrm>
              <a:custGeom>
                <a:avLst/>
                <a:gdLst>
                  <a:gd name="T0" fmla="*/ 34 w 50"/>
                  <a:gd name="T1" fmla="*/ 16 h 72"/>
                  <a:gd name="T2" fmla="*/ 34 w 50"/>
                  <a:gd name="T3" fmla="*/ 56 h 72"/>
                  <a:gd name="T4" fmla="*/ 16 w 50"/>
                  <a:gd name="T5" fmla="*/ 56 h 72"/>
                  <a:gd name="T6" fmla="*/ 16 w 50"/>
                  <a:gd name="T7" fmla="*/ 16 h 72"/>
                  <a:gd name="T8" fmla="*/ 34 w 50"/>
                  <a:gd name="T9" fmla="*/ 16 h 72"/>
                  <a:gd name="T10" fmla="*/ 34 w 50"/>
                  <a:gd name="T11" fmla="*/ 0 h 72"/>
                  <a:gd name="T12" fmla="*/ 16 w 50"/>
                  <a:gd name="T13" fmla="*/ 0 h 72"/>
                  <a:gd name="T14" fmla="*/ 0 w 50"/>
                  <a:gd name="T15" fmla="*/ 16 h 72"/>
                  <a:gd name="T16" fmla="*/ 0 w 50"/>
                  <a:gd name="T17" fmla="*/ 56 h 72"/>
                  <a:gd name="T18" fmla="*/ 16 w 50"/>
                  <a:gd name="T19" fmla="*/ 72 h 72"/>
                  <a:gd name="T20" fmla="*/ 34 w 50"/>
                  <a:gd name="T21" fmla="*/ 72 h 72"/>
                  <a:gd name="T22" fmla="*/ 50 w 50"/>
                  <a:gd name="T23" fmla="*/ 56 h 72"/>
                  <a:gd name="T24" fmla="*/ 50 w 50"/>
                  <a:gd name="T25" fmla="*/ 16 h 72"/>
                  <a:gd name="T26" fmla="*/ 34 w 50"/>
                  <a:gd name="T27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2">
                    <a:moveTo>
                      <a:pt x="34" y="16"/>
                    </a:moveTo>
                    <a:cubicBezTo>
                      <a:pt x="34" y="56"/>
                      <a:pt x="34" y="56"/>
                      <a:pt x="34" y="56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65"/>
                      <a:pt x="7" y="72"/>
                      <a:pt x="16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43" y="72"/>
                      <a:pt x="50" y="65"/>
                      <a:pt x="50" y="56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23"/>
              <p:cNvSpPr>
                <a:spLocks noEditPoints="1"/>
              </p:cNvSpPr>
              <p:nvPr/>
            </p:nvSpPr>
            <p:spPr bwMode="auto">
              <a:xfrm>
                <a:off x="1661428" y="3405486"/>
                <a:ext cx="600703" cy="594262"/>
              </a:xfrm>
              <a:custGeom>
                <a:avLst/>
                <a:gdLst>
                  <a:gd name="T0" fmla="*/ 105 w 158"/>
                  <a:gd name="T1" fmla="*/ 16 h 156"/>
                  <a:gd name="T2" fmla="*/ 140 w 158"/>
                  <a:gd name="T3" fmla="*/ 56 h 156"/>
                  <a:gd name="T4" fmla="*/ 56 w 158"/>
                  <a:gd name="T5" fmla="*/ 140 h 156"/>
                  <a:gd name="T6" fmla="*/ 17 w 158"/>
                  <a:gd name="T7" fmla="*/ 99 h 156"/>
                  <a:gd name="T8" fmla="*/ 105 w 158"/>
                  <a:gd name="T9" fmla="*/ 16 h 156"/>
                  <a:gd name="T10" fmla="*/ 105 w 158"/>
                  <a:gd name="T11" fmla="*/ 0 h 156"/>
                  <a:gd name="T12" fmla="*/ 94 w 158"/>
                  <a:gd name="T13" fmla="*/ 5 h 156"/>
                  <a:gd name="T14" fmla="*/ 6 w 158"/>
                  <a:gd name="T15" fmla="*/ 87 h 156"/>
                  <a:gd name="T16" fmla="*/ 5 w 158"/>
                  <a:gd name="T17" fmla="*/ 109 h 156"/>
                  <a:gd name="T18" fmla="*/ 44 w 158"/>
                  <a:gd name="T19" fmla="*/ 151 h 156"/>
                  <a:gd name="T20" fmla="*/ 55 w 158"/>
                  <a:gd name="T21" fmla="*/ 156 h 156"/>
                  <a:gd name="T22" fmla="*/ 56 w 158"/>
                  <a:gd name="T23" fmla="*/ 156 h 156"/>
                  <a:gd name="T24" fmla="*/ 67 w 158"/>
                  <a:gd name="T25" fmla="*/ 152 h 156"/>
                  <a:gd name="T26" fmla="*/ 151 w 158"/>
                  <a:gd name="T27" fmla="*/ 67 h 156"/>
                  <a:gd name="T28" fmla="*/ 152 w 158"/>
                  <a:gd name="T29" fmla="*/ 45 h 156"/>
                  <a:gd name="T30" fmla="*/ 117 w 158"/>
                  <a:gd name="T31" fmla="*/ 6 h 156"/>
                  <a:gd name="T32" fmla="*/ 105 w 158"/>
                  <a:gd name="T33" fmla="*/ 0 h 156"/>
                  <a:gd name="T34" fmla="*/ 105 w 158"/>
                  <a:gd name="T35" fmla="*/ 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58" h="156">
                    <a:moveTo>
                      <a:pt x="105" y="16"/>
                    </a:moveTo>
                    <a:cubicBezTo>
                      <a:pt x="140" y="56"/>
                      <a:pt x="140" y="56"/>
                      <a:pt x="140" y="56"/>
                    </a:cubicBezTo>
                    <a:cubicBezTo>
                      <a:pt x="56" y="140"/>
                      <a:pt x="56" y="140"/>
                      <a:pt x="56" y="140"/>
                    </a:cubicBezTo>
                    <a:cubicBezTo>
                      <a:pt x="17" y="99"/>
                      <a:pt x="17" y="99"/>
                      <a:pt x="17" y="99"/>
                    </a:cubicBezTo>
                    <a:cubicBezTo>
                      <a:pt x="105" y="16"/>
                      <a:pt x="105" y="16"/>
                      <a:pt x="105" y="16"/>
                    </a:cubicBezTo>
                    <a:moveTo>
                      <a:pt x="105" y="0"/>
                    </a:moveTo>
                    <a:cubicBezTo>
                      <a:pt x="101" y="0"/>
                      <a:pt x="97" y="2"/>
                      <a:pt x="94" y="5"/>
                    </a:cubicBezTo>
                    <a:cubicBezTo>
                      <a:pt x="6" y="87"/>
                      <a:pt x="6" y="87"/>
                      <a:pt x="6" y="87"/>
                    </a:cubicBezTo>
                    <a:cubicBezTo>
                      <a:pt x="0" y="93"/>
                      <a:pt x="0" y="103"/>
                      <a:pt x="5" y="109"/>
                    </a:cubicBezTo>
                    <a:cubicBezTo>
                      <a:pt x="44" y="151"/>
                      <a:pt x="44" y="151"/>
                      <a:pt x="44" y="151"/>
                    </a:cubicBezTo>
                    <a:cubicBezTo>
                      <a:pt x="47" y="154"/>
                      <a:pt x="51" y="156"/>
                      <a:pt x="55" y="156"/>
                    </a:cubicBezTo>
                    <a:cubicBezTo>
                      <a:pt x="55" y="156"/>
                      <a:pt x="56" y="156"/>
                      <a:pt x="56" y="156"/>
                    </a:cubicBezTo>
                    <a:cubicBezTo>
                      <a:pt x="60" y="156"/>
                      <a:pt x="64" y="155"/>
                      <a:pt x="67" y="152"/>
                    </a:cubicBezTo>
                    <a:cubicBezTo>
                      <a:pt x="151" y="67"/>
                      <a:pt x="151" y="67"/>
                      <a:pt x="151" y="67"/>
                    </a:cubicBezTo>
                    <a:cubicBezTo>
                      <a:pt x="157" y="61"/>
                      <a:pt x="158" y="52"/>
                      <a:pt x="152" y="45"/>
                    </a:cubicBezTo>
                    <a:cubicBezTo>
                      <a:pt x="117" y="6"/>
                      <a:pt x="117" y="6"/>
                      <a:pt x="117" y="6"/>
                    </a:cubicBezTo>
                    <a:cubicBezTo>
                      <a:pt x="114" y="3"/>
                      <a:pt x="110" y="1"/>
                      <a:pt x="105" y="0"/>
                    </a:cubicBezTo>
                    <a:cubicBezTo>
                      <a:pt x="105" y="0"/>
                      <a:pt x="105" y="0"/>
                      <a:pt x="105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24"/>
              <p:cNvSpPr>
                <a:spLocks noEditPoints="1"/>
              </p:cNvSpPr>
              <p:nvPr/>
            </p:nvSpPr>
            <p:spPr bwMode="auto">
              <a:xfrm>
                <a:off x="1555138" y="3790388"/>
                <a:ext cx="318872" cy="293105"/>
              </a:xfrm>
              <a:custGeom>
                <a:avLst/>
                <a:gdLst>
                  <a:gd name="T0" fmla="*/ 32 w 84"/>
                  <a:gd name="T1" fmla="*/ 16 h 77"/>
                  <a:gd name="T2" fmla="*/ 67 w 84"/>
                  <a:gd name="T3" fmla="*/ 50 h 77"/>
                  <a:gd name="T4" fmla="*/ 17 w 84"/>
                  <a:gd name="T5" fmla="*/ 61 h 77"/>
                  <a:gd name="T6" fmla="*/ 32 w 84"/>
                  <a:gd name="T7" fmla="*/ 16 h 77"/>
                  <a:gd name="T8" fmla="*/ 32 w 84"/>
                  <a:gd name="T9" fmla="*/ 0 h 77"/>
                  <a:gd name="T10" fmla="*/ 28 w 84"/>
                  <a:gd name="T11" fmla="*/ 1 h 77"/>
                  <a:gd name="T12" fmla="*/ 17 w 84"/>
                  <a:gd name="T13" fmla="*/ 11 h 77"/>
                  <a:gd name="T14" fmla="*/ 2 w 84"/>
                  <a:gd name="T15" fmla="*/ 56 h 77"/>
                  <a:gd name="T16" fmla="*/ 5 w 84"/>
                  <a:gd name="T17" fmla="*/ 72 h 77"/>
                  <a:gd name="T18" fmla="*/ 17 w 84"/>
                  <a:gd name="T19" fmla="*/ 77 h 77"/>
                  <a:gd name="T20" fmla="*/ 20 w 84"/>
                  <a:gd name="T21" fmla="*/ 76 h 77"/>
                  <a:gd name="T22" fmla="*/ 71 w 84"/>
                  <a:gd name="T23" fmla="*/ 65 h 77"/>
                  <a:gd name="T24" fmla="*/ 83 w 84"/>
                  <a:gd name="T25" fmla="*/ 54 h 77"/>
                  <a:gd name="T26" fmla="*/ 78 w 84"/>
                  <a:gd name="T27" fmla="*/ 38 h 77"/>
                  <a:gd name="T28" fmla="*/ 43 w 84"/>
                  <a:gd name="T29" fmla="*/ 5 h 77"/>
                  <a:gd name="T30" fmla="*/ 32 w 84"/>
                  <a:gd name="T31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4" h="77">
                    <a:moveTo>
                      <a:pt x="32" y="16"/>
                    </a:moveTo>
                    <a:cubicBezTo>
                      <a:pt x="67" y="50"/>
                      <a:pt x="67" y="50"/>
                      <a:pt x="67" y="50"/>
                    </a:cubicBezTo>
                    <a:cubicBezTo>
                      <a:pt x="17" y="61"/>
                      <a:pt x="17" y="61"/>
                      <a:pt x="17" y="61"/>
                    </a:cubicBezTo>
                    <a:cubicBezTo>
                      <a:pt x="32" y="16"/>
                      <a:pt x="32" y="16"/>
                      <a:pt x="32" y="16"/>
                    </a:cubicBezTo>
                    <a:moveTo>
                      <a:pt x="32" y="0"/>
                    </a:moveTo>
                    <a:cubicBezTo>
                      <a:pt x="31" y="0"/>
                      <a:pt x="29" y="0"/>
                      <a:pt x="28" y="1"/>
                    </a:cubicBezTo>
                    <a:cubicBezTo>
                      <a:pt x="23" y="2"/>
                      <a:pt x="18" y="6"/>
                      <a:pt x="17" y="11"/>
                    </a:cubicBezTo>
                    <a:cubicBezTo>
                      <a:pt x="2" y="56"/>
                      <a:pt x="2" y="56"/>
                      <a:pt x="2" y="56"/>
                    </a:cubicBezTo>
                    <a:cubicBezTo>
                      <a:pt x="0" y="61"/>
                      <a:pt x="1" y="67"/>
                      <a:pt x="5" y="72"/>
                    </a:cubicBezTo>
                    <a:cubicBezTo>
                      <a:pt x="8" y="75"/>
                      <a:pt x="12" y="77"/>
                      <a:pt x="17" y="77"/>
                    </a:cubicBezTo>
                    <a:cubicBezTo>
                      <a:pt x="18" y="77"/>
                      <a:pt x="19" y="77"/>
                      <a:pt x="20" y="76"/>
                    </a:cubicBezTo>
                    <a:cubicBezTo>
                      <a:pt x="71" y="65"/>
                      <a:pt x="71" y="65"/>
                      <a:pt x="71" y="65"/>
                    </a:cubicBezTo>
                    <a:cubicBezTo>
                      <a:pt x="77" y="64"/>
                      <a:pt x="81" y="59"/>
                      <a:pt x="83" y="54"/>
                    </a:cubicBezTo>
                    <a:cubicBezTo>
                      <a:pt x="84" y="48"/>
                      <a:pt x="83" y="42"/>
                      <a:pt x="78" y="38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40" y="2"/>
                      <a:pt x="36" y="0"/>
                      <a:pt x="32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25"/>
              <p:cNvSpPr>
                <a:spLocks/>
              </p:cNvSpPr>
              <p:nvPr/>
            </p:nvSpPr>
            <p:spPr bwMode="auto">
              <a:xfrm>
                <a:off x="1371545" y="3642225"/>
                <a:ext cx="69249" cy="148163"/>
              </a:xfrm>
              <a:custGeom>
                <a:avLst/>
                <a:gdLst>
                  <a:gd name="T0" fmla="*/ 0 w 43"/>
                  <a:gd name="T1" fmla="*/ 0 h 92"/>
                  <a:gd name="T2" fmla="*/ 43 w 43"/>
                  <a:gd name="T3" fmla="*/ 0 h 92"/>
                  <a:gd name="T4" fmla="*/ 43 w 43"/>
                  <a:gd name="T5" fmla="*/ 92 h 92"/>
                  <a:gd name="T6" fmla="*/ 0 w 43"/>
                  <a:gd name="T7" fmla="*/ 92 h 92"/>
                  <a:gd name="T8" fmla="*/ 0 w 43"/>
                  <a:gd name="T9" fmla="*/ 0 h 92"/>
                  <a:gd name="T10" fmla="*/ 0 w 43"/>
                  <a:gd name="T11" fmla="*/ 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2">
                    <a:moveTo>
                      <a:pt x="0" y="0"/>
                    </a:moveTo>
                    <a:lnTo>
                      <a:pt x="43" y="0"/>
                    </a:lnTo>
                    <a:lnTo>
                      <a:pt x="43" y="92"/>
                    </a:lnTo>
                    <a:lnTo>
                      <a:pt x="0" y="9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26"/>
              <p:cNvSpPr>
                <a:spLocks/>
              </p:cNvSpPr>
              <p:nvPr/>
            </p:nvSpPr>
            <p:spPr bwMode="auto">
              <a:xfrm>
                <a:off x="1371545" y="3642225"/>
                <a:ext cx="156215" cy="59588"/>
              </a:xfrm>
              <a:custGeom>
                <a:avLst/>
                <a:gdLst>
                  <a:gd name="T0" fmla="*/ 0 w 97"/>
                  <a:gd name="T1" fmla="*/ 0 h 37"/>
                  <a:gd name="T2" fmla="*/ 97 w 97"/>
                  <a:gd name="T3" fmla="*/ 0 h 37"/>
                  <a:gd name="T4" fmla="*/ 97 w 97"/>
                  <a:gd name="T5" fmla="*/ 37 h 37"/>
                  <a:gd name="T6" fmla="*/ 0 w 97"/>
                  <a:gd name="T7" fmla="*/ 37 h 37"/>
                  <a:gd name="T8" fmla="*/ 0 w 97"/>
                  <a:gd name="T9" fmla="*/ 0 h 37"/>
                  <a:gd name="T10" fmla="*/ 0 w 97"/>
                  <a:gd name="T11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7" h="37">
                    <a:moveTo>
                      <a:pt x="0" y="0"/>
                    </a:moveTo>
                    <a:lnTo>
                      <a:pt x="97" y="0"/>
                    </a:lnTo>
                    <a:lnTo>
                      <a:pt x="97" y="37"/>
                    </a:lnTo>
                    <a:lnTo>
                      <a:pt x="0" y="37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27"/>
              <p:cNvSpPr>
                <a:spLocks/>
              </p:cNvSpPr>
              <p:nvPr/>
            </p:nvSpPr>
            <p:spPr bwMode="auto">
              <a:xfrm>
                <a:off x="1622777" y="3642225"/>
                <a:ext cx="161046" cy="59588"/>
              </a:xfrm>
              <a:custGeom>
                <a:avLst/>
                <a:gdLst>
                  <a:gd name="T0" fmla="*/ 0 w 100"/>
                  <a:gd name="T1" fmla="*/ 37 h 37"/>
                  <a:gd name="T2" fmla="*/ 0 w 100"/>
                  <a:gd name="T3" fmla="*/ 0 h 37"/>
                  <a:gd name="T4" fmla="*/ 100 w 100"/>
                  <a:gd name="T5" fmla="*/ 0 h 37"/>
                  <a:gd name="T6" fmla="*/ 64 w 100"/>
                  <a:gd name="T7" fmla="*/ 37 h 37"/>
                  <a:gd name="T8" fmla="*/ 0 w 100"/>
                  <a:gd name="T9" fmla="*/ 37 h 37"/>
                  <a:gd name="T10" fmla="*/ 0 w 100"/>
                  <a:gd name="T11" fmla="*/ 37 h 37"/>
                  <a:gd name="T12" fmla="*/ 0 w 100"/>
                  <a:gd name="T1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0" h="37">
                    <a:moveTo>
                      <a:pt x="0" y="37"/>
                    </a:moveTo>
                    <a:lnTo>
                      <a:pt x="0" y="0"/>
                    </a:lnTo>
                    <a:lnTo>
                      <a:pt x="100" y="0"/>
                    </a:lnTo>
                    <a:lnTo>
                      <a:pt x="64" y="37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Freeform 28"/>
              <p:cNvSpPr>
                <a:spLocks/>
              </p:cNvSpPr>
              <p:nvPr/>
            </p:nvSpPr>
            <p:spPr bwMode="auto">
              <a:xfrm>
                <a:off x="1622777" y="4212330"/>
                <a:ext cx="161046" cy="72471"/>
              </a:xfrm>
              <a:custGeom>
                <a:avLst/>
                <a:gdLst>
                  <a:gd name="T0" fmla="*/ 0 w 100"/>
                  <a:gd name="T1" fmla="*/ 0 h 45"/>
                  <a:gd name="T2" fmla="*/ 100 w 100"/>
                  <a:gd name="T3" fmla="*/ 0 h 45"/>
                  <a:gd name="T4" fmla="*/ 100 w 100"/>
                  <a:gd name="T5" fmla="*/ 45 h 45"/>
                  <a:gd name="T6" fmla="*/ 0 w 100"/>
                  <a:gd name="T7" fmla="*/ 45 h 45"/>
                  <a:gd name="T8" fmla="*/ 0 w 100"/>
                  <a:gd name="T9" fmla="*/ 0 h 45"/>
                  <a:gd name="T10" fmla="*/ 0 w 100"/>
                  <a:gd name="T11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0" h="45">
                    <a:moveTo>
                      <a:pt x="0" y="0"/>
                    </a:moveTo>
                    <a:lnTo>
                      <a:pt x="100" y="0"/>
                    </a:lnTo>
                    <a:lnTo>
                      <a:pt x="100" y="45"/>
                    </a:lnTo>
                    <a:lnTo>
                      <a:pt x="0" y="4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Freeform 29"/>
              <p:cNvSpPr>
                <a:spLocks/>
              </p:cNvSpPr>
              <p:nvPr/>
            </p:nvSpPr>
            <p:spPr bwMode="auto">
              <a:xfrm>
                <a:off x="1371545" y="4125365"/>
                <a:ext cx="69249" cy="159437"/>
              </a:xfrm>
              <a:custGeom>
                <a:avLst/>
                <a:gdLst>
                  <a:gd name="T0" fmla="*/ 0 w 43"/>
                  <a:gd name="T1" fmla="*/ 0 h 99"/>
                  <a:gd name="T2" fmla="*/ 43 w 43"/>
                  <a:gd name="T3" fmla="*/ 0 h 99"/>
                  <a:gd name="T4" fmla="*/ 43 w 43"/>
                  <a:gd name="T5" fmla="*/ 99 h 99"/>
                  <a:gd name="T6" fmla="*/ 0 w 43"/>
                  <a:gd name="T7" fmla="*/ 99 h 99"/>
                  <a:gd name="T8" fmla="*/ 0 w 43"/>
                  <a:gd name="T9" fmla="*/ 0 h 99"/>
                  <a:gd name="T10" fmla="*/ 0 w 43"/>
                  <a:gd name="T11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9">
                    <a:moveTo>
                      <a:pt x="0" y="0"/>
                    </a:moveTo>
                    <a:lnTo>
                      <a:pt x="43" y="0"/>
                    </a:lnTo>
                    <a:lnTo>
                      <a:pt x="43" y="99"/>
                    </a:lnTo>
                    <a:lnTo>
                      <a:pt x="0" y="99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30"/>
              <p:cNvSpPr>
                <a:spLocks/>
              </p:cNvSpPr>
              <p:nvPr/>
            </p:nvSpPr>
            <p:spPr bwMode="auto">
              <a:xfrm>
                <a:off x="1371545" y="4212330"/>
                <a:ext cx="156215" cy="72471"/>
              </a:xfrm>
              <a:custGeom>
                <a:avLst/>
                <a:gdLst>
                  <a:gd name="T0" fmla="*/ 0 w 97"/>
                  <a:gd name="T1" fmla="*/ 0 h 45"/>
                  <a:gd name="T2" fmla="*/ 97 w 97"/>
                  <a:gd name="T3" fmla="*/ 0 h 45"/>
                  <a:gd name="T4" fmla="*/ 97 w 97"/>
                  <a:gd name="T5" fmla="*/ 45 h 45"/>
                  <a:gd name="T6" fmla="*/ 0 w 97"/>
                  <a:gd name="T7" fmla="*/ 45 h 45"/>
                  <a:gd name="T8" fmla="*/ 0 w 97"/>
                  <a:gd name="T9" fmla="*/ 0 h 45"/>
                  <a:gd name="T10" fmla="*/ 0 w 97"/>
                  <a:gd name="T11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7" h="45">
                    <a:moveTo>
                      <a:pt x="0" y="0"/>
                    </a:moveTo>
                    <a:lnTo>
                      <a:pt x="97" y="0"/>
                    </a:lnTo>
                    <a:lnTo>
                      <a:pt x="97" y="45"/>
                    </a:lnTo>
                    <a:lnTo>
                      <a:pt x="0" y="4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Freeform 31"/>
              <p:cNvSpPr>
                <a:spLocks/>
              </p:cNvSpPr>
              <p:nvPr/>
            </p:nvSpPr>
            <p:spPr bwMode="auto">
              <a:xfrm>
                <a:off x="1371545" y="3880574"/>
                <a:ext cx="69249" cy="152995"/>
              </a:xfrm>
              <a:custGeom>
                <a:avLst/>
                <a:gdLst>
                  <a:gd name="T0" fmla="*/ 0 w 43"/>
                  <a:gd name="T1" fmla="*/ 0 h 95"/>
                  <a:gd name="T2" fmla="*/ 43 w 43"/>
                  <a:gd name="T3" fmla="*/ 0 h 95"/>
                  <a:gd name="T4" fmla="*/ 43 w 43"/>
                  <a:gd name="T5" fmla="*/ 95 h 95"/>
                  <a:gd name="T6" fmla="*/ 0 w 43"/>
                  <a:gd name="T7" fmla="*/ 95 h 95"/>
                  <a:gd name="T8" fmla="*/ 0 w 43"/>
                  <a:gd name="T9" fmla="*/ 0 h 95"/>
                  <a:gd name="T10" fmla="*/ 0 w 43"/>
                  <a:gd name="T11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5">
                    <a:moveTo>
                      <a:pt x="0" y="0"/>
                    </a:moveTo>
                    <a:lnTo>
                      <a:pt x="43" y="0"/>
                    </a:lnTo>
                    <a:lnTo>
                      <a:pt x="43" y="95"/>
                    </a:lnTo>
                    <a:lnTo>
                      <a:pt x="0" y="9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" name="Freeform 32"/>
              <p:cNvSpPr>
                <a:spLocks/>
              </p:cNvSpPr>
              <p:nvPr/>
            </p:nvSpPr>
            <p:spPr bwMode="auto">
              <a:xfrm>
                <a:off x="1969027" y="4125365"/>
                <a:ext cx="69249" cy="159437"/>
              </a:xfrm>
              <a:custGeom>
                <a:avLst/>
                <a:gdLst>
                  <a:gd name="T0" fmla="*/ 0 w 43"/>
                  <a:gd name="T1" fmla="*/ 0 h 99"/>
                  <a:gd name="T2" fmla="*/ 43 w 43"/>
                  <a:gd name="T3" fmla="*/ 0 h 99"/>
                  <a:gd name="T4" fmla="*/ 43 w 43"/>
                  <a:gd name="T5" fmla="*/ 99 h 99"/>
                  <a:gd name="T6" fmla="*/ 0 w 43"/>
                  <a:gd name="T7" fmla="*/ 99 h 99"/>
                  <a:gd name="T8" fmla="*/ 0 w 43"/>
                  <a:gd name="T9" fmla="*/ 0 h 99"/>
                  <a:gd name="T10" fmla="*/ 0 w 43"/>
                  <a:gd name="T11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9">
                    <a:moveTo>
                      <a:pt x="0" y="0"/>
                    </a:moveTo>
                    <a:lnTo>
                      <a:pt x="43" y="0"/>
                    </a:lnTo>
                    <a:lnTo>
                      <a:pt x="43" y="99"/>
                    </a:lnTo>
                    <a:lnTo>
                      <a:pt x="0" y="99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" name="Freeform 33"/>
              <p:cNvSpPr>
                <a:spLocks/>
              </p:cNvSpPr>
              <p:nvPr/>
            </p:nvSpPr>
            <p:spPr bwMode="auto">
              <a:xfrm>
                <a:off x="1882062" y="4212330"/>
                <a:ext cx="156215" cy="72471"/>
              </a:xfrm>
              <a:custGeom>
                <a:avLst/>
                <a:gdLst>
                  <a:gd name="T0" fmla="*/ 0 w 97"/>
                  <a:gd name="T1" fmla="*/ 0 h 45"/>
                  <a:gd name="T2" fmla="*/ 97 w 97"/>
                  <a:gd name="T3" fmla="*/ 0 h 45"/>
                  <a:gd name="T4" fmla="*/ 97 w 97"/>
                  <a:gd name="T5" fmla="*/ 45 h 45"/>
                  <a:gd name="T6" fmla="*/ 0 w 97"/>
                  <a:gd name="T7" fmla="*/ 45 h 45"/>
                  <a:gd name="T8" fmla="*/ 0 w 97"/>
                  <a:gd name="T9" fmla="*/ 0 h 45"/>
                  <a:gd name="T10" fmla="*/ 0 w 97"/>
                  <a:gd name="T11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7" h="45">
                    <a:moveTo>
                      <a:pt x="0" y="0"/>
                    </a:moveTo>
                    <a:lnTo>
                      <a:pt x="97" y="0"/>
                    </a:lnTo>
                    <a:lnTo>
                      <a:pt x="97" y="45"/>
                    </a:lnTo>
                    <a:lnTo>
                      <a:pt x="0" y="4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" name="Freeform 34"/>
              <p:cNvSpPr>
                <a:spLocks/>
              </p:cNvSpPr>
              <p:nvPr/>
            </p:nvSpPr>
            <p:spPr bwMode="auto">
              <a:xfrm>
                <a:off x="1969027" y="3880574"/>
                <a:ext cx="69249" cy="152995"/>
              </a:xfrm>
              <a:custGeom>
                <a:avLst/>
                <a:gdLst>
                  <a:gd name="T0" fmla="*/ 0 w 43"/>
                  <a:gd name="T1" fmla="*/ 0 h 95"/>
                  <a:gd name="T2" fmla="*/ 43 w 43"/>
                  <a:gd name="T3" fmla="*/ 0 h 95"/>
                  <a:gd name="T4" fmla="*/ 43 w 43"/>
                  <a:gd name="T5" fmla="*/ 95 h 95"/>
                  <a:gd name="T6" fmla="*/ 0 w 43"/>
                  <a:gd name="T7" fmla="*/ 95 h 95"/>
                  <a:gd name="T8" fmla="*/ 0 w 43"/>
                  <a:gd name="T9" fmla="*/ 0 h 95"/>
                  <a:gd name="T10" fmla="*/ 0 w 43"/>
                  <a:gd name="T11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5">
                    <a:moveTo>
                      <a:pt x="0" y="0"/>
                    </a:moveTo>
                    <a:lnTo>
                      <a:pt x="43" y="0"/>
                    </a:lnTo>
                    <a:lnTo>
                      <a:pt x="43" y="95"/>
                    </a:lnTo>
                    <a:lnTo>
                      <a:pt x="0" y="9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Freeform 35"/>
              <p:cNvSpPr>
                <a:spLocks/>
              </p:cNvSpPr>
              <p:nvPr/>
            </p:nvSpPr>
            <p:spPr bwMode="auto">
              <a:xfrm>
                <a:off x="1725847" y="3466684"/>
                <a:ext cx="468645" cy="471867"/>
              </a:xfrm>
              <a:custGeom>
                <a:avLst/>
                <a:gdLst>
                  <a:gd name="T0" fmla="*/ 208 w 291"/>
                  <a:gd name="T1" fmla="*/ 0 h 293"/>
                  <a:gd name="T2" fmla="*/ 0 w 291"/>
                  <a:gd name="T3" fmla="*/ 196 h 293"/>
                  <a:gd name="T4" fmla="*/ 92 w 291"/>
                  <a:gd name="T5" fmla="*/ 293 h 293"/>
                  <a:gd name="T6" fmla="*/ 291 w 291"/>
                  <a:gd name="T7" fmla="*/ 94 h 293"/>
                  <a:gd name="T8" fmla="*/ 208 w 291"/>
                  <a:gd name="T9" fmla="*/ 0 h 293"/>
                  <a:gd name="T10" fmla="*/ 208 w 291"/>
                  <a:gd name="T11" fmla="*/ 0 h 293"/>
                  <a:gd name="T12" fmla="*/ 208 w 291"/>
                  <a:gd name="T13" fmla="*/ 0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1" h="293">
                    <a:moveTo>
                      <a:pt x="208" y="0"/>
                    </a:moveTo>
                    <a:lnTo>
                      <a:pt x="0" y="196"/>
                    </a:lnTo>
                    <a:lnTo>
                      <a:pt x="92" y="293"/>
                    </a:lnTo>
                    <a:lnTo>
                      <a:pt x="291" y="94"/>
                    </a:lnTo>
                    <a:lnTo>
                      <a:pt x="208" y="0"/>
                    </a:lnTo>
                    <a:lnTo>
                      <a:pt x="208" y="0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Freeform 36"/>
              <p:cNvSpPr>
                <a:spLocks/>
              </p:cNvSpPr>
              <p:nvPr/>
            </p:nvSpPr>
            <p:spPr bwMode="auto">
              <a:xfrm>
                <a:off x="1619556" y="3849975"/>
                <a:ext cx="190035" cy="172320"/>
              </a:xfrm>
              <a:custGeom>
                <a:avLst/>
                <a:gdLst>
                  <a:gd name="T0" fmla="*/ 35 w 118"/>
                  <a:gd name="T1" fmla="*/ 0 h 107"/>
                  <a:gd name="T2" fmla="*/ 0 w 118"/>
                  <a:gd name="T3" fmla="*/ 107 h 107"/>
                  <a:gd name="T4" fmla="*/ 118 w 118"/>
                  <a:gd name="T5" fmla="*/ 81 h 107"/>
                  <a:gd name="T6" fmla="*/ 35 w 118"/>
                  <a:gd name="T7" fmla="*/ 0 h 107"/>
                  <a:gd name="T8" fmla="*/ 35 w 118"/>
                  <a:gd name="T9" fmla="*/ 0 h 107"/>
                  <a:gd name="T10" fmla="*/ 35 w 118"/>
                  <a:gd name="T11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8" h="107">
                    <a:moveTo>
                      <a:pt x="35" y="0"/>
                    </a:moveTo>
                    <a:lnTo>
                      <a:pt x="0" y="107"/>
                    </a:lnTo>
                    <a:lnTo>
                      <a:pt x="118" y="81"/>
                    </a:lnTo>
                    <a:lnTo>
                      <a:pt x="35" y="0"/>
                    </a:lnTo>
                    <a:lnTo>
                      <a:pt x="35" y="0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31D8C5E-B231-4646-BDD7-8D31A8726725}"/>
              </a:ext>
            </a:extLst>
          </p:cNvPr>
          <p:cNvSpPr txBox="1"/>
          <p:nvPr/>
        </p:nvSpPr>
        <p:spPr>
          <a:xfrm>
            <a:off x="1722569" y="2057400"/>
            <a:ext cx="22398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Bài 1</a:t>
            </a:r>
            <a:endParaRPr lang="en-US" sz="6000" b="1"/>
          </a:p>
        </p:txBody>
      </p:sp>
      <p:sp>
        <p:nvSpPr>
          <p:cNvPr id="103" name="Round Same Side Corner Rectangle 6">
            <a:extLst>
              <a:ext uri="{FF2B5EF4-FFF2-40B4-BE49-F238E27FC236}">
                <a16:creationId xmlns:a16="http://schemas.microsoft.com/office/drawing/2014/main" id="{434B2CEB-32A5-449F-AF7B-FDDE9B965241}"/>
              </a:ext>
            </a:extLst>
          </p:cNvPr>
          <p:cNvSpPr/>
          <p:nvPr/>
        </p:nvSpPr>
        <p:spPr>
          <a:xfrm flipV="1">
            <a:off x="7317560" y="1602363"/>
            <a:ext cx="9518389" cy="1099993"/>
          </a:xfrm>
          <a:prstGeom prst="round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4D90D6F-F210-4FDE-B2C0-A6665B648DA4}"/>
              </a:ext>
            </a:extLst>
          </p:cNvPr>
          <p:cNvSpPr txBox="1"/>
          <p:nvPr/>
        </p:nvSpPr>
        <p:spPr>
          <a:xfrm>
            <a:off x="8155532" y="1643824"/>
            <a:ext cx="82573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BÀI TẬP TRẮC NGHIỆM</a:t>
            </a:r>
            <a:endParaRPr lang="vi-VN" sz="5400" b="1" dirty="0">
              <a:solidFill>
                <a:schemeClr val="bg1"/>
              </a:solidFill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35">
            <a:extLst>
              <a:ext uri="{FF2B5EF4-FFF2-40B4-BE49-F238E27FC236}">
                <a16:creationId xmlns:a16="http://schemas.microsoft.com/office/drawing/2014/main" id="{EC5E8753-ACA0-4276-AE94-0FBFFA37E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6149" y="3279120"/>
            <a:ext cx="2138449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en-US" sz="6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 các hàm số sau, hàm số nào có đồ thị nhận đường thẳng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nl-NL" altLang="en-US" sz="6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làm trục đối x</a:t>
            </a:r>
            <a:r>
              <a:rPr lang="en-US" altLang="en-US" sz="6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kumimoji="0" lang="nl-NL" altLang="en-US" sz="6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kumimoji="0" lang="nl-NL" altLang="en-US" sz="6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FC75842-17F9-4339-9937-B722E99A96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4304513"/>
              </p:ext>
            </p:extLst>
          </p:nvPr>
        </p:nvGraphicFramePr>
        <p:xfrm>
          <a:off x="21295177" y="3345372"/>
          <a:ext cx="1485554" cy="9032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42" name="Equation" r:id="rId3" imgW="328347" imgH="176802" progId="Equation.DSMT4">
                  <p:embed/>
                </p:oleObj>
              </mc:Choice>
              <mc:Fallback>
                <p:oleObj name="Equation" r:id="rId3" imgW="328347" imgH="176802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95177" y="3345372"/>
                        <a:ext cx="1485554" cy="90324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5027EAF4-75D7-4E00-8552-4911A6786F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9642189"/>
              </p:ext>
            </p:extLst>
          </p:nvPr>
        </p:nvGraphicFramePr>
        <p:xfrm>
          <a:off x="4117975" y="5318125"/>
          <a:ext cx="5953125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43" name="Equation" r:id="rId5" imgW="1295280" imgH="253800" progId="Equation.DSMT4">
                  <p:embed/>
                </p:oleObj>
              </mc:Choice>
              <mc:Fallback>
                <p:oleObj name="Equation" r:id="rId5" imgW="12952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17975" y="5318125"/>
                        <a:ext cx="5953125" cy="1168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9A763313-7995-4F28-BA5C-3B0C47CC25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0644232"/>
              </p:ext>
            </p:extLst>
          </p:nvPr>
        </p:nvGraphicFramePr>
        <p:xfrm>
          <a:off x="14036675" y="5280025"/>
          <a:ext cx="5600700" cy="1166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44" name="Equation" r:id="rId7" imgW="1218960" imgH="253800" progId="Equation.DSMT4">
                  <p:embed/>
                </p:oleObj>
              </mc:Choice>
              <mc:Fallback>
                <p:oleObj name="Equation" r:id="rId7" imgW="12189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036675" y="5280025"/>
                        <a:ext cx="5600700" cy="1166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E1C6CEF2-C24B-4B91-9F71-8FC6ADA43C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9739494"/>
              </p:ext>
            </p:extLst>
          </p:nvPr>
        </p:nvGraphicFramePr>
        <p:xfrm>
          <a:off x="4105275" y="6808787"/>
          <a:ext cx="5484813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45" name="Equation" r:id="rId9" imgW="1193760" imgH="253800" progId="Equation.DSMT4">
                  <p:embed/>
                </p:oleObj>
              </mc:Choice>
              <mc:Fallback>
                <p:oleObj name="Equation" r:id="rId9" imgW="11937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05275" y="6808787"/>
                        <a:ext cx="5484813" cy="1166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C2D384C1-E725-45C5-8DEB-BBDF7C70D8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7418496"/>
              </p:ext>
            </p:extLst>
          </p:nvPr>
        </p:nvGraphicFramePr>
        <p:xfrm>
          <a:off x="14097000" y="6834187"/>
          <a:ext cx="4960938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46" name="Equation" r:id="rId11" imgW="1079280" imgH="253800" progId="Equation.DSMT4">
                  <p:embed/>
                </p:oleObj>
              </mc:Choice>
              <mc:Fallback>
                <p:oleObj name="Equation" r:id="rId11" imgW="10792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097000" y="6834187"/>
                        <a:ext cx="4960938" cy="1166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C0BC45CA-C4B3-476C-8FBD-190553FC3BF8}"/>
              </a:ext>
            </a:extLst>
          </p:cNvPr>
          <p:cNvSpPr/>
          <p:nvPr/>
        </p:nvSpPr>
        <p:spPr>
          <a:xfrm>
            <a:off x="5943600" y="9844220"/>
            <a:ext cx="288014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sz="6000" b="1">
                <a:latin typeface="Times New Roman" panose="02020603050405020304" pitchFamily="18" charset="0"/>
                <a:ea typeface="Calibri" panose="020F0502020204030204" pitchFamily="34" charset="0"/>
              </a:rPr>
              <a:t>Chọn A.</a:t>
            </a:r>
            <a:endParaRPr lang="en-US" sz="6000"/>
          </a:p>
        </p:txBody>
      </p:sp>
      <p:sp>
        <p:nvSpPr>
          <p:cNvPr id="18" name="Rectangle 44">
            <a:extLst>
              <a:ext uri="{FF2B5EF4-FFF2-40B4-BE49-F238E27FC236}">
                <a16:creationId xmlns:a16="http://schemas.microsoft.com/office/drawing/2014/main" id="{FB1E20A6-C0FD-4A6C-A320-5BF72630B8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11056513"/>
            <a:ext cx="544833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nl-NL" altLang="en-US" sz="6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kumimoji="0" lang="nl-NL" altLang="en-US" sz="6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có</a:t>
            </a:r>
            <a:r>
              <a:rPr kumimoji="0" lang="nl-NL" altLang="en-US" sz="6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nl-NL" altLang="en-US" sz="6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F8A7C206-4F3C-48CC-A935-E4C462476C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6973950"/>
              </p:ext>
            </p:extLst>
          </p:nvPr>
        </p:nvGraphicFramePr>
        <p:xfrm>
          <a:off x="7962764" y="10699588"/>
          <a:ext cx="2728151" cy="195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47" name="Equation" r:id="rId13" imgW="533169" imgH="393529" progId="Equation.DSMT4">
                  <p:embed/>
                </p:oleObj>
              </mc:Choice>
              <mc:Fallback>
                <p:oleObj name="Equation" r:id="rId13" imgW="533169" imgH="393529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2764" y="10699588"/>
                        <a:ext cx="2728151" cy="19578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93580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05001A8-F1AC-4436-829D-76F3665AC754}"/>
              </a:ext>
            </a:extLst>
          </p:cNvPr>
          <p:cNvSpPr/>
          <p:nvPr/>
        </p:nvSpPr>
        <p:spPr>
          <a:xfrm>
            <a:off x="936019" y="7506381"/>
            <a:ext cx="22666735" cy="590481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496498" y="2049730"/>
            <a:ext cx="23172879" cy="4744283"/>
            <a:chOff x="1076414" y="4403390"/>
            <a:chExt cx="23172879" cy="2940411"/>
          </a:xfrm>
        </p:grpSpPr>
        <p:grpSp>
          <p:nvGrpSpPr>
            <p:cNvPr id="45" name="Group 5"/>
            <p:cNvGrpSpPr/>
            <p:nvPr/>
          </p:nvGrpSpPr>
          <p:grpSpPr>
            <a:xfrm>
              <a:off x="1533269" y="4671091"/>
              <a:ext cx="22716024" cy="2672710"/>
              <a:chOff x="637542" y="1083939"/>
              <a:chExt cx="8945331" cy="1052258"/>
            </a:xfrm>
          </p:grpSpPr>
          <p:sp>
            <p:nvSpPr>
              <p:cNvPr id="65" name="Rounded Rectangle 64"/>
              <p:cNvSpPr/>
              <p:nvPr/>
            </p:nvSpPr>
            <p:spPr>
              <a:xfrm>
                <a:off x="637542" y="1083939"/>
                <a:ext cx="8945331" cy="1052258"/>
              </a:xfrm>
              <a:prstGeom prst="roundRect">
                <a:avLst>
                  <a:gd name="adj" fmla="val 4110"/>
                </a:avLst>
              </a:prstGeom>
              <a:solidFill>
                <a:srgbClr val="BEDCF4"/>
              </a:solidFill>
              <a:ln w="28575">
                <a:solidFill>
                  <a:srgbClr val="0999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18000" rIns="36000" bIns="18000" rtlCol="0" anchor="ctr"/>
              <a:lstStyle/>
              <a:p>
                <a:pPr algn="ctr"/>
                <a:endParaRPr lang="en-US" sz="460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1007731" y="1742814"/>
                <a:ext cx="7867095" cy="2429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ts val="4000"/>
                  </a:lnSpc>
                </a:pPr>
                <a:endParaRPr lang="en-US" sz="4600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p:grpSp>
        <p:grpSp>
          <p:nvGrpSpPr>
            <p:cNvPr id="46" name="Group 65"/>
            <p:cNvGrpSpPr/>
            <p:nvPr/>
          </p:nvGrpSpPr>
          <p:grpSpPr>
            <a:xfrm>
              <a:off x="1076414" y="4403390"/>
              <a:ext cx="3712331" cy="614700"/>
              <a:chOff x="166396" y="8780577"/>
              <a:chExt cx="3712331" cy="614700"/>
            </a:xfrm>
          </p:grpSpPr>
          <p:sp>
            <p:nvSpPr>
              <p:cNvPr id="50" name="Freeform 20"/>
              <p:cNvSpPr>
                <a:spLocks/>
              </p:cNvSpPr>
              <p:nvPr/>
            </p:nvSpPr>
            <p:spPr bwMode="auto">
              <a:xfrm>
                <a:off x="384522" y="8844503"/>
                <a:ext cx="3494205" cy="550774"/>
              </a:xfrm>
              <a:prstGeom prst="roundRect">
                <a:avLst/>
              </a:prstGeom>
              <a:solidFill>
                <a:srgbClr val="0072BC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US" sz="6000">
                    <a:solidFill>
                      <a:schemeClr val="bg1">
                        <a:lumMod val="95000"/>
                      </a:schemeClr>
                    </a:solidFill>
                    <a:latin typeface="Times New Roman" panose="02020603050405020304" pitchFamily="18" charset="0"/>
                    <a:ea typeface="Tahoma" pitchFamily="34" charset="0"/>
                    <a:cs typeface="Times New Roman" panose="02020603050405020304" pitchFamily="18" charset="0"/>
                  </a:rPr>
                  <a:t>    </a:t>
                </a:r>
              </a:p>
            </p:txBody>
          </p:sp>
          <p:grpSp>
            <p:nvGrpSpPr>
              <p:cNvPr id="51" name="Group 7"/>
              <p:cNvGrpSpPr/>
              <p:nvPr/>
            </p:nvGrpSpPr>
            <p:grpSpPr>
              <a:xfrm>
                <a:off x="166396" y="8780577"/>
                <a:ext cx="702538" cy="572229"/>
                <a:chOff x="-145995" y="8633545"/>
                <a:chExt cx="787401" cy="641352"/>
              </a:xfrm>
            </p:grpSpPr>
            <p:sp>
              <p:nvSpPr>
                <p:cNvPr id="53" name="Freeform 45"/>
                <p:cNvSpPr>
                  <a:spLocks/>
                </p:cNvSpPr>
                <p:nvPr/>
              </p:nvSpPr>
              <p:spPr bwMode="auto">
                <a:xfrm>
                  <a:off x="255643" y="9062171"/>
                  <a:ext cx="363538" cy="88900"/>
                </a:xfrm>
                <a:custGeom>
                  <a:avLst/>
                  <a:gdLst>
                    <a:gd name="T0" fmla="*/ 6 w 97"/>
                    <a:gd name="T1" fmla="*/ 24 h 24"/>
                    <a:gd name="T2" fmla="*/ 0 w 97"/>
                    <a:gd name="T3" fmla="*/ 18 h 24"/>
                    <a:gd name="T4" fmla="*/ 0 w 97"/>
                    <a:gd name="T5" fmla="*/ 6 h 24"/>
                    <a:gd name="T6" fmla="*/ 6 w 97"/>
                    <a:gd name="T7" fmla="*/ 0 h 24"/>
                    <a:gd name="T8" fmla="*/ 91 w 97"/>
                    <a:gd name="T9" fmla="*/ 0 h 24"/>
                    <a:gd name="T10" fmla="*/ 97 w 97"/>
                    <a:gd name="T11" fmla="*/ 6 h 24"/>
                    <a:gd name="T12" fmla="*/ 97 w 97"/>
                    <a:gd name="T13" fmla="*/ 18 h 24"/>
                    <a:gd name="T14" fmla="*/ 91 w 97"/>
                    <a:gd name="T15" fmla="*/ 24 h 24"/>
                    <a:gd name="T16" fmla="*/ 6 w 97"/>
                    <a:gd name="T17" fmla="*/ 2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7" h="24">
                      <a:moveTo>
                        <a:pt x="6" y="24"/>
                      </a:moveTo>
                      <a:cubicBezTo>
                        <a:pt x="3" y="24"/>
                        <a:pt x="0" y="21"/>
                        <a:pt x="0" y="18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95" y="0"/>
                        <a:pt x="97" y="3"/>
                        <a:pt x="97" y="6"/>
                      </a:cubicBezTo>
                      <a:cubicBezTo>
                        <a:pt x="97" y="18"/>
                        <a:pt x="97" y="18"/>
                        <a:pt x="97" y="18"/>
                      </a:cubicBezTo>
                      <a:cubicBezTo>
                        <a:pt x="97" y="21"/>
                        <a:pt x="95" y="24"/>
                        <a:pt x="91" y="24"/>
                      </a:cubicBezTo>
                      <a:lnTo>
                        <a:pt x="6" y="2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4" name="Freeform 46"/>
                <p:cNvSpPr>
                  <a:spLocks noEditPoints="1"/>
                </p:cNvSpPr>
                <p:nvPr/>
              </p:nvSpPr>
              <p:spPr bwMode="auto">
                <a:xfrm>
                  <a:off x="233418" y="9039946"/>
                  <a:ext cx="407988" cy="134938"/>
                </a:xfrm>
                <a:custGeom>
                  <a:avLst/>
                  <a:gdLst>
                    <a:gd name="T0" fmla="*/ 97 w 109"/>
                    <a:gd name="T1" fmla="*/ 12 h 36"/>
                    <a:gd name="T2" fmla="*/ 97 w 109"/>
                    <a:gd name="T3" fmla="*/ 24 h 36"/>
                    <a:gd name="T4" fmla="*/ 12 w 109"/>
                    <a:gd name="T5" fmla="*/ 24 h 36"/>
                    <a:gd name="T6" fmla="*/ 12 w 109"/>
                    <a:gd name="T7" fmla="*/ 12 h 36"/>
                    <a:gd name="T8" fmla="*/ 97 w 109"/>
                    <a:gd name="T9" fmla="*/ 12 h 36"/>
                    <a:gd name="T10" fmla="*/ 97 w 109"/>
                    <a:gd name="T11" fmla="*/ 0 h 36"/>
                    <a:gd name="T12" fmla="*/ 12 w 109"/>
                    <a:gd name="T13" fmla="*/ 0 h 36"/>
                    <a:gd name="T14" fmla="*/ 0 w 109"/>
                    <a:gd name="T15" fmla="*/ 12 h 36"/>
                    <a:gd name="T16" fmla="*/ 0 w 109"/>
                    <a:gd name="T17" fmla="*/ 24 h 36"/>
                    <a:gd name="T18" fmla="*/ 12 w 109"/>
                    <a:gd name="T19" fmla="*/ 36 h 36"/>
                    <a:gd name="T20" fmla="*/ 97 w 109"/>
                    <a:gd name="T21" fmla="*/ 36 h 36"/>
                    <a:gd name="T22" fmla="*/ 109 w 109"/>
                    <a:gd name="T23" fmla="*/ 24 h 36"/>
                    <a:gd name="T24" fmla="*/ 109 w 109"/>
                    <a:gd name="T25" fmla="*/ 12 h 36"/>
                    <a:gd name="T26" fmla="*/ 97 w 109"/>
                    <a:gd name="T27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09" h="36">
                      <a:moveTo>
                        <a:pt x="97" y="12"/>
                      </a:moveTo>
                      <a:cubicBezTo>
                        <a:pt x="97" y="24"/>
                        <a:pt x="97" y="24"/>
                        <a:pt x="97" y="24"/>
                      </a:cubicBezTo>
                      <a:cubicBezTo>
                        <a:pt x="12" y="24"/>
                        <a:pt x="12" y="24"/>
                        <a:pt x="12" y="24"/>
                      </a:cubicBezTo>
                      <a:cubicBezTo>
                        <a:pt x="12" y="12"/>
                        <a:pt x="12" y="12"/>
                        <a:pt x="12" y="12"/>
                      </a:cubicBezTo>
                      <a:cubicBezTo>
                        <a:pt x="97" y="12"/>
                        <a:pt x="97" y="12"/>
                        <a:pt x="97" y="12"/>
                      </a:cubicBezTo>
                      <a:moveTo>
                        <a:pt x="97" y="0"/>
                      </a:move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0" y="6"/>
                        <a:pt x="0" y="12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30"/>
                        <a:pt x="5" y="36"/>
                        <a:pt x="12" y="36"/>
                      </a:cubicBezTo>
                      <a:cubicBezTo>
                        <a:pt x="97" y="36"/>
                        <a:pt x="97" y="36"/>
                        <a:pt x="97" y="36"/>
                      </a:cubicBezTo>
                      <a:cubicBezTo>
                        <a:pt x="104" y="36"/>
                        <a:pt x="109" y="30"/>
                        <a:pt x="109" y="24"/>
                      </a:cubicBezTo>
                      <a:cubicBezTo>
                        <a:pt x="109" y="12"/>
                        <a:pt x="109" y="12"/>
                        <a:pt x="109" y="12"/>
                      </a:cubicBezTo>
                      <a:cubicBezTo>
                        <a:pt x="109" y="6"/>
                        <a:pt x="104" y="0"/>
                        <a:pt x="97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5" name="Freeform 47"/>
                <p:cNvSpPr>
                  <a:spLocks/>
                </p:cNvSpPr>
                <p:nvPr/>
              </p:nvSpPr>
              <p:spPr bwMode="auto">
                <a:xfrm>
                  <a:off x="255643" y="9136784"/>
                  <a:ext cx="363538" cy="90488"/>
                </a:xfrm>
                <a:custGeom>
                  <a:avLst/>
                  <a:gdLst>
                    <a:gd name="T0" fmla="*/ 6 w 97"/>
                    <a:gd name="T1" fmla="*/ 24 h 24"/>
                    <a:gd name="T2" fmla="*/ 0 w 97"/>
                    <a:gd name="T3" fmla="*/ 18 h 24"/>
                    <a:gd name="T4" fmla="*/ 0 w 97"/>
                    <a:gd name="T5" fmla="*/ 6 h 24"/>
                    <a:gd name="T6" fmla="*/ 6 w 97"/>
                    <a:gd name="T7" fmla="*/ 0 h 24"/>
                    <a:gd name="T8" fmla="*/ 91 w 97"/>
                    <a:gd name="T9" fmla="*/ 0 h 24"/>
                    <a:gd name="T10" fmla="*/ 97 w 97"/>
                    <a:gd name="T11" fmla="*/ 6 h 24"/>
                    <a:gd name="T12" fmla="*/ 97 w 97"/>
                    <a:gd name="T13" fmla="*/ 18 h 24"/>
                    <a:gd name="T14" fmla="*/ 91 w 97"/>
                    <a:gd name="T15" fmla="*/ 24 h 24"/>
                    <a:gd name="T16" fmla="*/ 6 w 97"/>
                    <a:gd name="T17" fmla="*/ 2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7" h="24">
                      <a:moveTo>
                        <a:pt x="6" y="24"/>
                      </a:moveTo>
                      <a:cubicBezTo>
                        <a:pt x="3" y="24"/>
                        <a:pt x="0" y="21"/>
                        <a:pt x="0" y="18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95" y="0"/>
                        <a:pt x="97" y="3"/>
                        <a:pt x="97" y="6"/>
                      </a:cubicBezTo>
                      <a:cubicBezTo>
                        <a:pt x="97" y="18"/>
                        <a:pt x="97" y="18"/>
                        <a:pt x="97" y="18"/>
                      </a:cubicBezTo>
                      <a:cubicBezTo>
                        <a:pt x="97" y="21"/>
                        <a:pt x="95" y="24"/>
                        <a:pt x="91" y="24"/>
                      </a:cubicBezTo>
                      <a:lnTo>
                        <a:pt x="6" y="2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6" name="Freeform 48"/>
                <p:cNvSpPr>
                  <a:spLocks noEditPoints="1"/>
                </p:cNvSpPr>
                <p:nvPr/>
              </p:nvSpPr>
              <p:spPr bwMode="auto">
                <a:xfrm>
                  <a:off x="233418" y="9114559"/>
                  <a:ext cx="407988" cy="134938"/>
                </a:xfrm>
                <a:custGeom>
                  <a:avLst/>
                  <a:gdLst>
                    <a:gd name="T0" fmla="*/ 97 w 109"/>
                    <a:gd name="T1" fmla="*/ 12 h 36"/>
                    <a:gd name="T2" fmla="*/ 97 w 109"/>
                    <a:gd name="T3" fmla="*/ 24 h 36"/>
                    <a:gd name="T4" fmla="*/ 12 w 109"/>
                    <a:gd name="T5" fmla="*/ 24 h 36"/>
                    <a:gd name="T6" fmla="*/ 12 w 109"/>
                    <a:gd name="T7" fmla="*/ 12 h 36"/>
                    <a:gd name="T8" fmla="*/ 97 w 109"/>
                    <a:gd name="T9" fmla="*/ 12 h 36"/>
                    <a:gd name="T10" fmla="*/ 97 w 109"/>
                    <a:gd name="T11" fmla="*/ 0 h 36"/>
                    <a:gd name="T12" fmla="*/ 12 w 109"/>
                    <a:gd name="T13" fmla="*/ 0 h 36"/>
                    <a:gd name="T14" fmla="*/ 0 w 109"/>
                    <a:gd name="T15" fmla="*/ 12 h 36"/>
                    <a:gd name="T16" fmla="*/ 0 w 109"/>
                    <a:gd name="T17" fmla="*/ 24 h 36"/>
                    <a:gd name="T18" fmla="*/ 12 w 109"/>
                    <a:gd name="T19" fmla="*/ 36 h 36"/>
                    <a:gd name="T20" fmla="*/ 97 w 109"/>
                    <a:gd name="T21" fmla="*/ 36 h 36"/>
                    <a:gd name="T22" fmla="*/ 109 w 109"/>
                    <a:gd name="T23" fmla="*/ 24 h 36"/>
                    <a:gd name="T24" fmla="*/ 109 w 109"/>
                    <a:gd name="T25" fmla="*/ 12 h 36"/>
                    <a:gd name="T26" fmla="*/ 97 w 109"/>
                    <a:gd name="T27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09" h="36">
                      <a:moveTo>
                        <a:pt x="97" y="12"/>
                      </a:moveTo>
                      <a:cubicBezTo>
                        <a:pt x="97" y="24"/>
                        <a:pt x="97" y="24"/>
                        <a:pt x="97" y="24"/>
                      </a:cubicBezTo>
                      <a:cubicBezTo>
                        <a:pt x="12" y="24"/>
                        <a:pt x="12" y="24"/>
                        <a:pt x="12" y="24"/>
                      </a:cubicBezTo>
                      <a:cubicBezTo>
                        <a:pt x="12" y="12"/>
                        <a:pt x="12" y="12"/>
                        <a:pt x="12" y="12"/>
                      </a:cubicBezTo>
                      <a:cubicBezTo>
                        <a:pt x="97" y="12"/>
                        <a:pt x="97" y="12"/>
                        <a:pt x="97" y="12"/>
                      </a:cubicBezTo>
                      <a:moveTo>
                        <a:pt x="97" y="0"/>
                      </a:move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0" y="6"/>
                        <a:pt x="0" y="12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31"/>
                        <a:pt x="5" y="36"/>
                        <a:pt x="12" y="36"/>
                      </a:cubicBezTo>
                      <a:cubicBezTo>
                        <a:pt x="97" y="36"/>
                        <a:pt x="97" y="36"/>
                        <a:pt x="97" y="36"/>
                      </a:cubicBezTo>
                      <a:cubicBezTo>
                        <a:pt x="104" y="36"/>
                        <a:pt x="109" y="31"/>
                        <a:pt x="109" y="24"/>
                      </a:cubicBezTo>
                      <a:cubicBezTo>
                        <a:pt x="109" y="12"/>
                        <a:pt x="109" y="12"/>
                        <a:pt x="109" y="12"/>
                      </a:cubicBezTo>
                      <a:cubicBezTo>
                        <a:pt x="109" y="6"/>
                        <a:pt x="104" y="0"/>
                        <a:pt x="97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7" name="Freeform 49"/>
                <p:cNvSpPr>
                  <a:spLocks/>
                </p:cNvSpPr>
                <p:nvPr/>
              </p:nvSpPr>
              <p:spPr bwMode="auto">
                <a:xfrm>
                  <a:off x="217543" y="8657358"/>
                  <a:ext cx="263525" cy="254000"/>
                </a:xfrm>
                <a:custGeom>
                  <a:avLst/>
                  <a:gdLst>
                    <a:gd name="T0" fmla="*/ 50 w 70"/>
                    <a:gd name="T1" fmla="*/ 68 h 68"/>
                    <a:gd name="T2" fmla="*/ 45 w 70"/>
                    <a:gd name="T3" fmla="*/ 67 h 68"/>
                    <a:gd name="T4" fmla="*/ 2 w 70"/>
                    <a:gd name="T5" fmla="*/ 23 h 68"/>
                    <a:gd name="T6" fmla="*/ 2 w 70"/>
                    <a:gd name="T7" fmla="*/ 15 h 68"/>
                    <a:gd name="T8" fmla="*/ 14 w 70"/>
                    <a:gd name="T9" fmla="*/ 3 h 68"/>
                    <a:gd name="T10" fmla="*/ 22 w 70"/>
                    <a:gd name="T11" fmla="*/ 0 h 68"/>
                    <a:gd name="T12" fmla="*/ 31 w 70"/>
                    <a:gd name="T13" fmla="*/ 3 h 68"/>
                    <a:gd name="T14" fmla="*/ 65 w 70"/>
                    <a:gd name="T15" fmla="*/ 38 h 68"/>
                    <a:gd name="T16" fmla="*/ 65 w 70"/>
                    <a:gd name="T17" fmla="*/ 55 h 68"/>
                    <a:gd name="T18" fmla="*/ 54 w 70"/>
                    <a:gd name="T19" fmla="*/ 67 h 68"/>
                    <a:gd name="T20" fmla="*/ 50 w 70"/>
                    <a:gd name="T21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0" h="68">
                      <a:moveTo>
                        <a:pt x="50" y="68"/>
                      </a:moveTo>
                      <a:cubicBezTo>
                        <a:pt x="48" y="68"/>
                        <a:pt x="47" y="68"/>
                        <a:pt x="45" y="67"/>
                      </a:cubicBezTo>
                      <a:cubicBezTo>
                        <a:pt x="2" y="23"/>
                        <a:pt x="2" y="23"/>
                        <a:pt x="2" y="23"/>
                      </a:cubicBezTo>
                      <a:cubicBezTo>
                        <a:pt x="0" y="21"/>
                        <a:pt x="0" y="17"/>
                        <a:pt x="2" y="15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6" y="1"/>
                        <a:pt x="19" y="0"/>
                        <a:pt x="22" y="0"/>
                      </a:cubicBezTo>
                      <a:cubicBezTo>
                        <a:pt x="26" y="0"/>
                        <a:pt x="29" y="1"/>
                        <a:pt x="31" y="3"/>
                      </a:cubicBezTo>
                      <a:cubicBezTo>
                        <a:pt x="65" y="38"/>
                        <a:pt x="65" y="38"/>
                        <a:pt x="65" y="38"/>
                      </a:cubicBezTo>
                      <a:cubicBezTo>
                        <a:pt x="70" y="42"/>
                        <a:pt x="70" y="50"/>
                        <a:pt x="65" y="55"/>
                      </a:cubicBezTo>
                      <a:cubicBezTo>
                        <a:pt x="54" y="67"/>
                        <a:pt x="54" y="67"/>
                        <a:pt x="54" y="67"/>
                      </a:cubicBezTo>
                      <a:cubicBezTo>
                        <a:pt x="53" y="68"/>
                        <a:pt x="51" y="68"/>
                        <a:pt x="50" y="6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8" name="Freeform 50"/>
                <p:cNvSpPr>
                  <a:spLocks noEditPoints="1"/>
                </p:cNvSpPr>
                <p:nvPr/>
              </p:nvSpPr>
              <p:spPr bwMode="auto">
                <a:xfrm>
                  <a:off x="192143" y="8633545"/>
                  <a:ext cx="314325" cy="300038"/>
                </a:xfrm>
                <a:custGeom>
                  <a:avLst/>
                  <a:gdLst>
                    <a:gd name="T0" fmla="*/ 29 w 84"/>
                    <a:gd name="T1" fmla="*/ 12 h 80"/>
                    <a:gd name="T2" fmla="*/ 34 w 84"/>
                    <a:gd name="T3" fmla="*/ 13 h 80"/>
                    <a:gd name="T4" fmla="*/ 68 w 84"/>
                    <a:gd name="T5" fmla="*/ 48 h 80"/>
                    <a:gd name="T6" fmla="*/ 68 w 84"/>
                    <a:gd name="T7" fmla="*/ 57 h 80"/>
                    <a:gd name="T8" fmla="*/ 57 w 84"/>
                    <a:gd name="T9" fmla="*/ 68 h 80"/>
                    <a:gd name="T10" fmla="*/ 13 w 84"/>
                    <a:gd name="T11" fmla="*/ 25 h 80"/>
                    <a:gd name="T12" fmla="*/ 25 w 84"/>
                    <a:gd name="T13" fmla="*/ 13 h 80"/>
                    <a:gd name="T14" fmla="*/ 29 w 84"/>
                    <a:gd name="T15" fmla="*/ 12 h 80"/>
                    <a:gd name="T16" fmla="*/ 29 w 84"/>
                    <a:gd name="T17" fmla="*/ 0 h 80"/>
                    <a:gd name="T18" fmla="*/ 16 w 84"/>
                    <a:gd name="T19" fmla="*/ 5 h 80"/>
                    <a:gd name="T20" fmla="*/ 5 w 84"/>
                    <a:gd name="T21" fmla="*/ 16 h 80"/>
                    <a:gd name="T22" fmla="*/ 5 w 84"/>
                    <a:gd name="T23" fmla="*/ 33 h 80"/>
                    <a:gd name="T24" fmla="*/ 48 w 84"/>
                    <a:gd name="T25" fmla="*/ 77 h 80"/>
                    <a:gd name="T26" fmla="*/ 57 w 84"/>
                    <a:gd name="T27" fmla="*/ 80 h 80"/>
                    <a:gd name="T28" fmla="*/ 57 w 84"/>
                    <a:gd name="T29" fmla="*/ 80 h 80"/>
                    <a:gd name="T30" fmla="*/ 65 w 84"/>
                    <a:gd name="T31" fmla="*/ 77 h 80"/>
                    <a:gd name="T32" fmla="*/ 77 w 84"/>
                    <a:gd name="T33" fmla="*/ 65 h 80"/>
                    <a:gd name="T34" fmla="*/ 77 w 84"/>
                    <a:gd name="T35" fmla="*/ 39 h 80"/>
                    <a:gd name="T36" fmla="*/ 42 w 84"/>
                    <a:gd name="T37" fmla="*/ 5 h 80"/>
                    <a:gd name="T38" fmla="*/ 29 w 84"/>
                    <a:gd name="T39" fmla="*/ 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84" h="80">
                      <a:moveTo>
                        <a:pt x="29" y="12"/>
                      </a:moveTo>
                      <a:cubicBezTo>
                        <a:pt x="31" y="12"/>
                        <a:pt x="33" y="12"/>
                        <a:pt x="34" y="13"/>
                      </a:cubicBezTo>
                      <a:cubicBezTo>
                        <a:pt x="34" y="13"/>
                        <a:pt x="34" y="13"/>
                        <a:pt x="68" y="48"/>
                      </a:cubicBezTo>
                      <a:cubicBezTo>
                        <a:pt x="71" y="50"/>
                        <a:pt x="71" y="54"/>
                        <a:pt x="68" y="57"/>
                      </a:cubicBezTo>
                      <a:cubicBezTo>
                        <a:pt x="68" y="57"/>
                        <a:pt x="68" y="57"/>
                        <a:pt x="57" y="68"/>
                      </a:cubicBezTo>
                      <a:cubicBezTo>
                        <a:pt x="57" y="68"/>
                        <a:pt x="57" y="68"/>
                        <a:pt x="13" y="25"/>
                      </a:cubicBezTo>
                      <a:cubicBezTo>
                        <a:pt x="13" y="25"/>
                        <a:pt x="13" y="25"/>
                        <a:pt x="25" y="13"/>
                      </a:cubicBezTo>
                      <a:cubicBezTo>
                        <a:pt x="26" y="12"/>
                        <a:pt x="28" y="12"/>
                        <a:pt x="29" y="12"/>
                      </a:cubicBezTo>
                      <a:moveTo>
                        <a:pt x="29" y="0"/>
                      </a:moveTo>
                      <a:cubicBezTo>
                        <a:pt x="24" y="0"/>
                        <a:pt x="20" y="2"/>
                        <a:pt x="16" y="5"/>
                      </a:cubicBezTo>
                      <a:cubicBezTo>
                        <a:pt x="5" y="16"/>
                        <a:pt x="5" y="16"/>
                        <a:pt x="5" y="16"/>
                      </a:cubicBezTo>
                      <a:cubicBezTo>
                        <a:pt x="0" y="21"/>
                        <a:pt x="0" y="29"/>
                        <a:pt x="5" y="33"/>
                      </a:cubicBezTo>
                      <a:cubicBezTo>
                        <a:pt x="48" y="77"/>
                        <a:pt x="48" y="77"/>
                        <a:pt x="48" y="77"/>
                      </a:cubicBezTo>
                      <a:cubicBezTo>
                        <a:pt x="50" y="79"/>
                        <a:pt x="53" y="80"/>
                        <a:pt x="57" y="80"/>
                      </a:cubicBezTo>
                      <a:cubicBezTo>
                        <a:pt x="57" y="80"/>
                        <a:pt x="57" y="80"/>
                        <a:pt x="57" y="80"/>
                      </a:cubicBezTo>
                      <a:cubicBezTo>
                        <a:pt x="60" y="80"/>
                        <a:pt x="63" y="79"/>
                        <a:pt x="65" y="77"/>
                      </a:cubicBezTo>
                      <a:cubicBezTo>
                        <a:pt x="77" y="65"/>
                        <a:pt x="77" y="65"/>
                        <a:pt x="77" y="65"/>
                      </a:cubicBezTo>
                      <a:cubicBezTo>
                        <a:pt x="84" y="58"/>
                        <a:pt x="84" y="47"/>
                        <a:pt x="77" y="39"/>
                      </a:cubicBezTo>
                      <a:cubicBezTo>
                        <a:pt x="42" y="5"/>
                        <a:pt x="42" y="5"/>
                        <a:pt x="42" y="5"/>
                      </a:cubicBezTo>
                      <a:cubicBezTo>
                        <a:pt x="39" y="2"/>
                        <a:pt x="34" y="0"/>
                        <a:pt x="29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9" name="Freeform 51"/>
                <p:cNvSpPr>
                  <a:spLocks noEditPoints="1"/>
                </p:cNvSpPr>
                <p:nvPr/>
              </p:nvSpPr>
              <p:spPr bwMode="auto">
                <a:xfrm>
                  <a:off x="-123770" y="8724033"/>
                  <a:ext cx="742950" cy="528639"/>
                </a:xfrm>
                <a:custGeom>
                  <a:avLst/>
                  <a:gdLst>
                    <a:gd name="T0" fmla="*/ 12 w 198"/>
                    <a:gd name="T1" fmla="*/ 141 h 141"/>
                    <a:gd name="T2" fmla="*/ 8 w 198"/>
                    <a:gd name="T3" fmla="*/ 140 h 141"/>
                    <a:gd name="T4" fmla="*/ 3 w 198"/>
                    <a:gd name="T5" fmla="*/ 134 h 141"/>
                    <a:gd name="T6" fmla="*/ 1 w 198"/>
                    <a:gd name="T7" fmla="*/ 128 h 141"/>
                    <a:gd name="T8" fmla="*/ 14 w 198"/>
                    <a:gd name="T9" fmla="*/ 77 h 141"/>
                    <a:gd name="T10" fmla="*/ 15 w 198"/>
                    <a:gd name="T11" fmla="*/ 75 h 141"/>
                    <a:gd name="T12" fmla="*/ 88 w 198"/>
                    <a:gd name="T13" fmla="*/ 1 h 141"/>
                    <a:gd name="T14" fmla="*/ 92 w 198"/>
                    <a:gd name="T15" fmla="*/ 0 h 141"/>
                    <a:gd name="T16" fmla="*/ 92 w 198"/>
                    <a:gd name="T17" fmla="*/ 0 h 141"/>
                    <a:gd name="T18" fmla="*/ 97 w 198"/>
                    <a:gd name="T19" fmla="*/ 1 h 141"/>
                    <a:gd name="T20" fmla="*/ 103 w 198"/>
                    <a:gd name="T21" fmla="*/ 8 h 141"/>
                    <a:gd name="T22" fmla="*/ 105 w 198"/>
                    <a:gd name="T23" fmla="*/ 12 h 141"/>
                    <a:gd name="T24" fmla="*/ 109 w 198"/>
                    <a:gd name="T25" fmla="*/ 13 h 141"/>
                    <a:gd name="T26" fmla="*/ 116 w 198"/>
                    <a:gd name="T27" fmla="*/ 21 h 141"/>
                    <a:gd name="T28" fmla="*/ 117 w 198"/>
                    <a:gd name="T29" fmla="*/ 24 h 141"/>
                    <a:gd name="T30" fmla="*/ 121 w 198"/>
                    <a:gd name="T31" fmla="*/ 26 h 141"/>
                    <a:gd name="T32" fmla="*/ 128 w 198"/>
                    <a:gd name="T33" fmla="*/ 33 h 141"/>
                    <a:gd name="T34" fmla="*/ 130 w 198"/>
                    <a:gd name="T35" fmla="*/ 37 h 141"/>
                    <a:gd name="T36" fmla="*/ 133 w 198"/>
                    <a:gd name="T37" fmla="*/ 38 h 141"/>
                    <a:gd name="T38" fmla="*/ 140 w 198"/>
                    <a:gd name="T39" fmla="*/ 45 h 141"/>
                    <a:gd name="T40" fmla="*/ 142 w 198"/>
                    <a:gd name="T41" fmla="*/ 49 h 141"/>
                    <a:gd name="T42" fmla="*/ 140 w 198"/>
                    <a:gd name="T43" fmla="*/ 53 h 141"/>
                    <a:gd name="T44" fmla="*/ 124 w 198"/>
                    <a:gd name="T45" fmla="*/ 70 h 141"/>
                    <a:gd name="T46" fmla="*/ 192 w 198"/>
                    <a:gd name="T47" fmla="*/ 70 h 141"/>
                    <a:gd name="T48" fmla="*/ 198 w 198"/>
                    <a:gd name="T49" fmla="*/ 76 h 141"/>
                    <a:gd name="T50" fmla="*/ 198 w 198"/>
                    <a:gd name="T51" fmla="*/ 87 h 141"/>
                    <a:gd name="T52" fmla="*/ 192 w 198"/>
                    <a:gd name="T53" fmla="*/ 93 h 141"/>
                    <a:gd name="T54" fmla="*/ 107 w 198"/>
                    <a:gd name="T55" fmla="*/ 93 h 141"/>
                    <a:gd name="T56" fmla="*/ 103 w 198"/>
                    <a:gd name="T57" fmla="*/ 91 h 141"/>
                    <a:gd name="T58" fmla="*/ 67 w 198"/>
                    <a:gd name="T59" fmla="*/ 127 h 141"/>
                    <a:gd name="T60" fmla="*/ 64 w 198"/>
                    <a:gd name="T61" fmla="*/ 128 h 141"/>
                    <a:gd name="T62" fmla="*/ 14 w 198"/>
                    <a:gd name="T63" fmla="*/ 141 h 141"/>
                    <a:gd name="T64" fmla="*/ 12 w 198"/>
                    <a:gd name="T65" fmla="*/ 141 h 141"/>
                    <a:gd name="T66" fmla="*/ 23 w 198"/>
                    <a:gd name="T67" fmla="*/ 119 h 141"/>
                    <a:gd name="T68" fmla="*/ 45 w 198"/>
                    <a:gd name="T69" fmla="*/ 113 h 141"/>
                    <a:gd name="T70" fmla="*/ 29 w 198"/>
                    <a:gd name="T71" fmla="*/ 97 h 141"/>
                    <a:gd name="T72" fmla="*/ 23 w 198"/>
                    <a:gd name="T73" fmla="*/ 119 h 1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198" h="141">
                      <a:moveTo>
                        <a:pt x="12" y="141"/>
                      </a:moveTo>
                      <a:cubicBezTo>
                        <a:pt x="11" y="141"/>
                        <a:pt x="9" y="141"/>
                        <a:pt x="8" y="140"/>
                      </a:cubicBezTo>
                      <a:cubicBezTo>
                        <a:pt x="3" y="134"/>
                        <a:pt x="3" y="134"/>
                        <a:pt x="3" y="134"/>
                      </a:cubicBezTo>
                      <a:cubicBezTo>
                        <a:pt x="1" y="133"/>
                        <a:pt x="0" y="131"/>
                        <a:pt x="1" y="128"/>
                      </a:cubicBezTo>
                      <a:cubicBezTo>
                        <a:pt x="14" y="77"/>
                        <a:pt x="14" y="77"/>
                        <a:pt x="14" y="77"/>
                      </a:cubicBezTo>
                      <a:cubicBezTo>
                        <a:pt x="14" y="76"/>
                        <a:pt x="15" y="75"/>
                        <a:pt x="15" y="75"/>
                      </a:cubicBezTo>
                      <a:cubicBezTo>
                        <a:pt x="88" y="1"/>
                        <a:pt x="88" y="1"/>
                        <a:pt x="88" y="1"/>
                      </a:cubicBezTo>
                      <a:cubicBezTo>
                        <a:pt x="89" y="0"/>
                        <a:pt x="91" y="0"/>
                        <a:pt x="92" y="0"/>
                      </a:cubicBezTo>
                      <a:cubicBezTo>
                        <a:pt x="92" y="0"/>
                        <a:pt x="92" y="0"/>
                        <a:pt x="92" y="0"/>
                      </a:cubicBezTo>
                      <a:cubicBezTo>
                        <a:pt x="94" y="0"/>
                        <a:pt x="96" y="0"/>
                        <a:pt x="97" y="1"/>
                      </a:cubicBezTo>
                      <a:cubicBezTo>
                        <a:pt x="103" y="8"/>
                        <a:pt x="103" y="8"/>
                        <a:pt x="103" y="8"/>
                      </a:cubicBezTo>
                      <a:cubicBezTo>
                        <a:pt x="104" y="9"/>
                        <a:pt x="105" y="10"/>
                        <a:pt x="105" y="12"/>
                      </a:cubicBezTo>
                      <a:cubicBezTo>
                        <a:pt x="106" y="12"/>
                        <a:pt x="108" y="12"/>
                        <a:pt x="109" y="13"/>
                      </a:cubicBezTo>
                      <a:cubicBezTo>
                        <a:pt x="116" y="21"/>
                        <a:pt x="116" y="21"/>
                        <a:pt x="116" y="21"/>
                      </a:cubicBezTo>
                      <a:cubicBezTo>
                        <a:pt x="117" y="22"/>
                        <a:pt x="117" y="23"/>
                        <a:pt x="117" y="24"/>
                      </a:cubicBezTo>
                      <a:cubicBezTo>
                        <a:pt x="119" y="24"/>
                        <a:pt x="120" y="25"/>
                        <a:pt x="121" y="26"/>
                      </a:cubicBezTo>
                      <a:cubicBezTo>
                        <a:pt x="128" y="33"/>
                        <a:pt x="128" y="33"/>
                        <a:pt x="128" y="33"/>
                      </a:cubicBezTo>
                      <a:cubicBezTo>
                        <a:pt x="129" y="34"/>
                        <a:pt x="130" y="35"/>
                        <a:pt x="130" y="37"/>
                      </a:cubicBezTo>
                      <a:cubicBezTo>
                        <a:pt x="131" y="37"/>
                        <a:pt x="132" y="37"/>
                        <a:pt x="133" y="38"/>
                      </a:cubicBezTo>
                      <a:cubicBezTo>
                        <a:pt x="140" y="45"/>
                        <a:pt x="140" y="45"/>
                        <a:pt x="140" y="45"/>
                      </a:cubicBezTo>
                      <a:cubicBezTo>
                        <a:pt x="141" y="46"/>
                        <a:pt x="142" y="47"/>
                        <a:pt x="142" y="49"/>
                      </a:cubicBezTo>
                      <a:cubicBezTo>
                        <a:pt x="142" y="51"/>
                        <a:pt x="141" y="52"/>
                        <a:pt x="140" y="53"/>
                      </a:cubicBezTo>
                      <a:cubicBezTo>
                        <a:pt x="124" y="70"/>
                        <a:pt x="124" y="70"/>
                        <a:pt x="124" y="70"/>
                      </a:cubicBezTo>
                      <a:cubicBezTo>
                        <a:pt x="192" y="70"/>
                        <a:pt x="192" y="70"/>
                        <a:pt x="192" y="70"/>
                      </a:cubicBezTo>
                      <a:cubicBezTo>
                        <a:pt x="196" y="70"/>
                        <a:pt x="198" y="72"/>
                        <a:pt x="198" y="76"/>
                      </a:cubicBezTo>
                      <a:cubicBezTo>
                        <a:pt x="198" y="87"/>
                        <a:pt x="198" y="87"/>
                        <a:pt x="198" y="87"/>
                      </a:cubicBezTo>
                      <a:cubicBezTo>
                        <a:pt x="198" y="91"/>
                        <a:pt x="196" y="93"/>
                        <a:pt x="192" y="93"/>
                      </a:cubicBezTo>
                      <a:cubicBezTo>
                        <a:pt x="107" y="93"/>
                        <a:pt x="107" y="93"/>
                        <a:pt x="107" y="93"/>
                      </a:cubicBezTo>
                      <a:cubicBezTo>
                        <a:pt x="105" y="93"/>
                        <a:pt x="104" y="92"/>
                        <a:pt x="103" y="91"/>
                      </a:cubicBezTo>
                      <a:cubicBezTo>
                        <a:pt x="67" y="127"/>
                        <a:pt x="67" y="127"/>
                        <a:pt x="67" y="127"/>
                      </a:cubicBezTo>
                      <a:cubicBezTo>
                        <a:pt x="66" y="127"/>
                        <a:pt x="65" y="128"/>
                        <a:pt x="64" y="128"/>
                      </a:cubicBezTo>
                      <a:cubicBezTo>
                        <a:pt x="14" y="141"/>
                        <a:pt x="14" y="141"/>
                        <a:pt x="14" y="141"/>
                      </a:cubicBezTo>
                      <a:cubicBezTo>
                        <a:pt x="13" y="141"/>
                        <a:pt x="13" y="141"/>
                        <a:pt x="12" y="141"/>
                      </a:cubicBezTo>
                      <a:close/>
                      <a:moveTo>
                        <a:pt x="23" y="119"/>
                      </a:moveTo>
                      <a:cubicBezTo>
                        <a:pt x="45" y="113"/>
                        <a:pt x="45" y="113"/>
                        <a:pt x="45" y="113"/>
                      </a:cubicBezTo>
                      <a:cubicBezTo>
                        <a:pt x="29" y="97"/>
                        <a:pt x="29" y="97"/>
                        <a:pt x="29" y="97"/>
                      </a:cubicBezTo>
                      <a:lnTo>
                        <a:pt x="23" y="11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0" name="Freeform 52"/>
                <p:cNvSpPr>
                  <a:spLocks noEditPoints="1"/>
                </p:cNvSpPr>
                <p:nvPr/>
              </p:nvSpPr>
              <p:spPr bwMode="auto">
                <a:xfrm>
                  <a:off x="-145995" y="8701808"/>
                  <a:ext cx="787400" cy="573089"/>
                </a:xfrm>
                <a:custGeom>
                  <a:avLst/>
                  <a:gdLst>
                    <a:gd name="T0" fmla="*/ 98 w 210"/>
                    <a:gd name="T1" fmla="*/ 12 h 153"/>
                    <a:gd name="T2" fmla="*/ 105 w 210"/>
                    <a:gd name="T3" fmla="*/ 18 h 153"/>
                    <a:gd name="T4" fmla="*/ 37 w 210"/>
                    <a:gd name="T5" fmla="*/ 86 h 153"/>
                    <a:gd name="T6" fmla="*/ 43 w 210"/>
                    <a:gd name="T7" fmla="*/ 92 h 153"/>
                    <a:gd name="T8" fmla="*/ 110 w 210"/>
                    <a:gd name="T9" fmla="*/ 24 h 153"/>
                    <a:gd name="T10" fmla="*/ 118 w 210"/>
                    <a:gd name="T11" fmla="*/ 31 h 153"/>
                    <a:gd name="T12" fmla="*/ 50 w 210"/>
                    <a:gd name="T13" fmla="*/ 99 h 153"/>
                    <a:gd name="T14" fmla="*/ 55 w 210"/>
                    <a:gd name="T15" fmla="*/ 104 h 153"/>
                    <a:gd name="T16" fmla="*/ 123 w 210"/>
                    <a:gd name="T17" fmla="*/ 36 h 153"/>
                    <a:gd name="T18" fmla="*/ 130 w 210"/>
                    <a:gd name="T19" fmla="*/ 43 h 153"/>
                    <a:gd name="T20" fmla="*/ 62 w 210"/>
                    <a:gd name="T21" fmla="*/ 111 h 153"/>
                    <a:gd name="T22" fmla="*/ 68 w 210"/>
                    <a:gd name="T23" fmla="*/ 116 h 153"/>
                    <a:gd name="T24" fmla="*/ 135 w 210"/>
                    <a:gd name="T25" fmla="*/ 49 h 153"/>
                    <a:gd name="T26" fmla="*/ 142 w 210"/>
                    <a:gd name="T27" fmla="*/ 55 h 153"/>
                    <a:gd name="T28" fmla="*/ 115 w 210"/>
                    <a:gd name="T29" fmla="*/ 82 h 153"/>
                    <a:gd name="T30" fmla="*/ 198 w 210"/>
                    <a:gd name="T31" fmla="*/ 82 h 153"/>
                    <a:gd name="T32" fmla="*/ 198 w 210"/>
                    <a:gd name="T33" fmla="*/ 93 h 153"/>
                    <a:gd name="T34" fmla="*/ 113 w 210"/>
                    <a:gd name="T35" fmla="*/ 93 h 153"/>
                    <a:gd name="T36" fmla="*/ 113 w 210"/>
                    <a:gd name="T37" fmla="*/ 84 h 153"/>
                    <a:gd name="T38" fmla="*/ 69 w 210"/>
                    <a:gd name="T39" fmla="*/ 128 h 153"/>
                    <a:gd name="T40" fmla="*/ 18 w 210"/>
                    <a:gd name="T41" fmla="*/ 141 h 153"/>
                    <a:gd name="T42" fmla="*/ 13 w 210"/>
                    <a:gd name="T43" fmla="*/ 136 h 153"/>
                    <a:gd name="T44" fmla="*/ 26 w 210"/>
                    <a:gd name="T45" fmla="*/ 85 h 153"/>
                    <a:gd name="T46" fmla="*/ 98 w 210"/>
                    <a:gd name="T47" fmla="*/ 12 h 153"/>
                    <a:gd name="T48" fmla="*/ 21 w 210"/>
                    <a:gd name="T49" fmla="*/ 133 h 153"/>
                    <a:gd name="T50" fmla="*/ 62 w 210"/>
                    <a:gd name="T51" fmla="*/ 122 h 153"/>
                    <a:gd name="T52" fmla="*/ 32 w 210"/>
                    <a:gd name="T53" fmla="*/ 91 h 153"/>
                    <a:gd name="T54" fmla="*/ 21 w 210"/>
                    <a:gd name="T55" fmla="*/ 133 h 153"/>
                    <a:gd name="T56" fmla="*/ 98 w 210"/>
                    <a:gd name="T57" fmla="*/ 0 h 153"/>
                    <a:gd name="T58" fmla="*/ 98 w 210"/>
                    <a:gd name="T59" fmla="*/ 0 h 153"/>
                    <a:gd name="T60" fmla="*/ 90 w 210"/>
                    <a:gd name="T61" fmla="*/ 3 h 153"/>
                    <a:gd name="T62" fmla="*/ 17 w 210"/>
                    <a:gd name="T63" fmla="*/ 76 h 153"/>
                    <a:gd name="T64" fmla="*/ 14 w 210"/>
                    <a:gd name="T65" fmla="*/ 82 h 153"/>
                    <a:gd name="T66" fmla="*/ 1 w 210"/>
                    <a:gd name="T67" fmla="*/ 133 h 153"/>
                    <a:gd name="T68" fmla="*/ 4 w 210"/>
                    <a:gd name="T69" fmla="*/ 145 h 153"/>
                    <a:gd name="T70" fmla="*/ 10 w 210"/>
                    <a:gd name="T71" fmla="*/ 150 h 153"/>
                    <a:gd name="T72" fmla="*/ 18 w 210"/>
                    <a:gd name="T73" fmla="*/ 153 h 153"/>
                    <a:gd name="T74" fmla="*/ 21 w 210"/>
                    <a:gd name="T75" fmla="*/ 153 h 153"/>
                    <a:gd name="T76" fmla="*/ 72 w 210"/>
                    <a:gd name="T77" fmla="*/ 140 h 153"/>
                    <a:gd name="T78" fmla="*/ 77 w 210"/>
                    <a:gd name="T79" fmla="*/ 137 h 153"/>
                    <a:gd name="T80" fmla="*/ 109 w 210"/>
                    <a:gd name="T81" fmla="*/ 105 h 153"/>
                    <a:gd name="T82" fmla="*/ 113 w 210"/>
                    <a:gd name="T83" fmla="*/ 105 h 153"/>
                    <a:gd name="T84" fmla="*/ 198 w 210"/>
                    <a:gd name="T85" fmla="*/ 105 h 153"/>
                    <a:gd name="T86" fmla="*/ 210 w 210"/>
                    <a:gd name="T87" fmla="*/ 93 h 153"/>
                    <a:gd name="T88" fmla="*/ 210 w 210"/>
                    <a:gd name="T89" fmla="*/ 82 h 153"/>
                    <a:gd name="T90" fmla="*/ 198 w 210"/>
                    <a:gd name="T91" fmla="*/ 70 h 153"/>
                    <a:gd name="T92" fmla="*/ 144 w 210"/>
                    <a:gd name="T93" fmla="*/ 70 h 153"/>
                    <a:gd name="T94" fmla="*/ 150 w 210"/>
                    <a:gd name="T95" fmla="*/ 64 h 153"/>
                    <a:gd name="T96" fmla="*/ 154 w 210"/>
                    <a:gd name="T97" fmla="*/ 55 h 153"/>
                    <a:gd name="T98" fmla="*/ 150 w 210"/>
                    <a:gd name="T99" fmla="*/ 47 h 153"/>
                    <a:gd name="T100" fmla="*/ 144 w 210"/>
                    <a:gd name="T101" fmla="*/ 40 h 153"/>
                    <a:gd name="T102" fmla="*/ 140 w 210"/>
                    <a:gd name="T103" fmla="*/ 38 h 153"/>
                    <a:gd name="T104" fmla="*/ 138 w 210"/>
                    <a:gd name="T105" fmla="*/ 35 h 153"/>
                    <a:gd name="T106" fmla="*/ 131 w 210"/>
                    <a:gd name="T107" fmla="*/ 28 h 153"/>
                    <a:gd name="T108" fmla="*/ 128 w 210"/>
                    <a:gd name="T109" fmla="*/ 25 h 153"/>
                    <a:gd name="T110" fmla="*/ 126 w 210"/>
                    <a:gd name="T111" fmla="*/ 22 h 153"/>
                    <a:gd name="T112" fmla="*/ 119 w 210"/>
                    <a:gd name="T113" fmla="*/ 15 h 153"/>
                    <a:gd name="T114" fmla="*/ 116 w 210"/>
                    <a:gd name="T115" fmla="*/ 13 h 153"/>
                    <a:gd name="T116" fmla="*/ 113 w 210"/>
                    <a:gd name="T117" fmla="*/ 10 h 153"/>
                    <a:gd name="T118" fmla="*/ 107 w 210"/>
                    <a:gd name="T119" fmla="*/ 3 h 153"/>
                    <a:gd name="T120" fmla="*/ 98 w 210"/>
                    <a:gd name="T121" fmla="*/ 0 h 1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210" h="153">
                      <a:moveTo>
                        <a:pt x="98" y="12"/>
                      </a:moveTo>
                      <a:cubicBezTo>
                        <a:pt x="105" y="18"/>
                        <a:pt x="105" y="18"/>
                        <a:pt x="105" y="18"/>
                      </a:cubicBezTo>
                      <a:cubicBezTo>
                        <a:pt x="37" y="86"/>
                        <a:pt x="37" y="86"/>
                        <a:pt x="37" y="86"/>
                      </a:cubicBezTo>
                      <a:cubicBezTo>
                        <a:pt x="43" y="92"/>
                        <a:pt x="43" y="92"/>
                        <a:pt x="43" y="92"/>
                      </a:cubicBezTo>
                      <a:cubicBezTo>
                        <a:pt x="110" y="24"/>
                        <a:pt x="110" y="24"/>
                        <a:pt x="110" y="24"/>
                      </a:cubicBezTo>
                      <a:cubicBezTo>
                        <a:pt x="118" y="31"/>
                        <a:pt x="118" y="31"/>
                        <a:pt x="118" y="31"/>
                      </a:cubicBezTo>
                      <a:cubicBezTo>
                        <a:pt x="50" y="99"/>
                        <a:pt x="50" y="99"/>
                        <a:pt x="50" y="99"/>
                      </a:cubicBezTo>
                      <a:cubicBezTo>
                        <a:pt x="55" y="104"/>
                        <a:pt x="55" y="104"/>
                        <a:pt x="55" y="104"/>
                      </a:cubicBezTo>
                      <a:cubicBezTo>
                        <a:pt x="123" y="36"/>
                        <a:pt x="123" y="36"/>
                        <a:pt x="123" y="36"/>
                      </a:cubicBezTo>
                      <a:cubicBezTo>
                        <a:pt x="130" y="43"/>
                        <a:pt x="130" y="43"/>
                        <a:pt x="130" y="43"/>
                      </a:cubicBezTo>
                      <a:cubicBezTo>
                        <a:pt x="62" y="111"/>
                        <a:pt x="62" y="111"/>
                        <a:pt x="62" y="111"/>
                      </a:cubicBezTo>
                      <a:cubicBezTo>
                        <a:pt x="68" y="116"/>
                        <a:pt x="68" y="116"/>
                        <a:pt x="68" y="116"/>
                      </a:cubicBezTo>
                      <a:cubicBezTo>
                        <a:pt x="135" y="49"/>
                        <a:pt x="135" y="49"/>
                        <a:pt x="135" y="49"/>
                      </a:cubicBezTo>
                      <a:cubicBezTo>
                        <a:pt x="142" y="55"/>
                        <a:pt x="142" y="55"/>
                        <a:pt x="142" y="55"/>
                      </a:cubicBezTo>
                      <a:cubicBezTo>
                        <a:pt x="115" y="82"/>
                        <a:pt x="115" y="82"/>
                        <a:pt x="115" y="82"/>
                      </a:cubicBezTo>
                      <a:cubicBezTo>
                        <a:pt x="198" y="82"/>
                        <a:pt x="198" y="82"/>
                        <a:pt x="198" y="82"/>
                      </a:cubicBezTo>
                      <a:cubicBezTo>
                        <a:pt x="198" y="93"/>
                        <a:pt x="198" y="93"/>
                        <a:pt x="198" y="93"/>
                      </a:cubicBezTo>
                      <a:cubicBezTo>
                        <a:pt x="113" y="93"/>
                        <a:pt x="113" y="93"/>
                        <a:pt x="113" y="93"/>
                      </a:cubicBezTo>
                      <a:cubicBezTo>
                        <a:pt x="113" y="84"/>
                        <a:pt x="113" y="84"/>
                        <a:pt x="113" y="84"/>
                      </a:cubicBezTo>
                      <a:cubicBezTo>
                        <a:pt x="69" y="128"/>
                        <a:pt x="69" y="128"/>
                        <a:pt x="69" y="128"/>
                      </a:cubicBezTo>
                      <a:cubicBezTo>
                        <a:pt x="18" y="141"/>
                        <a:pt x="18" y="141"/>
                        <a:pt x="18" y="141"/>
                      </a:cubicBezTo>
                      <a:cubicBezTo>
                        <a:pt x="13" y="136"/>
                        <a:pt x="13" y="136"/>
                        <a:pt x="13" y="136"/>
                      </a:cubicBezTo>
                      <a:cubicBezTo>
                        <a:pt x="26" y="85"/>
                        <a:pt x="26" y="85"/>
                        <a:pt x="26" y="85"/>
                      </a:cubicBezTo>
                      <a:cubicBezTo>
                        <a:pt x="98" y="12"/>
                        <a:pt x="98" y="12"/>
                        <a:pt x="98" y="12"/>
                      </a:cubicBezTo>
                      <a:moveTo>
                        <a:pt x="21" y="133"/>
                      </a:moveTo>
                      <a:cubicBezTo>
                        <a:pt x="62" y="122"/>
                        <a:pt x="62" y="122"/>
                        <a:pt x="62" y="122"/>
                      </a:cubicBezTo>
                      <a:cubicBezTo>
                        <a:pt x="32" y="91"/>
                        <a:pt x="32" y="91"/>
                        <a:pt x="32" y="91"/>
                      </a:cubicBezTo>
                      <a:cubicBezTo>
                        <a:pt x="21" y="133"/>
                        <a:pt x="21" y="133"/>
                        <a:pt x="21" y="133"/>
                      </a:cubicBezTo>
                      <a:moveTo>
                        <a:pt x="98" y="0"/>
                      </a:moveTo>
                      <a:cubicBezTo>
                        <a:pt x="98" y="0"/>
                        <a:pt x="98" y="0"/>
                        <a:pt x="98" y="0"/>
                      </a:cubicBezTo>
                      <a:cubicBezTo>
                        <a:pt x="95" y="0"/>
                        <a:pt x="92" y="1"/>
                        <a:pt x="90" y="3"/>
                      </a:cubicBezTo>
                      <a:cubicBezTo>
                        <a:pt x="17" y="76"/>
                        <a:pt x="17" y="76"/>
                        <a:pt x="17" y="76"/>
                      </a:cubicBezTo>
                      <a:cubicBezTo>
                        <a:pt x="16" y="78"/>
                        <a:pt x="15" y="80"/>
                        <a:pt x="14" y="82"/>
                      </a:cubicBezTo>
                      <a:cubicBezTo>
                        <a:pt x="1" y="133"/>
                        <a:pt x="1" y="133"/>
                        <a:pt x="1" y="133"/>
                      </a:cubicBezTo>
                      <a:cubicBezTo>
                        <a:pt x="0" y="137"/>
                        <a:pt x="1" y="142"/>
                        <a:pt x="4" y="145"/>
                      </a:cubicBezTo>
                      <a:cubicBezTo>
                        <a:pt x="10" y="150"/>
                        <a:pt x="10" y="150"/>
                        <a:pt x="10" y="150"/>
                      </a:cubicBezTo>
                      <a:cubicBezTo>
                        <a:pt x="12" y="152"/>
                        <a:pt x="15" y="153"/>
                        <a:pt x="18" y="153"/>
                      </a:cubicBezTo>
                      <a:cubicBezTo>
                        <a:pt x="19" y="153"/>
                        <a:pt x="20" y="153"/>
                        <a:pt x="21" y="153"/>
                      </a:cubicBezTo>
                      <a:cubicBezTo>
                        <a:pt x="72" y="140"/>
                        <a:pt x="72" y="140"/>
                        <a:pt x="72" y="140"/>
                      </a:cubicBezTo>
                      <a:cubicBezTo>
                        <a:pt x="74" y="140"/>
                        <a:pt x="76" y="138"/>
                        <a:pt x="77" y="137"/>
                      </a:cubicBezTo>
                      <a:cubicBezTo>
                        <a:pt x="109" y="105"/>
                        <a:pt x="109" y="105"/>
                        <a:pt x="109" y="105"/>
                      </a:cubicBezTo>
                      <a:cubicBezTo>
                        <a:pt x="111" y="105"/>
                        <a:pt x="112" y="105"/>
                        <a:pt x="113" y="105"/>
                      </a:cubicBezTo>
                      <a:cubicBezTo>
                        <a:pt x="198" y="105"/>
                        <a:pt x="198" y="105"/>
                        <a:pt x="198" y="105"/>
                      </a:cubicBezTo>
                      <a:cubicBezTo>
                        <a:pt x="205" y="105"/>
                        <a:pt x="210" y="100"/>
                        <a:pt x="210" y="93"/>
                      </a:cubicBezTo>
                      <a:cubicBezTo>
                        <a:pt x="210" y="82"/>
                        <a:pt x="210" y="82"/>
                        <a:pt x="210" y="82"/>
                      </a:cubicBezTo>
                      <a:cubicBezTo>
                        <a:pt x="210" y="75"/>
                        <a:pt x="205" y="70"/>
                        <a:pt x="198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50" y="64"/>
                        <a:pt x="150" y="64"/>
                        <a:pt x="150" y="64"/>
                      </a:cubicBezTo>
                      <a:cubicBezTo>
                        <a:pt x="153" y="61"/>
                        <a:pt x="154" y="58"/>
                        <a:pt x="154" y="55"/>
                      </a:cubicBezTo>
                      <a:cubicBezTo>
                        <a:pt x="154" y="52"/>
                        <a:pt x="152" y="49"/>
                        <a:pt x="150" y="47"/>
                      </a:cubicBezTo>
                      <a:cubicBezTo>
                        <a:pt x="144" y="40"/>
                        <a:pt x="144" y="40"/>
                        <a:pt x="144" y="40"/>
                      </a:cubicBezTo>
                      <a:cubicBezTo>
                        <a:pt x="143" y="39"/>
                        <a:pt x="142" y="39"/>
                        <a:pt x="140" y="38"/>
                      </a:cubicBezTo>
                      <a:cubicBezTo>
                        <a:pt x="140" y="37"/>
                        <a:pt x="139" y="36"/>
                        <a:pt x="138" y="35"/>
                      </a:cubicBezTo>
                      <a:cubicBezTo>
                        <a:pt x="131" y="28"/>
                        <a:pt x="131" y="28"/>
                        <a:pt x="131" y="28"/>
                      </a:cubicBezTo>
                      <a:cubicBezTo>
                        <a:pt x="131" y="27"/>
                        <a:pt x="129" y="26"/>
                        <a:pt x="128" y="25"/>
                      </a:cubicBezTo>
                      <a:cubicBezTo>
                        <a:pt x="128" y="24"/>
                        <a:pt x="127" y="23"/>
                        <a:pt x="126" y="22"/>
                      </a:cubicBezTo>
                      <a:cubicBezTo>
                        <a:pt x="119" y="15"/>
                        <a:pt x="119" y="15"/>
                        <a:pt x="119" y="15"/>
                      </a:cubicBezTo>
                      <a:cubicBezTo>
                        <a:pt x="118" y="14"/>
                        <a:pt x="117" y="13"/>
                        <a:pt x="116" y="13"/>
                      </a:cubicBezTo>
                      <a:cubicBezTo>
                        <a:pt x="115" y="12"/>
                        <a:pt x="114" y="10"/>
                        <a:pt x="113" y="10"/>
                      </a:cubicBezTo>
                      <a:cubicBezTo>
                        <a:pt x="107" y="3"/>
                        <a:pt x="107" y="3"/>
                        <a:pt x="107" y="3"/>
                      </a:cubicBezTo>
                      <a:cubicBezTo>
                        <a:pt x="105" y="1"/>
                        <a:pt x="102" y="0"/>
                        <a:pt x="98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1" name="Rectangle 53"/>
                <p:cNvSpPr>
                  <a:spLocks noChangeArrowheads="1"/>
                </p:cNvSpPr>
                <p:nvPr/>
              </p:nvSpPr>
              <p:spPr bwMode="auto">
                <a:xfrm>
                  <a:off x="277868" y="9084396"/>
                  <a:ext cx="319088" cy="4445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2" name="Rectangle 54"/>
                <p:cNvSpPr>
                  <a:spLocks noChangeArrowheads="1"/>
                </p:cNvSpPr>
                <p:nvPr/>
              </p:nvSpPr>
              <p:spPr bwMode="auto">
                <a:xfrm>
                  <a:off x="277868" y="9159009"/>
                  <a:ext cx="319088" cy="4445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3" name="Freeform 55"/>
                <p:cNvSpPr>
                  <a:spLocks/>
                </p:cNvSpPr>
                <p:nvPr/>
              </p:nvSpPr>
              <p:spPr bwMode="auto">
                <a:xfrm>
                  <a:off x="239768" y="8674820"/>
                  <a:ext cx="217488" cy="214313"/>
                </a:xfrm>
                <a:custGeom>
                  <a:avLst/>
                  <a:gdLst>
                    <a:gd name="T0" fmla="*/ 55 w 58"/>
                    <a:gd name="T1" fmla="*/ 46 h 57"/>
                    <a:gd name="T2" fmla="*/ 55 w 58"/>
                    <a:gd name="T3" fmla="*/ 37 h 57"/>
                    <a:gd name="T4" fmla="*/ 21 w 58"/>
                    <a:gd name="T5" fmla="*/ 2 h 57"/>
                    <a:gd name="T6" fmla="*/ 12 w 58"/>
                    <a:gd name="T7" fmla="*/ 2 h 57"/>
                    <a:gd name="T8" fmla="*/ 0 w 58"/>
                    <a:gd name="T9" fmla="*/ 14 h 57"/>
                    <a:gd name="T10" fmla="*/ 44 w 58"/>
                    <a:gd name="T11" fmla="*/ 57 h 57"/>
                    <a:gd name="T12" fmla="*/ 55 w 58"/>
                    <a:gd name="T13" fmla="*/ 46 h 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8" h="57">
                      <a:moveTo>
                        <a:pt x="55" y="46"/>
                      </a:moveTo>
                      <a:cubicBezTo>
                        <a:pt x="58" y="43"/>
                        <a:pt x="58" y="39"/>
                        <a:pt x="55" y="37"/>
                      </a:cubicBezTo>
                      <a:cubicBezTo>
                        <a:pt x="21" y="2"/>
                        <a:pt x="21" y="2"/>
                        <a:pt x="21" y="2"/>
                      </a:cubicBezTo>
                      <a:cubicBezTo>
                        <a:pt x="18" y="0"/>
                        <a:pt x="14" y="0"/>
                        <a:pt x="12" y="2"/>
                      </a:cubicBezTo>
                      <a:cubicBezTo>
                        <a:pt x="0" y="14"/>
                        <a:pt x="0" y="14"/>
                        <a:pt x="0" y="14"/>
                      </a:cubicBezTo>
                      <a:cubicBezTo>
                        <a:pt x="44" y="57"/>
                        <a:pt x="44" y="57"/>
                        <a:pt x="44" y="57"/>
                      </a:cubicBezTo>
                      <a:cubicBezTo>
                        <a:pt x="55" y="46"/>
                        <a:pt x="55" y="46"/>
                        <a:pt x="55" y="4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4" name="Freeform 56"/>
                <p:cNvSpPr>
                  <a:spLocks noEditPoints="1"/>
                </p:cNvSpPr>
                <p:nvPr/>
              </p:nvSpPr>
              <p:spPr bwMode="auto">
                <a:xfrm>
                  <a:off x="-96782" y="8746258"/>
                  <a:ext cx="693738" cy="484189"/>
                </a:xfrm>
                <a:custGeom>
                  <a:avLst/>
                  <a:gdLst>
                    <a:gd name="T0" fmla="*/ 241 w 437"/>
                    <a:gd name="T1" fmla="*/ 166 h 305"/>
                    <a:gd name="T2" fmla="*/ 305 w 437"/>
                    <a:gd name="T3" fmla="*/ 102 h 305"/>
                    <a:gd name="T4" fmla="*/ 288 w 437"/>
                    <a:gd name="T5" fmla="*/ 88 h 305"/>
                    <a:gd name="T6" fmla="*/ 130 w 437"/>
                    <a:gd name="T7" fmla="*/ 246 h 305"/>
                    <a:gd name="T8" fmla="*/ 116 w 437"/>
                    <a:gd name="T9" fmla="*/ 234 h 305"/>
                    <a:gd name="T10" fmla="*/ 276 w 437"/>
                    <a:gd name="T11" fmla="*/ 74 h 305"/>
                    <a:gd name="T12" fmla="*/ 260 w 437"/>
                    <a:gd name="T13" fmla="*/ 57 h 305"/>
                    <a:gd name="T14" fmla="*/ 99 w 437"/>
                    <a:gd name="T15" fmla="*/ 218 h 305"/>
                    <a:gd name="T16" fmla="*/ 87 w 437"/>
                    <a:gd name="T17" fmla="*/ 206 h 305"/>
                    <a:gd name="T18" fmla="*/ 248 w 437"/>
                    <a:gd name="T19" fmla="*/ 45 h 305"/>
                    <a:gd name="T20" fmla="*/ 229 w 437"/>
                    <a:gd name="T21" fmla="*/ 29 h 305"/>
                    <a:gd name="T22" fmla="*/ 71 w 437"/>
                    <a:gd name="T23" fmla="*/ 189 h 305"/>
                    <a:gd name="T24" fmla="*/ 56 w 437"/>
                    <a:gd name="T25" fmla="*/ 175 h 305"/>
                    <a:gd name="T26" fmla="*/ 217 w 437"/>
                    <a:gd name="T27" fmla="*/ 14 h 305"/>
                    <a:gd name="T28" fmla="*/ 201 w 437"/>
                    <a:gd name="T29" fmla="*/ 0 h 305"/>
                    <a:gd name="T30" fmla="*/ 30 w 437"/>
                    <a:gd name="T31" fmla="*/ 173 h 305"/>
                    <a:gd name="T32" fmla="*/ 0 w 437"/>
                    <a:gd name="T33" fmla="*/ 293 h 305"/>
                    <a:gd name="T34" fmla="*/ 12 w 437"/>
                    <a:gd name="T35" fmla="*/ 305 h 305"/>
                    <a:gd name="T36" fmla="*/ 132 w 437"/>
                    <a:gd name="T37" fmla="*/ 274 h 305"/>
                    <a:gd name="T38" fmla="*/ 236 w 437"/>
                    <a:gd name="T39" fmla="*/ 170 h 305"/>
                    <a:gd name="T40" fmla="*/ 236 w 437"/>
                    <a:gd name="T41" fmla="*/ 192 h 305"/>
                    <a:gd name="T42" fmla="*/ 437 w 437"/>
                    <a:gd name="T43" fmla="*/ 192 h 305"/>
                    <a:gd name="T44" fmla="*/ 437 w 437"/>
                    <a:gd name="T45" fmla="*/ 166 h 305"/>
                    <a:gd name="T46" fmla="*/ 241 w 437"/>
                    <a:gd name="T47" fmla="*/ 166 h 305"/>
                    <a:gd name="T48" fmla="*/ 19 w 437"/>
                    <a:gd name="T49" fmla="*/ 286 h 305"/>
                    <a:gd name="T50" fmla="*/ 45 w 437"/>
                    <a:gd name="T51" fmla="*/ 187 h 305"/>
                    <a:gd name="T52" fmla="*/ 116 w 437"/>
                    <a:gd name="T53" fmla="*/ 260 h 305"/>
                    <a:gd name="T54" fmla="*/ 19 w 437"/>
                    <a:gd name="T55" fmla="*/ 286 h 3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437" h="305">
                      <a:moveTo>
                        <a:pt x="241" y="166"/>
                      </a:moveTo>
                      <a:lnTo>
                        <a:pt x="305" y="102"/>
                      </a:lnTo>
                      <a:lnTo>
                        <a:pt x="288" y="88"/>
                      </a:lnTo>
                      <a:lnTo>
                        <a:pt x="130" y="246"/>
                      </a:lnTo>
                      <a:lnTo>
                        <a:pt x="116" y="234"/>
                      </a:lnTo>
                      <a:lnTo>
                        <a:pt x="276" y="74"/>
                      </a:lnTo>
                      <a:lnTo>
                        <a:pt x="260" y="57"/>
                      </a:lnTo>
                      <a:lnTo>
                        <a:pt x="99" y="218"/>
                      </a:lnTo>
                      <a:lnTo>
                        <a:pt x="87" y="206"/>
                      </a:lnTo>
                      <a:lnTo>
                        <a:pt x="248" y="45"/>
                      </a:lnTo>
                      <a:lnTo>
                        <a:pt x="229" y="29"/>
                      </a:lnTo>
                      <a:lnTo>
                        <a:pt x="71" y="189"/>
                      </a:lnTo>
                      <a:lnTo>
                        <a:pt x="56" y="175"/>
                      </a:lnTo>
                      <a:lnTo>
                        <a:pt x="217" y="14"/>
                      </a:lnTo>
                      <a:lnTo>
                        <a:pt x="201" y="0"/>
                      </a:lnTo>
                      <a:lnTo>
                        <a:pt x="30" y="173"/>
                      </a:lnTo>
                      <a:lnTo>
                        <a:pt x="0" y="293"/>
                      </a:lnTo>
                      <a:lnTo>
                        <a:pt x="12" y="305"/>
                      </a:lnTo>
                      <a:lnTo>
                        <a:pt x="132" y="274"/>
                      </a:lnTo>
                      <a:lnTo>
                        <a:pt x="236" y="170"/>
                      </a:lnTo>
                      <a:lnTo>
                        <a:pt x="236" y="192"/>
                      </a:lnTo>
                      <a:lnTo>
                        <a:pt x="437" y="192"/>
                      </a:lnTo>
                      <a:lnTo>
                        <a:pt x="437" y="166"/>
                      </a:lnTo>
                      <a:lnTo>
                        <a:pt x="241" y="166"/>
                      </a:lnTo>
                      <a:close/>
                      <a:moveTo>
                        <a:pt x="19" y="286"/>
                      </a:moveTo>
                      <a:lnTo>
                        <a:pt x="45" y="187"/>
                      </a:lnTo>
                      <a:lnTo>
                        <a:pt x="116" y="260"/>
                      </a:lnTo>
                      <a:lnTo>
                        <a:pt x="19" y="28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p:grpSp>
        </p:grpSp>
      </p:grpSp>
      <p:grpSp>
        <p:nvGrpSpPr>
          <p:cNvPr id="74" name="Group 67"/>
          <p:cNvGrpSpPr/>
          <p:nvPr/>
        </p:nvGrpSpPr>
        <p:grpSpPr>
          <a:xfrm>
            <a:off x="908863" y="6934200"/>
            <a:ext cx="3510737" cy="1151911"/>
            <a:chOff x="1311958" y="3405486"/>
            <a:chExt cx="3557092" cy="1028748"/>
          </a:xfrm>
        </p:grpSpPr>
        <p:sp>
          <p:nvSpPr>
            <p:cNvPr id="75" name="Freeform 20"/>
            <p:cNvSpPr>
              <a:spLocks/>
            </p:cNvSpPr>
            <p:nvPr/>
          </p:nvSpPr>
          <p:spPr bwMode="auto">
            <a:xfrm rot="5400000">
              <a:off x="2967389" y="2625080"/>
              <a:ext cx="793395" cy="2582819"/>
            </a:xfrm>
            <a:prstGeom prst="round2SameRect">
              <a:avLst>
                <a:gd name="adj1" fmla="val 6498"/>
                <a:gd name="adj2" fmla="val 0"/>
              </a:avLst>
            </a:prstGeom>
            <a:solidFill>
              <a:schemeClr val="accent6">
                <a:lumMod val="75000"/>
              </a:schemeClr>
            </a:solidFill>
            <a:ln w="57150">
              <a:solidFill>
                <a:schemeClr val="accent6">
                  <a:lumMod val="75000"/>
                </a:schemeClr>
              </a:solidFill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1912738" y="3527166"/>
              <a:ext cx="2956312" cy="907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b="1">
                  <a:solidFill>
                    <a:schemeClr val="bg1"/>
                  </a:solidFill>
                  <a:latin typeface="Times New Roman" panose="02020603050405020304" pitchFamily="18" charset="0"/>
                  <a:ea typeface="Tahoma" pitchFamily="34" charset="0"/>
                  <a:cs typeface="Times New Roman" panose="02020603050405020304" pitchFamily="18" charset="0"/>
                </a:rPr>
                <a:t>Lời giải</a:t>
              </a:r>
              <a:r>
                <a:rPr lang="vi-VN" sz="6000" b="1">
                  <a:solidFill>
                    <a:schemeClr val="bg1"/>
                  </a:solidFill>
                  <a:latin typeface="Times New Roman" panose="02020603050405020304" pitchFamily="18" charset="0"/>
                  <a:ea typeface="Tahoma" pitchFamily="34" charset="0"/>
                  <a:cs typeface="Times New Roman" panose="02020603050405020304" pitchFamily="18" charset="0"/>
                </a:rPr>
                <a:t> </a:t>
              </a:r>
              <a:endPara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7" name="Group 70"/>
            <p:cNvGrpSpPr/>
            <p:nvPr/>
          </p:nvGrpSpPr>
          <p:grpSpPr>
            <a:xfrm>
              <a:off x="1311958" y="3405486"/>
              <a:ext cx="950173" cy="940513"/>
              <a:chOff x="1311958" y="3405486"/>
              <a:chExt cx="950173" cy="940513"/>
            </a:xfrm>
          </p:grpSpPr>
          <p:sp>
            <p:nvSpPr>
              <p:cNvPr id="78" name="Rectangle 77"/>
              <p:cNvSpPr/>
              <p:nvPr/>
            </p:nvSpPr>
            <p:spPr>
              <a:xfrm>
                <a:off x="1406975" y="3672018"/>
                <a:ext cx="596676" cy="5403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Freeform 13"/>
              <p:cNvSpPr>
                <a:spLocks noEditPoints="1"/>
              </p:cNvSpPr>
              <p:nvPr/>
            </p:nvSpPr>
            <p:spPr bwMode="auto">
              <a:xfrm>
                <a:off x="1311958" y="3581027"/>
                <a:ext cx="190035" cy="268948"/>
              </a:xfrm>
              <a:custGeom>
                <a:avLst/>
                <a:gdLst>
                  <a:gd name="T0" fmla="*/ 34 w 50"/>
                  <a:gd name="T1" fmla="*/ 16 h 71"/>
                  <a:gd name="T2" fmla="*/ 34 w 50"/>
                  <a:gd name="T3" fmla="*/ 55 h 71"/>
                  <a:gd name="T4" fmla="*/ 16 w 50"/>
                  <a:gd name="T5" fmla="*/ 55 h 71"/>
                  <a:gd name="T6" fmla="*/ 16 w 50"/>
                  <a:gd name="T7" fmla="*/ 16 h 71"/>
                  <a:gd name="T8" fmla="*/ 34 w 50"/>
                  <a:gd name="T9" fmla="*/ 16 h 71"/>
                  <a:gd name="T10" fmla="*/ 34 w 50"/>
                  <a:gd name="T11" fmla="*/ 0 h 71"/>
                  <a:gd name="T12" fmla="*/ 16 w 50"/>
                  <a:gd name="T13" fmla="*/ 0 h 71"/>
                  <a:gd name="T14" fmla="*/ 0 w 50"/>
                  <a:gd name="T15" fmla="*/ 16 h 71"/>
                  <a:gd name="T16" fmla="*/ 0 w 50"/>
                  <a:gd name="T17" fmla="*/ 55 h 71"/>
                  <a:gd name="T18" fmla="*/ 16 w 50"/>
                  <a:gd name="T19" fmla="*/ 71 h 71"/>
                  <a:gd name="T20" fmla="*/ 34 w 50"/>
                  <a:gd name="T21" fmla="*/ 71 h 71"/>
                  <a:gd name="T22" fmla="*/ 50 w 50"/>
                  <a:gd name="T23" fmla="*/ 55 h 71"/>
                  <a:gd name="T24" fmla="*/ 50 w 50"/>
                  <a:gd name="T25" fmla="*/ 16 h 71"/>
                  <a:gd name="T26" fmla="*/ 34 w 50"/>
                  <a:gd name="T2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1">
                    <a:moveTo>
                      <a:pt x="34" y="16"/>
                    </a:moveTo>
                    <a:cubicBezTo>
                      <a:pt x="34" y="55"/>
                      <a:pt x="34" y="55"/>
                      <a:pt x="34" y="55"/>
                    </a:cubicBezTo>
                    <a:cubicBezTo>
                      <a:pt x="16" y="55"/>
                      <a:pt x="16" y="55"/>
                      <a:pt x="16" y="5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64"/>
                      <a:pt x="7" y="71"/>
                      <a:pt x="16" y="71"/>
                    </a:cubicBezTo>
                    <a:cubicBezTo>
                      <a:pt x="34" y="71"/>
                      <a:pt x="34" y="71"/>
                      <a:pt x="34" y="71"/>
                    </a:cubicBezTo>
                    <a:cubicBezTo>
                      <a:pt x="43" y="71"/>
                      <a:pt x="50" y="64"/>
                      <a:pt x="50" y="55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14"/>
              <p:cNvSpPr>
                <a:spLocks noEditPoints="1"/>
              </p:cNvSpPr>
              <p:nvPr/>
            </p:nvSpPr>
            <p:spPr bwMode="auto">
              <a:xfrm>
                <a:off x="1311958" y="3581027"/>
                <a:ext cx="277000" cy="181983"/>
              </a:xfrm>
              <a:custGeom>
                <a:avLst/>
                <a:gdLst>
                  <a:gd name="T0" fmla="*/ 57 w 73"/>
                  <a:gd name="T1" fmla="*/ 16 h 48"/>
                  <a:gd name="T2" fmla="*/ 57 w 73"/>
                  <a:gd name="T3" fmla="*/ 32 h 48"/>
                  <a:gd name="T4" fmla="*/ 16 w 73"/>
                  <a:gd name="T5" fmla="*/ 32 h 48"/>
                  <a:gd name="T6" fmla="*/ 16 w 73"/>
                  <a:gd name="T7" fmla="*/ 16 h 48"/>
                  <a:gd name="T8" fmla="*/ 57 w 73"/>
                  <a:gd name="T9" fmla="*/ 16 h 48"/>
                  <a:gd name="T10" fmla="*/ 57 w 73"/>
                  <a:gd name="T11" fmla="*/ 0 h 48"/>
                  <a:gd name="T12" fmla="*/ 16 w 73"/>
                  <a:gd name="T13" fmla="*/ 0 h 48"/>
                  <a:gd name="T14" fmla="*/ 0 w 73"/>
                  <a:gd name="T15" fmla="*/ 16 h 48"/>
                  <a:gd name="T16" fmla="*/ 0 w 73"/>
                  <a:gd name="T17" fmla="*/ 32 h 48"/>
                  <a:gd name="T18" fmla="*/ 16 w 73"/>
                  <a:gd name="T19" fmla="*/ 48 h 48"/>
                  <a:gd name="T20" fmla="*/ 57 w 73"/>
                  <a:gd name="T21" fmla="*/ 48 h 48"/>
                  <a:gd name="T22" fmla="*/ 73 w 73"/>
                  <a:gd name="T23" fmla="*/ 32 h 48"/>
                  <a:gd name="T24" fmla="*/ 73 w 73"/>
                  <a:gd name="T25" fmla="*/ 16 h 48"/>
                  <a:gd name="T26" fmla="*/ 57 w 73"/>
                  <a:gd name="T27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" h="48">
                    <a:moveTo>
                      <a:pt x="57" y="16"/>
                    </a:moveTo>
                    <a:cubicBezTo>
                      <a:pt x="57" y="32"/>
                      <a:pt x="57" y="32"/>
                      <a:pt x="5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7" y="16"/>
                      <a:pt x="57" y="16"/>
                      <a:pt x="57" y="16"/>
                    </a:cubicBezTo>
                    <a:moveTo>
                      <a:pt x="57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41"/>
                      <a:pt x="7" y="48"/>
                      <a:pt x="16" y="48"/>
                    </a:cubicBezTo>
                    <a:cubicBezTo>
                      <a:pt x="57" y="48"/>
                      <a:pt x="57" y="48"/>
                      <a:pt x="57" y="48"/>
                    </a:cubicBezTo>
                    <a:cubicBezTo>
                      <a:pt x="66" y="48"/>
                      <a:pt x="73" y="41"/>
                      <a:pt x="73" y="32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7"/>
                      <a:pt x="66" y="0"/>
                      <a:pt x="57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15"/>
              <p:cNvSpPr>
                <a:spLocks noEditPoints="1"/>
              </p:cNvSpPr>
              <p:nvPr/>
            </p:nvSpPr>
            <p:spPr bwMode="auto">
              <a:xfrm>
                <a:off x="1563190" y="3581027"/>
                <a:ext cx="285052" cy="181983"/>
              </a:xfrm>
              <a:custGeom>
                <a:avLst/>
                <a:gdLst>
                  <a:gd name="T0" fmla="*/ 58 w 75"/>
                  <a:gd name="T1" fmla="*/ 16 h 48"/>
                  <a:gd name="T2" fmla="*/ 43 w 75"/>
                  <a:gd name="T3" fmla="*/ 32 h 48"/>
                  <a:gd name="T4" fmla="*/ 16 w 75"/>
                  <a:gd name="T5" fmla="*/ 32 h 48"/>
                  <a:gd name="T6" fmla="*/ 16 w 75"/>
                  <a:gd name="T7" fmla="*/ 16 h 48"/>
                  <a:gd name="T8" fmla="*/ 58 w 75"/>
                  <a:gd name="T9" fmla="*/ 16 h 48"/>
                  <a:gd name="T10" fmla="*/ 58 w 75"/>
                  <a:gd name="T11" fmla="*/ 0 h 48"/>
                  <a:gd name="T12" fmla="*/ 16 w 75"/>
                  <a:gd name="T13" fmla="*/ 0 h 48"/>
                  <a:gd name="T14" fmla="*/ 0 w 75"/>
                  <a:gd name="T15" fmla="*/ 16 h 48"/>
                  <a:gd name="T16" fmla="*/ 0 w 75"/>
                  <a:gd name="T17" fmla="*/ 32 h 48"/>
                  <a:gd name="T18" fmla="*/ 16 w 75"/>
                  <a:gd name="T19" fmla="*/ 48 h 48"/>
                  <a:gd name="T20" fmla="*/ 43 w 75"/>
                  <a:gd name="T21" fmla="*/ 48 h 48"/>
                  <a:gd name="T22" fmla="*/ 55 w 75"/>
                  <a:gd name="T23" fmla="*/ 43 h 48"/>
                  <a:gd name="T24" fmla="*/ 70 w 75"/>
                  <a:gd name="T25" fmla="*/ 26 h 48"/>
                  <a:gd name="T26" fmla="*/ 73 w 75"/>
                  <a:gd name="T27" fmla="*/ 9 h 48"/>
                  <a:gd name="T28" fmla="*/ 58 w 75"/>
                  <a:gd name="T29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5" h="48">
                    <a:moveTo>
                      <a:pt x="58" y="16"/>
                    </a:moveTo>
                    <a:cubicBezTo>
                      <a:pt x="43" y="32"/>
                      <a:pt x="43" y="32"/>
                      <a:pt x="43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8" y="16"/>
                      <a:pt x="58" y="16"/>
                      <a:pt x="58" y="16"/>
                    </a:cubicBezTo>
                    <a:moveTo>
                      <a:pt x="58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8" y="0"/>
                      <a:pt x="0" y="7"/>
                      <a:pt x="0" y="16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41"/>
                      <a:pt x="8" y="48"/>
                      <a:pt x="16" y="48"/>
                    </a:cubicBezTo>
                    <a:cubicBezTo>
                      <a:pt x="43" y="48"/>
                      <a:pt x="43" y="48"/>
                      <a:pt x="43" y="48"/>
                    </a:cubicBezTo>
                    <a:cubicBezTo>
                      <a:pt x="48" y="48"/>
                      <a:pt x="52" y="46"/>
                      <a:pt x="55" y="43"/>
                    </a:cubicBezTo>
                    <a:cubicBezTo>
                      <a:pt x="70" y="26"/>
                      <a:pt x="70" y="26"/>
                      <a:pt x="70" y="26"/>
                    </a:cubicBezTo>
                    <a:cubicBezTo>
                      <a:pt x="74" y="22"/>
                      <a:pt x="75" y="15"/>
                      <a:pt x="73" y="9"/>
                    </a:cubicBezTo>
                    <a:cubicBezTo>
                      <a:pt x="70" y="3"/>
                      <a:pt x="64" y="0"/>
                      <a:pt x="58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16"/>
              <p:cNvSpPr>
                <a:spLocks noEditPoints="1"/>
              </p:cNvSpPr>
              <p:nvPr/>
            </p:nvSpPr>
            <p:spPr bwMode="auto">
              <a:xfrm>
                <a:off x="1563190" y="4151132"/>
                <a:ext cx="280221" cy="194867"/>
              </a:xfrm>
              <a:custGeom>
                <a:avLst/>
                <a:gdLst>
                  <a:gd name="T0" fmla="*/ 58 w 74"/>
                  <a:gd name="T1" fmla="*/ 16 h 51"/>
                  <a:gd name="T2" fmla="*/ 58 w 74"/>
                  <a:gd name="T3" fmla="*/ 35 h 51"/>
                  <a:gd name="T4" fmla="*/ 16 w 74"/>
                  <a:gd name="T5" fmla="*/ 35 h 51"/>
                  <a:gd name="T6" fmla="*/ 16 w 74"/>
                  <a:gd name="T7" fmla="*/ 16 h 51"/>
                  <a:gd name="T8" fmla="*/ 58 w 74"/>
                  <a:gd name="T9" fmla="*/ 16 h 51"/>
                  <a:gd name="T10" fmla="*/ 58 w 74"/>
                  <a:gd name="T11" fmla="*/ 0 h 51"/>
                  <a:gd name="T12" fmla="*/ 16 w 74"/>
                  <a:gd name="T13" fmla="*/ 0 h 51"/>
                  <a:gd name="T14" fmla="*/ 0 w 74"/>
                  <a:gd name="T15" fmla="*/ 16 h 51"/>
                  <a:gd name="T16" fmla="*/ 0 w 74"/>
                  <a:gd name="T17" fmla="*/ 35 h 51"/>
                  <a:gd name="T18" fmla="*/ 16 w 74"/>
                  <a:gd name="T19" fmla="*/ 51 h 51"/>
                  <a:gd name="T20" fmla="*/ 58 w 74"/>
                  <a:gd name="T21" fmla="*/ 51 h 51"/>
                  <a:gd name="T22" fmla="*/ 74 w 74"/>
                  <a:gd name="T23" fmla="*/ 35 h 51"/>
                  <a:gd name="T24" fmla="*/ 74 w 74"/>
                  <a:gd name="T25" fmla="*/ 16 h 51"/>
                  <a:gd name="T26" fmla="*/ 58 w 74"/>
                  <a:gd name="T27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4" h="51">
                    <a:moveTo>
                      <a:pt x="58" y="16"/>
                    </a:moveTo>
                    <a:cubicBezTo>
                      <a:pt x="58" y="35"/>
                      <a:pt x="58" y="35"/>
                      <a:pt x="58" y="35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8" y="16"/>
                      <a:pt x="58" y="16"/>
                      <a:pt x="58" y="16"/>
                    </a:cubicBezTo>
                    <a:moveTo>
                      <a:pt x="58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8" y="0"/>
                      <a:pt x="0" y="7"/>
                      <a:pt x="0" y="1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43"/>
                      <a:pt x="8" y="51"/>
                      <a:pt x="16" y="51"/>
                    </a:cubicBezTo>
                    <a:cubicBezTo>
                      <a:pt x="58" y="51"/>
                      <a:pt x="58" y="51"/>
                      <a:pt x="58" y="51"/>
                    </a:cubicBezTo>
                    <a:cubicBezTo>
                      <a:pt x="67" y="51"/>
                      <a:pt x="74" y="43"/>
                      <a:pt x="74" y="35"/>
                    </a:cubicBezTo>
                    <a:cubicBezTo>
                      <a:pt x="74" y="16"/>
                      <a:pt x="74" y="16"/>
                      <a:pt x="74" y="16"/>
                    </a:cubicBezTo>
                    <a:cubicBezTo>
                      <a:pt x="74" y="7"/>
                      <a:pt x="67" y="0"/>
                      <a:pt x="58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17"/>
              <p:cNvSpPr>
                <a:spLocks noEditPoints="1"/>
              </p:cNvSpPr>
              <p:nvPr/>
            </p:nvSpPr>
            <p:spPr bwMode="auto">
              <a:xfrm>
                <a:off x="1311958" y="4064167"/>
                <a:ext cx="190035" cy="281832"/>
              </a:xfrm>
              <a:custGeom>
                <a:avLst/>
                <a:gdLst>
                  <a:gd name="T0" fmla="*/ 34 w 50"/>
                  <a:gd name="T1" fmla="*/ 16 h 74"/>
                  <a:gd name="T2" fmla="*/ 34 w 50"/>
                  <a:gd name="T3" fmla="*/ 58 h 74"/>
                  <a:gd name="T4" fmla="*/ 16 w 50"/>
                  <a:gd name="T5" fmla="*/ 58 h 74"/>
                  <a:gd name="T6" fmla="*/ 16 w 50"/>
                  <a:gd name="T7" fmla="*/ 16 h 74"/>
                  <a:gd name="T8" fmla="*/ 34 w 50"/>
                  <a:gd name="T9" fmla="*/ 16 h 74"/>
                  <a:gd name="T10" fmla="*/ 34 w 50"/>
                  <a:gd name="T11" fmla="*/ 0 h 74"/>
                  <a:gd name="T12" fmla="*/ 16 w 50"/>
                  <a:gd name="T13" fmla="*/ 0 h 74"/>
                  <a:gd name="T14" fmla="*/ 0 w 50"/>
                  <a:gd name="T15" fmla="*/ 16 h 74"/>
                  <a:gd name="T16" fmla="*/ 0 w 50"/>
                  <a:gd name="T17" fmla="*/ 58 h 74"/>
                  <a:gd name="T18" fmla="*/ 16 w 50"/>
                  <a:gd name="T19" fmla="*/ 74 h 74"/>
                  <a:gd name="T20" fmla="*/ 34 w 50"/>
                  <a:gd name="T21" fmla="*/ 74 h 74"/>
                  <a:gd name="T22" fmla="*/ 50 w 50"/>
                  <a:gd name="T23" fmla="*/ 58 h 74"/>
                  <a:gd name="T24" fmla="*/ 50 w 50"/>
                  <a:gd name="T25" fmla="*/ 16 h 74"/>
                  <a:gd name="T26" fmla="*/ 34 w 50"/>
                  <a:gd name="T27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4">
                    <a:moveTo>
                      <a:pt x="34" y="16"/>
                    </a:moveTo>
                    <a:cubicBezTo>
                      <a:pt x="34" y="58"/>
                      <a:pt x="34" y="58"/>
                      <a:pt x="34" y="58"/>
                    </a:cubicBezTo>
                    <a:cubicBezTo>
                      <a:pt x="16" y="58"/>
                      <a:pt x="16" y="58"/>
                      <a:pt x="16" y="58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66"/>
                      <a:pt x="7" y="74"/>
                      <a:pt x="16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43" y="74"/>
                      <a:pt x="50" y="66"/>
                      <a:pt x="50" y="58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18"/>
              <p:cNvSpPr>
                <a:spLocks noEditPoints="1"/>
              </p:cNvSpPr>
              <p:nvPr/>
            </p:nvSpPr>
            <p:spPr bwMode="auto">
              <a:xfrm>
                <a:off x="1311958" y="4151132"/>
                <a:ext cx="277000" cy="194867"/>
              </a:xfrm>
              <a:custGeom>
                <a:avLst/>
                <a:gdLst>
                  <a:gd name="T0" fmla="*/ 57 w 73"/>
                  <a:gd name="T1" fmla="*/ 16 h 51"/>
                  <a:gd name="T2" fmla="*/ 57 w 73"/>
                  <a:gd name="T3" fmla="*/ 35 h 51"/>
                  <a:gd name="T4" fmla="*/ 16 w 73"/>
                  <a:gd name="T5" fmla="*/ 35 h 51"/>
                  <a:gd name="T6" fmla="*/ 16 w 73"/>
                  <a:gd name="T7" fmla="*/ 16 h 51"/>
                  <a:gd name="T8" fmla="*/ 57 w 73"/>
                  <a:gd name="T9" fmla="*/ 16 h 51"/>
                  <a:gd name="T10" fmla="*/ 57 w 73"/>
                  <a:gd name="T11" fmla="*/ 0 h 51"/>
                  <a:gd name="T12" fmla="*/ 16 w 73"/>
                  <a:gd name="T13" fmla="*/ 0 h 51"/>
                  <a:gd name="T14" fmla="*/ 0 w 73"/>
                  <a:gd name="T15" fmla="*/ 16 h 51"/>
                  <a:gd name="T16" fmla="*/ 0 w 73"/>
                  <a:gd name="T17" fmla="*/ 35 h 51"/>
                  <a:gd name="T18" fmla="*/ 16 w 73"/>
                  <a:gd name="T19" fmla="*/ 51 h 51"/>
                  <a:gd name="T20" fmla="*/ 57 w 73"/>
                  <a:gd name="T21" fmla="*/ 51 h 51"/>
                  <a:gd name="T22" fmla="*/ 73 w 73"/>
                  <a:gd name="T23" fmla="*/ 35 h 51"/>
                  <a:gd name="T24" fmla="*/ 73 w 73"/>
                  <a:gd name="T25" fmla="*/ 16 h 51"/>
                  <a:gd name="T26" fmla="*/ 57 w 73"/>
                  <a:gd name="T27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" h="51">
                    <a:moveTo>
                      <a:pt x="57" y="16"/>
                    </a:moveTo>
                    <a:cubicBezTo>
                      <a:pt x="57" y="35"/>
                      <a:pt x="57" y="35"/>
                      <a:pt x="57" y="35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7" y="16"/>
                      <a:pt x="57" y="16"/>
                      <a:pt x="57" y="16"/>
                    </a:cubicBezTo>
                    <a:moveTo>
                      <a:pt x="57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43"/>
                      <a:pt x="7" y="51"/>
                      <a:pt x="16" y="51"/>
                    </a:cubicBezTo>
                    <a:cubicBezTo>
                      <a:pt x="57" y="51"/>
                      <a:pt x="57" y="51"/>
                      <a:pt x="57" y="51"/>
                    </a:cubicBezTo>
                    <a:cubicBezTo>
                      <a:pt x="66" y="51"/>
                      <a:pt x="73" y="43"/>
                      <a:pt x="73" y="35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7"/>
                      <a:pt x="66" y="0"/>
                      <a:pt x="57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19"/>
              <p:cNvSpPr>
                <a:spLocks noEditPoints="1"/>
              </p:cNvSpPr>
              <p:nvPr/>
            </p:nvSpPr>
            <p:spPr bwMode="auto">
              <a:xfrm>
                <a:off x="1311958" y="3820986"/>
                <a:ext cx="190035" cy="273779"/>
              </a:xfrm>
              <a:custGeom>
                <a:avLst/>
                <a:gdLst>
                  <a:gd name="T0" fmla="*/ 34 w 50"/>
                  <a:gd name="T1" fmla="*/ 16 h 72"/>
                  <a:gd name="T2" fmla="*/ 34 w 50"/>
                  <a:gd name="T3" fmla="*/ 56 h 72"/>
                  <a:gd name="T4" fmla="*/ 16 w 50"/>
                  <a:gd name="T5" fmla="*/ 56 h 72"/>
                  <a:gd name="T6" fmla="*/ 16 w 50"/>
                  <a:gd name="T7" fmla="*/ 16 h 72"/>
                  <a:gd name="T8" fmla="*/ 34 w 50"/>
                  <a:gd name="T9" fmla="*/ 16 h 72"/>
                  <a:gd name="T10" fmla="*/ 34 w 50"/>
                  <a:gd name="T11" fmla="*/ 0 h 72"/>
                  <a:gd name="T12" fmla="*/ 16 w 50"/>
                  <a:gd name="T13" fmla="*/ 0 h 72"/>
                  <a:gd name="T14" fmla="*/ 0 w 50"/>
                  <a:gd name="T15" fmla="*/ 16 h 72"/>
                  <a:gd name="T16" fmla="*/ 0 w 50"/>
                  <a:gd name="T17" fmla="*/ 56 h 72"/>
                  <a:gd name="T18" fmla="*/ 16 w 50"/>
                  <a:gd name="T19" fmla="*/ 72 h 72"/>
                  <a:gd name="T20" fmla="*/ 34 w 50"/>
                  <a:gd name="T21" fmla="*/ 72 h 72"/>
                  <a:gd name="T22" fmla="*/ 50 w 50"/>
                  <a:gd name="T23" fmla="*/ 56 h 72"/>
                  <a:gd name="T24" fmla="*/ 50 w 50"/>
                  <a:gd name="T25" fmla="*/ 16 h 72"/>
                  <a:gd name="T26" fmla="*/ 34 w 50"/>
                  <a:gd name="T27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2">
                    <a:moveTo>
                      <a:pt x="34" y="16"/>
                    </a:moveTo>
                    <a:cubicBezTo>
                      <a:pt x="34" y="56"/>
                      <a:pt x="34" y="56"/>
                      <a:pt x="34" y="56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65"/>
                      <a:pt x="7" y="72"/>
                      <a:pt x="16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43" y="72"/>
                      <a:pt x="50" y="65"/>
                      <a:pt x="50" y="56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20"/>
              <p:cNvSpPr>
                <a:spLocks noEditPoints="1"/>
              </p:cNvSpPr>
              <p:nvPr/>
            </p:nvSpPr>
            <p:spPr bwMode="auto">
              <a:xfrm>
                <a:off x="1907830" y="4064167"/>
                <a:ext cx="191645" cy="281832"/>
              </a:xfrm>
              <a:custGeom>
                <a:avLst/>
                <a:gdLst>
                  <a:gd name="T0" fmla="*/ 34 w 50"/>
                  <a:gd name="T1" fmla="*/ 16 h 74"/>
                  <a:gd name="T2" fmla="*/ 34 w 50"/>
                  <a:gd name="T3" fmla="*/ 58 h 74"/>
                  <a:gd name="T4" fmla="*/ 16 w 50"/>
                  <a:gd name="T5" fmla="*/ 58 h 74"/>
                  <a:gd name="T6" fmla="*/ 16 w 50"/>
                  <a:gd name="T7" fmla="*/ 16 h 74"/>
                  <a:gd name="T8" fmla="*/ 34 w 50"/>
                  <a:gd name="T9" fmla="*/ 16 h 74"/>
                  <a:gd name="T10" fmla="*/ 34 w 50"/>
                  <a:gd name="T11" fmla="*/ 0 h 74"/>
                  <a:gd name="T12" fmla="*/ 16 w 50"/>
                  <a:gd name="T13" fmla="*/ 0 h 74"/>
                  <a:gd name="T14" fmla="*/ 0 w 50"/>
                  <a:gd name="T15" fmla="*/ 16 h 74"/>
                  <a:gd name="T16" fmla="*/ 0 w 50"/>
                  <a:gd name="T17" fmla="*/ 58 h 74"/>
                  <a:gd name="T18" fmla="*/ 16 w 50"/>
                  <a:gd name="T19" fmla="*/ 74 h 74"/>
                  <a:gd name="T20" fmla="*/ 34 w 50"/>
                  <a:gd name="T21" fmla="*/ 74 h 74"/>
                  <a:gd name="T22" fmla="*/ 50 w 50"/>
                  <a:gd name="T23" fmla="*/ 58 h 74"/>
                  <a:gd name="T24" fmla="*/ 50 w 50"/>
                  <a:gd name="T25" fmla="*/ 16 h 74"/>
                  <a:gd name="T26" fmla="*/ 34 w 50"/>
                  <a:gd name="T27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4">
                    <a:moveTo>
                      <a:pt x="34" y="16"/>
                    </a:moveTo>
                    <a:cubicBezTo>
                      <a:pt x="34" y="58"/>
                      <a:pt x="34" y="58"/>
                      <a:pt x="34" y="58"/>
                    </a:cubicBezTo>
                    <a:cubicBezTo>
                      <a:pt x="16" y="58"/>
                      <a:pt x="16" y="58"/>
                      <a:pt x="16" y="58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66"/>
                      <a:pt x="7" y="74"/>
                      <a:pt x="16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43" y="74"/>
                      <a:pt x="50" y="66"/>
                      <a:pt x="50" y="58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21"/>
              <p:cNvSpPr>
                <a:spLocks noEditPoints="1"/>
              </p:cNvSpPr>
              <p:nvPr/>
            </p:nvSpPr>
            <p:spPr bwMode="auto">
              <a:xfrm>
                <a:off x="1820865" y="4151132"/>
                <a:ext cx="278610" cy="194867"/>
              </a:xfrm>
              <a:custGeom>
                <a:avLst/>
                <a:gdLst>
                  <a:gd name="T0" fmla="*/ 57 w 73"/>
                  <a:gd name="T1" fmla="*/ 16 h 51"/>
                  <a:gd name="T2" fmla="*/ 57 w 73"/>
                  <a:gd name="T3" fmla="*/ 35 h 51"/>
                  <a:gd name="T4" fmla="*/ 16 w 73"/>
                  <a:gd name="T5" fmla="*/ 35 h 51"/>
                  <a:gd name="T6" fmla="*/ 16 w 73"/>
                  <a:gd name="T7" fmla="*/ 16 h 51"/>
                  <a:gd name="T8" fmla="*/ 57 w 73"/>
                  <a:gd name="T9" fmla="*/ 16 h 51"/>
                  <a:gd name="T10" fmla="*/ 57 w 73"/>
                  <a:gd name="T11" fmla="*/ 0 h 51"/>
                  <a:gd name="T12" fmla="*/ 16 w 73"/>
                  <a:gd name="T13" fmla="*/ 0 h 51"/>
                  <a:gd name="T14" fmla="*/ 0 w 73"/>
                  <a:gd name="T15" fmla="*/ 16 h 51"/>
                  <a:gd name="T16" fmla="*/ 0 w 73"/>
                  <a:gd name="T17" fmla="*/ 35 h 51"/>
                  <a:gd name="T18" fmla="*/ 16 w 73"/>
                  <a:gd name="T19" fmla="*/ 51 h 51"/>
                  <a:gd name="T20" fmla="*/ 57 w 73"/>
                  <a:gd name="T21" fmla="*/ 51 h 51"/>
                  <a:gd name="T22" fmla="*/ 73 w 73"/>
                  <a:gd name="T23" fmla="*/ 35 h 51"/>
                  <a:gd name="T24" fmla="*/ 73 w 73"/>
                  <a:gd name="T25" fmla="*/ 16 h 51"/>
                  <a:gd name="T26" fmla="*/ 57 w 73"/>
                  <a:gd name="T27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" h="51">
                    <a:moveTo>
                      <a:pt x="57" y="16"/>
                    </a:moveTo>
                    <a:cubicBezTo>
                      <a:pt x="57" y="35"/>
                      <a:pt x="57" y="35"/>
                      <a:pt x="57" y="35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7" y="16"/>
                      <a:pt x="57" y="16"/>
                      <a:pt x="57" y="16"/>
                    </a:cubicBezTo>
                    <a:moveTo>
                      <a:pt x="57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43"/>
                      <a:pt x="7" y="51"/>
                      <a:pt x="16" y="51"/>
                    </a:cubicBezTo>
                    <a:cubicBezTo>
                      <a:pt x="57" y="51"/>
                      <a:pt x="57" y="51"/>
                      <a:pt x="57" y="51"/>
                    </a:cubicBezTo>
                    <a:cubicBezTo>
                      <a:pt x="66" y="51"/>
                      <a:pt x="73" y="43"/>
                      <a:pt x="73" y="35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7"/>
                      <a:pt x="66" y="0"/>
                      <a:pt x="57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22"/>
              <p:cNvSpPr>
                <a:spLocks noEditPoints="1"/>
              </p:cNvSpPr>
              <p:nvPr/>
            </p:nvSpPr>
            <p:spPr bwMode="auto">
              <a:xfrm>
                <a:off x="1907830" y="3820986"/>
                <a:ext cx="191645" cy="273779"/>
              </a:xfrm>
              <a:custGeom>
                <a:avLst/>
                <a:gdLst>
                  <a:gd name="T0" fmla="*/ 34 w 50"/>
                  <a:gd name="T1" fmla="*/ 16 h 72"/>
                  <a:gd name="T2" fmla="*/ 34 w 50"/>
                  <a:gd name="T3" fmla="*/ 56 h 72"/>
                  <a:gd name="T4" fmla="*/ 16 w 50"/>
                  <a:gd name="T5" fmla="*/ 56 h 72"/>
                  <a:gd name="T6" fmla="*/ 16 w 50"/>
                  <a:gd name="T7" fmla="*/ 16 h 72"/>
                  <a:gd name="T8" fmla="*/ 34 w 50"/>
                  <a:gd name="T9" fmla="*/ 16 h 72"/>
                  <a:gd name="T10" fmla="*/ 34 w 50"/>
                  <a:gd name="T11" fmla="*/ 0 h 72"/>
                  <a:gd name="T12" fmla="*/ 16 w 50"/>
                  <a:gd name="T13" fmla="*/ 0 h 72"/>
                  <a:gd name="T14" fmla="*/ 0 w 50"/>
                  <a:gd name="T15" fmla="*/ 16 h 72"/>
                  <a:gd name="T16" fmla="*/ 0 w 50"/>
                  <a:gd name="T17" fmla="*/ 56 h 72"/>
                  <a:gd name="T18" fmla="*/ 16 w 50"/>
                  <a:gd name="T19" fmla="*/ 72 h 72"/>
                  <a:gd name="T20" fmla="*/ 34 w 50"/>
                  <a:gd name="T21" fmla="*/ 72 h 72"/>
                  <a:gd name="T22" fmla="*/ 50 w 50"/>
                  <a:gd name="T23" fmla="*/ 56 h 72"/>
                  <a:gd name="T24" fmla="*/ 50 w 50"/>
                  <a:gd name="T25" fmla="*/ 16 h 72"/>
                  <a:gd name="T26" fmla="*/ 34 w 50"/>
                  <a:gd name="T27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2">
                    <a:moveTo>
                      <a:pt x="34" y="16"/>
                    </a:moveTo>
                    <a:cubicBezTo>
                      <a:pt x="34" y="56"/>
                      <a:pt x="34" y="56"/>
                      <a:pt x="34" y="56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65"/>
                      <a:pt x="7" y="72"/>
                      <a:pt x="16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43" y="72"/>
                      <a:pt x="50" y="65"/>
                      <a:pt x="50" y="56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23"/>
              <p:cNvSpPr>
                <a:spLocks noEditPoints="1"/>
              </p:cNvSpPr>
              <p:nvPr/>
            </p:nvSpPr>
            <p:spPr bwMode="auto">
              <a:xfrm>
                <a:off x="1661428" y="3405486"/>
                <a:ext cx="600703" cy="594262"/>
              </a:xfrm>
              <a:custGeom>
                <a:avLst/>
                <a:gdLst>
                  <a:gd name="T0" fmla="*/ 105 w 158"/>
                  <a:gd name="T1" fmla="*/ 16 h 156"/>
                  <a:gd name="T2" fmla="*/ 140 w 158"/>
                  <a:gd name="T3" fmla="*/ 56 h 156"/>
                  <a:gd name="T4" fmla="*/ 56 w 158"/>
                  <a:gd name="T5" fmla="*/ 140 h 156"/>
                  <a:gd name="T6" fmla="*/ 17 w 158"/>
                  <a:gd name="T7" fmla="*/ 99 h 156"/>
                  <a:gd name="T8" fmla="*/ 105 w 158"/>
                  <a:gd name="T9" fmla="*/ 16 h 156"/>
                  <a:gd name="T10" fmla="*/ 105 w 158"/>
                  <a:gd name="T11" fmla="*/ 0 h 156"/>
                  <a:gd name="T12" fmla="*/ 94 w 158"/>
                  <a:gd name="T13" fmla="*/ 5 h 156"/>
                  <a:gd name="T14" fmla="*/ 6 w 158"/>
                  <a:gd name="T15" fmla="*/ 87 h 156"/>
                  <a:gd name="T16" fmla="*/ 5 w 158"/>
                  <a:gd name="T17" fmla="*/ 109 h 156"/>
                  <a:gd name="T18" fmla="*/ 44 w 158"/>
                  <a:gd name="T19" fmla="*/ 151 h 156"/>
                  <a:gd name="T20" fmla="*/ 55 w 158"/>
                  <a:gd name="T21" fmla="*/ 156 h 156"/>
                  <a:gd name="T22" fmla="*/ 56 w 158"/>
                  <a:gd name="T23" fmla="*/ 156 h 156"/>
                  <a:gd name="T24" fmla="*/ 67 w 158"/>
                  <a:gd name="T25" fmla="*/ 152 h 156"/>
                  <a:gd name="T26" fmla="*/ 151 w 158"/>
                  <a:gd name="T27" fmla="*/ 67 h 156"/>
                  <a:gd name="T28" fmla="*/ 152 w 158"/>
                  <a:gd name="T29" fmla="*/ 45 h 156"/>
                  <a:gd name="T30" fmla="*/ 117 w 158"/>
                  <a:gd name="T31" fmla="*/ 6 h 156"/>
                  <a:gd name="T32" fmla="*/ 105 w 158"/>
                  <a:gd name="T33" fmla="*/ 0 h 156"/>
                  <a:gd name="T34" fmla="*/ 105 w 158"/>
                  <a:gd name="T35" fmla="*/ 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58" h="156">
                    <a:moveTo>
                      <a:pt x="105" y="16"/>
                    </a:moveTo>
                    <a:cubicBezTo>
                      <a:pt x="140" y="56"/>
                      <a:pt x="140" y="56"/>
                      <a:pt x="140" y="56"/>
                    </a:cubicBezTo>
                    <a:cubicBezTo>
                      <a:pt x="56" y="140"/>
                      <a:pt x="56" y="140"/>
                      <a:pt x="56" y="140"/>
                    </a:cubicBezTo>
                    <a:cubicBezTo>
                      <a:pt x="17" y="99"/>
                      <a:pt x="17" y="99"/>
                      <a:pt x="17" y="99"/>
                    </a:cubicBezTo>
                    <a:cubicBezTo>
                      <a:pt x="105" y="16"/>
                      <a:pt x="105" y="16"/>
                      <a:pt x="105" y="16"/>
                    </a:cubicBezTo>
                    <a:moveTo>
                      <a:pt x="105" y="0"/>
                    </a:moveTo>
                    <a:cubicBezTo>
                      <a:pt x="101" y="0"/>
                      <a:pt x="97" y="2"/>
                      <a:pt x="94" y="5"/>
                    </a:cubicBezTo>
                    <a:cubicBezTo>
                      <a:pt x="6" y="87"/>
                      <a:pt x="6" y="87"/>
                      <a:pt x="6" y="87"/>
                    </a:cubicBezTo>
                    <a:cubicBezTo>
                      <a:pt x="0" y="93"/>
                      <a:pt x="0" y="103"/>
                      <a:pt x="5" y="109"/>
                    </a:cubicBezTo>
                    <a:cubicBezTo>
                      <a:pt x="44" y="151"/>
                      <a:pt x="44" y="151"/>
                      <a:pt x="44" y="151"/>
                    </a:cubicBezTo>
                    <a:cubicBezTo>
                      <a:pt x="47" y="154"/>
                      <a:pt x="51" y="156"/>
                      <a:pt x="55" y="156"/>
                    </a:cubicBezTo>
                    <a:cubicBezTo>
                      <a:pt x="55" y="156"/>
                      <a:pt x="56" y="156"/>
                      <a:pt x="56" y="156"/>
                    </a:cubicBezTo>
                    <a:cubicBezTo>
                      <a:pt x="60" y="156"/>
                      <a:pt x="64" y="155"/>
                      <a:pt x="67" y="152"/>
                    </a:cubicBezTo>
                    <a:cubicBezTo>
                      <a:pt x="151" y="67"/>
                      <a:pt x="151" y="67"/>
                      <a:pt x="151" y="67"/>
                    </a:cubicBezTo>
                    <a:cubicBezTo>
                      <a:pt x="157" y="61"/>
                      <a:pt x="158" y="52"/>
                      <a:pt x="152" y="45"/>
                    </a:cubicBezTo>
                    <a:cubicBezTo>
                      <a:pt x="117" y="6"/>
                      <a:pt x="117" y="6"/>
                      <a:pt x="117" y="6"/>
                    </a:cubicBezTo>
                    <a:cubicBezTo>
                      <a:pt x="114" y="3"/>
                      <a:pt x="110" y="1"/>
                      <a:pt x="105" y="0"/>
                    </a:cubicBezTo>
                    <a:cubicBezTo>
                      <a:pt x="105" y="0"/>
                      <a:pt x="105" y="0"/>
                      <a:pt x="105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24"/>
              <p:cNvSpPr>
                <a:spLocks noEditPoints="1"/>
              </p:cNvSpPr>
              <p:nvPr/>
            </p:nvSpPr>
            <p:spPr bwMode="auto">
              <a:xfrm>
                <a:off x="1555138" y="3790388"/>
                <a:ext cx="318872" cy="293105"/>
              </a:xfrm>
              <a:custGeom>
                <a:avLst/>
                <a:gdLst>
                  <a:gd name="T0" fmla="*/ 32 w 84"/>
                  <a:gd name="T1" fmla="*/ 16 h 77"/>
                  <a:gd name="T2" fmla="*/ 67 w 84"/>
                  <a:gd name="T3" fmla="*/ 50 h 77"/>
                  <a:gd name="T4" fmla="*/ 17 w 84"/>
                  <a:gd name="T5" fmla="*/ 61 h 77"/>
                  <a:gd name="T6" fmla="*/ 32 w 84"/>
                  <a:gd name="T7" fmla="*/ 16 h 77"/>
                  <a:gd name="T8" fmla="*/ 32 w 84"/>
                  <a:gd name="T9" fmla="*/ 0 h 77"/>
                  <a:gd name="T10" fmla="*/ 28 w 84"/>
                  <a:gd name="T11" fmla="*/ 1 h 77"/>
                  <a:gd name="T12" fmla="*/ 17 w 84"/>
                  <a:gd name="T13" fmla="*/ 11 h 77"/>
                  <a:gd name="T14" fmla="*/ 2 w 84"/>
                  <a:gd name="T15" fmla="*/ 56 h 77"/>
                  <a:gd name="T16" fmla="*/ 5 w 84"/>
                  <a:gd name="T17" fmla="*/ 72 h 77"/>
                  <a:gd name="T18" fmla="*/ 17 w 84"/>
                  <a:gd name="T19" fmla="*/ 77 h 77"/>
                  <a:gd name="T20" fmla="*/ 20 w 84"/>
                  <a:gd name="T21" fmla="*/ 76 h 77"/>
                  <a:gd name="T22" fmla="*/ 71 w 84"/>
                  <a:gd name="T23" fmla="*/ 65 h 77"/>
                  <a:gd name="T24" fmla="*/ 83 w 84"/>
                  <a:gd name="T25" fmla="*/ 54 h 77"/>
                  <a:gd name="T26" fmla="*/ 78 w 84"/>
                  <a:gd name="T27" fmla="*/ 38 h 77"/>
                  <a:gd name="T28" fmla="*/ 43 w 84"/>
                  <a:gd name="T29" fmla="*/ 5 h 77"/>
                  <a:gd name="T30" fmla="*/ 32 w 84"/>
                  <a:gd name="T31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4" h="77">
                    <a:moveTo>
                      <a:pt x="32" y="16"/>
                    </a:moveTo>
                    <a:cubicBezTo>
                      <a:pt x="67" y="50"/>
                      <a:pt x="67" y="50"/>
                      <a:pt x="67" y="50"/>
                    </a:cubicBezTo>
                    <a:cubicBezTo>
                      <a:pt x="17" y="61"/>
                      <a:pt x="17" y="61"/>
                      <a:pt x="17" y="61"/>
                    </a:cubicBezTo>
                    <a:cubicBezTo>
                      <a:pt x="32" y="16"/>
                      <a:pt x="32" y="16"/>
                      <a:pt x="32" y="16"/>
                    </a:cubicBezTo>
                    <a:moveTo>
                      <a:pt x="32" y="0"/>
                    </a:moveTo>
                    <a:cubicBezTo>
                      <a:pt x="31" y="0"/>
                      <a:pt x="29" y="0"/>
                      <a:pt x="28" y="1"/>
                    </a:cubicBezTo>
                    <a:cubicBezTo>
                      <a:pt x="23" y="2"/>
                      <a:pt x="18" y="6"/>
                      <a:pt x="17" y="11"/>
                    </a:cubicBezTo>
                    <a:cubicBezTo>
                      <a:pt x="2" y="56"/>
                      <a:pt x="2" y="56"/>
                      <a:pt x="2" y="56"/>
                    </a:cubicBezTo>
                    <a:cubicBezTo>
                      <a:pt x="0" y="61"/>
                      <a:pt x="1" y="67"/>
                      <a:pt x="5" y="72"/>
                    </a:cubicBezTo>
                    <a:cubicBezTo>
                      <a:pt x="8" y="75"/>
                      <a:pt x="12" y="77"/>
                      <a:pt x="17" y="77"/>
                    </a:cubicBezTo>
                    <a:cubicBezTo>
                      <a:pt x="18" y="77"/>
                      <a:pt x="19" y="77"/>
                      <a:pt x="20" y="76"/>
                    </a:cubicBezTo>
                    <a:cubicBezTo>
                      <a:pt x="71" y="65"/>
                      <a:pt x="71" y="65"/>
                      <a:pt x="71" y="65"/>
                    </a:cubicBezTo>
                    <a:cubicBezTo>
                      <a:pt x="77" y="64"/>
                      <a:pt x="81" y="59"/>
                      <a:pt x="83" y="54"/>
                    </a:cubicBezTo>
                    <a:cubicBezTo>
                      <a:pt x="84" y="48"/>
                      <a:pt x="83" y="42"/>
                      <a:pt x="78" y="38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40" y="2"/>
                      <a:pt x="36" y="0"/>
                      <a:pt x="32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25"/>
              <p:cNvSpPr>
                <a:spLocks/>
              </p:cNvSpPr>
              <p:nvPr/>
            </p:nvSpPr>
            <p:spPr bwMode="auto">
              <a:xfrm>
                <a:off x="1371545" y="3642225"/>
                <a:ext cx="69249" cy="148163"/>
              </a:xfrm>
              <a:custGeom>
                <a:avLst/>
                <a:gdLst>
                  <a:gd name="T0" fmla="*/ 0 w 43"/>
                  <a:gd name="T1" fmla="*/ 0 h 92"/>
                  <a:gd name="T2" fmla="*/ 43 w 43"/>
                  <a:gd name="T3" fmla="*/ 0 h 92"/>
                  <a:gd name="T4" fmla="*/ 43 w 43"/>
                  <a:gd name="T5" fmla="*/ 92 h 92"/>
                  <a:gd name="T6" fmla="*/ 0 w 43"/>
                  <a:gd name="T7" fmla="*/ 92 h 92"/>
                  <a:gd name="T8" fmla="*/ 0 w 43"/>
                  <a:gd name="T9" fmla="*/ 0 h 92"/>
                  <a:gd name="T10" fmla="*/ 0 w 43"/>
                  <a:gd name="T11" fmla="*/ 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2">
                    <a:moveTo>
                      <a:pt x="0" y="0"/>
                    </a:moveTo>
                    <a:lnTo>
                      <a:pt x="43" y="0"/>
                    </a:lnTo>
                    <a:lnTo>
                      <a:pt x="43" y="92"/>
                    </a:lnTo>
                    <a:lnTo>
                      <a:pt x="0" y="9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26"/>
              <p:cNvSpPr>
                <a:spLocks/>
              </p:cNvSpPr>
              <p:nvPr/>
            </p:nvSpPr>
            <p:spPr bwMode="auto">
              <a:xfrm>
                <a:off x="1371545" y="3642225"/>
                <a:ext cx="156215" cy="59588"/>
              </a:xfrm>
              <a:custGeom>
                <a:avLst/>
                <a:gdLst>
                  <a:gd name="T0" fmla="*/ 0 w 97"/>
                  <a:gd name="T1" fmla="*/ 0 h 37"/>
                  <a:gd name="T2" fmla="*/ 97 w 97"/>
                  <a:gd name="T3" fmla="*/ 0 h 37"/>
                  <a:gd name="T4" fmla="*/ 97 w 97"/>
                  <a:gd name="T5" fmla="*/ 37 h 37"/>
                  <a:gd name="T6" fmla="*/ 0 w 97"/>
                  <a:gd name="T7" fmla="*/ 37 h 37"/>
                  <a:gd name="T8" fmla="*/ 0 w 97"/>
                  <a:gd name="T9" fmla="*/ 0 h 37"/>
                  <a:gd name="T10" fmla="*/ 0 w 97"/>
                  <a:gd name="T11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7" h="37">
                    <a:moveTo>
                      <a:pt x="0" y="0"/>
                    </a:moveTo>
                    <a:lnTo>
                      <a:pt x="97" y="0"/>
                    </a:lnTo>
                    <a:lnTo>
                      <a:pt x="97" y="37"/>
                    </a:lnTo>
                    <a:lnTo>
                      <a:pt x="0" y="37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27"/>
              <p:cNvSpPr>
                <a:spLocks/>
              </p:cNvSpPr>
              <p:nvPr/>
            </p:nvSpPr>
            <p:spPr bwMode="auto">
              <a:xfrm>
                <a:off x="1622777" y="3642225"/>
                <a:ext cx="161046" cy="59588"/>
              </a:xfrm>
              <a:custGeom>
                <a:avLst/>
                <a:gdLst>
                  <a:gd name="T0" fmla="*/ 0 w 100"/>
                  <a:gd name="T1" fmla="*/ 37 h 37"/>
                  <a:gd name="T2" fmla="*/ 0 w 100"/>
                  <a:gd name="T3" fmla="*/ 0 h 37"/>
                  <a:gd name="T4" fmla="*/ 100 w 100"/>
                  <a:gd name="T5" fmla="*/ 0 h 37"/>
                  <a:gd name="T6" fmla="*/ 64 w 100"/>
                  <a:gd name="T7" fmla="*/ 37 h 37"/>
                  <a:gd name="T8" fmla="*/ 0 w 100"/>
                  <a:gd name="T9" fmla="*/ 37 h 37"/>
                  <a:gd name="T10" fmla="*/ 0 w 100"/>
                  <a:gd name="T11" fmla="*/ 37 h 37"/>
                  <a:gd name="T12" fmla="*/ 0 w 100"/>
                  <a:gd name="T1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0" h="37">
                    <a:moveTo>
                      <a:pt x="0" y="37"/>
                    </a:moveTo>
                    <a:lnTo>
                      <a:pt x="0" y="0"/>
                    </a:lnTo>
                    <a:lnTo>
                      <a:pt x="100" y="0"/>
                    </a:lnTo>
                    <a:lnTo>
                      <a:pt x="64" y="37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Freeform 28"/>
              <p:cNvSpPr>
                <a:spLocks/>
              </p:cNvSpPr>
              <p:nvPr/>
            </p:nvSpPr>
            <p:spPr bwMode="auto">
              <a:xfrm>
                <a:off x="1622777" y="4212330"/>
                <a:ext cx="161046" cy="72471"/>
              </a:xfrm>
              <a:custGeom>
                <a:avLst/>
                <a:gdLst>
                  <a:gd name="T0" fmla="*/ 0 w 100"/>
                  <a:gd name="T1" fmla="*/ 0 h 45"/>
                  <a:gd name="T2" fmla="*/ 100 w 100"/>
                  <a:gd name="T3" fmla="*/ 0 h 45"/>
                  <a:gd name="T4" fmla="*/ 100 w 100"/>
                  <a:gd name="T5" fmla="*/ 45 h 45"/>
                  <a:gd name="T6" fmla="*/ 0 w 100"/>
                  <a:gd name="T7" fmla="*/ 45 h 45"/>
                  <a:gd name="T8" fmla="*/ 0 w 100"/>
                  <a:gd name="T9" fmla="*/ 0 h 45"/>
                  <a:gd name="T10" fmla="*/ 0 w 100"/>
                  <a:gd name="T11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0" h="45">
                    <a:moveTo>
                      <a:pt x="0" y="0"/>
                    </a:moveTo>
                    <a:lnTo>
                      <a:pt x="100" y="0"/>
                    </a:lnTo>
                    <a:lnTo>
                      <a:pt x="100" y="45"/>
                    </a:lnTo>
                    <a:lnTo>
                      <a:pt x="0" y="4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Freeform 29"/>
              <p:cNvSpPr>
                <a:spLocks/>
              </p:cNvSpPr>
              <p:nvPr/>
            </p:nvSpPr>
            <p:spPr bwMode="auto">
              <a:xfrm>
                <a:off x="1371545" y="4125365"/>
                <a:ext cx="69249" cy="159437"/>
              </a:xfrm>
              <a:custGeom>
                <a:avLst/>
                <a:gdLst>
                  <a:gd name="T0" fmla="*/ 0 w 43"/>
                  <a:gd name="T1" fmla="*/ 0 h 99"/>
                  <a:gd name="T2" fmla="*/ 43 w 43"/>
                  <a:gd name="T3" fmla="*/ 0 h 99"/>
                  <a:gd name="T4" fmla="*/ 43 w 43"/>
                  <a:gd name="T5" fmla="*/ 99 h 99"/>
                  <a:gd name="T6" fmla="*/ 0 w 43"/>
                  <a:gd name="T7" fmla="*/ 99 h 99"/>
                  <a:gd name="T8" fmla="*/ 0 w 43"/>
                  <a:gd name="T9" fmla="*/ 0 h 99"/>
                  <a:gd name="T10" fmla="*/ 0 w 43"/>
                  <a:gd name="T11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9">
                    <a:moveTo>
                      <a:pt x="0" y="0"/>
                    </a:moveTo>
                    <a:lnTo>
                      <a:pt x="43" y="0"/>
                    </a:lnTo>
                    <a:lnTo>
                      <a:pt x="43" y="99"/>
                    </a:lnTo>
                    <a:lnTo>
                      <a:pt x="0" y="99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30"/>
              <p:cNvSpPr>
                <a:spLocks/>
              </p:cNvSpPr>
              <p:nvPr/>
            </p:nvSpPr>
            <p:spPr bwMode="auto">
              <a:xfrm>
                <a:off x="1371545" y="4212330"/>
                <a:ext cx="156215" cy="72471"/>
              </a:xfrm>
              <a:custGeom>
                <a:avLst/>
                <a:gdLst>
                  <a:gd name="T0" fmla="*/ 0 w 97"/>
                  <a:gd name="T1" fmla="*/ 0 h 45"/>
                  <a:gd name="T2" fmla="*/ 97 w 97"/>
                  <a:gd name="T3" fmla="*/ 0 h 45"/>
                  <a:gd name="T4" fmla="*/ 97 w 97"/>
                  <a:gd name="T5" fmla="*/ 45 h 45"/>
                  <a:gd name="T6" fmla="*/ 0 w 97"/>
                  <a:gd name="T7" fmla="*/ 45 h 45"/>
                  <a:gd name="T8" fmla="*/ 0 w 97"/>
                  <a:gd name="T9" fmla="*/ 0 h 45"/>
                  <a:gd name="T10" fmla="*/ 0 w 97"/>
                  <a:gd name="T11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7" h="45">
                    <a:moveTo>
                      <a:pt x="0" y="0"/>
                    </a:moveTo>
                    <a:lnTo>
                      <a:pt x="97" y="0"/>
                    </a:lnTo>
                    <a:lnTo>
                      <a:pt x="97" y="45"/>
                    </a:lnTo>
                    <a:lnTo>
                      <a:pt x="0" y="4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Freeform 31"/>
              <p:cNvSpPr>
                <a:spLocks/>
              </p:cNvSpPr>
              <p:nvPr/>
            </p:nvSpPr>
            <p:spPr bwMode="auto">
              <a:xfrm>
                <a:off x="1371545" y="3880574"/>
                <a:ext cx="69249" cy="152995"/>
              </a:xfrm>
              <a:custGeom>
                <a:avLst/>
                <a:gdLst>
                  <a:gd name="T0" fmla="*/ 0 w 43"/>
                  <a:gd name="T1" fmla="*/ 0 h 95"/>
                  <a:gd name="T2" fmla="*/ 43 w 43"/>
                  <a:gd name="T3" fmla="*/ 0 h 95"/>
                  <a:gd name="T4" fmla="*/ 43 w 43"/>
                  <a:gd name="T5" fmla="*/ 95 h 95"/>
                  <a:gd name="T6" fmla="*/ 0 w 43"/>
                  <a:gd name="T7" fmla="*/ 95 h 95"/>
                  <a:gd name="T8" fmla="*/ 0 w 43"/>
                  <a:gd name="T9" fmla="*/ 0 h 95"/>
                  <a:gd name="T10" fmla="*/ 0 w 43"/>
                  <a:gd name="T11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5">
                    <a:moveTo>
                      <a:pt x="0" y="0"/>
                    </a:moveTo>
                    <a:lnTo>
                      <a:pt x="43" y="0"/>
                    </a:lnTo>
                    <a:lnTo>
                      <a:pt x="43" y="95"/>
                    </a:lnTo>
                    <a:lnTo>
                      <a:pt x="0" y="9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" name="Freeform 32"/>
              <p:cNvSpPr>
                <a:spLocks/>
              </p:cNvSpPr>
              <p:nvPr/>
            </p:nvSpPr>
            <p:spPr bwMode="auto">
              <a:xfrm>
                <a:off x="1969027" y="4125365"/>
                <a:ext cx="69249" cy="159437"/>
              </a:xfrm>
              <a:custGeom>
                <a:avLst/>
                <a:gdLst>
                  <a:gd name="T0" fmla="*/ 0 w 43"/>
                  <a:gd name="T1" fmla="*/ 0 h 99"/>
                  <a:gd name="T2" fmla="*/ 43 w 43"/>
                  <a:gd name="T3" fmla="*/ 0 h 99"/>
                  <a:gd name="T4" fmla="*/ 43 w 43"/>
                  <a:gd name="T5" fmla="*/ 99 h 99"/>
                  <a:gd name="T6" fmla="*/ 0 w 43"/>
                  <a:gd name="T7" fmla="*/ 99 h 99"/>
                  <a:gd name="T8" fmla="*/ 0 w 43"/>
                  <a:gd name="T9" fmla="*/ 0 h 99"/>
                  <a:gd name="T10" fmla="*/ 0 w 43"/>
                  <a:gd name="T11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9">
                    <a:moveTo>
                      <a:pt x="0" y="0"/>
                    </a:moveTo>
                    <a:lnTo>
                      <a:pt x="43" y="0"/>
                    </a:lnTo>
                    <a:lnTo>
                      <a:pt x="43" y="99"/>
                    </a:lnTo>
                    <a:lnTo>
                      <a:pt x="0" y="99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" name="Freeform 33"/>
              <p:cNvSpPr>
                <a:spLocks/>
              </p:cNvSpPr>
              <p:nvPr/>
            </p:nvSpPr>
            <p:spPr bwMode="auto">
              <a:xfrm>
                <a:off x="1882062" y="4212330"/>
                <a:ext cx="156215" cy="72471"/>
              </a:xfrm>
              <a:custGeom>
                <a:avLst/>
                <a:gdLst>
                  <a:gd name="T0" fmla="*/ 0 w 97"/>
                  <a:gd name="T1" fmla="*/ 0 h 45"/>
                  <a:gd name="T2" fmla="*/ 97 w 97"/>
                  <a:gd name="T3" fmla="*/ 0 h 45"/>
                  <a:gd name="T4" fmla="*/ 97 w 97"/>
                  <a:gd name="T5" fmla="*/ 45 h 45"/>
                  <a:gd name="T6" fmla="*/ 0 w 97"/>
                  <a:gd name="T7" fmla="*/ 45 h 45"/>
                  <a:gd name="T8" fmla="*/ 0 w 97"/>
                  <a:gd name="T9" fmla="*/ 0 h 45"/>
                  <a:gd name="T10" fmla="*/ 0 w 97"/>
                  <a:gd name="T11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7" h="45">
                    <a:moveTo>
                      <a:pt x="0" y="0"/>
                    </a:moveTo>
                    <a:lnTo>
                      <a:pt x="97" y="0"/>
                    </a:lnTo>
                    <a:lnTo>
                      <a:pt x="97" y="45"/>
                    </a:lnTo>
                    <a:lnTo>
                      <a:pt x="0" y="4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" name="Freeform 34"/>
              <p:cNvSpPr>
                <a:spLocks/>
              </p:cNvSpPr>
              <p:nvPr/>
            </p:nvSpPr>
            <p:spPr bwMode="auto">
              <a:xfrm>
                <a:off x="1969027" y="3880574"/>
                <a:ext cx="69249" cy="152995"/>
              </a:xfrm>
              <a:custGeom>
                <a:avLst/>
                <a:gdLst>
                  <a:gd name="T0" fmla="*/ 0 w 43"/>
                  <a:gd name="T1" fmla="*/ 0 h 95"/>
                  <a:gd name="T2" fmla="*/ 43 w 43"/>
                  <a:gd name="T3" fmla="*/ 0 h 95"/>
                  <a:gd name="T4" fmla="*/ 43 w 43"/>
                  <a:gd name="T5" fmla="*/ 95 h 95"/>
                  <a:gd name="T6" fmla="*/ 0 w 43"/>
                  <a:gd name="T7" fmla="*/ 95 h 95"/>
                  <a:gd name="T8" fmla="*/ 0 w 43"/>
                  <a:gd name="T9" fmla="*/ 0 h 95"/>
                  <a:gd name="T10" fmla="*/ 0 w 43"/>
                  <a:gd name="T11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5">
                    <a:moveTo>
                      <a:pt x="0" y="0"/>
                    </a:moveTo>
                    <a:lnTo>
                      <a:pt x="43" y="0"/>
                    </a:lnTo>
                    <a:lnTo>
                      <a:pt x="43" y="95"/>
                    </a:lnTo>
                    <a:lnTo>
                      <a:pt x="0" y="9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Freeform 35"/>
              <p:cNvSpPr>
                <a:spLocks/>
              </p:cNvSpPr>
              <p:nvPr/>
            </p:nvSpPr>
            <p:spPr bwMode="auto">
              <a:xfrm>
                <a:off x="1725847" y="3466684"/>
                <a:ext cx="468645" cy="471867"/>
              </a:xfrm>
              <a:custGeom>
                <a:avLst/>
                <a:gdLst>
                  <a:gd name="T0" fmla="*/ 208 w 291"/>
                  <a:gd name="T1" fmla="*/ 0 h 293"/>
                  <a:gd name="T2" fmla="*/ 0 w 291"/>
                  <a:gd name="T3" fmla="*/ 196 h 293"/>
                  <a:gd name="T4" fmla="*/ 92 w 291"/>
                  <a:gd name="T5" fmla="*/ 293 h 293"/>
                  <a:gd name="T6" fmla="*/ 291 w 291"/>
                  <a:gd name="T7" fmla="*/ 94 h 293"/>
                  <a:gd name="T8" fmla="*/ 208 w 291"/>
                  <a:gd name="T9" fmla="*/ 0 h 293"/>
                  <a:gd name="T10" fmla="*/ 208 w 291"/>
                  <a:gd name="T11" fmla="*/ 0 h 293"/>
                  <a:gd name="T12" fmla="*/ 208 w 291"/>
                  <a:gd name="T13" fmla="*/ 0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1" h="293">
                    <a:moveTo>
                      <a:pt x="208" y="0"/>
                    </a:moveTo>
                    <a:lnTo>
                      <a:pt x="0" y="196"/>
                    </a:lnTo>
                    <a:lnTo>
                      <a:pt x="92" y="293"/>
                    </a:lnTo>
                    <a:lnTo>
                      <a:pt x="291" y="94"/>
                    </a:lnTo>
                    <a:lnTo>
                      <a:pt x="208" y="0"/>
                    </a:lnTo>
                    <a:lnTo>
                      <a:pt x="208" y="0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Freeform 36"/>
              <p:cNvSpPr>
                <a:spLocks/>
              </p:cNvSpPr>
              <p:nvPr/>
            </p:nvSpPr>
            <p:spPr bwMode="auto">
              <a:xfrm>
                <a:off x="1619556" y="3849975"/>
                <a:ext cx="190035" cy="172320"/>
              </a:xfrm>
              <a:custGeom>
                <a:avLst/>
                <a:gdLst>
                  <a:gd name="T0" fmla="*/ 35 w 118"/>
                  <a:gd name="T1" fmla="*/ 0 h 107"/>
                  <a:gd name="T2" fmla="*/ 0 w 118"/>
                  <a:gd name="T3" fmla="*/ 107 h 107"/>
                  <a:gd name="T4" fmla="*/ 118 w 118"/>
                  <a:gd name="T5" fmla="*/ 81 h 107"/>
                  <a:gd name="T6" fmla="*/ 35 w 118"/>
                  <a:gd name="T7" fmla="*/ 0 h 107"/>
                  <a:gd name="T8" fmla="*/ 35 w 118"/>
                  <a:gd name="T9" fmla="*/ 0 h 107"/>
                  <a:gd name="T10" fmla="*/ 35 w 118"/>
                  <a:gd name="T11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8" h="107">
                    <a:moveTo>
                      <a:pt x="35" y="0"/>
                    </a:moveTo>
                    <a:lnTo>
                      <a:pt x="0" y="107"/>
                    </a:lnTo>
                    <a:lnTo>
                      <a:pt x="118" y="81"/>
                    </a:lnTo>
                    <a:lnTo>
                      <a:pt x="35" y="0"/>
                    </a:lnTo>
                    <a:lnTo>
                      <a:pt x="35" y="0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31D8C5E-B231-4646-BDD7-8D31A8726725}"/>
              </a:ext>
            </a:extLst>
          </p:cNvPr>
          <p:cNvSpPr txBox="1"/>
          <p:nvPr/>
        </p:nvSpPr>
        <p:spPr>
          <a:xfrm>
            <a:off x="1722569" y="2057400"/>
            <a:ext cx="22398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Bài 2</a:t>
            </a:r>
            <a:endParaRPr lang="en-US" sz="6000" b="1"/>
          </a:p>
        </p:txBody>
      </p:sp>
      <p:sp>
        <p:nvSpPr>
          <p:cNvPr id="103" name="Round Same Side Corner Rectangle 6">
            <a:extLst>
              <a:ext uri="{FF2B5EF4-FFF2-40B4-BE49-F238E27FC236}">
                <a16:creationId xmlns:a16="http://schemas.microsoft.com/office/drawing/2014/main" id="{434B2CEB-32A5-449F-AF7B-FDDE9B965241}"/>
              </a:ext>
            </a:extLst>
          </p:cNvPr>
          <p:cNvSpPr/>
          <p:nvPr/>
        </p:nvSpPr>
        <p:spPr>
          <a:xfrm flipV="1">
            <a:off x="7317560" y="1602363"/>
            <a:ext cx="9518389" cy="1099993"/>
          </a:xfrm>
          <a:prstGeom prst="round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4D90D6F-F210-4FDE-B2C0-A6665B648DA4}"/>
              </a:ext>
            </a:extLst>
          </p:cNvPr>
          <p:cNvSpPr txBox="1"/>
          <p:nvPr/>
        </p:nvSpPr>
        <p:spPr>
          <a:xfrm>
            <a:off x="8155532" y="1643824"/>
            <a:ext cx="82573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BÀI TẬP TRẮC NGHIỆM</a:t>
            </a:r>
            <a:endParaRPr lang="vi-VN" sz="5400" b="1" dirty="0">
              <a:solidFill>
                <a:schemeClr val="bg1"/>
              </a:solidFill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BC45CA-C4B3-476C-8FBD-190553FC3BF8}"/>
              </a:ext>
            </a:extLst>
          </p:cNvPr>
          <p:cNvSpPr/>
          <p:nvPr/>
        </p:nvSpPr>
        <p:spPr>
          <a:xfrm>
            <a:off x="4876800" y="8263521"/>
            <a:ext cx="2922595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sz="6000" b="1">
                <a:latin typeface="Times New Roman" panose="02020603050405020304" pitchFamily="18" charset="0"/>
                <a:ea typeface="Calibri" panose="020F0502020204030204" pitchFamily="34" charset="0"/>
              </a:rPr>
              <a:t>Chọn D.</a:t>
            </a:r>
            <a:endParaRPr lang="en-US" sz="60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6A8BAA4-9212-44E4-8957-2C4415FCA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4803" y="3215424"/>
            <a:ext cx="1476679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en-US" sz="6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Đỉnh của parabol                                   là </a:t>
            </a:r>
            <a:endParaRPr kumimoji="0" lang="nl-NL" altLang="en-US" sz="6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8904B3E4-CC55-4699-8A59-5BB9F516B5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8660802"/>
              </p:ext>
            </p:extLst>
          </p:nvPr>
        </p:nvGraphicFramePr>
        <p:xfrm>
          <a:off x="11450443" y="3086649"/>
          <a:ext cx="5923157" cy="1313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79" name="Equation" r:id="rId3" imgW="1292595" imgH="278795" progId="Equation.DSMT4">
                  <p:embed/>
                </p:oleObj>
              </mc:Choice>
              <mc:Fallback>
                <p:oleObj name="Equation" r:id="rId3" imgW="1292595" imgH="278795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50443" y="3086649"/>
                        <a:ext cx="5923157" cy="13130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5184633B-DB4E-4702-86E2-5E370E2597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1628320"/>
              </p:ext>
            </p:extLst>
          </p:nvPr>
        </p:nvGraphicFramePr>
        <p:xfrm>
          <a:off x="1949450" y="4458999"/>
          <a:ext cx="4025900" cy="198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80" name="Equation" r:id="rId5" imgW="876240" imgH="431640" progId="Equation.DSMT4">
                  <p:embed/>
                </p:oleObj>
              </mc:Choice>
              <mc:Fallback>
                <p:oleObj name="Equation" r:id="rId5" imgW="8762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49450" y="4458999"/>
                        <a:ext cx="4025900" cy="1984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4893B690-9937-4D7E-9099-0D7C6C6175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6188640"/>
              </p:ext>
            </p:extLst>
          </p:nvPr>
        </p:nvGraphicFramePr>
        <p:xfrm>
          <a:off x="7513028" y="4399664"/>
          <a:ext cx="4437062" cy="198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81" name="Equation" r:id="rId7" imgW="965160" imgH="431640" progId="Equation.DSMT4">
                  <p:embed/>
                </p:oleObj>
              </mc:Choice>
              <mc:Fallback>
                <p:oleObj name="Equation" r:id="rId7" imgW="9651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13028" y="4399664"/>
                        <a:ext cx="4437062" cy="1982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8">
            <a:extLst>
              <a:ext uri="{FF2B5EF4-FFF2-40B4-BE49-F238E27FC236}">
                <a16:creationId xmlns:a16="http://schemas.microsoft.com/office/drawing/2014/main" id="{F023AA5A-CC71-4F06-A22E-E47487ECC8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5621101"/>
              </p:ext>
            </p:extLst>
          </p:nvPr>
        </p:nvGraphicFramePr>
        <p:xfrm>
          <a:off x="13066407" y="4343932"/>
          <a:ext cx="3967163" cy="198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82" name="Equation" r:id="rId9" imgW="863280" imgH="431640" progId="Equation.DSMT4">
                  <p:embed/>
                </p:oleObj>
              </mc:Choice>
              <mc:Fallback>
                <p:oleObj name="Equation" r:id="rId9" imgW="8632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066407" y="4343932"/>
                        <a:ext cx="3967163" cy="1984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9">
            <a:extLst>
              <a:ext uri="{FF2B5EF4-FFF2-40B4-BE49-F238E27FC236}">
                <a16:creationId xmlns:a16="http://schemas.microsoft.com/office/drawing/2014/main" id="{A1871D5D-E380-4A2B-9086-1C3A640190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1811653"/>
              </p:ext>
            </p:extLst>
          </p:nvPr>
        </p:nvGraphicFramePr>
        <p:xfrm>
          <a:off x="18149887" y="4263081"/>
          <a:ext cx="3559175" cy="198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83" name="Equation" r:id="rId11" imgW="774360" imgH="431640" progId="Equation.DSMT4">
                  <p:embed/>
                </p:oleObj>
              </mc:Choice>
              <mc:Fallback>
                <p:oleObj name="Equation" r:id="rId11" imgW="7743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149887" y="4263081"/>
                        <a:ext cx="3559175" cy="1984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38980176-3374-4847-86E4-4C433EFC10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4299556"/>
              </p:ext>
            </p:extLst>
          </p:nvPr>
        </p:nvGraphicFramePr>
        <p:xfrm>
          <a:off x="4876800" y="9998178"/>
          <a:ext cx="5733497" cy="1794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84" name="Equation" r:id="rId13" imgW="1247182" imgH="391160" progId="Equation.DSMT4">
                  <p:embed/>
                </p:oleObj>
              </mc:Choice>
              <mc:Fallback>
                <p:oleObj name="Equation" r:id="rId13" imgW="1247182" imgH="391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876800" y="9998178"/>
                        <a:ext cx="5733497" cy="17944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641913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05001A8-F1AC-4436-829D-76F3665AC754}"/>
              </a:ext>
            </a:extLst>
          </p:cNvPr>
          <p:cNvSpPr/>
          <p:nvPr/>
        </p:nvSpPr>
        <p:spPr>
          <a:xfrm>
            <a:off x="936019" y="9125293"/>
            <a:ext cx="22666735" cy="428590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496498" y="2049730"/>
            <a:ext cx="23172879" cy="6441101"/>
            <a:chOff x="1076414" y="4403390"/>
            <a:chExt cx="23172879" cy="3992065"/>
          </a:xfrm>
        </p:grpSpPr>
        <p:grpSp>
          <p:nvGrpSpPr>
            <p:cNvPr id="45" name="Group 5"/>
            <p:cNvGrpSpPr/>
            <p:nvPr/>
          </p:nvGrpSpPr>
          <p:grpSpPr>
            <a:xfrm>
              <a:off x="1533269" y="4671091"/>
              <a:ext cx="22716024" cy="3724364"/>
              <a:chOff x="637542" y="1083939"/>
              <a:chExt cx="8945331" cy="1466299"/>
            </a:xfrm>
          </p:grpSpPr>
          <p:sp>
            <p:nvSpPr>
              <p:cNvPr id="65" name="Rounded Rectangle 64"/>
              <p:cNvSpPr/>
              <p:nvPr/>
            </p:nvSpPr>
            <p:spPr>
              <a:xfrm>
                <a:off x="637542" y="1083939"/>
                <a:ext cx="8945331" cy="1466299"/>
              </a:xfrm>
              <a:prstGeom prst="roundRect">
                <a:avLst>
                  <a:gd name="adj" fmla="val 4110"/>
                </a:avLst>
              </a:prstGeom>
              <a:solidFill>
                <a:srgbClr val="BEDCF4"/>
              </a:solidFill>
              <a:ln w="28575">
                <a:solidFill>
                  <a:srgbClr val="0999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18000" rIns="36000" bIns="18000" rtlCol="0" anchor="ctr"/>
              <a:lstStyle/>
              <a:p>
                <a:pPr algn="ctr"/>
                <a:endParaRPr lang="en-US" sz="460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1007731" y="1742814"/>
                <a:ext cx="7867095" cy="2429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ts val="4000"/>
                  </a:lnSpc>
                </a:pPr>
                <a:endParaRPr lang="en-US" sz="4600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p:grpSp>
        <p:grpSp>
          <p:nvGrpSpPr>
            <p:cNvPr id="46" name="Group 65"/>
            <p:cNvGrpSpPr/>
            <p:nvPr/>
          </p:nvGrpSpPr>
          <p:grpSpPr>
            <a:xfrm>
              <a:off x="1076414" y="4403390"/>
              <a:ext cx="3712331" cy="614700"/>
              <a:chOff x="166396" y="8780577"/>
              <a:chExt cx="3712331" cy="614700"/>
            </a:xfrm>
          </p:grpSpPr>
          <p:sp>
            <p:nvSpPr>
              <p:cNvPr id="50" name="Freeform 20"/>
              <p:cNvSpPr>
                <a:spLocks/>
              </p:cNvSpPr>
              <p:nvPr/>
            </p:nvSpPr>
            <p:spPr bwMode="auto">
              <a:xfrm>
                <a:off x="384522" y="8844503"/>
                <a:ext cx="3494205" cy="550774"/>
              </a:xfrm>
              <a:prstGeom prst="roundRect">
                <a:avLst/>
              </a:prstGeom>
              <a:solidFill>
                <a:srgbClr val="0072BC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US" sz="6000">
                    <a:solidFill>
                      <a:schemeClr val="bg1">
                        <a:lumMod val="95000"/>
                      </a:schemeClr>
                    </a:solidFill>
                    <a:latin typeface="Times New Roman" panose="02020603050405020304" pitchFamily="18" charset="0"/>
                    <a:ea typeface="Tahoma" pitchFamily="34" charset="0"/>
                    <a:cs typeface="Times New Roman" panose="02020603050405020304" pitchFamily="18" charset="0"/>
                  </a:rPr>
                  <a:t>    </a:t>
                </a:r>
              </a:p>
            </p:txBody>
          </p:sp>
          <p:grpSp>
            <p:nvGrpSpPr>
              <p:cNvPr id="51" name="Group 7"/>
              <p:cNvGrpSpPr/>
              <p:nvPr/>
            </p:nvGrpSpPr>
            <p:grpSpPr>
              <a:xfrm>
                <a:off x="166396" y="8780577"/>
                <a:ext cx="702538" cy="572229"/>
                <a:chOff x="-145995" y="8633545"/>
                <a:chExt cx="787401" cy="641352"/>
              </a:xfrm>
            </p:grpSpPr>
            <p:sp>
              <p:nvSpPr>
                <p:cNvPr id="53" name="Freeform 45"/>
                <p:cNvSpPr>
                  <a:spLocks/>
                </p:cNvSpPr>
                <p:nvPr/>
              </p:nvSpPr>
              <p:spPr bwMode="auto">
                <a:xfrm>
                  <a:off x="255643" y="9062171"/>
                  <a:ext cx="363538" cy="88900"/>
                </a:xfrm>
                <a:custGeom>
                  <a:avLst/>
                  <a:gdLst>
                    <a:gd name="T0" fmla="*/ 6 w 97"/>
                    <a:gd name="T1" fmla="*/ 24 h 24"/>
                    <a:gd name="T2" fmla="*/ 0 w 97"/>
                    <a:gd name="T3" fmla="*/ 18 h 24"/>
                    <a:gd name="T4" fmla="*/ 0 w 97"/>
                    <a:gd name="T5" fmla="*/ 6 h 24"/>
                    <a:gd name="T6" fmla="*/ 6 w 97"/>
                    <a:gd name="T7" fmla="*/ 0 h 24"/>
                    <a:gd name="T8" fmla="*/ 91 w 97"/>
                    <a:gd name="T9" fmla="*/ 0 h 24"/>
                    <a:gd name="T10" fmla="*/ 97 w 97"/>
                    <a:gd name="T11" fmla="*/ 6 h 24"/>
                    <a:gd name="T12" fmla="*/ 97 w 97"/>
                    <a:gd name="T13" fmla="*/ 18 h 24"/>
                    <a:gd name="T14" fmla="*/ 91 w 97"/>
                    <a:gd name="T15" fmla="*/ 24 h 24"/>
                    <a:gd name="T16" fmla="*/ 6 w 97"/>
                    <a:gd name="T17" fmla="*/ 2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7" h="24">
                      <a:moveTo>
                        <a:pt x="6" y="24"/>
                      </a:moveTo>
                      <a:cubicBezTo>
                        <a:pt x="3" y="24"/>
                        <a:pt x="0" y="21"/>
                        <a:pt x="0" y="18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95" y="0"/>
                        <a:pt x="97" y="3"/>
                        <a:pt x="97" y="6"/>
                      </a:cubicBezTo>
                      <a:cubicBezTo>
                        <a:pt x="97" y="18"/>
                        <a:pt x="97" y="18"/>
                        <a:pt x="97" y="18"/>
                      </a:cubicBezTo>
                      <a:cubicBezTo>
                        <a:pt x="97" y="21"/>
                        <a:pt x="95" y="24"/>
                        <a:pt x="91" y="24"/>
                      </a:cubicBezTo>
                      <a:lnTo>
                        <a:pt x="6" y="2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4" name="Freeform 46"/>
                <p:cNvSpPr>
                  <a:spLocks noEditPoints="1"/>
                </p:cNvSpPr>
                <p:nvPr/>
              </p:nvSpPr>
              <p:spPr bwMode="auto">
                <a:xfrm>
                  <a:off x="233418" y="9039946"/>
                  <a:ext cx="407988" cy="134938"/>
                </a:xfrm>
                <a:custGeom>
                  <a:avLst/>
                  <a:gdLst>
                    <a:gd name="T0" fmla="*/ 97 w 109"/>
                    <a:gd name="T1" fmla="*/ 12 h 36"/>
                    <a:gd name="T2" fmla="*/ 97 w 109"/>
                    <a:gd name="T3" fmla="*/ 24 h 36"/>
                    <a:gd name="T4" fmla="*/ 12 w 109"/>
                    <a:gd name="T5" fmla="*/ 24 h 36"/>
                    <a:gd name="T6" fmla="*/ 12 w 109"/>
                    <a:gd name="T7" fmla="*/ 12 h 36"/>
                    <a:gd name="T8" fmla="*/ 97 w 109"/>
                    <a:gd name="T9" fmla="*/ 12 h 36"/>
                    <a:gd name="T10" fmla="*/ 97 w 109"/>
                    <a:gd name="T11" fmla="*/ 0 h 36"/>
                    <a:gd name="T12" fmla="*/ 12 w 109"/>
                    <a:gd name="T13" fmla="*/ 0 h 36"/>
                    <a:gd name="T14" fmla="*/ 0 w 109"/>
                    <a:gd name="T15" fmla="*/ 12 h 36"/>
                    <a:gd name="T16" fmla="*/ 0 w 109"/>
                    <a:gd name="T17" fmla="*/ 24 h 36"/>
                    <a:gd name="T18" fmla="*/ 12 w 109"/>
                    <a:gd name="T19" fmla="*/ 36 h 36"/>
                    <a:gd name="T20" fmla="*/ 97 w 109"/>
                    <a:gd name="T21" fmla="*/ 36 h 36"/>
                    <a:gd name="T22" fmla="*/ 109 w 109"/>
                    <a:gd name="T23" fmla="*/ 24 h 36"/>
                    <a:gd name="T24" fmla="*/ 109 w 109"/>
                    <a:gd name="T25" fmla="*/ 12 h 36"/>
                    <a:gd name="T26" fmla="*/ 97 w 109"/>
                    <a:gd name="T27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09" h="36">
                      <a:moveTo>
                        <a:pt x="97" y="12"/>
                      </a:moveTo>
                      <a:cubicBezTo>
                        <a:pt x="97" y="24"/>
                        <a:pt x="97" y="24"/>
                        <a:pt x="97" y="24"/>
                      </a:cubicBezTo>
                      <a:cubicBezTo>
                        <a:pt x="12" y="24"/>
                        <a:pt x="12" y="24"/>
                        <a:pt x="12" y="24"/>
                      </a:cubicBezTo>
                      <a:cubicBezTo>
                        <a:pt x="12" y="12"/>
                        <a:pt x="12" y="12"/>
                        <a:pt x="12" y="12"/>
                      </a:cubicBezTo>
                      <a:cubicBezTo>
                        <a:pt x="97" y="12"/>
                        <a:pt x="97" y="12"/>
                        <a:pt x="97" y="12"/>
                      </a:cubicBezTo>
                      <a:moveTo>
                        <a:pt x="97" y="0"/>
                      </a:move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0" y="6"/>
                        <a:pt x="0" y="12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30"/>
                        <a:pt x="5" y="36"/>
                        <a:pt x="12" y="36"/>
                      </a:cubicBezTo>
                      <a:cubicBezTo>
                        <a:pt x="97" y="36"/>
                        <a:pt x="97" y="36"/>
                        <a:pt x="97" y="36"/>
                      </a:cubicBezTo>
                      <a:cubicBezTo>
                        <a:pt x="104" y="36"/>
                        <a:pt x="109" y="30"/>
                        <a:pt x="109" y="24"/>
                      </a:cubicBezTo>
                      <a:cubicBezTo>
                        <a:pt x="109" y="12"/>
                        <a:pt x="109" y="12"/>
                        <a:pt x="109" y="12"/>
                      </a:cubicBezTo>
                      <a:cubicBezTo>
                        <a:pt x="109" y="6"/>
                        <a:pt x="104" y="0"/>
                        <a:pt x="97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5" name="Freeform 47"/>
                <p:cNvSpPr>
                  <a:spLocks/>
                </p:cNvSpPr>
                <p:nvPr/>
              </p:nvSpPr>
              <p:spPr bwMode="auto">
                <a:xfrm>
                  <a:off x="255643" y="9136784"/>
                  <a:ext cx="363538" cy="90488"/>
                </a:xfrm>
                <a:custGeom>
                  <a:avLst/>
                  <a:gdLst>
                    <a:gd name="T0" fmla="*/ 6 w 97"/>
                    <a:gd name="T1" fmla="*/ 24 h 24"/>
                    <a:gd name="T2" fmla="*/ 0 w 97"/>
                    <a:gd name="T3" fmla="*/ 18 h 24"/>
                    <a:gd name="T4" fmla="*/ 0 w 97"/>
                    <a:gd name="T5" fmla="*/ 6 h 24"/>
                    <a:gd name="T6" fmla="*/ 6 w 97"/>
                    <a:gd name="T7" fmla="*/ 0 h 24"/>
                    <a:gd name="T8" fmla="*/ 91 w 97"/>
                    <a:gd name="T9" fmla="*/ 0 h 24"/>
                    <a:gd name="T10" fmla="*/ 97 w 97"/>
                    <a:gd name="T11" fmla="*/ 6 h 24"/>
                    <a:gd name="T12" fmla="*/ 97 w 97"/>
                    <a:gd name="T13" fmla="*/ 18 h 24"/>
                    <a:gd name="T14" fmla="*/ 91 w 97"/>
                    <a:gd name="T15" fmla="*/ 24 h 24"/>
                    <a:gd name="T16" fmla="*/ 6 w 97"/>
                    <a:gd name="T17" fmla="*/ 2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7" h="24">
                      <a:moveTo>
                        <a:pt x="6" y="24"/>
                      </a:moveTo>
                      <a:cubicBezTo>
                        <a:pt x="3" y="24"/>
                        <a:pt x="0" y="21"/>
                        <a:pt x="0" y="18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95" y="0"/>
                        <a:pt x="97" y="3"/>
                        <a:pt x="97" y="6"/>
                      </a:cubicBezTo>
                      <a:cubicBezTo>
                        <a:pt x="97" y="18"/>
                        <a:pt x="97" y="18"/>
                        <a:pt x="97" y="18"/>
                      </a:cubicBezTo>
                      <a:cubicBezTo>
                        <a:pt x="97" y="21"/>
                        <a:pt x="95" y="24"/>
                        <a:pt x="91" y="24"/>
                      </a:cubicBezTo>
                      <a:lnTo>
                        <a:pt x="6" y="2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6" name="Freeform 48"/>
                <p:cNvSpPr>
                  <a:spLocks noEditPoints="1"/>
                </p:cNvSpPr>
                <p:nvPr/>
              </p:nvSpPr>
              <p:spPr bwMode="auto">
                <a:xfrm>
                  <a:off x="233418" y="9114559"/>
                  <a:ext cx="407988" cy="134938"/>
                </a:xfrm>
                <a:custGeom>
                  <a:avLst/>
                  <a:gdLst>
                    <a:gd name="T0" fmla="*/ 97 w 109"/>
                    <a:gd name="T1" fmla="*/ 12 h 36"/>
                    <a:gd name="T2" fmla="*/ 97 w 109"/>
                    <a:gd name="T3" fmla="*/ 24 h 36"/>
                    <a:gd name="T4" fmla="*/ 12 w 109"/>
                    <a:gd name="T5" fmla="*/ 24 h 36"/>
                    <a:gd name="T6" fmla="*/ 12 w 109"/>
                    <a:gd name="T7" fmla="*/ 12 h 36"/>
                    <a:gd name="T8" fmla="*/ 97 w 109"/>
                    <a:gd name="T9" fmla="*/ 12 h 36"/>
                    <a:gd name="T10" fmla="*/ 97 w 109"/>
                    <a:gd name="T11" fmla="*/ 0 h 36"/>
                    <a:gd name="T12" fmla="*/ 12 w 109"/>
                    <a:gd name="T13" fmla="*/ 0 h 36"/>
                    <a:gd name="T14" fmla="*/ 0 w 109"/>
                    <a:gd name="T15" fmla="*/ 12 h 36"/>
                    <a:gd name="T16" fmla="*/ 0 w 109"/>
                    <a:gd name="T17" fmla="*/ 24 h 36"/>
                    <a:gd name="T18" fmla="*/ 12 w 109"/>
                    <a:gd name="T19" fmla="*/ 36 h 36"/>
                    <a:gd name="T20" fmla="*/ 97 w 109"/>
                    <a:gd name="T21" fmla="*/ 36 h 36"/>
                    <a:gd name="T22" fmla="*/ 109 w 109"/>
                    <a:gd name="T23" fmla="*/ 24 h 36"/>
                    <a:gd name="T24" fmla="*/ 109 w 109"/>
                    <a:gd name="T25" fmla="*/ 12 h 36"/>
                    <a:gd name="T26" fmla="*/ 97 w 109"/>
                    <a:gd name="T27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09" h="36">
                      <a:moveTo>
                        <a:pt x="97" y="12"/>
                      </a:moveTo>
                      <a:cubicBezTo>
                        <a:pt x="97" y="24"/>
                        <a:pt x="97" y="24"/>
                        <a:pt x="97" y="24"/>
                      </a:cubicBezTo>
                      <a:cubicBezTo>
                        <a:pt x="12" y="24"/>
                        <a:pt x="12" y="24"/>
                        <a:pt x="12" y="24"/>
                      </a:cubicBezTo>
                      <a:cubicBezTo>
                        <a:pt x="12" y="12"/>
                        <a:pt x="12" y="12"/>
                        <a:pt x="12" y="12"/>
                      </a:cubicBezTo>
                      <a:cubicBezTo>
                        <a:pt x="97" y="12"/>
                        <a:pt x="97" y="12"/>
                        <a:pt x="97" y="12"/>
                      </a:cubicBezTo>
                      <a:moveTo>
                        <a:pt x="97" y="0"/>
                      </a:move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0" y="6"/>
                        <a:pt x="0" y="12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31"/>
                        <a:pt x="5" y="36"/>
                        <a:pt x="12" y="36"/>
                      </a:cubicBezTo>
                      <a:cubicBezTo>
                        <a:pt x="97" y="36"/>
                        <a:pt x="97" y="36"/>
                        <a:pt x="97" y="36"/>
                      </a:cubicBezTo>
                      <a:cubicBezTo>
                        <a:pt x="104" y="36"/>
                        <a:pt x="109" y="31"/>
                        <a:pt x="109" y="24"/>
                      </a:cubicBezTo>
                      <a:cubicBezTo>
                        <a:pt x="109" y="12"/>
                        <a:pt x="109" y="12"/>
                        <a:pt x="109" y="12"/>
                      </a:cubicBezTo>
                      <a:cubicBezTo>
                        <a:pt x="109" y="6"/>
                        <a:pt x="104" y="0"/>
                        <a:pt x="97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7" name="Freeform 49"/>
                <p:cNvSpPr>
                  <a:spLocks/>
                </p:cNvSpPr>
                <p:nvPr/>
              </p:nvSpPr>
              <p:spPr bwMode="auto">
                <a:xfrm>
                  <a:off x="217543" y="8657358"/>
                  <a:ext cx="263525" cy="254000"/>
                </a:xfrm>
                <a:custGeom>
                  <a:avLst/>
                  <a:gdLst>
                    <a:gd name="T0" fmla="*/ 50 w 70"/>
                    <a:gd name="T1" fmla="*/ 68 h 68"/>
                    <a:gd name="T2" fmla="*/ 45 w 70"/>
                    <a:gd name="T3" fmla="*/ 67 h 68"/>
                    <a:gd name="T4" fmla="*/ 2 w 70"/>
                    <a:gd name="T5" fmla="*/ 23 h 68"/>
                    <a:gd name="T6" fmla="*/ 2 w 70"/>
                    <a:gd name="T7" fmla="*/ 15 h 68"/>
                    <a:gd name="T8" fmla="*/ 14 w 70"/>
                    <a:gd name="T9" fmla="*/ 3 h 68"/>
                    <a:gd name="T10" fmla="*/ 22 w 70"/>
                    <a:gd name="T11" fmla="*/ 0 h 68"/>
                    <a:gd name="T12" fmla="*/ 31 w 70"/>
                    <a:gd name="T13" fmla="*/ 3 h 68"/>
                    <a:gd name="T14" fmla="*/ 65 w 70"/>
                    <a:gd name="T15" fmla="*/ 38 h 68"/>
                    <a:gd name="T16" fmla="*/ 65 w 70"/>
                    <a:gd name="T17" fmla="*/ 55 h 68"/>
                    <a:gd name="T18" fmla="*/ 54 w 70"/>
                    <a:gd name="T19" fmla="*/ 67 h 68"/>
                    <a:gd name="T20" fmla="*/ 50 w 70"/>
                    <a:gd name="T21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0" h="68">
                      <a:moveTo>
                        <a:pt x="50" y="68"/>
                      </a:moveTo>
                      <a:cubicBezTo>
                        <a:pt x="48" y="68"/>
                        <a:pt x="47" y="68"/>
                        <a:pt x="45" y="67"/>
                      </a:cubicBezTo>
                      <a:cubicBezTo>
                        <a:pt x="2" y="23"/>
                        <a:pt x="2" y="23"/>
                        <a:pt x="2" y="23"/>
                      </a:cubicBezTo>
                      <a:cubicBezTo>
                        <a:pt x="0" y="21"/>
                        <a:pt x="0" y="17"/>
                        <a:pt x="2" y="15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6" y="1"/>
                        <a:pt x="19" y="0"/>
                        <a:pt x="22" y="0"/>
                      </a:cubicBezTo>
                      <a:cubicBezTo>
                        <a:pt x="26" y="0"/>
                        <a:pt x="29" y="1"/>
                        <a:pt x="31" y="3"/>
                      </a:cubicBezTo>
                      <a:cubicBezTo>
                        <a:pt x="65" y="38"/>
                        <a:pt x="65" y="38"/>
                        <a:pt x="65" y="38"/>
                      </a:cubicBezTo>
                      <a:cubicBezTo>
                        <a:pt x="70" y="42"/>
                        <a:pt x="70" y="50"/>
                        <a:pt x="65" y="55"/>
                      </a:cubicBezTo>
                      <a:cubicBezTo>
                        <a:pt x="54" y="67"/>
                        <a:pt x="54" y="67"/>
                        <a:pt x="54" y="67"/>
                      </a:cubicBezTo>
                      <a:cubicBezTo>
                        <a:pt x="53" y="68"/>
                        <a:pt x="51" y="68"/>
                        <a:pt x="50" y="6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8" name="Freeform 50"/>
                <p:cNvSpPr>
                  <a:spLocks noEditPoints="1"/>
                </p:cNvSpPr>
                <p:nvPr/>
              </p:nvSpPr>
              <p:spPr bwMode="auto">
                <a:xfrm>
                  <a:off x="192143" y="8633545"/>
                  <a:ext cx="314325" cy="300038"/>
                </a:xfrm>
                <a:custGeom>
                  <a:avLst/>
                  <a:gdLst>
                    <a:gd name="T0" fmla="*/ 29 w 84"/>
                    <a:gd name="T1" fmla="*/ 12 h 80"/>
                    <a:gd name="T2" fmla="*/ 34 w 84"/>
                    <a:gd name="T3" fmla="*/ 13 h 80"/>
                    <a:gd name="T4" fmla="*/ 68 w 84"/>
                    <a:gd name="T5" fmla="*/ 48 h 80"/>
                    <a:gd name="T6" fmla="*/ 68 w 84"/>
                    <a:gd name="T7" fmla="*/ 57 h 80"/>
                    <a:gd name="T8" fmla="*/ 57 w 84"/>
                    <a:gd name="T9" fmla="*/ 68 h 80"/>
                    <a:gd name="T10" fmla="*/ 13 w 84"/>
                    <a:gd name="T11" fmla="*/ 25 h 80"/>
                    <a:gd name="T12" fmla="*/ 25 w 84"/>
                    <a:gd name="T13" fmla="*/ 13 h 80"/>
                    <a:gd name="T14" fmla="*/ 29 w 84"/>
                    <a:gd name="T15" fmla="*/ 12 h 80"/>
                    <a:gd name="T16" fmla="*/ 29 w 84"/>
                    <a:gd name="T17" fmla="*/ 0 h 80"/>
                    <a:gd name="T18" fmla="*/ 16 w 84"/>
                    <a:gd name="T19" fmla="*/ 5 h 80"/>
                    <a:gd name="T20" fmla="*/ 5 w 84"/>
                    <a:gd name="T21" fmla="*/ 16 h 80"/>
                    <a:gd name="T22" fmla="*/ 5 w 84"/>
                    <a:gd name="T23" fmla="*/ 33 h 80"/>
                    <a:gd name="T24" fmla="*/ 48 w 84"/>
                    <a:gd name="T25" fmla="*/ 77 h 80"/>
                    <a:gd name="T26" fmla="*/ 57 w 84"/>
                    <a:gd name="T27" fmla="*/ 80 h 80"/>
                    <a:gd name="T28" fmla="*/ 57 w 84"/>
                    <a:gd name="T29" fmla="*/ 80 h 80"/>
                    <a:gd name="T30" fmla="*/ 65 w 84"/>
                    <a:gd name="T31" fmla="*/ 77 h 80"/>
                    <a:gd name="T32" fmla="*/ 77 w 84"/>
                    <a:gd name="T33" fmla="*/ 65 h 80"/>
                    <a:gd name="T34" fmla="*/ 77 w 84"/>
                    <a:gd name="T35" fmla="*/ 39 h 80"/>
                    <a:gd name="T36" fmla="*/ 42 w 84"/>
                    <a:gd name="T37" fmla="*/ 5 h 80"/>
                    <a:gd name="T38" fmla="*/ 29 w 84"/>
                    <a:gd name="T39" fmla="*/ 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84" h="80">
                      <a:moveTo>
                        <a:pt x="29" y="12"/>
                      </a:moveTo>
                      <a:cubicBezTo>
                        <a:pt x="31" y="12"/>
                        <a:pt x="33" y="12"/>
                        <a:pt x="34" y="13"/>
                      </a:cubicBezTo>
                      <a:cubicBezTo>
                        <a:pt x="34" y="13"/>
                        <a:pt x="34" y="13"/>
                        <a:pt x="68" y="48"/>
                      </a:cubicBezTo>
                      <a:cubicBezTo>
                        <a:pt x="71" y="50"/>
                        <a:pt x="71" y="54"/>
                        <a:pt x="68" y="57"/>
                      </a:cubicBezTo>
                      <a:cubicBezTo>
                        <a:pt x="68" y="57"/>
                        <a:pt x="68" y="57"/>
                        <a:pt x="57" y="68"/>
                      </a:cubicBezTo>
                      <a:cubicBezTo>
                        <a:pt x="57" y="68"/>
                        <a:pt x="57" y="68"/>
                        <a:pt x="13" y="25"/>
                      </a:cubicBezTo>
                      <a:cubicBezTo>
                        <a:pt x="13" y="25"/>
                        <a:pt x="13" y="25"/>
                        <a:pt x="25" y="13"/>
                      </a:cubicBezTo>
                      <a:cubicBezTo>
                        <a:pt x="26" y="12"/>
                        <a:pt x="28" y="12"/>
                        <a:pt x="29" y="12"/>
                      </a:cubicBezTo>
                      <a:moveTo>
                        <a:pt x="29" y="0"/>
                      </a:moveTo>
                      <a:cubicBezTo>
                        <a:pt x="24" y="0"/>
                        <a:pt x="20" y="2"/>
                        <a:pt x="16" y="5"/>
                      </a:cubicBezTo>
                      <a:cubicBezTo>
                        <a:pt x="5" y="16"/>
                        <a:pt x="5" y="16"/>
                        <a:pt x="5" y="16"/>
                      </a:cubicBezTo>
                      <a:cubicBezTo>
                        <a:pt x="0" y="21"/>
                        <a:pt x="0" y="29"/>
                        <a:pt x="5" y="33"/>
                      </a:cubicBezTo>
                      <a:cubicBezTo>
                        <a:pt x="48" y="77"/>
                        <a:pt x="48" y="77"/>
                        <a:pt x="48" y="77"/>
                      </a:cubicBezTo>
                      <a:cubicBezTo>
                        <a:pt x="50" y="79"/>
                        <a:pt x="53" y="80"/>
                        <a:pt x="57" y="80"/>
                      </a:cubicBezTo>
                      <a:cubicBezTo>
                        <a:pt x="57" y="80"/>
                        <a:pt x="57" y="80"/>
                        <a:pt x="57" y="80"/>
                      </a:cubicBezTo>
                      <a:cubicBezTo>
                        <a:pt x="60" y="80"/>
                        <a:pt x="63" y="79"/>
                        <a:pt x="65" y="77"/>
                      </a:cubicBezTo>
                      <a:cubicBezTo>
                        <a:pt x="77" y="65"/>
                        <a:pt x="77" y="65"/>
                        <a:pt x="77" y="65"/>
                      </a:cubicBezTo>
                      <a:cubicBezTo>
                        <a:pt x="84" y="58"/>
                        <a:pt x="84" y="47"/>
                        <a:pt x="77" y="39"/>
                      </a:cubicBezTo>
                      <a:cubicBezTo>
                        <a:pt x="42" y="5"/>
                        <a:pt x="42" y="5"/>
                        <a:pt x="42" y="5"/>
                      </a:cubicBezTo>
                      <a:cubicBezTo>
                        <a:pt x="39" y="2"/>
                        <a:pt x="34" y="0"/>
                        <a:pt x="29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9" name="Freeform 51"/>
                <p:cNvSpPr>
                  <a:spLocks noEditPoints="1"/>
                </p:cNvSpPr>
                <p:nvPr/>
              </p:nvSpPr>
              <p:spPr bwMode="auto">
                <a:xfrm>
                  <a:off x="-123770" y="8724033"/>
                  <a:ext cx="742950" cy="528639"/>
                </a:xfrm>
                <a:custGeom>
                  <a:avLst/>
                  <a:gdLst>
                    <a:gd name="T0" fmla="*/ 12 w 198"/>
                    <a:gd name="T1" fmla="*/ 141 h 141"/>
                    <a:gd name="T2" fmla="*/ 8 w 198"/>
                    <a:gd name="T3" fmla="*/ 140 h 141"/>
                    <a:gd name="T4" fmla="*/ 3 w 198"/>
                    <a:gd name="T5" fmla="*/ 134 h 141"/>
                    <a:gd name="T6" fmla="*/ 1 w 198"/>
                    <a:gd name="T7" fmla="*/ 128 h 141"/>
                    <a:gd name="T8" fmla="*/ 14 w 198"/>
                    <a:gd name="T9" fmla="*/ 77 h 141"/>
                    <a:gd name="T10" fmla="*/ 15 w 198"/>
                    <a:gd name="T11" fmla="*/ 75 h 141"/>
                    <a:gd name="T12" fmla="*/ 88 w 198"/>
                    <a:gd name="T13" fmla="*/ 1 h 141"/>
                    <a:gd name="T14" fmla="*/ 92 w 198"/>
                    <a:gd name="T15" fmla="*/ 0 h 141"/>
                    <a:gd name="T16" fmla="*/ 92 w 198"/>
                    <a:gd name="T17" fmla="*/ 0 h 141"/>
                    <a:gd name="T18" fmla="*/ 97 w 198"/>
                    <a:gd name="T19" fmla="*/ 1 h 141"/>
                    <a:gd name="T20" fmla="*/ 103 w 198"/>
                    <a:gd name="T21" fmla="*/ 8 h 141"/>
                    <a:gd name="T22" fmla="*/ 105 w 198"/>
                    <a:gd name="T23" fmla="*/ 12 h 141"/>
                    <a:gd name="T24" fmla="*/ 109 w 198"/>
                    <a:gd name="T25" fmla="*/ 13 h 141"/>
                    <a:gd name="T26" fmla="*/ 116 w 198"/>
                    <a:gd name="T27" fmla="*/ 21 h 141"/>
                    <a:gd name="T28" fmla="*/ 117 w 198"/>
                    <a:gd name="T29" fmla="*/ 24 h 141"/>
                    <a:gd name="T30" fmla="*/ 121 w 198"/>
                    <a:gd name="T31" fmla="*/ 26 h 141"/>
                    <a:gd name="T32" fmla="*/ 128 w 198"/>
                    <a:gd name="T33" fmla="*/ 33 h 141"/>
                    <a:gd name="T34" fmla="*/ 130 w 198"/>
                    <a:gd name="T35" fmla="*/ 37 h 141"/>
                    <a:gd name="T36" fmla="*/ 133 w 198"/>
                    <a:gd name="T37" fmla="*/ 38 h 141"/>
                    <a:gd name="T38" fmla="*/ 140 w 198"/>
                    <a:gd name="T39" fmla="*/ 45 h 141"/>
                    <a:gd name="T40" fmla="*/ 142 w 198"/>
                    <a:gd name="T41" fmla="*/ 49 h 141"/>
                    <a:gd name="T42" fmla="*/ 140 w 198"/>
                    <a:gd name="T43" fmla="*/ 53 h 141"/>
                    <a:gd name="T44" fmla="*/ 124 w 198"/>
                    <a:gd name="T45" fmla="*/ 70 h 141"/>
                    <a:gd name="T46" fmla="*/ 192 w 198"/>
                    <a:gd name="T47" fmla="*/ 70 h 141"/>
                    <a:gd name="T48" fmla="*/ 198 w 198"/>
                    <a:gd name="T49" fmla="*/ 76 h 141"/>
                    <a:gd name="T50" fmla="*/ 198 w 198"/>
                    <a:gd name="T51" fmla="*/ 87 h 141"/>
                    <a:gd name="T52" fmla="*/ 192 w 198"/>
                    <a:gd name="T53" fmla="*/ 93 h 141"/>
                    <a:gd name="T54" fmla="*/ 107 w 198"/>
                    <a:gd name="T55" fmla="*/ 93 h 141"/>
                    <a:gd name="T56" fmla="*/ 103 w 198"/>
                    <a:gd name="T57" fmla="*/ 91 h 141"/>
                    <a:gd name="T58" fmla="*/ 67 w 198"/>
                    <a:gd name="T59" fmla="*/ 127 h 141"/>
                    <a:gd name="T60" fmla="*/ 64 w 198"/>
                    <a:gd name="T61" fmla="*/ 128 h 141"/>
                    <a:gd name="T62" fmla="*/ 14 w 198"/>
                    <a:gd name="T63" fmla="*/ 141 h 141"/>
                    <a:gd name="T64" fmla="*/ 12 w 198"/>
                    <a:gd name="T65" fmla="*/ 141 h 141"/>
                    <a:gd name="T66" fmla="*/ 23 w 198"/>
                    <a:gd name="T67" fmla="*/ 119 h 141"/>
                    <a:gd name="T68" fmla="*/ 45 w 198"/>
                    <a:gd name="T69" fmla="*/ 113 h 141"/>
                    <a:gd name="T70" fmla="*/ 29 w 198"/>
                    <a:gd name="T71" fmla="*/ 97 h 141"/>
                    <a:gd name="T72" fmla="*/ 23 w 198"/>
                    <a:gd name="T73" fmla="*/ 119 h 1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198" h="141">
                      <a:moveTo>
                        <a:pt x="12" y="141"/>
                      </a:moveTo>
                      <a:cubicBezTo>
                        <a:pt x="11" y="141"/>
                        <a:pt x="9" y="141"/>
                        <a:pt x="8" y="140"/>
                      </a:cubicBezTo>
                      <a:cubicBezTo>
                        <a:pt x="3" y="134"/>
                        <a:pt x="3" y="134"/>
                        <a:pt x="3" y="134"/>
                      </a:cubicBezTo>
                      <a:cubicBezTo>
                        <a:pt x="1" y="133"/>
                        <a:pt x="0" y="131"/>
                        <a:pt x="1" y="128"/>
                      </a:cubicBezTo>
                      <a:cubicBezTo>
                        <a:pt x="14" y="77"/>
                        <a:pt x="14" y="77"/>
                        <a:pt x="14" y="77"/>
                      </a:cubicBezTo>
                      <a:cubicBezTo>
                        <a:pt x="14" y="76"/>
                        <a:pt x="15" y="75"/>
                        <a:pt x="15" y="75"/>
                      </a:cubicBezTo>
                      <a:cubicBezTo>
                        <a:pt x="88" y="1"/>
                        <a:pt x="88" y="1"/>
                        <a:pt x="88" y="1"/>
                      </a:cubicBezTo>
                      <a:cubicBezTo>
                        <a:pt x="89" y="0"/>
                        <a:pt x="91" y="0"/>
                        <a:pt x="92" y="0"/>
                      </a:cubicBezTo>
                      <a:cubicBezTo>
                        <a:pt x="92" y="0"/>
                        <a:pt x="92" y="0"/>
                        <a:pt x="92" y="0"/>
                      </a:cubicBezTo>
                      <a:cubicBezTo>
                        <a:pt x="94" y="0"/>
                        <a:pt x="96" y="0"/>
                        <a:pt x="97" y="1"/>
                      </a:cubicBezTo>
                      <a:cubicBezTo>
                        <a:pt x="103" y="8"/>
                        <a:pt x="103" y="8"/>
                        <a:pt x="103" y="8"/>
                      </a:cubicBezTo>
                      <a:cubicBezTo>
                        <a:pt x="104" y="9"/>
                        <a:pt x="105" y="10"/>
                        <a:pt x="105" y="12"/>
                      </a:cubicBezTo>
                      <a:cubicBezTo>
                        <a:pt x="106" y="12"/>
                        <a:pt x="108" y="12"/>
                        <a:pt x="109" y="13"/>
                      </a:cubicBezTo>
                      <a:cubicBezTo>
                        <a:pt x="116" y="21"/>
                        <a:pt x="116" y="21"/>
                        <a:pt x="116" y="21"/>
                      </a:cubicBezTo>
                      <a:cubicBezTo>
                        <a:pt x="117" y="22"/>
                        <a:pt x="117" y="23"/>
                        <a:pt x="117" y="24"/>
                      </a:cubicBezTo>
                      <a:cubicBezTo>
                        <a:pt x="119" y="24"/>
                        <a:pt x="120" y="25"/>
                        <a:pt x="121" y="26"/>
                      </a:cubicBezTo>
                      <a:cubicBezTo>
                        <a:pt x="128" y="33"/>
                        <a:pt x="128" y="33"/>
                        <a:pt x="128" y="33"/>
                      </a:cubicBezTo>
                      <a:cubicBezTo>
                        <a:pt x="129" y="34"/>
                        <a:pt x="130" y="35"/>
                        <a:pt x="130" y="37"/>
                      </a:cubicBezTo>
                      <a:cubicBezTo>
                        <a:pt x="131" y="37"/>
                        <a:pt x="132" y="37"/>
                        <a:pt x="133" y="38"/>
                      </a:cubicBezTo>
                      <a:cubicBezTo>
                        <a:pt x="140" y="45"/>
                        <a:pt x="140" y="45"/>
                        <a:pt x="140" y="45"/>
                      </a:cubicBezTo>
                      <a:cubicBezTo>
                        <a:pt x="141" y="46"/>
                        <a:pt x="142" y="47"/>
                        <a:pt x="142" y="49"/>
                      </a:cubicBezTo>
                      <a:cubicBezTo>
                        <a:pt x="142" y="51"/>
                        <a:pt x="141" y="52"/>
                        <a:pt x="140" y="53"/>
                      </a:cubicBezTo>
                      <a:cubicBezTo>
                        <a:pt x="124" y="70"/>
                        <a:pt x="124" y="70"/>
                        <a:pt x="124" y="70"/>
                      </a:cubicBezTo>
                      <a:cubicBezTo>
                        <a:pt x="192" y="70"/>
                        <a:pt x="192" y="70"/>
                        <a:pt x="192" y="70"/>
                      </a:cubicBezTo>
                      <a:cubicBezTo>
                        <a:pt x="196" y="70"/>
                        <a:pt x="198" y="72"/>
                        <a:pt x="198" y="76"/>
                      </a:cubicBezTo>
                      <a:cubicBezTo>
                        <a:pt x="198" y="87"/>
                        <a:pt x="198" y="87"/>
                        <a:pt x="198" y="87"/>
                      </a:cubicBezTo>
                      <a:cubicBezTo>
                        <a:pt x="198" y="91"/>
                        <a:pt x="196" y="93"/>
                        <a:pt x="192" y="93"/>
                      </a:cubicBezTo>
                      <a:cubicBezTo>
                        <a:pt x="107" y="93"/>
                        <a:pt x="107" y="93"/>
                        <a:pt x="107" y="93"/>
                      </a:cubicBezTo>
                      <a:cubicBezTo>
                        <a:pt x="105" y="93"/>
                        <a:pt x="104" y="92"/>
                        <a:pt x="103" y="91"/>
                      </a:cubicBezTo>
                      <a:cubicBezTo>
                        <a:pt x="67" y="127"/>
                        <a:pt x="67" y="127"/>
                        <a:pt x="67" y="127"/>
                      </a:cubicBezTo>
                      <a:cubicBezTo>
                        <a:pt x="66" y="127"/>
                        <a:pt x="65" y="128"/>
                        <a:pt x="64" y="128"/>
                      </a:cubicBezTo>
                      <a:cubicBezTo>
                        <a:pt x="14" y="141"/>
                        <a:pt x="14" y="141"/>
                        <a:pt x="14" y="141"/>
                      </a:cubicBezTo>
                      <a:cubicBezTo>
                        <a:pt x="13" y="141"/>
                        <a:pt x="13" y="141"/>
                        <a:pt x="12" y="141"/>
                      </a:cubicBezTo>
                      <a:close/>
                      <a:moveTo>
                        <a:pt x="23" y="119"/>
                      </a:moveTo>
                      <a:cubicBezTo>
                        <a:pt x="45" y="113"/>
                        <a:pt x="45" y="113"/>
                        <a:pt x="45" y="113"/>
                      </a:cubicBezTo>
                      <a:cubicBezTo>
                        <a:pt x="29" y="97"/>
                        <a:pt x="29" y="97"/>
                        <a:pt x="29" y="97"/>
                      </a:cubicBezTo>
                      <a:lnTo>
                        <a:pt x="23" y="11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0" name="Freeform 52"/>
                <p:cNvSpPr>
                  <a:spLocks noEditPoints="1"/>
                </p:cNvSpPr>
                <p:nvPr/>
              </p:nvSpPr>
              <p:spPr bwMode="auto">
                <a:xfrm>
                  <a:off x="-145995" y="8701808"/>
                  <a:ext cx="787400" cy="573089"/>
                </a:xfrm>
                <a:custGeom>
                  <a:avLst/>
                  <a:gdLst>
                    <a:gd name="T0" fmla="*/ 98 w 210"/>
                    <a:gd name="T1" fmla="*/ 12 h 153"/>
                    <a:gd name="T2" fmla="*/ 105 w 210"/>
                    <a:gd name="T3" fmla="*/ 18 h 153"/>
                    <a:gd name="T4" fmla="*/ 37 w 210"/>
                    <a:gd name="T5" fmla="*/ 86 h 153"/>
                    <a:gd name="T6" fmla="*/ 43 w 210"/>
                    <a:gd name="T7" fmla="*/ 92 h 153"/>
                    <a:gd name="T8" fmla="*/ 110 w 210"/>
                    <a:gd name="T9" fmla="*/ 24 h 153"/>
                    <a:gd name="T10" fmla="*/ 118 w 210"/>
                    <a:gd name="T11" fmla="*/ 31 h 153"/>
                    <a:gd name="T12" fmla="*/ 50 w 210"/>
                    <a:gd name="T13" fmla="*/ 99 h 153"/>
                    <a:gd name="T14" fmla="*/ 55 w 210"/>
                    <a:gd name="T15" fmla="*/ 104 h 153"/>
                    <a:gd name="T16" fmla="*/ 123 w 210"/>
                    <a:gd name="T17" fmla="*/ 36 h 153"/>
                    <a:gd name="T18" fmla="*/ 130 w 210"/>
                    <a:gd name="T19" fmla="*/ 43 h 153"/>
                    <a:gd name="T20" fmla="*/ 62 w 210"/>
                    <a:gd name="T21" fmla="*/ 111 h 153"/>
                    <a:gd name="T22" fmla="*/ 68 w 210"/>
                    <a:gd name="T23" fmla="*/ 116 h 153"/>
                    <a:gd name="T24" fmla="*/ 135 w 210"/>
                    <a:gd name="T25" fmla="*/ 49 h 153"/>
                    <a:gd name="T26" fmla="*/ 142 w 210"/>
                    <a:gd name="T27" fmla="*/ 55 h 153"/>
                    <a:gd name="T28" fmla="*/ 115 w 210"/>
                    <a:gd name="T29" fmla="*/ 82 h 153"/>
                    <a:gd name="T30" fmla="*/ 198 w 210"/>
                    <a:gd name="T31" fmla="*/ 82 h 153"/>
                    <a:gd name="T32" fmla="*/ 198 w 210"/>
                    <a:gd name="T33" fmla="*/ 93 h 153"/>
                    <a:gd name="T34" fmla="*/ 113 w 210"/>
                    <a:gd name="T35" fmla="*/ 93 h 153"/>
                    <a:gd name="T36" fmla="*/ 113 w 210"/>
                    <a:gd name="T37" fmla="*/ 84 h 153"/>
                    <a:gd name="T38" fmla="*/ 69 w 210"/>
                    <a:gd name="T39" fmla="*/ 128 h 153"/>
                    <a:gd name="T40" fmla="*/ 18 w 210"/>
                    <a:gd name="T41" fmla="*/ 141 h 153"/>
                    <a:gd name="T42" fmla="*/ 13 w 210"/>
                    <a:gd name="T43" fmla="*/ 136 h 153"/>
                    <a:gd name="T44" fmla="*/ 26 w 210"/>
                    <a:gd name="T45" fmla="*/ 85 h 153"/>
                    <a:gd name="T46" fmla="*/ 98 w 210"/>
                    <a:gd name="T47" fmla="*/ 12 h 153"/>
                    <a:gd name="T48" fmla="*/ 21 w 210"/>
                    <a:gd name="T49" fmla="*/ 133 h 153"/>
                    <a:gd name="T50" fmla="*/ 62 w 210"/>
                    <a:gd name="T51" fmla="*/ 122 h 153"/>
                    <a:gd name="T52" fmla="*/ 32 w 210"/>
                    <a:gd name="T53" fmla="*/ 91 h 153"/>
                    <a:gd name="T54" fmla="*/ 21 w 210"/>
                    <a:gd name="T55" fmla="*/ 133 h 153"/>
                    <a:gd name="T56" fmla="*/ 98 w 210"/>
                    <a:gd name="T57" fmla="*/ 0 h 153"/>
                    <a:gd name="T58" fmla="*/ 98 w 210"/>
                    <a:gd name="T59" fmla="*/ 0 h 153"/>
                    <a:gd name="T60" fmla="*/ 90 w 210"/>
                    <a:gd name="T61" fmla="*/ 3 h 153"/>
                    <a:gd name="T62" fmla="*/ 17 w 210"/>
                    <a:gd name="T63" fmla="*/ 76 h 153"/>
                    <a:gd name="T64" fmla="*/ 14 w 210"/>
                    <a:gd name="T65" fmla="*/ 82 h 153"/>
                    <a:gd name="T66" fmla="*/ 1 w 210"/>
                    <a:gd name="T67" fmla="*/ 133 h 153"/>
                    <a:gd name="T68" fmla="*/ 4 w 210"/>
                    <a:gd name="T69" fmla="*/ 145 h 153"/>
                    <a:gd name="T70" fmla="*/ 10 w 210"/>
                    <a:gd name="T71" fmla="*/ 150 h 153"/>
                    <a:gd name="T72" fmla="*/ 18 w 210"/>
                    <a:gd name="T73" fmla="*/ 153 h 153"/>
                    <a:gd name="T74" fmla="*/ 21 w 210"/>
                    <a:gd name="T75" fmla="*/ 153 h 153"/>
                    <a:gd name="T76" fmla="*/ 72 w 210"/>
                    <a:gd name="T77" fmla="*/ 140 h 153"/>
                    <a:gd name="T78" fmla="*/ 77 w 210"/>
                    <a:gd name="T79" fmla="*/ 137 h 153"/>
                    <a:gd name="T80" fmla="*/ 109 w 210"/>
                    <a:gd name="T81" fmla="*/ 105 h 153"/>
                    <a:gd name="T82" fmla="*/ 113 w 210"/>
                    <a:gd name="T83" fmla="*/ 105 h 153"/>
                    <a:gd name="T84" fmla="*/ 198 w 210"/>
                    <a:gd name="T85" fmla="*/ 105 h 153"/>
                    <a:gd name="T86" fmla="*/ 210 w 210"/>
                    <a:gd name="T87" fmla="*/ 93 h 153"/>
                    <a:gd name="T88" fmla="*/ 210 w 210"/>
                    <a:gd name="T89" fmla="*/ 82 h 153"/>
                    <a:gd name="T90" fmla="*/ 198 w 210"/>
                    <a:gd name="T91" fmla="*/ 70 h 153"/>
                    <a:gd name="T92" fmla="*/ 144 w 210"/>
                    <a:gd name="T93" fmla="*/ 70 h 153"/>
                    <a:gd name="T94" fmla="*/ 150 w 210"/>
                    <a:gd name="T95" fmla="*/ 64 h 153"/>
                    <a:gd name="T96" fmla="*/ 154 w 210"/>
                    <a:gd name="T97" fmla="*/ 55 h 153"/>
                    <a:gd name="T98" fmla="*/ 150 w 210"/>
                    <a:gd name="T99" fmla="*/ 47 h 153"/>
                    <a:gd name="T100" fmla="*/ 144 w 210"/>
                    <a:gd name="T101" fmla="*/ 40 h 153"/>
                    <a:gd name="T102" fmla="*/ 140 w 210"/>
                    <a:gd name="T103" fmla="*/ 38 h 153"/>
                    <a:gd name="T104" fmla="*/ 138 w 210"/>
                    <a:gd name="T105" fmla="*/ 35 h 153"/>
                    <a:gd name="T106" fmla="*/ 131 w 210"/>
                    <a:gd name="T107" fmla="*/ 28 h 153"/>
                    <a:gd name="T108" fmla="*/ 128 w 210"/>
                    <a:gd name="T109" fmla="*/ 25 h 153"/>
                    <a:gd name="T110" fmla="*/ 126 w 210"/>
                    <a:gd name="T111" fmla="*/ 22 h 153"/>
                    <a:gd name="T112" fmla="*/ 119 w 210"/>
                    <a:gd name="T113" fmla="*/ 15 h 153"/>
                    <a:gd name="T114" fmla="*/ 116 w 210"/>
                    <a:gd name="T115" fmla="*/ 13 h 153"/>
                    <a:gd name="T116" fmla="*/ 113 w 210"/>
                    <a:gd name="T117" fmla="*/ 10 h 153"/>
                    <a:gd name="T118" fmla="*/ 107 w 210"/>
                    <a:gd name="T119" fmla="*/ 3 h 153"/>
                    <a:gd name="T120" fmla="*/ 98 w 210"/>
                    <a:gd name="T121" fmla="*/ 0 h 1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210" h="153">
                      <a:moveTo>
                        <a:pt x="98" y="12"/>
                      </a:moveTo>
                      <a:cubicBezTo>
                        <a:pt x="105" y="18"/>
                        <a:pt x="105" y="18"/>
                        <a:pt x="105" y="18"/>
                      </a:cubicBezTo>
                      <a:cubicBezTo>
                        <a:pt x="37" y="86"/>
                        <a:pt x="37" y="86"/>
                        <a:pt x="37" y="86"/>
                      </a:cubicBezTo>
                      <a:cubicBezTo>
                        <a:pt x="43" y="92"/>
                        <a:pt x="43" y="92"/>
                        <a:pt x="43" y="92"/>
                      </a:cubicBezTo>
                      <a:cubicBezTo>
                        <a:pt x="110" y="24"/>
                        <a:pt x="110" y="24"/>
                        <a:pt x="110" y="24"/>
                      </a:cubicBezTo>
                      <a:cubicBezTo>
                        <a:pt x="118" y="31"/>
                        <a:pt x="118" y="31"/>
                        <a:pt x="118" y="31"/>
                      </a:cubicBezTo>
                      <a:cubicBezTo>
                        <a:pt x="50" y="99"/>
                        <a:pt x="50" y="99"/>
                        <a:pt x="50" y="99"/>
                      </a:cubicBezTo>
                      <a:cubicBezTo>
                        <a:pt x="55" y="104"/>
                        <a:pt x="55" y="104"/>
                        <a:pt x="55" y="104"/>
                      </a:cubicBezTo>
                      <a:cubicBezTo>
                        <a:pt x="123" y="36"/>
                        <a:pt x="123" y="36"/>
                        <a:pt x="123" y="36"/>
                      </a:cubicBezTo>
                      <a:cubicBezTo>
                        <a:pt x="130" y="43"/>
                        <a:pt x="130" y="43"/>
                        <a:pt x="130" y="43"/>
                      </a:cubicBezTo>
                      <a:cubicBezTo>
                        <a:pt x="62" y="111"/>
                        <a:pt x="62" y="111"/>
                        <a:pt x="62" y="111"/>
                      </a:cubicBezTo>
                      <a:cubicBezTo>
                        <a:pt x="68" y="116"/>
                        <a:pt x="68" y="116"/>
                        <a:pt x="68" y="116"/>
                      </a:cubicBezTo>
                      <a:cubicBezTo>
                        <a:pt x="135" y="49"/>
                        <a:pt x="135" y="49"/>
                        <a:pt x="135" y="49"/>
                      </a:cubicBezTo>
                      <a:cubicBezTo>
                        <a:pt x="142" y="55"/>
                        <a:pt x="142" y="55"/>
                        <a:pt x="142" y="55"/>
                      </a:cubicBezTo>
                      <a:cubicBezTo>
                        <a:pt x="115" y="82"/>
                        <a:pt x="115" y="82"/>
                        <a:pt x="115" y="82"/>
                      </a:cubicBezTo>
                      <a:cubicBezTo>
                        <a:pt x="198" y="82"/>
                        <a:pt x="198" y="82"/>
                        <a:pt x="198" y="82"/>
                      </a:cubicBezTo>
                      <a:cubicBezTo>
                        <a:pt x="198" y="93"/>
                        <a:pt x="198" y="93"/>
                        <a:pt x="198" y="93"/>
                      </a:cubicBezTo>
                      <a:cubicBezTo>
                        <a:pt x="113" y="93"/>
                        <a:pt x="113" y="93"/>
                        <a:pt x="113" y="93"/>
                      </a:cubicBezTo>
                      <a:cubicBezTo>
                        <a:pt x="113" y="84"/>
                        <a:pt x="113" y="84"/>
                        <a:pt x="113" y="84"/>
                      </a:cubicBezTo>
                      <a:cubicBezTo>
                        <a:pt x="69" y="128"/>
                        <a:pt x="69" y="128"/>
                        <a:pt x="69" y="128"/>
                      </a:cubicBezTo>
                      <a:cubicBezTo>
                        <a:pt x="18" y="141"/>
                        <a:pt x="18" y="141"/>
                        <a:pt x="18" y="141"/>
                      </a:cubicBezTo>
                      <a:cubicBezTo>
                        <a:pt x="13" y="136"/>
                        <a:pt x="13" y="136"/>
                        <a:pt x="13" y="136"/>
                      </a:cubicBezTo>
                      <a:cubicBezTo>
                        <a:pt x="26" y="85"/>
                        <a:pt x="26" y="85"/>
                        <a:pt x="26" y="85"/>
                      </a:cubicBezTo>
                      <a:cubicBezTo>
                        <a:pt x="98" y="12"/>
                        <a:pt x="98" y="12"/>
                        <a:pt x="98" y="12"/>
                      </a:cubicBezTo>
                      <a:moveTo>
                        <a:pt x="21" y="133"/>
                      </a:moveTo>
                      <a:cubicBezTo>
                        <a:pt x="62" y="122"/>
                        <a:pt x="62" y="122"/>
                        <a:pt x="62" y="122"/>
                      </a:cubicBezTo>
                      <a:cubicBezTo>
                        <a:pt x="32" y="91"/>
                        <a:pt x="32" y="91"/>
                        <a:pt x="32" y="91"/>
                      </a:cubicBezTo>
                      <a:cubicBezTo>
                        <a:pt x="21" y="133"/>
                        <a:pt x="21" y="133"/>
                        <a:pt x="21" y="133"/>
                      </a:cubicBezTo>
                      <a:moveTo>
                        <a:pt x="98" y="0"/>
                      </a:moveTo>
                      <a:cubicBezTo>
                        <a:pt x="98" y="0"/>
                        <a:pt x="98" y="0"/>
                        <a:pt x="98" y="0"/>
                      </a:cubicBezTo>
                      <a:cubicBezTo>
                        <a:pt x="95" y="0"/>
                        <a:pt x="92" y="1"/>
                        <a:pt x="90" y="3"/>
                      </a:cubicBezTo>
                      <a:cubicBezTo>
                        <a:pt x="17" y="76"/>
                        <a:pt x="17" y="76"/>
                        <a:pt x="17" y="76"/>
                      </a:cubicBezTo>
                      <a:cubicBezTo>
                        <a:pt x="16" y="78"/>
                        <a:pt x="15" y="80"/>
                        <a:pt x="14" y="82"/>
                      </a:cubicBezTo>
                      <a:cubicBezTo>
                        <a:pt x="1" y="133"/>
                        <a:pt x="1" y="133"/>
                        <a:pt x="1" y="133"/>
                      </a:cubicBezTo>
                      <a:cubicBezTo>
                        <a:pt x="0" y="137"/>
                        <a:pt x="1" y="142"/>
                        <a:pt x="4" y="145"/>
                      </a:cubicBezTo>
                      <a:cubicBezTo>
                        <a:pt x="10" y="150"/>
                        <a:pt x="10" y="150"/>
                        <a:pt x="10" y="150"/>
                      </a:cubicBezTo>
                      <a:cubicBezTo>
                        <a:pt x="12" y="152"/>
                        <a:pt x="15" y="153"/>
                        <a:pt x="18" y="153"/>
                      </a:cubicBezTo>
                      <a:cubicBezTo>
                        <a:pt x="19" y="153"/>
                        <a:pt x="20" y="153"/>
                        <a:pt x="21" y="153"/>
                      </a:cubicBezTo>
                      <a:cubicBezTo>
                        <a:pt x="72" y="140"/>
                        <a:pt x="72" y="140"/>
                        <a:pt x="72" y="140"/>
                      </a:cubicBezTo>
                      <a:cubicBezTo>
                        <a:pt x="74" y="140"/>
                        <a:pt x="76" y="138"/>
                        <a:pt x="77" y="137"/>
                      </a:cubicBezTo>
                      <a:cubicBezTo>
                        <a:pt x="109" y="105"/>
                        <a:pt x="109" y="105"/>
                        <a:pt x="109" y="105"/>
                      </a:cubicBezTo>
                      <a:cubicBezTo>
                        <a:pt x="111" y="105"/>
                        <a:pt x="112" y="105"/>
                        <a:pt x="113" y="105"/>
                      </a:cubicBezTo>
                      <a:cubicBezTo>
                        <a:pt x="198" y="105"/>
                        <a:pt x="198" y="105"/>
                        <a:pt x="198" y="105"/>
                      </a:cubicBezTo>
                      <a:cubicBezTo>
                        <a:pt x="205" y="105"/>
                        <a:pt x="210" y="100"/>
                        <a:pt x="210" y="93"/>
                      </a:cubicBezTo>
                      <a:cubicBezTo>
                        <a:pt x="210" y="82"/>
                        <a:pt x="210" y="82"/>
                        <a:pt x="210" y="82"/>
                      </a:cubicBezTo>
                      <a:cubicBezTo>
                        <a:pt x="210" y="75"/>
                        <a:pt x="205" y="70"/>
                        <a:pt x="198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50" y="64"/>
                        <a:pt x="150" y="64"/>
                        <a:pt x="150" y="64"/>
                      </a:cubicBezTo>
                      <a:cubicBezTo>
                        <a:pt x="153" y="61"/>
                        <a:pt x="154" y="58"/>
                        <a:pt x="154" y="55"/>
                      </a:cubicBezTo>
                      <a:cubicBezTo>
                        <a:pt x="154" y="52"/>
                        <a:pt x="152" y="49"/>
                        <a:pt x="150" y="47"/>
                      </a:cubicBezTo>
                      <a:cubicBezTo>
                        <a:pt x="144" y="40"/>
                        <a:pt x="144" y="40"/>
                        <a:pt x="144" y="40"/>
                      </a:cubicBezTo>
                      <a:cubicBezTo>
                        <a:pt x="143" y="39"/>
                        <a:pt x="142" y="39"/>
                        <a:pt x="140" y="38"/>
                      </a:cubicBezTo>
                      <a:cubicBezTo>
                        <a:pt x="140" y="37"/>
                        <a:pt x="139" y="36"/>
                        <a:pt x="138" y="35"/>
                      </a:cubicBezTo>
                      <a:cubicBezTo>
                        <a:pt x="131" y="28"/>
                        <a:pt x="131" y="28"/>
                        <a:pt x="131" y="28"/>
                      </a:cubicBezTo>
                      <a:cubicBezTo>
                        <a:pt x="131" y="27"/>
                        <a:pt x="129" y="26"/>
                        <a:pt x="128" y="25"/>
                      </a:cubicBezTo>
                      <a:cubicBezTo>
                        <a:pt x="128" y="24"/>
                        <a:pt x="127" y="23"/>
                        <a:pt x="126" y="22"/>
                      </a:cubicBezTo>
                      <a:cubicBezTo>
                        <a:pt x="119" y="15"/>
                        <a:pt x="119" y="15"/>
                        <a:pt x="119" y="15"/>
                      </a:cubicBezTo>
                      <a:cubicBezTo>
                        <a:pt x="118" y="14"/>
                        <a:pt x="117" y="13"/>
                        <a:pt x="116" y="13"/>
                      </a:cubicBezTo>
                      <a:cubicBezTo>
                        <a:pt x="115" y="12"/>
                        <a:pt x="114" y="10"/>
                        <a:pt x="113" y="10"/>
                      </a:cubicBezTo>
                      <a:cubicBezTo>
                        <a:pt x="107" y="3"/>
                        <a:pt x="107" y="3"/>
                        <a:pt x="107" y="3"/>
                      </a:cubicBezTo>
                      <a:cubicBezTo>
                        <a:pt x="105" y="1"/>
                        <a:pt x="102" y="0"/>
                        <a:pt x="98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1" name="Rectangle 53"/>
                <p:cNvSpPr>
                  <a:spLocks noChangeArrowheads="1"/>
                </p:cNvSpPr>
                <p:nvPr/>
              </p:nvSpPr>
              <p:spPr bwMode="auto">
                <a:xfrm>
                  <a:off x="277868" y="9084396"/>
                  <a:ext cx="319088" cy="4445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2" name="Rectangle 54"/>
                <p:cNvSpPr>
                  <a:spLocks noChangeArrowheads="1"/>
                </p:cNvSpPr>
                <p:nvPr/>
              </p:nvSpPr>
              <p:spPr bwMode="auto">
                <a:xfrm>
                  <a:off x="277868" y="9159009"/>
                  <a:ext cx="319088" cy="4445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3" name="Freeform 55"/>
                <p:cNvSpPr>
                  <a:spLocks/>
                </p:cNvSpPr>
                <p:nvPr/>
              </p:nvSpPr>
              <p:spPr bwMode="auto">
                <a:xfrm>
                  <a:off x="239768" y="8674820"/>
                  <a:ext cx="217488" cy="214313"/>
                </a:xfrm>
                <a:custGeom>
                  <a:avLst/>
                  <a:gdLst>
                    <a:gd name="T0" fmla="*/ 55 w 58"/>
                    <a:gd name="T1" fmla="*/ 46 h 57"/>
                    <a:gd name="T2" fmla="*/ 55 w 58"/>
                    <a:gd name="T3" fmla="*/ 37 h 57"/>
                    <a:gd name="T4" fmla="*/ 21 w 58"/>
                    <a:gd name="T5" fmla="*/ 2 h 57"/>
                    <a:gd name="T6" fmla="*/ 12 w 58"/>
                    <a:gd name="T7" fmla="*/ 2 h 57"/>
                    <a:gd name="T8" fmla="*/ 0 w 58"/>
                    <a:gd name="T9" fmla="*/ 14 h 57"/>
                    <a:gd name="T10" fmla="*/ 44 w 58"/>
                    <a:gd name="T11" fmla="*/ 57 h 57"/>
                    <a:gd name="T12" fmla="*/ 55 w 58"/>
                    <a:gd name="T13" fmla="*/ 46 h 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8" h="57">
                      <a:moveTo>
                        <a:pt x="55" y="46"/>
                      </a:moveTo>
                      <a:cubicBezTo>
                        <a:pt x="58" y="43"/>
                        <a:pt x="58" y="39"/>
                        <a:pt x="55" y="37"/>
                      </a:cubicBezTo>
                      <a:cubicBezTo>
                        <a:pt x="21" y="2"/>
                        <a:pt x="21" y="2"/>
                        <a:pt x="21" y="2"/>
                      </a:cubicBezTo>
                      <a:cubicBezTo>
                        <a:pt x="18" y="0"/>
                        <a:pt x="14" y="0"/>
                        <a:pt x="12" y="2"/>
                      </a:cubicBezTo>
                      <a:cubicBezTo>
                        <a:pt x="0" y="14"/>
                        <a:pt x="0" y="14"/>
                        <a:pt x="0" y="14"/>
                      </a:cubicBezTo>
                      <a:cubicBezTo>
                        <a:pt x="44" y="57"/>
                        <a:pt x="44" y="57"/>
                        <a:pt x="44" y="57"/>
                      </a:cubicBezTo>
                      <a:cubicBezTo>
                        <a:pt x="55" y="46"/>
                        <a:pt x="55" y="46"/>
                        <a:pt x="55" y="4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4" name="Freeform 56"/>
                <p:cNvSpPr>
                  <a:spLocks noEditPoints="1"/>
                </p:cNvSpPr>
                <p:nvPr/>
              </p:nvSpPr>
              <p:spPr bwMode="auto">
                <a:xfrm>
                  <a:off x="-96782" y="8746258"/>
                  <a:ext cx="693738" cy="484189"/>
                </a:xfrm>
                <a:custGeom>
                  <a:avLst/>
                  <a:gdLst>
                    <a:gd name="T0" fmla="*/ 241 w 437"/>
                    <a:gd name="T1" fmla="*/ 166 h 305"/>
                    <a:gd name="T2" fmla="*/ 305 w 437"/>
                    <a:gd name="T3" fmla="*/ 102 h 305"/>
                    <a:gd name="T4" fmla="*/ 288 w 437"/>
                    <a:gd name="T5" fmla="*/ 88 h 305"/>
                    <a:gd name="T6" fmla="*/ 130 w 437"/>
                    <a:gd name="T7" fmla="*/ 246 h 305"/>
                    <a:gd name="T8" fmla="*/ 116 w 437"/>
                    <a:gd name="T9" fmla="*/ 234 h 305"/>
                    <a:gd name="T10" fmla="*/ 276 w 437"/>
                    <a:gd name="T11" fmla="*/ 74 h 305"/>
                    <a:gd name="T12" fmla="*/ 260 w 437"/>
                    <a:gd name="T13" fmla="*/ 57 h 305"/>
                    <a:gd name="T14" fmla="*/ 99 w 437"/>
                    <a:gd name="T15" fmla="*/ 218 h 305"/>
                    <a:gd name="T16" fmla="*/ 87 w 437"/>
                    <a:gd name="T17" fmla="*/ 206 h 305"/>
                    <a:gd name="T18" fmla="*/ 248 w 437"/>
                    <a:gd name="T19" fmla="*/ 45 h 305"/>
                    <a:gd name="T20" fmla="*/ 229 w 437"/>
                    <a:gd name="T21" fmla="*/ 29 h 305"/>
                    <a:gd name="T22" fmla="*/ 71 w 437"/>
                    <a:gd name="T23" fmla="*/ 189 h 305"/>
                    <a:gd name="T24" fmla="*/ 56 w 437"/>
                    <a:gd name="T25" fmla="*/ 175 h 305"/>
                    <a:gd name="T26" fmla="*/ 217 w 437"/>
                    <a:gd name="T27" fmla="*/ 14 h 305"/>
                    <a:gd name="T28" fmla="*/ 201 w 437"/>
                    <a:gd name="T29" fmla="*/ 0 h 305"/>
                    <a:gd name="T30" fmla="*/ 30 w 437"/>
                    <a:gd name="T31" fmla="*/ 173 h 305"/>
                    <a:gd name="T32" fmla="*/ 0 w 437"/>
                    <a:gd name="T33" fmla="*/ 293 h 305"/>
                    <a:gd name="T34" fmla="*/ 12 w 437"/>
                    <a:gd name="T35" fmla="*/ 305 h 305"/>
                    <a:gd name="T36" fmla="*/ 132 w 437"/>
                    <a:gd name="T37" fmla="*/ 274 h 305"/>
                    <a:gd name="T38" fmla="*/ 236 w 437"/>
                    <a:gd name="T39" fmla="*/ 170 h 305"/>
                    <a:gd name="T40" fmla="*/ 236 w 437"/>
                    <a:gd name="T41" fmla="*/ 192 h 305"/>
                    <a:gd name="T42" fmla="*/ 437 w 437"/>
                    <a:gd name="T43" fmla="*/ 192 h 305"/>
                    <a:gd name="T44" fmla="*/ 437 w 437"/>
                    <a:gd name="T45" fmla="*/ 166 h 305"/>
                    <a:gd name="T46" fmla="*/ 241 w 437"/>
                    <a:gd name="T47" fmla="*/ 166 h 305"/>
                    <a:gd name="T48" fmla="*/ 19 w 437"/>
                    <a:gd name="T49" fmla="*/ 286 h 305"/>
                    <a:gd name="T50" fmla="*/ 45 w 437"/>
                    <a:gd name="T51" fmla="*/ 187 h 305"/>
                    <a:gd name="T52" fmla="*/ 116 w 437"/>
                    <a:gd name="T53" fmla="*/ 260 h 305"/>
                    <a:gd name="T54" fmla="*/ 19 w 437"/>
                    <a:gd name="T55" fmla="*/ 286 h 3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437" h="305">
                      <a:moveTo>
                        <a:pt x="241" y="166"/>
                      </a:moveTo>
                      <a:lnTo>
                        <a:pt x="305" y="102"/>
                      </a:lnTo>
                      <a:lnTo>
                        <a:pt x="288" y="88"/>
                      </a:lnTo>
                      <a:lnTo>
                        <a:pt x="130" y="246"/>
                      </a:lnTo>
                      <a:lnTo>
                        <a:pt x="116" y="234"/>
                      </a:lnTo>
                      <a:lnTo>
                        <a:pt x="276" y="74"/>
                      </a:lnTo>
                      <a:lnTo>
                        <a:pt x="260" y="57"/>
                      </a:lnTo>
                      <a:lnTo>
                        <a:pt x="99" y="218"/>
                      </a:lnTo>
                      <a:lnTo>
                        <a:pt x="87" y="206"/>
                      </a:lnTo>
                      <a:lnTo>
                        <a:pt x="248" y="45"/>
                      </a:lnTo>
                      <a:lnTo>
                        <a:pt x="229" y="29"/>
                      </a:lnTo>
                      <a:lnTo>
                        <a:pt x="71" y="189"/>
                      </a:lnTo>
                      <a:lnTo>
                        <a:pt x="56" y="175"/>
                      </a:lnTo>
                      <a:lnTo>
                        <a:pt x="217" y="14"/>
                      </a:lnTo>
                      <a:lnTo>
                        <a:pt x="201" y="0"/>
                      </a:lnTo>
                      <a:lnTo>
                        <a:pt x="30" y="173"/>
                      </a:lnTo>
                      <a:lnTo>
                        <a:pt x="0" y="293"/>
                      </a:lnTo>
                      <a:lnTo>
                        <a:pt x="12" y="305"/>
                      </a:lnTo>
                      <a:lnTo>
                        <a:pt x="132" y="274"/>
                      </a:lnTo>
                      <a:lnTo>
                        <a:pt x="236" y="170"/>
                      </a:lnTo>
                      <a:lnTo>
                        <a:pt x="236" y="192"/>
                      </a:lnTo>
                      <a:lnTo>
                        <a:pt x="437" y="192"/>
                      </a:lnTo>
                      <a:lnTo>
                        <a:pt x="437" y="166"/>
                      </a:lnTo>
                      <a:lnTo>
                        <a:pt x="241" y="166"/>
                      </a:lnTo>
                      <a:close/>
                      <a:moveTo>
                        <a:pt x="19" y="286"/>
                      </a:moveTo>
                      <a:lnTo>
                        <a:pt x="45" y="187"/>
                      </a:lnTo>
                      <a:lnTo>
                        <a:pt x="116" y="260"/>
                      </a:lnTo>
                      <a:lnTo>
                        <a:pt x="19" y="28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p:grpSp>
        </p:grpSp>
      </p:grpSp>
      <p:grpSp>
        <p:nvGrpSpPr>
          <p:cNvPr id="74" name="Group 67"/>
          <p:cNvGrpSpPr/>
          <p:nvPr/>
        </p:nvGrpSpPr>
        <p:grpSpPr>
          <a:xfrm>
            <a:off x="908863" y="8553112"/>
            <a:ext cx="3510737" cy="1151911"/>
            <a:chOff x="1311958" y="3405486"/>
            <a:chExt cx="3557092" cy="1028748"/>
          </a:xfrm>
        </p:grpSpPr>
        <p:sp>
          <p:nvSpPr>
            <p:cNvPr id="75" name="Freeform 20"/>
            <p:cNvSpPr>
              <a:spLocks/>
            </p:cNvSpPr>
            <p:nvPr/>
          </p:nvSpPr>
          <p:spPr bwMode="auto">
            <a:xfrm rot="5400000">
              <a:off x="2967389" y="2625080"/>
              <a:ext cx="793395" cy="2582819"/>
            </a:xfrm>
            <a:prstGeom prst="round2SameRect">
              <a:avLst>
                <a:gd name="adj1" fmla="val 6498"/>
                <a:gd name="adj2" fmla="val 0"/>
              </a:avLst>
            </a:prstGeom>
            <a:solidFill>
              <a:schemeClr val="accent6">
                <a:lumMod val="75000"/>
              </a:schemeClr>
            </a:solidFill>
            <a:ln w="57150">
              <a:solidFill>
                <a:schemeClr val="accent6">
                  <a:lumMod val="75000"/>
                </a:schemeClr>
              </a:solidFill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1912738" y="3527166"/>
              <a:ext cx="2956312" cy="907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b="1">
                  <a:solidFill>
                    <a:schemeClr val="bg1"/>
                  </a:solidFill>
                  <a:latin typeface="Times New Roman" panose="02020603050405020304" pitchFamily="18" charset="0"/>
                  <a:ea typeface="Tahoma" pitchFamily="34" charset="0"/>
                  <a:cs typeface="Times New Roman" panose="02020603050405020304" pitchFamily="18" charset="0"/>
                </a:rPr>
                <a:t>Lời giải</a:t>
              </a:r>
              <a:r>
                <a:rPr lang="vi-VN" sz="6000" b="1">
                  <a:solidFill>
                    <a:schemeClr val="bg1"/>
                  </a:solidFill>
                  <a:latin typeface="Times New Roman" panose="02020603050405020304" pitchFamily="18" charset="0"/>
                  <a:ea typeface="Tahoma" pitchFamily="34" charset="0"/>
                  <a:cs typeface="Times New Roman" panose="02020603050405020304" pitchFamily="18" charset="0"/>
                </a:rPr>
                <a:t> </a:t>
              </a:r>
              <a:endPara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7" name="Group 70"/>
            <p:cNvGrpSpPr/>
            <p:nvPr/>
          </p:nvGrpSpPr>
          <p:grpSpPr>
            <a:xfrm>
              <a:off x="1311958" y="3405486"/>
              <a:ext cx="950173" cy="940513"/>
              <a:chOff x="1311958" y="3405486"/>
              <a:chExt cx="950173" cy="940513"/>
            </a:xfrm>
          </p:grpSpPr>
          <p:sp>
            <p:nvSpPr>
              <p:cNvPr id="78" name="Rectangle 77"/>
              <p:cNvSpPr/>
              <p:nvPr/>
            </p:nvSpPr>
            <p:spPr>
              <a:xfrm>
                <a:off x="1406975" y="3672018"/>
                <a:ext cx="596676" cy="5403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Freeform 13"/>
              <p:cNvSpPr>
                <a:spLocks noEditPoints="1"/>
              </p:cNvSpPr>
              <p:nvPr/>
            </p:nvSpPr>
            <p:spPr bwMode="auto">
              <a:xfrm>
                <a:off x="1311958" y="3581027"/>
                <a:ext cx="190035" cy="268948"/>
              </a:xfrm>
              <a:custGeom>
                <a:avLst/>
                <a:gdLst>
                  <a:gd name="T0" fmla="*/ 34 w 50"/>
                  <a:gd name="T1" fmla="*/ 16 h 71"/>
                  <a:gd name="T2" fmla="*/ 34 w 50"/>
                  <a:gd name="T3" fmla="*/ 55 h 71"/>
                  <a:gd name="T4" fmla="*/ 16 w 50"/>
                  <a:gd name="T5" fmla="*/ 55 h 71"/>
                  <a:gd name="T6" fmla="*/ 16 w 50"/>
                  <a:gd name="T7" fmla="*/ 16 h 71"/>
                  <a:gd name="T8" fmla="*/ 34 w 50"/>
                  <a:gd name="T9" fmla="*/ 16 h 71"/>
                  <a:gd name="T10" fmla="*/ 34 w 50"/>
                  <a:gd name="T11" fmla="*/ 0 h 71"/>
                  <a:gd name="T12" fmla="*/ 16 w 50"/>
                  <a:gd name="T13" fmla="*/ 0 h 71"/>
                  <a:gd name="T14" fmla="*/ 0 w 50"/>
                  <a:gd name="T15" fmla="*/ 16 h 71"/>
                  <a:gd name="T16" fmla="*/ 0 w 50"/>
                  <a:gd name="T17" fmla="*/ 55 h 71"/>
                  <a:gd name="T18" fmla="*/ 16 w 50"/>
                  <a:gd name="T19" fmla="*/ 71 h 71"/>
                  <a:gd name="T20" fmla="*/ 34 w 50"/>
                  <a:gd name="T21" fmla="*/ 71 h 71"/>
                  <a:gd name="T22" fmla="*/ 50 w 50"/>
                  <a:gd name="T23" fmla="*/ 55 h 71"/>
                  <a:gd name="T24" fmla="*/ 50 w 50"/>
                  <a:gd name="T25" fmla="*/ 16 h 71"/>
                  <a:gd name="T26" fmla="*/ 34 w 50"/>
                  <a:gd name="T2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1">
                    <a:moveTo>
                      <a:pt x="34" y="16"/>
                    </a:moveTo>
                    <a:cubicBezTo>
                      <a:pt x="34" y="55"/>
                      <a:pt x="34" y="55"/>
                      <a:pt x="34" y="55"/>
                    </a:cubicBezTo>
                    <a:cubicBezTo>
                      <a:pt x="16" y="55"/>
                      <a:pt x="16" y="55"/>
                      <a:pt x="16" y="5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64"/>
                      <a:pt x="7" y="71"/>
                      <a:pt x="16" y="71"/>
                    </a:cubicBezTo>
                    <a:cubicBezTo>
                      <a:pt x="34" y="71"/>
                      <a:pt x="34" y="71"/>
                      <a:pt x="34" y="71"/>
                    </a:cubicBezTo>
                    <a:cubicBezTo>
                      <a:pt x="43" y="71"/>
                      <a:pt x="50" y="64"/>
                      <a:pt x="50" y="55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14"/>
              <p:cNvSpPr>
                <a:spLocks noEditPoints="1"/>
              </p:cNvSpPr>
              <p:nvPr/>
            </p:nvSpPr>
            <p:spPr bwMode="auto">
              <a:xfrm>
                <a:off x="1311958" y="3581027"/>
                <a:ext cx="277000" cy="181983"/>
              </a:xfrm>
              <a:custGeom>
                <a:avLst/>
                <a:gdLst>
                  <a:gd name="T0" fmla="*/ 57 w 73"/>
                  <a:gd name="T1" fmla="*/ 16 h 48"/>
                  <a:gd name="T2" fmla="*/ 57 w 73"/>
                  <a:gd name="T3" fmla="*/ 32 h 48"/>
                  <a:gd name="T4" fmla="*/ 16 w 73"/>
                  <a:gd name="T5" fmla="*/ 32 h 48"/>
                  <a:gd name="T6" fmla="*/ 16 w 73"/>
                  <a:gd name="T7" fmla="*/ 16 h 48"/>
                  <a:gd name="T8" fmla="*/ 57 w 73"/>
                  <a:gd name="T9" fmla="*/ 16 h 48"/>
                  <a:gd name="T10" fmla="*/ 57 w 73"/>
                  <a:gd name="T11" fmla="*/ 0 h 48"/>
                  <a:gd name="T12" fmla="*/ 16 w 73"/>
                  <a:gd name="T13" fmla="*/ 0 h 48"/>
                  <a:gd name="T14" fmla="*/ 0 w 73"/>
                  <a:gd name="T15" fmla="*/ 16 h 48"/>
                  <a:gd name="T16" fmla="*/ 0 w 73"/>
                  <a:gd name="T17" fmla="*/ 32 h 48"/>
                  <a:gd name="T18" fmla="*/ 16 w 73"/>
                  <a:gd name="T19" fmla="*/ 48 h 48"/>
                  <a:gd name="T20" fmla="*/ 57 w 73"/>
                  <a:gd name="T21" fmla="*/ 48 h 48"/>
                  <a:gd name="T22" fmla="*/ 73 w 73"/>
                  <a:gd name="T23" fmla="*/ 32 h 48"/>
                  <a:gd name="T24" fmla="*/ 73 w 73"/>
                  <a:gd name="T25" fmla="*/ 16 h 48"/>
                  <a:gd name="T26" fmla="*/ 57 w 73"/>
                  <a:gd name="T27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" h="48">
                    <a:moveTo>
                      <a:pt x="57" y="16"/>
                    </a:moveTo>
                    <a:cubicBezTo>
                      <a:pt x="57" y="32"/>
                      <a:pt x="57" y="32"/>
                      <a:pt x="5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7" y="16"/>
                      <a:pt x="57" y="16"/>
                      <a:pt x="57" y="16"/>
                    </a:cubicBezTo>
                    <a:moveTo>
                      <a:pt x="57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41"/>
                      <a:pt x="7" y="48"/>
                      <a:pt x="16" y="48"/>
                    </a:cubicBezTo>
                    <a:cubicBezTo>
                      <a:pt x="57" y="48"/>
                      <a:pt x="57" y="48"/>
                      <a:pt x="57" y="48"/>
                    </a:cubicBezTo>
                    <a:cubicBezTo>
                      <a:pt x="66" y="48"/>
                      <a:pt x="73" y="41"/>
                      <a:pt x="73" y="32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7"/>
                      <a:pt x="66" y="0"/>
                      <a:pt x="57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15"/>
              <p:cNvSpPr>
                <a:spLocks noEditPoints="1"/>
              </p:cNvSpPr>
              <p:nvPr/>
            </p:nvSpPr>
            <p:spPr bwMode="auto">
              <a:xfrm>
                <a:off x="1563190" y="3581027"/>
                <a:ext cx="285052" cy="181983"/>
              </a:xfrm>
              <a:custGeom>
                <a:avLst/>
                <a:gdLst>
                  <a:gd name="T0" fmla="*/ 58 w 75"/>
                  <a:gd name="T1" fmla="*/ 16 h 48"/>
                  <a:gd name="T2" fmla="*/ 43 w 75"/>
                  <a:gd name="T3" fmla="*/ 32 h 48"/>
                  <a:gd name="T4" fmla="*/ 16 w 75"/>
                  <a:gd name="T5" fmla="*/ 32 h 48"/>
                  <a:gd name="T6" fmla="*/ 16 w 75"/>
                  <a:gd name="T7" fmla="*/ 16 h 48"/>
                  <a:gd name="T8" fmla="*/ 58 w 75"/>
                  <a:gd name="T9" fmla="*/ 16 h 48"/>
                  <a:gd name="T10" fmla="*/ 58 w 75"/>
                  <a:gd name="T11" fmla="*/ 0 h 48"/>
                  <a:gd name="T12" fmla="*/ 16 w 75"/>
                  <a:gd name="T13" fmla="*/ 0 h 48"/>
                  <a:gd name="T14" fmla="*/ 0 w 75"/>
                  <a:gd name="T15" fmla="*/ 16 h 48"/>
                  <a:gd name="T16" fmla="*/ 0 w 75"/>
                  <a:gd name="T17" fmla="*/ 32 h 48"/>
                  <a:gd name="T18" fmla="*/ 16 w 75"/>
                  <a:gd name="T19" fmla="*/ 48 h 48"/>
                  <a:gd name="T20" fmla="*/ 43 w 75"/>
                  <a:gd name="T21" fmla="*/ 48 h 48"/>
                  <a:gd name="T22" fmla="*/ 55 w 75"/>
                  <a:gd name="T23" fmla="*/ 43 h 48"/>
                  <a:gd name="T24" fmla="*/ 70 w 75"/>
                  <a:gd name="T25" fmla="*/ 26 h 48"/>
                  <a:gd name="T26" fmla="*/ 73 w 75"/>
                  <a:gd name="T27" fmla="*/ 9 h 48"/>
                  <a:gd name="T28" fmla="*/ 58 w 75"/>
                  <a:gd name="T29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5" h="48">
                    <a:moveTo>
                      <a:pt x="58" y="16"/>
                    </a:moveTo>
                    <a:cubicBezTo>
                      <a:pt x="43" y="32"/>
                      <a:pt x="43" y="32"/>
                      <a:pt x="43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8" y="16"/>
                      <a:pt x="58" y="16"/>
                      <a:pt x="58" y="16"/>
                    </a:cubicBezTo>
                    <a:moveTo>
                      <a:pt x="58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8" y="0"/>
                      <a:pt x="0" y="7"/>
                      <a:pt x="0" y="16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41"/>
                      <a:pt x="8" y="48"/>
                      <a:pt x="16" y="48"/>
                    </a:cubicBezTo>
                    <a:cubicBezTo>
                      <a:pt x="43" y="48"/>
                      <a:pt x="43" y="48"/>
                      <a:pt x="43" y="48"/>
                    </a:cubicBezTo>
                    <a:cubicBezTo>
                      <a:pt x="48" y="48"/>
                      <a:pt x="52" y="46"/>
                      <a:pt x="55" y="43"/>
                    </a:cubicBezTo>
                    <a:cubicBezTo>
                      <a:pt x="70" y="26"/>
                      <a:pt x="70" y="26"/>
                      <a:pt x="70" y="26"/>
                    </a:cubicBezTo>
                    <a:cubicBezTo>
                      <a:pt x="74" y="22"/>
                      <a:pt x="75" y="15"/>
                      <a:pt x="73" y="9"/>
                    </a:cubicBezTo>
                    <a:cubicBezTo>
                      <a:pt x="70" y="3"/>
                      <a:pt x="64" y="0"/>
                      <a:pt x="58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16"/>
              <p:cNvSpPr>
                <a:spLocks noEditPoints="1"/>
              </p:cNvSpPr>
              <p:nvPr/>
            </p:nvSpPr>
            <p:spPr bwMode="auto">
              <a:xfrm>
                <a:off x="1563190" y="4151132"/>
                <a:ext cx="280221" cy="194867"/>
              </a:xfrm>
              <a:custGeom>
                <a:avLst/>
                <a:gdLst>
                  <a:gd name="T0" fmla="*/ 58 w 74"/>
                  <a:gd name="T1" fmla="*/ 16 h 51"/>
                  <a:gd name="T2" fmla="*/ 58 w 74"/>
                  <a:gd name="T3" fmla="*/ 35 h 51"/>
                  <a:gd name="T4" fmla="*/ 16 w 74"/>
                  <a:gd name="T5" fmla="*/ 35 h 51"/>
                  <a:gd name="T6" fmla="*/ 16 w 74"/>
                  <a:gd name="T7" fmla="*/ 16 h 51"/>
                  <a:gd name="T8" fmla="*/ 58 w 74"/>
                  <a:gd name="T9" fmla="*/ 16 h 51"/>
                  <a:gd name="T10" fmla="*/ 58 w 74"/>
                  <a:gd name="T11" fmla="*/ 0 h 51"/>
                  <a:gd name="T12" fmla="*/ 16 w 74"/>
                  <a:gd name="T13" fmla="*/ 0 h 51"/>
                  <a:gd name="T14" fmla="*/ 0 w 74"/>
                  <a:gd name="T15" fmla="*/ 16 h 51"/>
                  <a:gd name="T16" fmla="*/ 0 w 74"/>
                  <a:gd name="T17" fmla="*/ 35 h 51"/>
                  <a:gd name="T18" fmla="*/ 16 w 74"/>
                  <a:gd name="T19" fmla="*/ 51 h 51"/>
                  <a:gd name="T20" fmla="*/ 58 w 74"/>
                  <a:gd name="T21" fmla="*/ 51 h 51"/>
                  <a:gd name="T22" fmla="*/ 74 w 74"/>
                  <a:gd name="T23" fmla="*/ 35 h 51"/>
                  <a:gd name="T24" fmla="*/ 74 w 74"/>
                  <a:gd name="T25" fmla="*/ 16 h 51"/>
                  <a:gd name="T26" fmla="*/ 58 w 74"/>
                  <a:gd name="T27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4" h="51">
                    <a:moveTo>
                      <a:pt x="58" y="16"/>
                    </a:moveTo>
                    <a:cubicBezTo>
                      <a:pt x="58" y="35"/>
                      <a:pt x="58" y="35"/>
                      <a:pt x="58" y="35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8" y="16"/>
                      <a:pt x="58" y="16"/>
                      <a:pt x="58" y="16"/>
                    </a:cubicBezTo>
                    <a:moveTo>
                      <a:pt x="58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8" y="0"/>
                      <a:pt x="0" y="7"/>
                      <a:pt x="0" y="1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43"/>
                      <a:pt x="8" y="51"/>
                      <a:pt x="16" y="51"/>
                    </a:cubicBezTo>
                    <a:cubicBezTo>
                      <a:pt x="58" y="51"/>
                      <a:pt x="58" y="51"/>
                      <a:pt x="58" y="51"/>
                    </a:cubicBezTo>
                    <a:cubicBezTo>
                      <a:pt x="67" y="51"/>
                      <a:pt x="74" y="43"/>
                      <a:pt x="74" y="35"/>
                    </a:cubicBezTo>
                    <a:cubicBezTo>
                      <a:pt x="74" y="16"/>
                      <a:pt x="74" y="16"/>
                      <a:pt x="74" y="16"/>
                    </a:cubicBezTo>
                    <a:cubicBezTo>
                      <a:pt x="74" y="7"/>
                      <a:pt x="67" y="0"/>
                      <a:pt x="58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17"/>
              <p:cNvSpPr>
                <a:spLocks noEditPoints="1"/>
              </p:cNvSpPr>
              <p:nvPr/>
            </p:nvSpPr>
            <p:spPr bwMode="auto">
              <a:xfrm>
                <a:off x="1311958" y="4064167"/>
                <a:ext cx="190035" cy="281832"/>
              </a:xfrm>
              <a:custGeom>
                <a:avLst/>
                <a:gdLst>
                  <a:gd name="T0" fmla="*/ 34 w 50"/>
                  <a:gd name="T1" fmla="*/ 16 h 74"/>
                  <a:gd name="T2" fmla="*/ 34 w 50"/>
                  <a:gd name="T3" fmla="*/ 58 h 74"/>
                  <a:gd name="T4" fmla="*/ 16 w 50"/>
                  <a:gd name="T5" fmla="*/ 58 h 74"/>
                  <a:gd name="T6" fmla="*/ 16 w 50"/>
                  <a:gd name="T7" fmla="*/ 16 h 74"/>
                  <a:gd name="T8" fmla="*/ 34 w 50"/>
                  <a:gd name="T9" fmla="*/ 16 h 74"/>
                  <a:gd name="T10" fmla="*/ 34 w 50"/>
                  <a:gd name="T11" fmla="*/ 0 h 74"/>
                  <a:gd name="T12" fmla="*/ 16 w 50"/>
                  <a:gd name="T13" fmla="*/ 0 h 74"/>
                  <a:gd name="T14" fmla="*/ 0 w 50"/>
                  <a:gd name="T15" fmla="*/ 16 h 74"/>
                  <a:gd name="T16" fmla="*/ 0 w 50"/>
                  <a:gd name="T17" fmla="*/ 58 h 74"/>
                  <a:gd name="T18" fmla="*/ 16 w 50"/>
                  <a:gd name="T19" fmla="*/ 74 h 74"/>
                  <a:gd name="T20" fmla="*/ 34 w 50"/>
                  <a:gd name="T21" fmla="*/ 74 h 74"/>
                  <a:gd name="T22" fmla="*/ 50 w 50"/>
                  <a:gd name="T23" fmla="*/ 58 h 74"/>
                  <a:gd name="T24" fmla="*/ 50 w 50"/>
                  <a:gd name="T25" fmla="*/ 16 h 74"/>
                  <a:gd name="T26" fmla="*/ 34 w 50"/>
                  <a:gd name="T27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4">
                    <a:moveTo>
                      <a:pt x="34" y="16"/>
                    </a:moveTo>
                    <a:cubicBezTo>
                      <a:pt x="34" y="58"/>
                      <a:pt x="34" y="58"/>
                      <a:pt x="34" y="58"/>
                    </a:cubicBezTo>
                    <a:cubicBezTo>
                      <a:pt x="16" y="58"/>
                      <a:pt x="16" y="58"/>
                      <a:pt x="16" y="58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66"/>
                      <a:pt x="7" y="74"/>
                      <a:pt x="16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43" y="74"/>
                      <a:pt x="50" y="66"/>
                      <a:pt x="50" y="58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18"/>
              <p:cNvSpPr>
                <a:spLocks noEditPoints="1"/>
              </p:cNvSpPr>
              <p:nvPr/>
            </p:nvSpPr>
            <p:spPr bwMode="auto">
              <a:xfrm>
                <a:off x="1311958" y="4151132"/>
                <a:ext cx="277000" cy="194867"/>
              </a:xfrm>
              <a:custGeom>
                <a:avLst/>
                <a:gdLst>
                  <a:gd name="T0" fmla="*/ 57 w 73"/>
                  <a:gd name="T1" fmla="*/ 16 h 51"/>
                  <a:gd name="T2" fmla="*/ 57 w 73"/>
                  <a:gd name="T3" fmla="*/ 35 h 51"/>
                  <a:gd name="T4" fmla="*/ 16 w 73"/>
                  <a:gd name="T5" fmla="*/ 35 h 51"/>
                  <a:gd name="T6" fmla="*/ 16 w 73"/>
                  <a:gd name="T7" fmla="*/ 16 h 51"/>
                  <a:gd name="T8" fmla="*/ 57 w 73"/>
                  <a:gd name="T9" fmla="*/ 16 h 51"/>
                  <a:gd name="T10" fmla="*/ 57 w 73"/>
                  <a:gd name="T11" fmla="*/ 0 h 51"/>
                  <a:gd name="T12" fmla="*/ 16 w 73"/>
                  <a:gd name="T13" fmla="*/ 0 h 51"/>
                  <a:gd name="T14" fmla="*/ 0 w 73"/>
                  <a:gd name="T15" fmla="*/ 16 h 51"/>
                  <a:gd name="T16" fmla="*/ 0 w 73"/>
                  <a:gd name="T17" fmla="*/ 35 h 51"/>
                  <a:gd name="T18" fmla="*/ 16 w 73"/>
                  <a:gd name="T19" fmla="*/ 51 h 51"/>
                  <a:gd name="T20" fmla="*/ 57 w 73"/>
                  <a:gd name="T21" fmla="*/ 51 h 51"/>
                  <a:gd name="T22" fmla="*/ 73 w 73"/>
                  <a:gd name="T23" fmla="*/ 35 h 51"/>
                  <a:gd name="T24" fmla="*/ 73 w 73"/>
                  <a:gd name="T25" fmla="*/ 16 h 51"/>
                  <a:gd name="T26" fmla="*/ 57 w 73"/>
                  <a:gd name="T27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" h="51">
                    <a:moveTo>
                      <a:pt x="57" y="16"/>
                    </a:moveTo>
                    <a:cubicBezTo>
                      <a:pt x="57" y="35"/>
                      <a:pt x="57" y="35"/>
                      <a:pt x="57" y="35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7" y="16"/>
                      <a:pt x="57" y="16"/>
                      <a:pt x="57" y="16"/>
                    </a:cubicBezTo>
                    <a:moveTo>
                      <a:pt x="57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43"/>
                      <a:pt x="7" y="51"/>
                      <a:pt x="16" y="51"/>
                    </a:cubicBezTo>
                    <a:cubicBezTo>
                      <a:pt x="57" y="51"/>
                      <a:pt x="57" y="51"/>
                      <a:pt x="57" y="51"/>
                    </a:cubicBezTo>
                    <a:cubicBezTo>
                      <a:pt x="66" y="51"/>
                      <a:pt x="73" y="43"/>
                      <a:pt x="73" y="35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7"/>
                      <a:pt x="66" y="0"/>
                      <a:pt x="57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19"/>
              <p:cNvSpPr>
                <a:spLocks noEditPoints="1"/>
              </p:cNvSpPr>
              <p:nvPr/>
            </p:nvSpPr>
            <p:spPr bwMode="auto">
              <a:xfrm>
                <a:off x="1311958" y="3820986"/>
                <a:ext cx="190035" cy="273779"/>
              </a:xfrm>
              <a:custGeom>
                <a:avLst/>
                <a:gdLst>
                  <a:gd name="T0" fmla="*/ 34 w 50"/>
                  <a:gd name="T1" fmla="*/ 16 h 72"/>
                  <a:gd name="T2" fmla="*/ 34 w 50"/>
                  <a:gd name="T3" fmla="*/ 56 h 72"/>
                  <a:gd name="T4" fmla="*/ 16 w 50"/>
                  <a:gd name="T5" fmla="*/ 56 h 72"/>
                  <a:gd name="T6" fmla="*/ 16 w 50"/>
                  <a:gd name="T7" fmla="*/ 16 h 72"/>
                  <a:gd name="T8" fmla="*/ 34 w 50"/>
                  <a:gd name="T9" fmla="*/ 16 h 72"/>
                  <a:gd name="T10" fmla="*/ 34 w 50"/>
                  <a:gd name="T11" fmla="*/ 0 h 72"/>
                  <a:gd name="T12" fmla="*/ 16 w 50"/>
                  <a:gd name="T13" fmla="*/ 0 h 72"/>
                  <a:gd name="T14" fmla="*/ 0 w 50"/>
                  <a:gd name="T15" fmla="*/ 16 h 72"/>
                  <a:gd name="T16" fmla="*/ 0 w 50"/>
                  <a:gd name="T17" fmla="*/ 56 h 72"/>
                  <a:gd name="T18" fmla="*/ 16 w 50"/>
                  <a:gd name="T19" fmla="*/ 72 h 72"/>
                  <a:gd name="T20" fmla="*/ 34 w 50"/>
                  <a:gd name="T21" fmla="*/ 72 h 72"/>
                  <a:gd name="T22" fmla="*/ 50 w 50"/>
                  <a:gd name="T23" fmla="*/ 56 h 72"/>
                  <a:gd name="T24" fmla="*/ 50 w 50"/>
                  <a:gd name="T25" fmla="*/ 16 h 72"/>
                  <a:gd name="T26" fmla="*/ 34 w 50"/>
                  <a:gd name="T27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2">
                    <a:moveTo>
                      <a:pt x="34" y="16"/>
                    </a:moveTo>
                    <a:cubicBezTo>
                      <a:pt x="34" y="56"/>
                      <a:pt x="34" y="56"/>
                      <a:pt x="34" y="56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65"/>
                      <a:pt x="7" y="72"/>
                      <a:pt x="16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43" y="72"/>
                      <a:pt x="50" y="65"/>
                      <a:pt x="50" y="56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20"/>
              <p:cNvSpPr>
                <a:spLocks noEditPoints="1"/>
              </p:cNvSpPr>
              <p:nvPr/>
            </p:nvSpPr>
            <p:spPr bwMode="auto">
              <a:xfrm>
                <a:off x="1907830" y="4064167"/>
                <a:ext cx="191645" cy="281832"/>
              </a:xfrm>
              <a:custGeom>
                <a:avLst/>
                <a:gdLst>
                  <a:gd name="T0" fmla="*/ 34 w 50"/>
                  <a:gd name="T1" fmla="*/ 16 h 74"/>
                  <a:gd name="T2" fmla="*/ 34 w 50"/>
                  <a:gd name="T3" fmla="*/ 58 h 74"/>
                  <a:gd name="T4" fmla="*/ 16 w 50"/>
                  <a:gd name="T5" fmla="*/ 58 h 74"/>
                  <a:gd name="T6" fmla="*/ 16 w 50"/>
                  <a:gd name="T7" fmla="*/ 16 h 74"/>
                  <a:gd name="T8" fmla="*/ 34 w 50"/>
                  <a:gd name="T9" fmla="*/ 16 h 74"/>
                  <a:gd name="T10" fmla="*/ 34 w 50"/>
                  <a:gd name="T11" fmla="*/ 0 h 74"/>
                  <a:gd name="T12" fmla="*/ 16 w 50"/>
                  <a:gd name="T13" fmla="*/ 0 h 74"/>
                  <a:gd name="T14" fmla="*/ 0 w 50"/>
                  <a:gd name="T15" fmla="*/ 16 h 74"/>
                  <a:gd name="T16" fmla="*/ 0 w 50"/>
                  <a:gd name="T17" fmla="*/ 58 h 74"/>
                  <a:gd name="T18" fmla="*/ 16 w 50"/>
                  <a:gd name="T19" fmla="*/ 74 h 74"/>
                  <a:gd name="T20" fmla="*/ 34 w 50"/>
                  <a:gd name="T21" fmla="*/ 74 h 74"/>
                  <a:gd name="T22" fmla="*/ 50 w 50"/>
                  <a:gd name="T23" fmla="*/ 58 h 74"/>
                  <a:gd name="T24" fmla="*/ 50 w 50"/>
                  <a:gd name="T25" fmla="*/ 16 h 74"/>
                  <a:gd name="T26" fmla="*/ 34 w 50"/>
                  <a:gd name="T27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4">
                    <a:moveTo>
                      <a:pt x="34" y="16"/>
                    </a:moveTo>
                    <a:cubicBezTo>
                      <a:pt x="34" y="58"/>
                      <a:pt x="34" y="58"/>
                      <a:pt x="34" y="58"/>
                    </a:cubicBezTo>
                    <a:cubicBezTo>
                      <a:pt x="16" y="58"/>
                      <a:pt x="16" y="58"/>
                      <a:pt x="16" y="58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66"/>
                      <a:pt x="7" y="74"/>
                      <a:pt x="16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43" y="74"/>
                      <a:pt x="50" y="66"/>
                      <a:pt x="50" y="58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21"/>
              <p:cNvSpPr>
                <a:spLocks noEditPoints="1"/>
              </p:cNvSpPr>
              <p:nvPr/>
            </p:nvSpPr>
            <p:spPr bwMode="auto">
              <a:xfrm>
                <a:off x="1820865" y="4151132"/>
                <a:ext cx="278610" cy="194867"/>
              </a:xfrm>
              <a:custGeom>
                <a:avLst/>
                <a:gdLst>
                  <a:gd name="T0" fmla="*/ 57 w 73"/>
                  <a:gd name="T1" fmla="*/ 16 h 51"/>
                  <a:gd name="T2" fmla="*/ 57 w 73"/>
                  <a:gd name="T3" fmla="*/ 35 h 51"/>
                  <a:gd name="T4" fmla="*/ 16 w 73"/>
                  <a:gd name="T5" fmla="*/ 35 h 51"/>
                  <a:gd name="T6" fmla="*/ 16 w 73"/>
                  <a:gd name="T7" fmla="*/ 16 h 51"/>
                  <a:gd name="T8" fmla="*/ 57 w 73"/>
                  <a:gd name="T9" fmla="*/ 16 h 51"/>
                  <a:gd name="T10" fmla="*/ 57 w 73"/>
                  <a:gd name="T11" fmla="*/ 0 h 51"/>
                  <a:gd name="T12" fmla="*/ 16 w 73"/>
                  <a:gd name="T13" fmla="*/ 0 h 51"/>
                  <a:gd name="T14" fmla="*/ 0 w 73"/>
                  <a:gd name="T15" fmla="*/ 16 h 51"/>
                  <a:gd name="T16" fmla="*/ 0 w 73"/>
                  <a:gd name="T17" fmla="*/ 35 h 51"/>
                  <a:gd name="T18" fmla="*/ 16 w 73"/>
                  <a:gd name="T19" fmla="*/ 51 h 51"/>
                  <a:gd name="T20" fmla="*/ 57 w 73"/>
                  <a:gd name="T21" fmla="*/ 51 h 51"/>
                  <a:gd name="T22" fmla="*/ 73 w 73"/>
                  <a:gd name="T23" fmla="*/ 35 h 51"/>
                  <a:gd name="T24" fmla="*/ 73 w 73"/>
                  <a:gd name="T25" fmla="*/ 16 h 51"/>
                  <a:gd name="T26" fmla="*/ 57 w 73"/>
                  <a:gd name="T27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" h="51">
                    <a:moveTo>
                      <a:pt x="57" y="16"/>
                    </a:moveTo>
                    <a:cubicBezTo>
                      <a:pt x="57" y="35"/>
                      <a:pt x="57" y="35"/>
                      <a:pt x="57" y="35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7" y="16"/>
                      <a:pt x="57" y="16"/>
                      <a:pt x="57" y="16"/>
                    </a:cubicBezTo>
                    <a:moveTo>
                      <a:pt x="57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43"/>
                      <a:pt x="7" y="51"/>
                      <a:pt x="16" y="51"/>
                    </a:cubicBezTo>
                    <a:cubicBezTo>
                      <a:pt x="57" y="51"/>
                      <a:pt x="57" y="51"/>
                      <a:pt x="57" y="51"/>
                    </a:cubicBezTo>
                    <a:cubicBezTo>
                      <a:pt x="66" y="51"/>
                      <a:pt x="73" y="43"/>
                      <a:pt x="73" y="35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7"/>
                      <a:pt x="66" y="0"/>
                      <a:pt x="57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22"/>
              <p:cNvSpPr>
                <a:spLocks noEditPoints="1"/>
              </p:cNvSpPr>
              <p:nvPr/>
            </p:nvSpPr>
            <p:spPr bwMode="auto">
              <a:xfrm>
                <a:off x="1907830" y="3820986"/>
                <a:ext cx="191645" cy="273779"/>
              </a:xfrm>
              <a:custGeom>
                <a:avLst/>
                <a:gdLst>
                  <a:gd name="T0" fmla="*/ 34 w 50"/>
                  <a:gd name="T1" fmla="*/ 16 h 72"/>
                  <a:gd name="T2" fmla="*/ 34 w 50"/>
                  <a:gd name="T3" fmla="*/ 56 h 72"/>
                  <a:gd name="T4" fmla="*/ 16 w 50"/>
                  <a:gd name="T5" fmla="*/ 56 h 72"/>
                  <a:gd name="T6" fmla="*/ 16 w 50"/>
                  <a:gd name="T7" fmla="*/ 16 h 72"/>
                  <a:gd name="T8" fmla="*/ 34 w 50"/>
                  <a:gd name="T9" fmla="*/ 16 h 72"/>
                  <a:gd name="T10" fmla="*/ 34 w 50"/>
                  <a:gd name="T11" fmla="*/ 0 h 72"/>
                  <a:gd name="T12" fmla="*/ 16 w 50"/>
                  <a:gd name="T13" fmla="*/ 0 h 72"/>
                  <a:gd name="T14" fmla="*/ 0 w 50"/>
                  <a:gd name="T15" fmla="*/ 16 h 72"/>
                  <a:gd name="T16" fmla="*/ 0 w 50"/>
                  <a:gd name="T17" fmla="*/ 56 h 72"/>
                  <a:gd name="T18" fmla="*/ 16 w 50"/>
                  <a:gd name="T19" fmla="*/ 72 h 72"/>
                  <a:gd name="T20" fmla="*/ 34 w 50"/>
                  <a:gd name="T21" fmla="*/ 72 h 72"/>
                  <a:gd name="T22" fmla="*/ 50 w 50"/>
                  <a:gd name="T23" fmla="*/ 56 h 72"/>
                  <a:gd name="T24" fmla="*/ 50 w 50"/>
                  <a:gd name="T25" fmla="*/ 16 h 72"/>
                  <a:gd name="T26" fmla="*/ 34 w 50"/>
                  <a:gd name="T27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2">
                    <a:moveTo>
                      <a:pt x="34" y="16"/>
                    </a:moveTo>
                    <a:cubicBezTo>
                      <a:pt x="34" y="56"/>
                      <a:pt x="34" y="56"/>
                      <a:pt x="34" y="56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65"/>
                      <a:pt x="7" y="72"/>
                      <a:pt x="16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43" y="72"/>
                      <a:pt x="50" y="65"/>
                      <a:pt x="50" y="56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23"/>
              <p:cNvSpPr>
                <a:spLocks noEditPoints="1"/>
              </p:cNvSpPr>
              <p:nvPr/>
            </p:nvSpPr>
            <p:spPr bwMode="auto">
              <a:xfrm>
                <a:off x="1661428" y="3405486"/>
                <a:ext cx="600703" cy="594262"/>
              </a:xfrm>
              <a:custGeom>
                <a:avLst/>
                <a:gdLst>
                  <a:gd name="T0" fmla="*/ 105 w 158"/>
                  <a:gd name="T1" fmla="*/ 16 h 156"/>
                  <a:gd name="T2" fmla="*/ 140 w 158"/>
                  <a:gd name="T3" fmla="*/ 56 h 156"/>
                  <a:gd name="T4" fmla="*/ 56 w 158"/>
                  <a:gd name="T5" fmla="*/ 140 h 156"/>
                  <a:gd name="T6" fmla="*/ 17 w 158"/>
                  <a:gd name="T7" fmla="*/ 99 h 156"/>
                  <a:gd name="T8" fmla="*/ 105 w 158"/>
                  <a:gd name="T9" fmla="*/ 16 h 156"/>
                  <a:gd name="T10" fmla="*/ 105 w 158"/>
                  <a:gd name="T11" fmla="*/ 0 h 156"/>
                  <a:gd name="T12" fmla="*/ 94 w 158"/>
                  <a:gd name="T13" fmla="*/ 5 h 156"/>
                  <a:gd name="T14" fmla="*/ 6 w 158"/>
                  <a:gd name="T15" fmla="*/ 87 h 156"/>
                  <a:gd name="T16" fmla="*/ 5 w 158"/>
                  <a:gd name="T17" fmla="*/ 109 h 156"/>
                  <a:gd name="T18" fmla="*/ 44 w 158"/>
                  <a:gd name="T19" fmla="*/ 151 h 156"/>
                  <a:gd name="T20" fmla="*/ 55 w 158"/>
                  <a:gd name="T21" fmla="*/ 156 h 156"/>
                  <a:gd name="T22" fmla="*/ 56 w 158"/>
                  <a:gd name="T23" fmla="*/ 156 h 156"/>
                  <a:gd name="T24" fmla="*/ 67 w 158"/>
                  <a:gd name="T25" fmla="*/ 152 h 156"/>
                  <a:gd name="T26" fmla="*/ 151 w 158"/>
                  <a:gd name="T27" fmla="*/ 67 h 156"/>
                  <a:gd name="T28" fmla="*/ 152 w 158"/>
                  <a:gd name="T29" fmla="*/ 45 h 156"/>
                  <a:gd name="T30" fmla="*/ 117 w 158"/>
                  <a:gd name="T31" fmla="*/ 6 h 156"/>
                  <a:gd name="T32" fmla="*/ 105 w 158"/>
                  <a:gd name="T33" fmla="*/ 0 h 156"/>
                  <a:gd name="T34" fmla="*/ 105 w 158"/>
                  <a:gd name="T35" fmla="*/ 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58" h="156">
                    <a:moveTo>
                      <a:pt x="105" y="16"/>
                    </a:moveTo>
                    <a:cubicBezTo>
                      <a:pt x="140" y="56"/>
                      <a:pt x="140" y="56"/>
                      <a:pt x="140" y="56"/>
                    </a:cubicBezTo>
                    <a:cubicBezTo>
                      <a:pt x="56" y="140"/>
                      <a:pt x="56" y="140"/>
                      <a:pt x="56" y="140"/>
                    </a:cubicBezTo>
                    <a:cubicBezTo>
                      <a:pt x="17" y="99"/>
                      <a:pt x="17" y="99"/>
                      <a:pt x="17" y="99"/>
                    </a:cubicBezTo>
                    <a:cubicBezTo>
                      <a:pt x="105" y="16"/>
                      <a:pt x="105" y="16"/>
                      <a:pt x="105" y="16"/>
                    </a:cubicBezTo>
                    <a:moveTo>
                      <a:pt x="105" y="0"/>
                    </a:moveTo>
                    <a:cubicBezTo>
                      <a:pt x="101" y="0"/>
                      <a:pt x="97" y="2"/>
                      <a:pt x="94" y="5"/>
                    </a:cubicBezTo>
                    <a:cubicBezTo>
                      <a:pt x="6" y="87"/>
                      <a:pt x="6" y="87"/>
                      <a:pt x="6" y="87"/>
                    </a:cubicBezTo>
                    <a:cubicBezTo>
                      <a:pt x="0" y="93"/>
                      <a:pt x="0" y="103"/>
                      <a:pt x="5" y="109"/>
                    </a:cubicBezTo>
                    <a:cubicBezTo>
                      <a:pt x="44" y="151"/>
                      <a:pt x="44" y="151"/>
                      <a:pt x="44" y="151"/>
                    </a:cubicBezTo>
                    <a:cubicBezTo>
                      <a:pt x="47" y="154"/>
                      <a:pt x="51" y="156"/>
                      <a:pt x="55" y="156"/>
                    </a:cubicBezTo>
                    <a:cubicBezTo>
                      <a:pt x="55" y="156"/>
                      <a:pt x="56" y="156"/>
                      <a:pt x="56" y="156"/>
                    </a:cubicBezTo>
                    <a:cubicBezTo>
                      <a:pt x="60" y="156"/>
                      <a:pt x="64" y="155"/>
                      <a:pt x="67" y="152"/>
                    </a:cubicBezTo>
                    <a:cubicBezTo>
                      <a:pt x="151" y="67"/>
                      <a:pt x="151" y="67"/>
                      <a:pt x="151" y="67"/>
                    </a:cubicBezTo>
                    <a:cubicBezTo>
                      <a:pt x="157" y="61"/>
                      <a:pt x="158" y="52"/>
                      <a:pt x="152" y="45"/>
                    </a:cubicBezTo>
                    <a:cubicBezTo>
                      <a:pt x="117" y="6"/>
                      <a:pt x="117" y="6"/>
                      <a:pt x="117" y="6"/>
                    </a:cubicBezTo>
                    <a:cubicBezTo>
                      <a:pt x="114" y="3"/>
                      <a:pt x="110" y="1"/>
                      <a:pt x="105" y="0"/>
                    </a:cubicBezTo>
                    <a:cubicBezTo>
                      <a:pt x="105" y="0"/>
                      <a:pt x="105" y="0"/>
                      <a:pt x="105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24"/>
              <p:cNvSpPr>
                <a:spLocks noEditPoints="1"/>
              </p:cNvSpPr>
              <p:nvPr/>
            </p:nvSpPr>
            <p:spPr bwMode="auto">
              <a:xfrm>
                <a:off x="1555138" y="3790388"/>
                <a:ext cx="318872" cy="293105"/>
              </a:xfrm>
              <a:custGeom>
                <a:avLst/>
                <a:gdLst>
                  <a:gd name="T0" fmla="*/ 32 w 84"/>
                  <a:gd name="T1" fmla="*/ 16 h 77"/>
                  <a:gd name="T2" fmla="*/ 67 w 84"/>
                  <a:gd name="T3" fmla="*/ 50 h 77"/>
                  <a:gd name="T4" fmla="*/ 17 w 84"/>
                  <a:gd name="T5" fmla="*/ 61 h 77"/>
                  <a:gd name="T6" fmla="*/ 32 w 84"/>
                  <a:gd name="T7" fmla="*/ 16 h 77"/>
                  <a:gd name="T8" fmla="*/ 32 w 84"/>
                  <a:gd name="T9" fmla="*/ 0 h 77"/>
                  <a:gd name="T10" fmla="*/ 28 w 84"/>
                  <a:gd name="T11" fmla="*/ 1 h 77"/>
                  <a:gd name="T12" fmla="*/ 17 w 84"/>
                  <a:gd name="T13" fmla="*/ 11 h 77"/>
                  <a:gd name="T14" fmla="*/ 2 w 84"/>
                  <a:gd name="T15" fmla="*/ 56 h 77"/>
                  <a:gd name="T16" fmla="*/ 5 w 84"/>
                  <a:gd name="T17" fmla="*/ 72 h 77"/>
                  <a:gd name="T18" fmla="*/ 17 w 84"/>
                  <a:gd name="T19" fmla="*/ 77 h 77"/>
                  <a:gd name="T20" fmla="*/ 20 w 84"/>
                  <a:gd name="T21" fmla="*/ 76 h 77"/>
                  <a:gd name="T22" fmla="*/ 71 w 84"/>
                  <a:gd name="T23" fmla="*/ 65 h 77"/>
                  <a:gd name="T24" fmla="*/ 83 w 84"/>
                  <a:gd name="T25" fmla="*/ 54 h 77"/>
                  <a:gd name="T26" fmla="*/ 78 w 84"/>
                  <a:gd name="T27" fmla="*/ 38 h 77"/>
                  <a:gd name="T28" fmla="*/ 43 w 84"/>
                  <a:gd name="T29" fmla="*/ 5 h 77"/>
                  <a:gd name="T30" fmla="*/ 32 w 84"/>
                  <a:gd name="T31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4" h="77">
                    <a:moveTo>
                      <a:pt x="32" y="16"/>
                    </a:moveTo>
                    <a:cubicBezTo>
                      <a:pt x="67" y="50"/>
                      <a:pt x="67" y="50"/>
                      <a:pt x="67" y="50"/>
                    </a:cubicBezTo>
                    <a:cubicBezTo>
                      <a:pt x="17" y="61"/>
                      <a:pt x="17" y="61"/>
                      <a:pt x="17" y="61"/>
                    </a:cubicBezTo>
                    <a:cubicBezTo>
                      <a:pt x="32" y="16"/>
                      <a:pt x="32" y="16"/>
                      <a:pt x="32" y="16"/>
                    </a:cubicBezTo>
                    <a:moveTo>
                      <a:pt x="32" y="0"/>
                    </a:moveTo>
                    <a:cubicBezTo>
                      <a:pt x="31" y="0"/>
                      <a:pt x="29" y="0"/>
                      <a:pt x="28" y="1"/>
                    </a:cubicBezTo>
                    <a:cubicBezTo>
                      <a:pt x="23" y="2"/>
                      <a:pt x="18" y="6"/>
                      <a:pt x="17" y="11"/>
                    </a:cubicBezTo>
                    <a:cubicBezTo>
                      <a:pt x="2" y="56"/>
                      <a:pt x="2" y="56"/>
                      <a:pt x="2" y="56"/>
                    </a:cubicBezTo>
                    <a:cubicBezTo>
                      <a:pt x="0" y="61"/>
                      <a:pt x="1" y="67"/>
                      <a:pt x="5" y="72"/>
                    </a:cubicBezTo>
                    <a:cubicBezTo>
                      <a:pt x="8" y="75"/>
                      <a:pt x="12" y="77"/>
                      <a:pt x="17" y="77"/>
                    </a:cubicBezTo>
                    <a:cubicBezTo>
                      <a:pt x="18" y="77"/>
                      <a:pt x="19" y="77"/>
                      <a:pt x="20" y="76"/>
                    </a:cubicBezTo>
                    <a:cubicBezTo>
                      <a:pt x="71" y="65"/>
                      <a:pt x="71" y="65"/>
                      <a:pt x="71" y="65"/>
                    </a:cubicBezTo>
                    <a:cubicBezTo>
                      <a:pt x="77" y="64"/>
                      <a:pt x="81" y="59"/>
                      <a:pt x="83" y="54"/>
                    </a:cubicBezTo>
                    <a:cubicBezTo>
                      <a:pt x="84" y="48"/>
                      <a:pt x="83" y="42"/>
                      <a:pt x="78" y="38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40" y="2"/>
                      <a:pt x="36" y="0"/>
                      <a:pt x="32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25"/>
              <p:cNvSpPr>
                <a:spLocks/>
              </p:cNvSpPr>
              <p:nvPr/>
            </p:nvSpPr>
            <p:spPr bwMode="auto">
              <a:xfrm>
                <a:off x="1371545" y="3642225"/>
                <a:ext cx="69249" cy="148163"/>
              </a:xfrm>
              <a:custGeom>
                <a:avLst/>
                <a:gdLst>
                  <a:gd name="T0" fmla="*/ 0 w 43"/>
                  <a:gd name="T1" fmla="*/ 0 h 92"/>
                  <a:gd name="T2" fmla="*/ 43 w 43"/>
                  <a:gd name="T3" fmla="*/ 0 h 92"/>
                  <a:gd name="T4" fmla="*/ 43 w 43"/>
                  <a:gd name="T5" fmla="*/ 92 h 92"/>
                  <a:gd name="T6" fmla="*/ 0 w 43"/>
                  <a:gd name="T7" fmla="*/ 92 h 92"/>
                  <a:gd name="T8" fmla="*/ 0 w 43"/>
                  <a:gd name="T9" fmla="*/ 0 h 92"/>
                  <a:gd name="T10" fmla="*/ 0 w 43"/>
                  <a:gd name="T11" fmla="*/ 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2">
                    <a:moveTo>
                      <a:pt x="0" y="0"/>
                    </a:moveTo>
                    <a:lnTo>
                      <a:pt x="43" y="0"/>
                    </a:lnTo>
                    <a:lnTo>
                      <a:pt x="43" y="92"/>
                    </a:lnTo>
                    <a:lnTo>
                      <a:pt x="0" y="9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26"/>
              <p:cNvSpPr>
                <a:spLocks/>
              </p:cNvSpPr>
              <p:nvPr/>
            </p:nvSpPr>
            <p:spPr bwMode="auto">
              <a:xfrm>
                <a:off x="1371545" y="3642225"/>
                <a:ext cx="156215" cy="59588"/>
              </a:xfrm>
              <a:custGeom>
                <a:avLst/>
                <a:gdLst>
                  <a:gd name="T0" fmla="*/ 0 w 97"/>
                  <a:gd name="T1" fmla="*/ 0 h 37"/>
                  <a:gd name="T2" fmla="*/ 97 w 97"/>
                  <a:gd name="T3" fmla="*/ 0 h 37"/>
                  <a:gd name="T4" fmla="*/ 97 w 97"/>
                  <a:gd name="T5" fmla="*/ 37 h 37"/>
                  <a:gd name="T6" fmla="*/ 0 w 97"/>
                  <a:gd name="T7" fmla="*/ 37 h 37"/>
                  <a:gd name="T8" fmla="*/ 0 w 97"/>
                  <a:gd name="T9" fmla="*/ 0 h 37"/>
                  <a:gd name="T10" fmla="*/ 0 w 97"/>
                  <a:gd name="T11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7" h="37">
                    <a:moveTo>
                      <a:pt x="0" y="0"/>
                    </a:moveTo>
                    <a:lnTo>
                      <a:pt x="97" y="0"/>
                    </a:lnTo>
                    <a:lnTo>
                      <a:pt x="97" y="37"/>
                    </a:lnTo>
                    <a:lnTo>
                      <a:pt x="0" y="37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27"/>
              <p:cNvSpPr>
                <a:spLocks/>
              </p:cNvSpPr>
              <p:nvPr/>
            </p:nvSpPr>
            <p:spPr bwMode="auto">
              <a:xfrm>
                <a:off x="1622777" y="3642225"/>
                <a:ext cx="161046" cy="59588"/>
              </a:xfrm>
              <a:custGeom>
                <a:avLst/>
                <a:gdLst>
                  <a:gd name="T0" fmla="*/ 0 w 100"/>
                  <a:gd name="T1" fmla="*/ 37 h 37"/>
                  <a:gd name="T2" fmla="*/ 0 w 100"/>
                  <a:gd name="T3" fmla="*/ 0 h 37"/>
                  <a:gd name="T4" fmla="*/ 100 w 100"/>
                  <a:gd name="T5" fmla="*/ 0 h 37"/>
                  <a:gd name="T6" fmla="*/ 64 w 100"/>
                  <a:gd name="T7" fmla="*/ 37 h 37"/>
                  <a:gd name="T8" fmla="*/ 0 w 100"/>
                  <a:gd name="T9" fmla="*/ 37 h 37"/>
                  <a:gd name="T10" fmla="*/ 0 w 100"/>
                  <a:gd name="T11" fmla="*/ 37 h 37"/>
                  <a:gd name="T12" fmla="*/ 0 w 100"/>
                  <a:gd name="T1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0" h="37">
                    <a:moveTo>
                      <a:pt x="0" y="37"/>
                    </a:moveTo>
                    <a:lnTo>
                      <a:pt x="0" y="0"/>
                    </a:lnTo>
                    <a:lnTo>
                      <a:pt x="100" y="0"/>
                    </a:lnTo>
                    <a:lnTo>
                      <a:pt x="64" y="37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Freeform 28"/>
              <p:cNvSpPr>
                <a:spLocks/>
              </p:cNvSpPr>
              <p:nvPr/>
            </p:nvSpPr>
            <p:spPr bwMode="auto">
              <a:xfrm>
                <a:off x="1622777" y="4212330"/>
                <a:ext cx="161046" cy="72471"/>
              </a:xfrm>
              <a:custGeom>
                <a:avLst/>
                <a:gdLst>
                  <a:gd name="T0" fmla="*/ 0 w 100"/>
                  <a:gd name="T1" fmla="*/ 0 h 45"/>
                  <a:gd name="T2" fmla="*/ 100 w 100"/>
                  <a:gd name="T3" fmla="*/ 0 h 45"/>
                  <a:gd name="T4" fmla="*/ 100 w 100"/>
                  <a:gd name="T5" fmla="*/ 45 h 45"/>
                  <a:gd name="T6" fmla="*/ 0 w 100"/>
                  <a:gd name="T7" fmla="*/ 45 h 45"/>
                  <a:gd name="T8" fmla="*/ 0 w 100"/>
                  <a:gd name="T9" fmla="*/ 0 h 45"/>
                  <a:gd name="T10" fmla="*/ 0 w 100"/>
                  <a:gd name="T11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0" h="45">
                    <a:moveTo>
                      <a:pt x="0" y="0"/>
                    </a:moveTo>
                    <a:lnTo>
                      <a:pt x="100" y="0"/>
                    </a:lnTo>
                    <a:lnTo>
                      <a:pt x="100" y="45"/>
                    </a:lnTo>
                    <a:lnTo>
                      <a:pt x="0" y="4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Freeform 29"/>
              <p:cNvSpPr>
                <a:spLocks/>
              </p:cNvSpPr>
              <p:nvPr/>
            </p:nvSpPr>
            <p:spPr bwMode="auto">
              <a:xfrm>
                <a:off x="1371545" y="4125365"/>
                <a:ext cx="69249" cy="159437"/>
              </a:xfrm>
              <a:custGeom>
                <a:avLst/>
                <a:gdLst>
                  <a:gd name="T0" fmla="*/ 0 w 43"/>
                  <a:gd name="T1" fmla="*/ 0 h 99"/>
                  <a:gd name="T2" fmla="*/ 43 w 43"/>
                  <a:gd name="T3" fmla="*/ 0 h 99"/>
                  <a:gd name="T4" fmla="*/ 43 w 43"/>
                  <a:gd name="T5" fmla="*/ 99 h 99"/>
                  <a:gd name="T6" fmla="*/ 0 w 43"/>
                  <a:gd name="T7" fmla="*/ 99 h 99"/>
                  <a:gd name="T8" fmla="*/ 0 w 43"/>
                  <a:gd name="T9" fmla="*/ 0 h 99"/>
                  <a:gd name="T10" fmla="*/ 0 w 43"/>
                  <a:gd name="T11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9">
                    <a:moveTo>
                      <a:pt x="0" y="0"/>
                    </a:moveTo>
                    <a:lnTo>
                      <a:pt x="43" y="0"/>
                    </a:lnTo>
                    <a:lnTo>
                      <a:pt x="43" y="99"/>
                    </a:lnTo>
                    <a:lnTo>
                      <a:pt x="0" y="99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30"/>
              <p:cNvSpPr>
                <a:spLocks/>
              </p:cNvSpPr>
              <p:nvPr/>
            </p:nvSpPr>
            <p:spPr bwMode="auto">
              <a:xfrm>
                <a:off x="1371545" y="4212330"/>
                <a:ext cx="156215" cy="72471"/>
              </a:xfrm>
              <a:custGeom>
                <a:avLst/>
                <a:gdLst>
                  <a:gd name="T0" fmla="*/ 0 w 97"/>
                  <a:gd name="T1" fmla="*/ 0 h 45"/>
                  <a:gd name="T2" fmla="*/ 97 w 97"/>
                  <a:gd name="T3" fmla="*/ 0 h 45"/>
                  <a:gd name="T4" fmla="*/ 97 w 97"/>
                  <a:gd name="T5" fmla="*/ 45 h 45"/>
                  <a:gd name="T6" fmla="*/ 0 w 97"/>
                  <a:gd name="T7" fmla="*/ 45 h 45"/>
                  <a:gd name="T8" fmla="*/ 0 w 97"/>
                  <a:gd name="T9" fmla="*/ 0 h 45"/>
                  <a:gd name="T10" fmla="*/ 0 w 97"/>
                  <a:gd name="T11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7" h="45">
                    <a:moveTo>
                      <a:pt x="0" y="0"/>
                    </a:moveTo>
                    <a:lnTo>
                      <a:pt x="97" y="0"/>
                    </a:lnTo>
                    <a:lnTo>
                      <a:pt x="97" y="45"/>
                    </a:lnTo>
                    <a:lnTo>
                      <a:pt x="0" y="4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Freeform 31"/>
              <p:cNvSpPr>
                <a:spLocks/>
              </p:cNvSpPr>
              <p:nvPr/>
            </p:nvSpPr>
            <p:spPr bwMode="auto">
              <a:xfrm>
                <a:off x="1371545" y="3880574"/>
                <a:ext cx="69249" cy="152995"/>
              </a:xfrm>
              <a:custGeom>
                <a:avLst/>
                <a:gdLst>
                  <a:gd name="T0" fmla="*/ 0 w 43"/>
                  <a:gd name="T1" fmla="*/ 0 h 95"/>
                  <a:gd name="T2" fmla="*/ 43 w 43"/>
                  <a:gd name="T3" fmla="*/ 0 h 95"/>
                  <a:gd name="T4" fmla="*/ 43 w 43"/>
                  <a:gd name="T5" fmla="*/ 95 h 95"/>
                  <a:gd name="T6" fmla="*/ 0 w 43"/>
                  <a:gd name="T7" fmla="*/ 95 h 95"/>
                  <a:gd name="T8" fmla="*/ 0 w 43"/>
                  <a:gd name="T9" fmla="*/ 0 h 95"/>
                  <a:gd name="T10" fmla="*/ 0 w 43"/>
                  <a:gd name="T11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5">
                    <a:moveTo>
                      <a:pt x="0" y="0"/>
                    </a:moveTo>
                    <a:lnTo>
                      <a:pt x="43" y="0"/>
                    </a:lnTo>
                    <a:lnTo>
                      <a:pt x="43" y="95"/>
                    </a:lnTo>
                    <a:lnTo>
                      <a:pt x="0" y="9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" name="Freeform 32"/>
              <p:cNvSpPr>
                <a:spLocks/>
              </p:cNvSpPr>
              <p:nvPr/>
            </p:nvSpPr>
            <p:spPr bwMode="auto">
              <a:xfrm>
                <a:off x="1969027" y="4125365"/>
                <a:ext cx="69249" cy="159437"/>
              </a:xfrm>
              <a:custGeom>
                <a:avLst/>
                <a:gdLst>
                  <a:gd name="T0" fmla="*/ 0 w 43"/>
                  <a:gd name="T1" fmla="*/ 0 h 99"/>
                  <a:gd name="T2" fmla="*/ 43 w 43"/>
                  <a:gd name="T3" fmla="*/ 0 h 99"/>
                  <a:gd name="T4" fmla="*/ 43 w 43"/>
                  <a:gd name="T5" fmla="*/ 99 h 99"/>
                  <a:gd name="T6" fmla="*/ 0 w 43"/>
                  <a:gd name="T7" fmla="*/ 99 h 99"/>
                  <a:gd name="T8" fmla="*/ 0 w 43"/>
                  <a:gd name="T9" fmla="*/ 0 h 99"/>
                  <a:gd name="T10" fmla="*/ 0 w 43"/>
                  <a:gd name="T11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9">
                    <a:moveTo>
                      <a:pt x="0" y="0"/>
                    </a:moveTo>
                    <a:lnTo>
                      <a:pt x="43" y="0"/>
                    </a:lnTo>
                    <a:lnTo>
                      <a:pt x="43" y="99"/>
                    </a:lnTo>
                    <a:lnTo>
                      <a:pt x="0" y="99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" name="Freeform 33"/>
              <p:cNvSpPr>
                <a:spLocks/>
              </p:cNvSpPr>
              <p:nvPr/>
            </p:nvSpPr>
            <p:spPr bwMode="auto">
              <a:xfrm>
                <a:off x="1882062" y="4212330"/>
                <a:ext cx="156215" cy="72471"/>
              </a:xfrm>
              <a:custGeom>
                <a:avLst/>
                <a:gdLst>
                  <a:gd name="T0" fmla="*/ 0 w 97"/>
                  <a:gd name="T1" fmla="*/ 0 h 45"/>
                  <a:gd name="T2" fmla="*/ 97 w 97"/>
                  <a:gd name="T3" fmla="*/ 0 h 45"/>
                  <a:gd name="T4" fmla="*/ 97 w 97"/>
                  <a:gd name="T5" fmla="*/ 45 h 45"/>
                  <a:gd name="T6" fmla="*/ 0 w 97"/>
                  <a:gd name="T7" fmla="*/ 45 h 45"/>
                  <a:gd name="T8" fmla="*/ 0 w 97"/>
                  <a:gd name="T9" fmla="*/ 0 h 45"/>
                  <a:gd name="T10" fmla="*/ 0 w 97"/>
                  <a:gd name="T11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7" h="45">
                    <a:moveTo>
                      <a:pt x="0" y="0"/>
                    </a:moveTo>
                    <a:lnTo>
                      <a:pt x="97" y="0"/>
                    </a:lnTo>
                    <a:lnTo>
                      <a:pt x="97" y="45"/>
                    </a:lnTo>
                    <a:lnTo>
                      <a:pt x="0" y="4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" name="Freeform 34"/>
              <p:cNvSpPr>
                <a:spLocks/>
              </p:cNvSpPr>
              <p:nvPr/>
            </p:nvSpPr>
            <p:spPr bwMode="auto">
              <a:xfrm>
                <a:off x="1969027" y="3880574"/>
                <a:ext cx="69249" cy="152995"/>
              </a:xfrm>
              <a:custGeom>
                <a:avLst/>
                <a:gdLst>
                  <a:gd name="T0" fmla="*/ 0 w 43"/>
                  <a:gd name="T1" fmla="*/ 0 h 95"/>
                  <a:gd name="T2" fmla="*/ 43 w 43"/>
                  <a:gd name="T3" fmla="*/ 0 h 95"/>
                  <a:gd name="T4" fmla="*/ 43 w 43"/>
                  <a:gd name="T5" fmla="*/ 95 h 95"/>
                  <a:gd name="T6" fmla="*/ 0 w 43"/>
                  <a:gd name="T7" fmla="*/ 95 h 95"/>
                  <a:gd name="T8" fmla="*/ 0 w 43"/>
                  <a:gd name="T9" fmla="*/ 0 h 95"/>
                  <a:gd name="T10" fmla="*/ 0 w 43"/>
                  <a:gd name="T11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5">
                    <a:moveTo>
                      <a:pt x="0" y="0"/>
                    </a:moveTo>
                    <a:lnTo>
                      <a:pt x="43" y="0"/>
                    </a:lnTo>
                    <a:lnTo>
                      <a:pt x="43" y="95"/>
                    </a:lnTo>
                    <a:lnTo>
                      <a:pt x="0" y="9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Freeform 35"/>
              <p:cNvSpPr>
                <a:spLocks/>
              </p:cNvSpPr>
              <p:nvPr/>
            </p:nvSpPr>
            <p:spPr bwMode="auto">
              <a:xfrm>
                <a:off x="1725847" y="3466684"/>
                <a:ext cx="468645" cy="471867"/>
              </a:xfrm>
              <a:custGeom>
                <a:avLst/>
                <a:gdLst>
                  <a:gd name="T0" fmla="*/ 208 w 291"/>
                  <a:gd name="T1" fmla="*/ 0 h 293"/>
                  <a:gd name="T2" fmla="*/ 0 w 291"/>
                  <a:gd name="T3" fmla="*/ 196 h 293"/>
                  <a:gd name="T4" fmla="*/ 92 w 291"/>
                  <a:gd name="T5" fmla="*/ 293 h 293"/>
                  <a:gd name="T6" fmla="*/ 291 w 291"/>
                  <a:gd name="T7" fmla="*/ 94 h 293"/>
                  <a:gd name="T8" fmla="*/ 208 w 291"/>
                  <a:gd name="T9" fmla="*/ 0 h 293"/>
                  <a:gd name="T10" fmla="*/ 208 w 291"/>
                  <a:gd name="T11" fmla="*/ 0 h 293"/>
                  <a:gd name="T12" fmla="*/ 208 w 291"/>
                  <a:gd name="T13" fmla="*/ 0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1" h="293">
                    <a:moveTo>
                      <a:pt x="208" y="0"/>
                    </a:moveTo>
                    <a:lnTo>
                      <a:pt x="0" y="196"/>
                    </a:lnTo>
                    <a:lnTo>
                      <a:pt x="92" y="293"/>
                    </a:lnTo>
                    <a:lnTo>
                      <a:pt x="291" y="94"/>
                    </a:lnTo>
                    <a:lnTo>
                      <a:pt x="208" y="0"/>
                    </a:lnTo>
                    <a:lnTo>
                      <a:pt x="208" y="0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Freeform 36"/>
              <p:cNvSpPr>
                <a:spLocks/>
              </p:cNvSpPr>
              <p:nvPr/>
            </p:nvSpPr>
            <p:spPr bwMode="auto">
              <a:xfrm>
                <a:off x="1619556" y="3849975"/>
                <a:ext cx="190035" cy="172320"/>
              </a:xfrm>
              <a:custGeom>
                <a:avLst/>
                <a:gdLst>
                  <a:gd name="T0" fmla="*/ 35 w 118"/>
                  <a:gd name="T1" fmla="*/ 0 h 107"/>
                  <a:gd name="T2" fmla="*/ 0 w 118"/>
                  <a:gd name="T3" fmla="*/ 107 h 107"/>
                  <a:gd name="T4" fmla="*/ 118 w 118"/>
                  <a:gd name="T5" fmla="*/ 81 h 107"/>
                  <a:gd name="T6" fmla="*/ 35 w 118"/>
                  <a:gd name="T7" fmla="*/ 0 h 107"/>
                  <a:gd name="T8" fmla="*/ 35 w 118"/>
                  <a:gd name="T9" fmla="*/ 0 h 107"/>
                  <a:gd name="T10" fmla="*/ 35 w 118"/>
                  <a:gd name="T11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8" h="107">
                    <a:moveTo>
                      <a:pt x="35" y="0"/>
                    </a:moveTo>
                    <a:lnTo>
                      <a:pt x="0" y="107"/>
                    </a:lnTo>
                    <a:lnTo>
                      <a:pt x="118" y="81"/>
                    </a:lnTo>
                    <a:lnTo>
                      <a:pt x="35" y="0"/>
                    </a:lnTo>
                    <a:lnTo>
                      <a:pt x="35" y="0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31D8C5E-B231-4646-BDD7-8D31A8726725}"/>
              </a:ext>
            </a:extLst>
          </p:cNvPr>
          <p:cNvSpPr txBox="1"/>
          <p:nvPr/>
        </p:nvSpPr>
        <p:spPr>
          <a:xfrm>
            <a:off x="1722569" y="2057400"/>
            <a:ext cx="22398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Bài 3</a:t>
            </a:r>
            <a:endParaRPr lang="en-US" sz="6000" b="1"/>
          </a:p>
        </p:txBody>
      </p:sp>
      <p:sp>
        <p:nvSpPr>
          <p:cNvPr id="103" name="Round Same Side Corner Rectangle 6">
            <a:extLst>
              <a:ext uri="{FF2B5EF4-FFF2-40B4-BE49-F238E27FC236}">
                <a16:creationId xmlns:a16="http://schemas.microsoft.com/office/drawing/2014/main" id="{434B2CEB-32A5-449F-AF7B-FDDE9B965241}"/>
              </a:ext>
            </a:extLst>
          </p:cNvPr>
          <p:cNvSpPr/>
          <p:nvPr/>
        </p:nvSpPr>
        <p:spPr>
          <a:xfrm flipV="1">
            <a:off x="7317560" y="1602363"/>
            <a:ext cx="9518389" cy="1099993"/>
          </a:xfrm>
          <a:prstGeom prst="round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4D90D6F-F210-4FDE-B2C0-A6665B648DA4}"/>
              </a:ext>
            </a:extLst>
          </p:cNvPr>
          <p:cNvSpPr txBox="1"/>
          <p:nvPr/>
        </p:nvSpPr>
        <p:spPr>
          <a:xfrm>
            <a:off x="8155532" y="1643824"/>
            <a:ext cx="82573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BÀI TẬP TRẮC NGHIỆM</a:t>
            </a:r>
            <a:endParaRPr lang="vi-VN" sz="5400" b="1" dirty="0">
              <a:solidFill>
                <a:schemeClr val="bg1"/>
              </a:solidFill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BC45CA-C4B3-476C-8FBD-190553FC3BF8}"/>
              </a:ext>
            </a:extLst>
          </p:cNvPr>
          <p:cNvSpPr/>
          <p:nvPr/>
        </p:nvSpPr>
        <p:spPr>
          <a:xfrm>
            <a:off x="4377000" y="9125293"/>
            <a:ext cx="2922595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sz="6000" b="1">
                <a:latin typeface="Times New Roman" panose="02020603050405020304" pitchFamily="18" charset="0"/>
                <a:ea typeface="Calibri" panose="020F0502020204030204" pitchFamily="34" charset="0"/>
              </a:rPr>
              <a:t>Chọn D.</a:t>
            </a:r>
            <a:endParaRPr lang="en-US" sz="6000"/>
          </a:p>
        </p:txBody>
      </p:sp>
      <p:sp>
        <p:nvSpPr>
          <p:cNvPr id="18" name="Rectangle 44">
            <a:extLst>
              <a:ext uri="{FF2B5EF4-FFF2-40B4-BE49-F238E27FC236}">
                <a16:creationId xmlns:a16="http://schemas.microsoft.com/office/drawing/2014/main" id="{FB1E20A6-C0FD-4A6C-A320-5BF72630B8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10181171"/>
            <a:ext cx="544833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nl-NL" altLang="en-US" sz="6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kumimoji="0" lang="nl-NL" altLang="en-US" sz="6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có</a:t>
            </a:r>
            <a:r>
              <a:rPr kumimoji="0" lang="nl-NL" altLang="en-US" sz="6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nl-NL" altLang="en-US" sz="6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F8A7C206-4F3C-48CC-A935-E4C462476C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3726796"/>
              </p:ext>
            </p:extLst>
          </p:nvPr>
        </p:nvGraphicFramePr>
        <p:xfrm>
          <a:off x="6459294" y="9818690"/>
          <a:ext cx="6561138" cy="195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48" name="Equation" r:id="rId3" imgW="1282680" imgH="393480" progId="Equation.DSMT4">
                  <p:embed/>
                </p:oleObj>
              </mc:Choice>
              <mc:Fallback>
                <p:oleObj name="Equation" r:id="rId3" imgW="1282680" imgH="393480" progId="Equation.DSMT4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F8A7C206-4F3C-48CC-A935-E4C462476C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9294" y="9818690"/>
                        <a:ext cx="6561138" cy="19573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DC0498CA-22FF-4ED6-8E12-3453C307B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6959" y="2936505"/>
            <a:ext cx="274947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en-US" sz="6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Hàm số </a:t>
            </a:r>
            <a:endParaRPr kumimoji="0" lang="nl-NL" altLang="en-US" sz="6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72B7ECD0-0220-45F9-9B05-5FE3284893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8391492"/>
              </p:ext>
            </p:extLst>
          </p:nvPr>
        </p:nvGraphicFramePr>
        <p:xfrm>
          <a:off x="8465716" y="2743200"/>
          <a:ext cx="5039059" cy="1283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49" name="Equation" r:id="rId5" imgW="1003300" imgH="254000" progId="Equation.DSMT4">
                  <p:embed/>
                </p:oleObj>
              </mc:Choice>
              <mc:Fallback>
                <p:oleObj name="Equation" r:id="rId5" imgW="1003300" imgH="2540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5716" y="2743200"/>
                        <a:ext cx="5039059" cy="12838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07F558EB-F428-415F-A899-2C4842BFC8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7691626"/>
              </p:ext>
            </p:extLst>
          </p:nvPr>
        </p:nvGraphicFramePr>
        <p:xfrm>
          <a:off x="-6248400" y="5089417"/>
          <a:ext cx="57785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50" name="Equation" r:id="rId7" imgW="567070" imgH="252031" progId="Equation.DSMT4">
                  <p:embed/>
                </p:oleObj>
              </mc:Choice>
              <mc:Fallback>
                <p:oleObj name="Equation" r:id="rId7" imgW="567070" imgH="252031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6248400" y="5089417"/>
                        <a:ext cx="57785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A3DD04BB-C887-4232-8056-B9E72E7470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2404740"/>
              </p:ext>
            </p:extLst>
          </p:nvPr>
        </p:nvGraphicFramePr>
        <p:xfrm>
          <a:off x="-6248400" y="5343417"/>
          <a:ext cx="6223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51" name="Equation" r:id="rId9" imgW="611724" imgH="254885" progId="Equation.DSMT4">
                  <p:embed/>
                </p:oleObj>
              </mc:Choice>
              <mc:Fallback>
                <p:oleObj name="Equation" r:id="rId9" imgW="611724" imgH="25488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6248400" y="5343417"/>
                        <a:ext cx="6223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5">
            <a:extLst>
              <a:ext uri="{FF2B5EF4-FFF2-40B4-BE49-F238E27FC236}">
                <a16:creationId xmlns:a16="http://schemas.microsoft.com/office/drawing/2014/main" id="{7BABE88D-F47A-4430-A6CE-5E7E1A92A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4141" y="4114800"/>
            <a:ext cx="821891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en-US" sz="6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r>
              <a:rPr kumimoji="0" lang="nl-NL" altLang="en-US" sz="6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đồng biến trên khoảng </a:t>
            </a:r>
            <a:endParaRPr kumimoji="0" lang="nl-NL" altLang="en-US" sz="6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32AC5E8E-3FB6-4B63-A0AC-41A14FEDF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9863" y="4114800"/>
            <a:ext cx="11828879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en-US" sz="6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và nghịch biến trên khoảng </a:t>
            </a:r>
            <a:endParaRPr kumimoji="0" lang="nl-NL" altLang="en-US" sz="6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7">
            <a:extLst>
              <a:ext uri="{FF2B5EF4-FFF2-40B4-BE49-F238E27FC236}">
                <a16:creationId xmlns:a16="http://schemas.microsoft.com/office/drawing/2014/main" id="{D21D5E0B-B27A-46BF-81A7-84D048C2D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248400" y="5089586"/>
            <a:ext cx="18473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6000"/>
          </a:p>
        </p:txBody>
      </p:sp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3195179F-AE57-48F6-8541-4FA8745013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2134436"/>
              </p:ext>
            </p:extLst>
          </p:nvPr>
        </p:nvGraphicFramePr>
        <p:xfrm>
          <a:off x="9827000" y="4180239"/>
          <a:ext cx="2669800" cy="1181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52" name="Equation" r:id="rId11" imgW="580771" imgH="257409" progId="Equation.DSMT4">
                  <p:embed/>
                </p:oleObj>
              </mc:Choice>
              <mc:Fallback>
                <p:oleObj name="Equation" r:id="rId11" imgW="580771" imgH="25740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827000" y="4180239"/>
                        <a:ext cx="2669800" cy="11817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5FB05C1D-AE3B-4619-9CE9-C7CF10434A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6201938"/>
              </p:ext>
            </p:extLst>
          </p:nvPr>
        </p:nvGraphicFramePr>
        <p:xfrm>
          <a:off x="20809567" y="4140483"/>
          <a:ext cx="2888633" cy="1181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53" name="Equation" r:id="rId13" imgW="628269" imgH="257409" progId="Equation.DSMT4">
                  <p:embed/>
                </p:oleObj>
              </mc:Choice>
              <mc:Fallback>
                <p:oleObj name="Equation" r:id="rId13" imgW="628269" imgH="25740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0809567" y="4140483"/>
                        <a:ext cx="2888633" cy="11817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" name="Rectangle 5">
            <a:extLst>
              <a:ext uri="{FF2B5EF4-FFF2-40B4-BE49-F238E27FC236}">
                <a16:creationId xmlns:a16="http://schemas.microsoft.com/office/drawing/2014/main" id="{F8340CEF-F188-4C7E-B8B1-E74A36B81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5181600"/>
            <a:ext cx="954299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nl-NL" altLang="en-US" sz="6000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B</a:t>
            </a:r>
            <a:r>
              <a:rPr kumimoji="0" lang="nl-NL" altLang="en-US" sz="6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kumimoji="0" lang="nl-NL" altLang="en-US" sz="6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nl-NL" altLang="en-US" sz="6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ghịch</a:t>
            </a:r>
            <a:r>
              <a:rPr kumimoji="0" lang="nl-NL" altLang="en-US" sz="6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biến trên khoảng </a:t>
            </a:r>
            <a:endParaRPr kumimoji="0" lang="nl-NL" altLang="en-US" sz="6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5" name="Rectangle 6">
            <a:extLst>
              <a:ext uri="{FF2B5EF4-FFF2-40B4-BE49-F238E27FC236}">
                <a16:creationId xmlns:a16="http://schemas.microsoft.com/office/drawing/2014/main" id="{F94EC0AA-1519-4600-B228-BAAF8F3A8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09544" y="5181600"/>
            <a:ext cx="1088952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en-US" sz="6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và đồng biến trên khoảng </a:t>
            </a:r>
            <a:endParaRPr kumimoji="0" lang="nl-NL" altLang="en-US" sz="6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6" name="Object 105">
            <a:extLst>
              <a:ext uri="{FF2B5EF4-FFF2-40B4-BE49-F238E27FC236}">
                <a16:creationId xmlns:a16="http://schemas.microsoft.com/office/drawing/2014/main" id="{07DF3F02-D8A7-45D6-A6E5-5AF67D58F6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6024904"/>
              </p:ext>
            </p:extLst>
          </p:nvPr>
        </p:nvGraphicFramePr>
        <p:xfrm>
          <a:off x="10360400" y="5247039"/>
          <a:ext cx="2669800" cy="1181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54" name="Equation" r:id="rId15" imgW="580771" imgH="257409" progId="Equation.DSMT4">
                  <p:embed/>
                </p:oleObj>
              </mc:Choice>
              <mc:Fallback>
                <p:oleObj name="Equation" r:id="rId15" imgW="580771" imgH="257409" progId="Equation.DSMT4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3195179F-AE57-48F6-8541-4FA8745013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360400" y="5247039"/>
                        <a:ext cx="2669800" cy="11817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" name="Object 107">
            <a:extLst>
              <a:ext uri="{FF2B5EF4-FFF2-40B4-BE49-F238E27FC236}">
                <a16:creationId xmlns:a16="http://schemas.microsoft.com/office/drawing/2014/main" id="{1EE3C482-E3B1-41A1-B595-A3EE657664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5313051"/>
              </p:ext>
            </p:extLst>
          </p:nvPr>
        </p:nvGraphicFramePr>
        <p:xfrm>
          <a:off x="20809567" y="5207283"/>
          <a:ext cx="2888633" cy="1181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55" name="Equation" r:id="rId16" imgW="628269" imgH="257409" progId="Equation.DSMT4">
                  <p:embed/>
                </p:oleObj>
              </mc:Choice>
              <mc:Fallback>
                <p:oleObj name="Equation" r:id="rId16" imgW="628269" imgH="257409" progId="Equation.DSMT4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5FB05C1D-AE3B-4619-9CE9-C7CF10434A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0809567" y="5207283"/>
                        <a:ext cx="2888633" cy="11817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" name="Rectangle 5">
            <a:extLst>
              <a:ext uri="{FF2B5EF4-FFF2-40B4-BE49-F238E27FC236}">
                <a16:creationId xmlns:a16="http://schemas.microsoft.com/office/drawing/2014/main" id="{9A60012C-FDB5-420B-90AF-36B75D20A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6296647"/>
            <a:ext cx="821891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en-US" sz="6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C. </a:t>
            </a:r>
            <a:r>
              <a:rPr kumimoji="0" lang="nl-NL" altLang="en-US" sz="6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đồng biến trên khoảng </a:t>
            </a:r>
            <a:endParaRPr kumimoji="0" lang="nl-NL" altLang="en-US" sz="6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0" name="Rectangle 6">
            <a:extLst>
              <a:ext uri="{FF2B5EF4-FFF2-40B4-BE49-F238E27FC236}">
                <a16:creationId xmlns:a16="http://schemas.microsoft.com/office/drawing/2014/main" id="{9AA62BEC-9D07-4A32-8703-D4DF4B518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0722" y="6296647"/>
            <a:ext cx="11828879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en-US" sz="6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và nghịch biến trên khoảng </a:t>
            </a:r>
            <a:endParaRPr kumimoji="0" lang="nl-NL" altLang="en-US" sz="6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1" name="Object 110">
            <a:extLst>
              <a:ext uri="{FF2B5EF4-FFF2-40B4-BE49-F238E27FC236}">
                <a16:creationId xmlns:a16="http://schemas.microsoft.com/office/drawing/2014/main" id="{5D34DA6B-B484-4B93-BDC5-D79247BA74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770816"/>
              </p:ext>
            </p:extLst>
          </p:nvPr>
        </p:nvGraphicFramePr>
        <p:xfrm>
          <a:off x="9948863" y="6370638"/>
          <a:ext cx="2566987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56" name="Equation" r:id="rId17" imgW="558720" imgH="253800" progId="Equation.DSMT4">
                  <p:embed/>
                </p:oleObj>
              </mc:Choice>
              <mc:Fallback>
                <p:oleObj name="Equation" r:id="rId17" imgW="558720" imgH="253800" progId="Equation.DSMT4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3195179F-AE57-48F6-8541-4FA8745013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948863" y="6370638"/>
                        <a:ext cx="2566987" cy="1165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" name="Object 111">
            <a:extLst>
              <a:ext uri="{FF2B5EF4-FFF2-40B4-BE49-F238E27FC236}">
                <a16:creationId xmlns:a16="http://schemas.microsoft.com/office/drawing/2014/main" id="{BFF0C848-B00A-45EE-9DE0-AEC7CBCCF6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9655878"/>
              </p:ext>
            </p:extLst>
          </p:nvPr>
        </p:nvGraphicFramePr>
        <p:xfrm>
          <a:off x="20953413" y="6329363"/>
          <a:ext cx="2743200" cy="1166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57" name="Equation" r:id="rId19" imgW="596880" imgH="253800" progId="Equation.DSMT4">
                  <p:embed/>
                </p:oleObj>
              </mc:Choice>
              <mc:Fallback>
                <p:oleObj name="Equation" r:id="rId19" imgW="596880" imgH="253800" progId="Equation.DSMT4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5FB05C1D-AE3B-4619-9CE9-C7CF10434A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0953413" y="6329363"/>
                        <a:ext cx="2743200" cy="1166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" name="Rectangle 5">
            <a:extLst>
              <a:ext uri="{FF2B5EF4-FFF2-40B4-BE49-F238E27FC236}">
                <a16:creationId xmlns:a16="http://schemas.microsoft.com/office/drawing/2014/main" id="{55A9F478-60D5-4CCB-8B75-833C75F9F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9141" y="7371384"/>
            <a:ext cx="935063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en-US" sz="6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D. </a:t>
            </a:r>
            <a:r>
              <a:rPr kumimoji="0" lang="nl-NL" altLang="en-US" sz="6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nl-NL" altLang="en-US" sz="6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ghịch</a:t>
            </a:r>
            <a:r>
              <a:rPr kumimoji="0" lang="nl-NL" altLang="en-US" sz="6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biến trên khoảng </a:t>
            </a:r>
            <a:endParaRPr kumimoji="0" lang="nl-NL" altLang="en-US" sz="6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4" name="Rectangle 6">
            <a:extLst>
              <a:ext uri="{FF2B5EF4-FFF2-40B4-BE49-F238E27FC236}">
                <a16:creationId xmlns:a16="http://schemas.microsoft.com/office/drawing/2014/main" id="{0DABFB8C-9CF3-45B3-B69E-B36B1B20B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0403" y="7371384"/>
            <a:ext cx="1088952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en-US" sz="6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và đồng biến trên khoảng </a:t>
            </a:r>
            <a:endParaRPr kumimoji="0" lang="nl-NL" altLang="en-US" sz="6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5" name="Object 114">
            <a:extLst>
              <a:ext uri="{FF2B5EF4-FFF2-40B4-BE49-F238E27FC236}">
                <a16:creationId xmlns:a16="http://schemas.microsoft.com/office/drawing/2014/main" id="{CAFC501D-BAB6-466A-A6EC-9EEEC62238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9076740"/>
              </p:ext>
            </p:extLst>
          </p:nvPr>
        </p:nvGraphicFramePr>
        <p:xfrm>
          <a:off x="10360400" y="7386301"/>
          <a:ext cx="2566987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58" name="Equation" r:id="rId21" imgW="558720" imgH="253800" progId="Equation.DSMT4">
                  <p:embed/>
                </p:oleObj>
              </mc:Choice>
              <mc:Fallback>
                <p:oleObj name="Equation" r:id="rId21" imgW="558720" imgH="253800" progId="Equation.DSMT4">
                  <p:embed/>
                  <p:pic>
                    <p:nvPicPr>
                      <p:cNvPr id="111" name="Object 110">
                        <a:extLst>
                          <a:ext uri="{FF2B5EF4-FFF2-40B4-BE49-F238E27FC236}">
                            <a16:creationId xmlns:a16="http://schemas.microsoft.com/office/drawing/2014/main" id="{5D34DA6B-B484-4B93-BDC5-D79247BA74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0360400" y="7386301"/>
                        <a:ext cx="2566987" cy="1165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" name="Object 115">
            <a:extLst>
              <a:ext uri="{FF2B5EF4-FFF2-40B4-BE49-F238E27FC236}">
                <a16:creationId xmlns:a16="http://schemas.microsoft.com/office/drawing/2014/main" id="{185F4EBE-D805-4818-A333-21CA4E5522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12216"/>
              </p:ext>
            </p:extLst>
          </p:nvPr>
        </p:nvGraphicFramePr>
        <p:xfrm>
          <a:off x="20953413" y="7404100"/>
          <a:ext cx="2743200" cy="1166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59" name="Equation" r:id="rId23" imgW="596880" imgH="253800" progId="Equation.DSMT4">
                  <p:embed/>
                </p:oleObj>
              </mc:Choice>
              <mc:Fallback>
                <p:oleObj name="Equation" r:id="rId23" imgW="596880" imgH="253800" progId="Equation.DSMT4">
                  <p:embed/>
                  <p:pic>
                    <p:nvPicPr>
                      <p:cNvPr id="112" name="Object 111">
                        <a:extLst>
                          <a:ext uri="{FF2B5EF4-FFF2-40B4-BE49-F238E27FC236}">
                            <a16:creationId xmlns:a16="http://schemas.microsoft.com/office/drawing/2014/main" id="{BFF0C848-B00A-45EE-9DE0-AEC7CBCCF6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0953413" y="7404100"/>
                        <a:ext cx="2743200" cy="1166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" name="Rectangle 5">
            <a:extLst>
              <a:ext uri="{FF2B5EF4-FFF2-40B4-BE49-F238E27FC236}">
                <a16:creationId xmlns:a16="http://schemas.microsoft.com/office/drawing/2014/main" id="{B7E54FB9-ADB6-4A94-8521-2FD6C89B9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1830672"/>
            <a:ext cx="1054808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en-US" sz="6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kumimoji="0" lang="nl-NL" altLang="en-US" sz="6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 đó n</a:t>
            </a:r>
            <a:r>
              <a:rPr lang="nl-NL" altLang="en-US" sz="6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ghịch</a:t>
            </a:r>
            <a:r>
              <a:rPr kumimoji="0" lang="nl-NL" altLang="en-US" sz="6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biến trên khoảng </a:t>
            </a:r>
            <a:endParaRPr kumimoji="0" lang="nl-NL" altLang="en-US" sz="6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8" name="Rectangle 6">
            <a:extLst>
              <a:ext uri="{FF2B5EF4-FFF2-40B4-BE49-F238E27FC236}">
                <a16:creationId xmlns:a16="http://schemas.microsoft.com/office/drawing/2014/main" id="{2C28BA9C-7FB9-4E50-BDB8-BEC44E5F7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2803" y="11830672"/>
            <a:ext cx="1088952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en-US" sz="6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và đồng biến trên khoảng </a:t>
            </a:r>
            <a:endParaRPr kumimoji="0" lang="nl-NL" altLang="en-US" sz="6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9" name="Object 118">
            <a:extLst>
              <a:ext uri="{FF2B5EF4-FFF2-40B4-BE49-F238E27FC236}">
                <a16:creationId xmlns:a16="http://schemas.microsoft.com/office/drawing/2014/main" id="{7FD609E4-3506-4EFE-8F4E-71E3D99DD5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834856"/>
              </p:ext>
            </p:extLst>
          </p:nvPr>
        </p:nvGraphicFramePr>
        <p:xfrm>
          <a:off x="21105813" y="11863388"/>
          <a:ext cx="2743200" cy="1166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60" name="Equation" r:id="rId25" imgW="596880" imgH="253800" progId="Equation.DSMT4">
                  <p:embed/>
                </p:oleObj>
              </mc:Choice>
              <mc:Fallback>
                <p:oleObj name="Equation" r:id="rId25" imgW="596880" imgH="253800" progId="Equation.DSMT4">
                  <p:embed/>
                  <p:pic>
                    <p:nvPicPr>
                      <p:cNvPr id="116" name="Object 115">
                        <a:extLst>
                          <a:ext uri="{FF2B5EF4-FFF2-40B4-BE49-F238E27FC236}">
                            <a16:creationId xmlns:a16="http://schemas.microsoft.com/office/drawing/2014/main" id="{185F4EBE-D805-4818-A333-21CA4E5522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1105813" y="11863388"/>
                        <a:ext cx="2743200" cy="1166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0C8FB42D-1B64-4E88-A99E-FF220F2668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2104375"/>
              </p:ext>
            </p:extLst>
          </p:nvPr>
        </p:nvGraphicFramePr>
        <p:xfrm>
          <a:off x="10668000" y="11864975"/>
          <a:ext cx="2568575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61" name="Equation" r:id="rId26" imgW="2568130" imgH="1164467" progId="Equation.DSMT4">
                  <p:embed/>
                </p:oleObj>
              </mc:Choice>
              <mc:Fallback>
                <p:oleObj name="Equation" r:id="rId26" imgW="2568130" imgH="116446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0668000" y="11864975"/>
                        <a:ext cx="2568575" cy="1165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73187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05001A8-F1AC-4436-829D-76F3665AC754}"/>
              </a:ext>
            </a:extLst>
          </p:cNvPr>
          <p:cNvSpPr/>
          <p:nvPr/>
        </p:nvSpPr>
        <p:spPr>
          <a:xfrm>
            <a:off x="936019" y="9277693"/>
            <a:ext cx="22666735" cy="428590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496498" y="2049730"/>
            <a:ext cx="23172879" cy="6497722"/>
            <a:chOff x="1076414" y="4403390"/>
            <a:chExt cx="23172879" cy="3784630"/>
          </a:xfrm>
        </p:grpSpPr>
        <p:grpSp>
          <p:nvGrpSpPr>
            <p:cNvPr id="45" name="Group 5"/>
            <p:cNvGrpSpPr/>
            <p:nvPr/>
          </p:nvGrpSpPr>
          <p:grpSpPr>
            <a:xfrm>
              <a:off x="1533269" y="4671091"/>
              <a:ext cx="22716024" cy="3516929"/>
              <a:chOff x="637542" y="1083939"/>
              <a:chExt cx="8945331" cy="1384631"/>
            </a:xfrm>
          </p:grpSpPr>
          <p:sp>
            <p:nvSpPr>
              <p:cNvPr id="65" name="Rounded Rectangle 64"/>
              <p:cNvSpPr/>
              <p:nvPr/>
            </p:nvSpPr>
            <p:spPr>
              <a:xfrm>
                <a:off x="637542" y="1083939"/>
                <a:ext cx="8945331" cy="1384631"/>
              </a:xfrm>
              <a:prstGeom prst="roundRect">
                <a:avLst>
                  <a:gd name="adj" fmla="val 4110"/>
                </a:avLst>
              </a:prstGeom>
              <a:solidFill>
                <a:srgbClr val="BEDCF4"/>
              </a:solidFill>
              <a:ln w="28575">
                <a:solidFill>
                  <a:srgbClr val="0999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18000" rIns="36000" bIns="18000" rtlCol="0" anchor="ctr"/>
              <a:lstStyle/>
              <a:p>
                <a:pPr algn="ctr"/>
                <a:endParaRPr lang="en-US" sz="460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1007731" y="1742814"/>
                <a:ext cx="7867095" cy="2429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ts val="4000"/>
                  </a:lnSpc>
                </a:pPr>
                <a:endParaRPr lang="en-US" sz="4600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p:grpSp>
        <p:grpSp>
          <p:nvGrpSpPr>
            <p:cNvPr id="46" name="Group 65"/>
            <p:cNvGrpSpPr/>
            <p:nvPr/>
          </p:nvGrpSpPr>
          <p:grpSpPr>
            <a:xfrm>
              <a:off x="1076414" y="4403390"/>
              <a:ext cx="3712331" cy="614700"/>
              <a:chOff x="166396" y="8780577"/>
              <a:chExt cx="3712331" cy="614700"/>
            </a:xfrm>
          </p:grpSpPr>
          <p:sp>
            <p:nvSpPr>
              <p:cNvPr id="50" name="Freeform 20"/>
              <p:cNvSpPr>
                <a:spLocks/>
              </p:cNvSpPr>
              <p:nvPr/>
            </p:nvSpPr>
            <p:spPr bwMode="auto">
              <a:xfrm>
                <a:off x="384522" y="8844503"/>
                <a:ext cx="3494205" cy="550774"/>
              </a:xfrm>
              <a:prstGeom prst="roundRect">
                <a:avLst/>
              </a:prstGeom>
              <a:solidFill>
                <a:srgbClr val="0072BC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US" sz="6000">
                    <a:solidFill>
                      <a:schemeClr val="bg1">
                        <a:lumMod val="95000"/>
                      </a:schemeClr>
                    </a:solidFill>
                    <a:latin typeface="Times New Roman" panose="02020603050405020304" pitchFamily="18" charset="0"/>
                    <a:ea typeface="Tahoma" pitchFamily="34" charset="0"/>
                    <a:cs typeface="Times New Roman" panose="02020603050405020304" pitchFamily="18" charset="0"/>
                  </a:rPr>
                  <a:t>    </a:t>
                </a:r>
              </a:p>
            </p:txBody>
          </p:sp>
          <p:grpSp>
            <p:nvGrpSpPr>
              <p:cNvPr id="51" name="Group 7"/>
              <p:cNvGrpSpPr/>
              <p:nvPr/>
            </p:nvGrpSpPr>
            <p:grpSpPr>
              <a:xfrm>
                <a:off x="166396" y="8780577"/>
                <a:ext cx="702538" cy="572229"/>
                <a:chOff x="-145995" y="8633545"/>
                <a:chExt cx="787401" cy="641352"/>
              </a:xfrm>
            </p:grpSpPr>
            <p:sp>
              <p:nvSpPr>
                <p:cNvPr id="53" name="Freeform 45"/>
                <p:cNvSpPr>
                  <a:spLocks/>
                </p:cNvSpPr>
                <p:nvPr/>
              </p:nvSpPr>
              <p:spPr bwMode="auto">
                <a:xfrm>
                  <a:off x="255643" y="9062171"/>
                  <a:ext cx="363538" cy="88900"/>
                </a:xfrm>
                <a:custGeom>
                  <a:avLst/>
                  <a:gdLst>
                    <a:gd name="T0" fmla="*/ 6 w 97"/>
                    <a:gd name="T1" fmla="*/ 24 h 24"/>
                    <a:gd name="T2" fmla="*/ 0 w 97"/>
                    <a:gd name="T3" fmla="*/ 18 h 24"/>
                    <a:gd name="T4" fmla="*/ 0 w 97"/>
                    <a:gd name="T5" fmla="*/ 6 h 24"/>
                    <a:gd name="T6" fmla="*/ 6 w 97"/>
                    <a:gd name="T7" fmla="*/ 0 h 24"/>
                    <a:gd name="T8" fmla="*/ 91 w 97"/>
                    <a:gd name="T9" fmla="*/ 0 h 24"/>
                    <a:gd name="T10" fmla="*/ 97 w 97"/>
                    <a:gd name="T11" fmla="*/ 6 h 24"/>
                    <a:gd name="T12" fmla="*/ 97 w 97"/>
                    <a:gd name="T13" fmla="*/ 18 h 24"/>
                    <a:gd name="T14" fmla="*/ 91 w 97"/>
                    <a:gd name="T15" fmla="*/ 24 h 24"/>
                    <a:gd name="T16" fmla="*/ 6 w 97"/>
                    <a:gd name="T17" fmla="*/ 2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7" h="24">
                      <a:moveTo>
                        <a:pt x="6" y="24"/>
                      </a:moveTo>
                      <a:cubicBezTo>
                        <a:pt x="3" y="24"/>
                        <a:pt x="0" y="21"/>
                        <a:pt x="0" y="18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95" y="0"/>
                        <a:pt x="97" y="3"/>
                        <a:pt x="97" y="6"/>
                      </a:cubicBezTo>
                      <a:cubicBezTo>
                        <a:pt x="97" y="18"/>
                        <a:pt x="97" y="18"/>
                        <a:pt x="97" y="18"/>
                      </a:cubicBezTo>
                      <a:cubicBezTo>
                        <a:pt x="97" y="21"/>
                        <a:pt x="95" y="24"/>
                        <a:pt x="91" y="24"/>
                      </a:cubicBezTo>
                      <a:lnTo>
                        <a:pt x="6" y="2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4" name="Freeform 46"/>
                <p:cNvSpPr>
                  <a:spLocks noEditPoints="1"/>
                </p:cNvSpPr>
                <p:nvPr/>
              </p:nvSpPr>
              <p:spPr bwMode="auto">
                <a:xfrm>
                  <a:off x="233418" y="9039946"/>
                  <a:ext cx="407988" cy="134938"/>
                </a:xfrm>
                <a:custGeom>
                  <a:avLst/>
                  <a:gdLst>
                    <a:gd name="T0" fmla="*/ 97 w 109"/>
                    <a:gd name="T1" fmla="*/ 12 h 36"/>
                    <a:gd name="T2" fmla="*/ 97 w 109"/>
                    <a:gd name="T3" fmla="*/ 24 h 36"/>
                    <a:gd name="T4" fmla="*/ 12 w 109"/>
                    <a:gd name="T5" fmla="*/ 24 h 36"/>
                    <a:gd name="T6" fmla="*/ 12 w 109"/>
                    <a:gd name="T7" fmla="*/ 12 h 36"/>
                    <a:gd name="T8" fmla="*/ 97 w 109"/>
                    <a:gd name="T9" fmla="*/ 12 h 36"/>
                    <a:gd name="T10" fmla="*/ 97 w 109"/>
                    <a:gd name="T11" fmla="*/ 0 h 36"/>
                    <a:gd name="T12" fmla="*/ 12 w 109"/>
                    <a:gd name="T13" fmla="*/ 0 h 36"/>
                    <a:gd name="T14" fmla="*/ 0 w 109"/>
                    <a:gd name="T15" fmla="*/ 12 h 36"/>
                    <a:gd name="T16" fmla="*/ 0 w 109"/>
                    <a:gd name="T17" fmla="*/ 24 h 36"/>
                    <a:gd name="T18" fmla="*/ 12 w 109"/>
                    <a:gd name="T19" fmla="*/ 36 h 36"/>
                    <a:gd name="T20" fmla="*/ 97 w 109"/>
                    <a:gd name="T21" fmla="*/ 36 h 36"/>
                    <a:gd name="T22" fmla="*/ 109 w 109"/>
                    <a:gd name="T23" fmla="*/ 24 h 36"/>
                    <a:gd name="T24" fmla="*/ 109 w 109"/>
                    <a:gd name="T25" fmla="*/ 12 h 36"/>
                    <a:gd name="T26" fmla="*/ 97 w 109"/>
                    <a:gd name="T27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09" h="36">
                      <a:moveTo>
                        <a:pt x="97" y="12"/>
                      </a:moveTo>
                      <a:cubicBezTo>
                        <a:pt x="97" y="24"/>
                        <a:pt x="97" y="24"/>
                        <a:pt x="97" y="24"/>
                      </a:cubicBezTo>
                      <a:cubicBezTo>
                        <a:pt x="12" y="24"/>
                        <a:pt x="12" y="24"/>
                        <a:pt x="12" y="24"/>
                      </a:cubicBezTo>
                      <a:cubicBezTo>
                        <a:pt x="12" y="12"/>
                        <a:pt x="12" y="12"/>
                        <a:pt x="12" y="12"/>
                      </a:cubicBezTo>
                      <a:cubicBezTo>
                        <a:pt x="97" y="12"/>
                        <a:pt x="97" y="12"/>
                        <a:pt x="97" y="12"/>
                      </a:cubicBezTo>
                      <a:moveTo>
                        <a:pt x="97" y="0"/>
                      </a:move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0" y="6"/>
                        <a:pt x="0" y="12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30"/>
                        <a:pt x="5" y="36"/>
                        <a:pt x="12" y="36"/>
                      </a:cubicBezTo>
                      <a:cubicBezTo>
                        <a:pt x="97" y="36"/>
                        <a:pt x="97" y="36"/>
                        <a:pt x="97" y="36"/>
                      </a:cubicBezTo>
                      <a:cubicBezTo>
                        <a:pt x="104" y="36"/>
                        <a:pt x="109" y="30"/>
                        <a:pt x="109" y="24"/>
                      </a:cubicBezTo>
                      <a:cubicBezTo>
                        <a:pt x="109" y="12"/>
                        <a:pt x="109" y="12"/>
                        <a:pt x="109" y="12"/>
                      </a:cubicBezTo>
                      <a:cubicBezTo>
                        <a:pt x="109" y="6"/>
                        <a:pt x="104" y="0"/>
                        <a:pt x="97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5" name="Freeform 47"/>
                <p:cNvSpPr>
                  <a:spLocks/>
                </p:cNvSpPr>
                <p:nvPr/>
              </p:nvSpPr>
              <p:spPr bwMode="auto">
                <a:xfrm>
                  <a:off x="255643" y="9136784"/>
                  <a:ext cx="363538" cy="90488"/>
                </a:xfrm>
                <a:custGeom>
                  <a:avLst/>
                  <a:gdLst>
                    <a:gd name="T0" fmla="*/ 6 w 97"/>
                    <a:gd name="T1" fmla="*/ 24 h 24"/>
                    <a:gd name="T2" fmla="*/ 0 w 97"/>
                    <a:gd name="T3" fmla="*/ 18 h 24"/>
                    <a:gd name="T4" fmla="*/ 0 w 97"/>
                    <a:gd name="T5" fmla="*/ 6 h 24"/>
                    <a:gd name="T6" fmla="*/ 6 w 97"/>
                    <a:gd name="T7" fmla="*/ 0 h 24"/>
                    <a:gd name="T8" fmla="*/ 91 w 97"/>
                    <a:gd name="T9" fmla="*/ 0 h 24"/>
                    <a:gd name="T10" fmla="*/ 97 w 97"/>
                    <a:gd name="T11" fmla="*/ 6 h 24"/>
                    <a:gd name="T12" fmla="*/ 97 w 97"/>
                    <a:gd name="T13" fmla="*/ 18 h 24"/>
                    <a:gd name="T14" fmla="*/ 91 w 97"/>
                    <a:gd name="T15" fmla="*/ 24 h 24"/>
                    <a:gd name="T16" fmla="*/ 6 w 97"/>
                    <a:gd name="T17" fmla="*/ 2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7" h="24">
                      <a:moveTo>
                        <a:pt x="6" y="24"/>
                      </a:moveTo>
                      <a:cubicBezTo>
                        <a:pt x="3" y="24"/>
                        <a:pt x="0" y="21"/>
                        <a:pt x="0" y="18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95" y="0"/>
                        <a:pt x="97" y="3"/>
                        <a:pt x="97" y="6"/>
                      </a:cubicBezTo>
                      <a:cubicBezTo>
                        <a:pt x="97" y="18"/>
                        <a:pt x="97" y="18"/>
                        <a:pt x="97" y="18"/>
                      </a:cubicBezTo>
                      <a:cubicBezTo>
                        <a:pt x="97" y="21"/>
                        <a:pt x="95" y="24"/>
                        <a:pt x="91" y="24"/>
                      </a:cubicBezTo>
                      <a:lnTo>
                        <a:pt x="6" y="2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6" name="Freeform 48"/>
                <p:cNvSpPr>
                  <a:spLocks noEditPoints="1"/>
                </p:cNvSpPr>
                <p:nvPr/>
              </p:nvSpPr>
              <p:spPr bwMode="auto">
                <a:xfrm>
                  <a:off x="233418" y="9114559"/>
                  <a:ext cx="407988" cy="134938"/>
                </a:xfrm>
                <a:custGeom>
                  <a:avLst/>
                  <a:gdLst>
                    <a:gd name="T0" fmla="*/ 97 w 109"/>
                    <a:gd name="T1" fmla="*/ 12 h 36"/>
                    <a:gd name="T2" fmla="*/ 97 w 109"/>
                    <a:gd name="T3" fmla="*/ 24 h 36"/>
                    <a:gd name="T4" fmla="*/ 12 w 109"/>
                    <a:gd name="T5" fmla="*/ 24 h 36"/>
                    <a:gd name="T6" fmla="*/ 12 w 109"/>
                    <a:gd name="T7" fmla="*/ 12 h 36"/>
                    <a:gd name="T8" fmla="*/ 97 w 109"/>
                    <a:gd name="T9" fmla="*/ 12 h 36"/>
                    <a:gd name="T10" fmla="*/ 97 w 109"/>
                    <a:gd name="T11" fmla="*/ 0 h 36"/>
                    <a:gd name="T12" fmla="*/ 12 w 109"/>
                    <a:gd name="T13" fmla="*/ 0 h 36"/>
                    <a:gd name="T14" fmla="*/ 0 w 109"/>
                    <a:gd name="T15" fmla="*/ 12 h 36"/>
                    <a:gd name="T16" fmla="*/ 0 w 109"/>
                    <a:gd name="T17" fmla="*/ 24 h 36"/>
                    <a:gd name="T18" fmla="*/ 12 w 109"/>
                    <a:gd name="T19" fmla="*/ 36 h 36"/>
                    <a:gd name="T20" fmla="*/ 97 w 109"/>
                    <a:gd name="T21" fmla="*/ 36 h 36"/>
                    <a:gd name="T22" fmla="*/ 109 w 109"/>
                    <a:gd name="T23" fmla="*/ 24 h 36"/>
                    <a:gd name="T24" fmla="*/ 109 w 109"/>
                    <a:gd name="T25" fmla="*/ 12 h 36"/>
                    <a:gd name="T26" fmla="*/ 97 w 109"/>
                    <a:gd name="T27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09" h="36">
                      <a:moveTo>
                        <a:pt x="97" y="12"/>
                      </a:moveTo>
                      <a:cubicBezTo>
                        <a:pt x="97" y="24"/>
                        <a:pt x="97" y="24"/>
                        <a:pt x="97" y="24"/>
                      </a:cubicBezTo>
                      <a:cubicBezTo>
                        <a:pt x="12" y="24"/>
                        <a:pt x="12" y="24"/>
                        <a:pt x="12" y="24"/>
                      </a:cubicBezTo>
                      <a:cubicBezTo>
                        <a:pt x="12" y="12"/>
                        <a:pt x="12" y="12"/>
                        <a:pt x="12" y="12"/>
                      </a:cubicBezTo>
                      <a:cubicBezTo>
                        <a:pt x="97" y="12"/>
                        <a:pt x="97" y="12"/>
                        <a:pt x="97" y="12"/>
                      </a:cubicBezTo>
                      <a:moveTo>
                        <a:pt x="97" y="0"/>
                      </a:move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0" y="6"/>
                        <a:pt x="0" y="12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31"/>
                        <a:pt x="5" y="36"/>
                        <a:pt x="12" y="36"/>
                      </a:cubicBezTo>
                      <a:cubicBezTo>
                        <a:pt x="97" y="36"/>
                        <a:pt x="97" y="36"/>
                        <a:pt x="97" y="36"/>
                      </a:cubicBezTo>
                      <a:cubicBezTo>
                        <a:pt x="104" y="36"/>
                        <a:pt x="109" y="31"/>
                        <a:pt x="109" y="24"/>
                      </a:cubicBezTo>
                      <a:cubicBezTo>
                        <a:pt x="109" y="12"/>
                        <a:pt x="109" y="12"/>
                        <a:pt x="109" y="12"/>
                      </a:cubicBezTo>
                      <a:cubicBezTo>
                        <a:pt x="109" y="6"/>
                        <a:pt x="104" y="0"/>
                        <a:pt x="97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7" name="Freeform 49"/>
                <p:cNvSpPr>
                  <a:spLocks/>
                </p:cNvSpPr>
                <p:nvPr/>
              </p:nvSpPr>
              <p:spPr bwMode="auto">
                <a:xfrm>
                  <a:off x="217543" y="8657358"/>
                  <a:ext cx="263525" cy="254000"/>
                </a:xfrm>
                <a:custGeom>
                  <a:avLst/>
                  <a:gdLst>
                    <a:gd name="T0" fmla="*/ 50 w 70"/>
                    <a:gd name="T1" fmla="*/ 68 h 68"/>
                    <a:gd name="T2" fmla="*/ 45 w 70"/>
                    <a:gd name="T3" fmla="*/ 67 h 68"/>
                    <a:gd name="T4" fmla="*/ 2 w 70"/>
                    <a:gd name="T5" fmla="*/ 23 h 68"/>
                    <a:gd name="T6" fmla="*/ 2 w 70"/>
                    <a:gd name="T7" fmla="*/ 15 h 68"/>
                    <a:gd name="T8" fmla="*/ 14 w 70"/>
                    <a:gd name="T9" fmla="*/ 3 h 68"/>
                    <a:gd name="T10" fmla="*/ 22 w 70"/>
                    <a:gd name="T11" fmla="*/ 0 h 68"/>
                    <a:gd name="T12" fmla="*/ 31 w 70"/>
                    <a:gd name="T13" fmla="*/ 3 h 68"/>
                    <a:gd name="T14" fmla="*/ 65 w 70"/>
                    <a:gd name="T15" fmla="*/ 38 h 68"/>
                    <a:gd name="T16" fmla="*/ 65 w 70"/>
                    <a:gd name="T17" fmla="*/ 55 h 68"/>
                    <a:gd name="T18" fmla="*/ 54 w 70"/>
                    <a:gd name="T19" fmla="*/ 67 h 68"/>
                    <a:gd name="T20" fmla="*/ 50 w 70"/>
                    <a:gd name="T21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0" h="68">
                      <a:moveTo>
                        <a:pt x="50" y="68"/>
                      </a:moveTo>
                      <a:cubicBezTo>
                        <a:pt x="48" y="68"/>
                        <a:pt x="47" y="68"/>
                        <a:pt x="45" y="67"/>
                      </a:cubicBezTo>
                      <a:cubicBezTo>
                        <a:pt x="2" y="23"/>
                        <a:pt x="2" y="23"/>
                        <a:pt x="2" y="23"/>
                      </a:cubicBezTo>
                      <a:cubicBezTo>
                        <a:pt x="0" y="21"/>
                        <a:pt x="0" y="17"/>
                        <a:pt x="2" y="15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6" y="1"/>
                        <a:pt x="19" y="0"/>
                        <a:pt x="22" y="0"/>
                      </a:cubicBezTo>
                      <a:cubicBezTo>
                        <a:pt x="26" y="0"/>
                        <a:pt x="29" y="1"/>
                        <a:pt x="31" y="3"/>
                      </a:cubicBezTo>
                      <a:cubicBezTo>
                        <a:pt x="65" y="38"/>
                        <a:pt x="65" y="38"/>
                        <a:pt x="65" y="38"/>
                      </a:cubicBezTo>
                      <a:cubicBezTo>
                        <a:pt x="70" y="42"/>
                        <a:pt x="70" y="50"/>
                        <a:pt x="65" y="55"/>
                      </a:cubicBezTo>
                      <a:cubicBezTo>
                        <a:pt x="54" y="67"/>
                        <a:pt x="54" y="67"/>
                        <a:pt x="54" y="67"/>
                      </a:cubicBezTo>
                      <a:cubicBezTo>
                        <a:pt x="53" y="68"/>
                        <a:pt x="51" y="68"/>
                        <a:pt x="50" y="6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8" name="Freeform 50"/>
                <p:cNvSpPr>
                  <a:spLocks noEditPoints="1"/>
                </p:cNvSpPr>
                <p:nvPr/>
              </p:nvSpPr>
              <p:spPr bwMode="auto">
                <a:xfrm>
                  <a:off x="192143" y="8633545"/>
                  <a:ext cx="314325" cy="300038"/>
                </a:xfrm>
                <a:custGeom>
                  <a:avLst/>
                  <a:gdLst>
                    <a:gd name="T0" fmla="*/ 29 w 84"/>
                    <a:gd name="T1" fmla="*/ 12 h 80"/>
                    <a:gd name="T2" fmla="*/ 34 w 84"/>
                    <a:gd name="T3" fmla="*/ 13 h 80"/>
                    <a:gd name="T4" fmla="*/ 68 w 84"/>
                    <a:gd name="T5" fmla="*/ 48 h 80"/>
                    <a:gd name="T6" fmla="*/ 68 w 84"/>
                    <a:gd name="T7" fmla="*/ 57 h 80"/>
                    <a:gd name="T8" fmla="*/ 57 w 84"/>
                    <a:gd name="T9" fmla="*/ 68 h 80"/>
                    <a:gd name="T10" fmla="*/ 13 w 84"/>
                    <a:gd name="T11" fmla="*/ 25 h 80"/>
                    <a:gd name="T12" fmla="*/ 25 w 84"/>
                    <a:gd name="T13" fmla="*/ 13 h 80"/>
                    <a:gd name="T14" fmla="*/ 29 w 84"/>
                    <a:gd name="T15" fmla="*/ 12 h 80"/>
                    <a:gd name="T16" fmla="*/ 29 w 84"/>
                    <a:gd name="T17" fmla="*/ 0 h 80"/>
                    <a:gd name="T18" fmla="*/ 16 w 84"/>
                    <a:gd name="T19" fmla="*/ 5 h 80"/>
                    <a:gd name="T20" fmla="*/ 5 w 84"/>
                    <a:gd name="T21" fmla="*/ 16 h 80"/>
                    <a:gd name="T22" fmla="*/ 5 w 84"/>
                    <a:gd name="T23" fmla="*/ 33 h 80"/>
                    <a:gd name="T24" fmla="*/ 48 w 84"/>
                    <a:gd name="T25" fmla="*/ 77 h 80"/>
                    <a:gd name="T26" fmla="*/ 57 w 84"/>
                    <a:gd name="T27" fmla="*/ 80 h 80"/>
                    <a:gd name="T28" fmla="*/ 57 w 84"/>
                    <a:gd name="T29" fmla="*/ 80 h 80"/>
                    <a:gd name="T30" fmla="*/ 65 w 84"/>
                    <a:gd name="T31" fmla="*/ 77 h 80"/>
                    <a:gd name="T32" fmla="*/ 77 w 84"/>
                    <a:gd name="T33" fmla="*/ 65 h 80"/>
                    <a:gd name="T34" fmla="*/ 77 w 84"/>
                    <a:gd name="T35" fmla="*/ 39 h 80"/>
                    <a:gd name="T36" fmla="*/ 42 w 84"/>
                    <a:gd name="T37" fmla="*/ 5 h 80"/>
                    <a:gd name="T38" fmla="*/ 29 w 84"/>
                    <a:gd name="T39" fmla="*/ 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84" h="80">
                      <a:moveTo>
                        <a:pt x="29" y="12"/>
                      </a:moveTo>
                      <a:cubicBezTo>
                        <a:pt x="31" y="12"/>
                        <a:pt x="33" y="12"/>
                        <a:pt x="34" y="13"/>
                      </a:cubicBezTo>
                      <a:cubicBezTo>
                        <a:pt x="34" y="13"/>
                        <a:pt x="34" y="13"/>
                        <a:pt x="68" y="48"/>
                      </a:cubicBezTo>
                      <a:cubicBezTo>
                        <a:pt x="71" y="50"/>
                        <a:pt x="71" y="54"/>
                        <a:pt x="68" y="57"/>
                      </a:cubicBezTo>
                      <a:cubicBezTo>
                        <a:pt x="68" y="57"/>
                        <a:pt x="68" y="57"/>
                        <a:pt x="57" y="68"/>
                      </a:cubicBezTo>
                      <a:cubicBezTo>
                        <a:pt x="57" y="68"/>
                        <a:pt x="57" y="68"/>
                        <a:pt x="13" y="25"/>
                      </a:cubicBezTo>
                      <a:cubicBezTo>
                        <a:pt x="13" y="25"/>
                        <a:pt x="13" y="25"/>
                        <a:pt x="25" y="13"/>
                      </a:cubicBezTo>
                      <a:cubicBezTo>
                        <a:pt x="26" y="12"/>
                        <a:pt x="28" y="12"/>
                        <a:pt x="29" y="12"/>
                      </a:cubicBezTo>
                      <a:moveTo>
                        <a:pt x="29" y="0"/>
                      </a:moveTo>
                      <a:cubicBezTo>
                        <a:pt x="24" y="0"/>
                        <a:pt x="20" y="2"/>
                        <a:pt x="16" y="5"/>
                      </a:cubicBezTo>
                      <a:cubicBezTo>
                        <a:pt x="5" y="16"/>
                        <a:pt x="5" y="16"/>
                        <a:pt x="5" y="16"/>
                      </a:cubicBezTo>
                      <a:cubicBezTo>
                        <a:pt x="0" y="21"/>
                        <a:pt x="0" y="29"/>
                        <a:pt x="5" y="33"/>
                      </a:cubicBezTo>
                      <a:cubicBezTo>
                        <a:pt x="48" y="77"/>
                        <a:pt x="48" y="77"/>
                        <a:pt x="48" y="77"/>
                      </a:cubicBezTo>
                      <a:cubicBezTo>
                        <a:pt x="50" y="79"/>
                        <a:pt x="53" y="80"/>
                        <a:pt x="57" y="80"/>
                      </a:cubicBezTo>
                      <a:cubicBezTo>
                        <a:pt x="57" y="80"/>
                        <a:pt x="57" y="80"/>
                        <a:pt x="57" y="80"/>
                      </a:cubicBezTo>
                      <a:cubicBezTo>
                        <a:pt x="60" y="80"/>
                        <a:pt x="63" y="79"/>
                        <a:pt x="65" y="77"/>
                      </a:cubicBezTo>
                      <a:cubicBezTo>
                        <a:pt x="77" y="65"/>
                        <a:pt x="77" y="65"/>
                        <a:pt x="77" y="65"/>
                      </a:cubicBezTo>
                      <a:cubicBezTo>
                        <a:pt x="84" y="58"/>
                        <a:pt x="84" y="47"/>
                        <a:pt x="77" y="39"/>
                      </a:cubicBezTo>
                      <a:cubicBezTo>
                        <a:pt x="42" y="5"/>
                        <a:pt x="42" y="5"/>
                        <a:pt x="42" y="5"/>
                      </a:cubicBezTo>
                      <a:cubicBezTo>
                        <a:pt x="39" y="2"/>
                        <a:pt x="34" y="0"/>
                        <a:pt x="29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9" name="Freeform 51"/>
                <p:cNvSpPr>
                  <a:spLocks noEditPoints="1"/>
                </p:cNvSpPr>
                <p:nvPr/>
              </p:nvSpPr>
              <p:spPr bwMode="auto">
                <a:xfrm>
                  <a:off x="-123770" y="8724033"/>
                  <a:ext cx="742950" cy="528639"/>
                </a:xfrm>
                <a:custGeom>
                  <a:avLst/>
                  <a:gdLst>
                    <a:gd name="T0" fmla="*/ 12 w 198"/>
                    <a:gd name="T1" fmla="*/ 141 h 141"/>
                    <a:gd name="T2" fmla="*/ 8 w 198"/>
                    <a:gd name="T3" fmla="*/ 140 h 141"/>
                    <a:gd name="T4" fmla="*/ 3 w 198"/>
                    <a:gd name="T5" fmla="*/ 134 h 141"/>
                    <a:gd name="T6" fmla="*/ 1 w 198"/>
                    <a:gd name="T7" fmla="*/ 128 h 141"/>
                    <a:gd name="T8" fmla="*/ 14 w 198"/>
                    <a:gd name="T9" fmla="*/ 77 h 141"/>
                    <a:gd name="T10" fmla="*/ 15 w 198"/>
                    <a:gd name="T11" fmla="*/ 75 h 141"/>
                    <a:gd name="T12" fmla="*/ 88 w 198"/>
                    <a:gd name="T13" fmla="*/ 1 h 141"/>
                    <a:gd name="T14" fmla="*/ 92 w 198"/>
                    <a:gd name="T15" fmla="*/ 0 h 141"/>
                    <a:gd name="T16" fmla="*/ 92 w 198"/>
                    <a:gd name="T17" fmla="*/ 0 h 141"/>
                    <a:gd name="T18" fmla="*/ 97 w 198"/>
                    <a:gd name="T19" fmla="*/ 1 h 141"/>
                    <a:gd name="T20" fmla="*/ 103 w 198"/>
                    <a:gd name="T21" fmla="*/ 8 h 141"/>
                    <a:gd name="T22" fmla="*/ 105 w 198"/>
                    <a:gd name="T23" fmla="*/ 12 h 141"/>
                    <a:gd name="T24" fmla="*/ 109 w 198"/>
                    <a:gd name="T25" fmla="*/ 13 h 141"/>
                    <a:gd name="T26" fmla="*/ 116 w 198"/>
                    <a:gd name="T27" fmla="*/ 21 h 141"/>
                    <a:gd name="T28" fmla="*/ 117 w 198"/>
                    <a:gd name="T29" fmla="*/ 24 h 141"/>
                    <a:gd name="T30" fmla="*/ 121 w 198"/>
                    <a:gd name="T31" fmla="*/ 26 h 141"/>
                    <a:gd name="T32" fmla="*/ 128 w 198"/>
                    <a:gd name="T33" fmla="*/ 33 h 141"/>
                    <a:gd name="T34" fmla="*/ 130 w 198"/>
                    <a:gd name="T35" fmla="*/ 37 h 141"/>
                    <a:gd name="T36" fmla="*/ 133 w 198"/>
                    <a:gd name="T37" fmla="*/ 38 h 141"/>
                    <a:gd name="T38" fmla="*/ 140 w 198"/>
                    <a:gd name="T39" fmla="*/ 45 h 141"/>
                    <a:gd name="T40" fmla="*/ 142 w 198"/>
                    <a:gd name="T41" fmla="*/ 49 h 141"/>
                    <a:gd name="T42" fmla="*/ 140 w 198"/>
                    <a:gd name="T43" fmla="*/ 53 h 141"/>
                    <a:gd name="T44" fmla="*/ 124 w 198"/>
                    <a:gd name="T45" fmla="*/ 70 h 141"/>
                    <a:gd name="T46" fmla="*/ 192 w 198"/>
                    <a:gd name="T47" fmla="*/ 70 h 141"/>
                    <a:gd name="T48" fmla="*/ 198 w 198"/>
                    <a:gd name="T49" fmla="*/ 76 h 141"/>
                    <a:gd name="T50" fmla="*/ 198 w 198"/>
                    <a:gd name="T51" fmla="*/ 87 h 141"/>
                    <a:gd name="T52" fmla="*/ 192 w 198"/>
                    <a:gd name="T53" fmla="*/ 93 h 141"/>
                    <a:gd name="T54" fmla="*/ 107 w 198"/>
                    <a:gd name="T55" fmla="*/ 93 h 141"/>
                    <a:gd name="T56" fmla="*/ 103 w 198"/>
                    <a:gd name="T57" fmla="*/ 91 h 141"/>
                    <a:gd name="T58" fmla="*/ 67 w 198"/>
                    <a:gd name="T59" fmla="*/ 127 h 141"/>
                    <a:gd name="T60" fmla="*/ 64 w 198"/>
                    <a:gd name="T61" fmla="*/ 128 h 141"/>
                    <a:gd name="T62" fmla="*/ 14 w 198"/>
                    <a:gd name="T63" fmla="*/ 141 h 141"/>
                    <a:gd name="T64" fmla="*/ 12 w 198"/>
                    <a:gd name="T65" fmla="*/ 141 h 141"/>
                    <a:gd name="T66" fmla="*/ 23 w 198"/>
                    <a:gd name="T67" fmla="*/ 119 h 141"/>
                    <a:gd name="T68" fmla="*/ 45 w 198"/>
                    <a:gd name="T69" fmla="*/ 113 h 141"/>
                    <a:gd name="T70" fmla="*/ 29 w 198"/>
                    <a:gd name="T71" fmla="*/ 97 h 141"/>
                    <a:gd name="T72" fmla="*/ 23 w 198"/>
                    <a:gd name="T73" fmla="*/ 119 h 1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198" h="141">
                      <a:moveTo>
                        <a:pt x="12" y="141"/>
                      </a:moveTo>
                      <a:cubicBezTo>
                        <a:pt x="11" y="141"/>
                        <a:pt x="9" y="141"/>
                        <a:pt x="8" y="140"/>
                      </a:cubicBezTo>
                      <a:cubicBezTo>
                        <a:pt x="3" y="134"/>
                        <a:pt x="3" y="134"/>
                        <a:pt x="3" y="134"/>
                      </a:cubicBezTo>
                      <a:cubicBezTo>
                        <a:pt x="1" y="133"/>
                        <a:pt x="0" y="131"/>
                        <a:pt x="1" y="128"/>
                      </a:cubicBezTo>
                      <a:cubicBezTo>
                        <a:pt x="14" y="77"/>
                        <a:pt x="14" y="77"/>
                        <a:pt x="14" y="77"/>
                      </a:cubicBezTo>
                      <a:cubicBezTo>
                        <a:pt x="14" y="76"/>
                        <a:pt x="15" y="75"/>
                        <a:pt x="15" y="75"/>
                      </a:cubicBezTo>
                      <a:cubicBezTo>
                        <a:pt x="88" y="1"/>
                        <a:pt x="88" y="1"/>
                        <a:pt x="88" y="1"/>
                      </a:cubicBezTo>
                      <a:cubicBezTo>
                        <a:pt x="89" y="0"/>
                        <a:pt x="91" y="0"/>
                        <a:pt x="92" y="0"/>
                      </a:cubicBezTo>
                      <a:cubicBezTo>
                        <a:pt x="92" y="0"/>
                        <a:pt x="92" y="0"/>
                        <a:pt x="92" y="0"/>
                      </a:cubicBezTo>
                      <a:cubicBezTo>
                        <a:pt x="94" y="0"/>
                        <a:pt x="96" y="0"/>
                        <a:pt x="97" y="1"/>
                      </a:cubicBezTo>
                      <a:cubicBezTo>
                        <a:pt x="103" y="8"/>
                        <a:pt x="103" y="8"/>
                        <a:pt x="103" y="8"/>
                      </a:cubicBezTo>
                      <a:cubicBezTo>
                        <a:pt x="104" y="9"/>
                        <a:pt x="105" y="10"/>
                        <a:pt x="105" y="12"/>
                      </a:cubicBezTo>
                      <a:cubicBezTo>
                        <a:pt x="106" y="12"/>
                        <a:pt x="108" y="12"/>
                        <a:pt x="109" y="13"/>
                      </a:cubicBezTo>
                      <a:cubicBezTo>
                        <a:pt x="116" y="21"/>
                        <a:pt x="116" y="21"/>
                        <a:pt x="116" y="21"/>
                      </a:cubicBezTo>
                      <a:cubicBezTo>
                        <a:pt x="117" y="22"/>
                        <a:pt x="117" y="23"/>
                        <a:pt x="117" y="24"/>
                      </a:cubicBezTo>
                      <a:cubicBezTo>
                        <a:pt x="119" y="24"/>
                        <a:pt x="120" y="25"/>
                        <a:pt x="121" y="26"/>
                      </a:cubicBezTo>
                      <a:cubicBezTo>
                        <a:pt x="128" y="33"/>
                        <a:pt x="128" y="33"/>
                        <a:pt x="128" y="33"/>
                      </a:cubicBezTo>
                      <a:cubicBezTo>
                        <a:pt x="129" y="34"/>
                        <a:pt x="130" y="35"/>
                        <a:pt x="130" y="37"/>
                      </a:cubicBezTo>
                      <a:cubicBezTo>
                        <a:pt x="131" y="37"/>
                        <a:pt x="132" y="37"/>
                        <a:pt x="133" y="38"/>
                      </a:cubicBezTo>
                      <a:cubicBezTo>
                        <a:pt x="140" y="45"/>
                        <a:pt x="140" y="45"/>
                        <a:pt x="140" y="45"/>
                      </a:cubicBezTo>
                      <a:cubicBezTo>
                        <a:pt x="141" y="46"/>
                        <a:pt x="142" y="47"/>
                        <a:pt x="142" y="49"/>
                      </a:cubicBezTo>
                      <a:cubicBezTo>
                        <a:pt x="142" y="51"/>
                        <a:pt x="141" y="52"/>
                        <a:pt x="140" y="53"/>
                      </a:cubicBezTo>
                      <a:cubicBezTo>
                        <a:pt x="124" y="70"/>
                        <a:pt x="124" y="70"/>
                        <a:pt x="124" y="70"/>
                      </a:cubicBezTo>
                      <a:cubicBezTo>
                        <a:pt x="192" y="70"/>
                        <a:pt x="192" y="70"/>
                        <a:pt x="192" y="70"/>
                      </a:cubicBezTo>
                      <a:cubicBezTo>
                        <a:pt x="196" y="70"/>
                        <a:pt x="198" y="72"/>
                        <a:pt x="198" y="76"/>
                      </a:cubicBezTo>
                      <a:cubicBezTo>
                        <a:pt x="198" y="87"/>
                        <a:pt x="198" y="87"/>
                        <a:pt x="198" y="87"/>
                      </a:cubicBezTo>
                      <a:cubicBezTo>
                        <a:pt x="198" y="91"/>
                        <a:pt x="196" y="93"/>
                        <a:pt x="192" y="93"/>
                      </a:cubicBezTo>
                      <a:cubicBezTo>
                        <a:pt x="107" y="93"/>
                        <a:pt x="107" y="93"/>
                        <a:pt x="107" y="93"/>
                      </a:cubicBezTo>
                      <a:cubicBezTo>
                        <a:pt x="105" y="93"/>
                        <a:pt x="104" y="92"/>
                        <a:pt x="103" y="91"/>
                      </a:cubicBezTo>
                      <a:cubicBezTo>
                        <a:pt x="67" y="127"/>
                        <a:pt x="67" y="127"/>
                        <a:pt x="67" y="127"/>
                      </a:cubicBezTo>
                      <a:cubicBezTo>
                        <a:pt x="66" y="127"/>
                        <a:pt x="65" y="128"/>
                        <a:pt x="64" y="128"/>
                      </a:cubicBezTo>
                      <a:cubicBezTo>
                        <a:pt x="14" y="141"/>
                        <a:pt x="14" y="141"/>
                        <a:pt x="14" y="141"/>
                      </a:cubicBezTo>
                      <a:cubicBezTo>
                        <a:pt x="13" y="141"/>
                        <a:pt x="13" y="141"/>
                        <a:pt x="12" y="141"/>
                      </a:cubicBezTo>
                      <a:close/>
                      <a:moveTo>
                        <a:pt x="23" y="119"/>
                      </a:moveTo>
                      <a:cubicBezTo>
                        <a:pt x="45" y="113"/>
                        <a:pt x="45" y="113"/>
                        <a:pt x="45" y="113"/>
                      </a:cubicBezTo>
                      <a:cubicBezTo>
                        <a:pt x="29" y="97"/>
                        <a:pt x="29" y="97"/>
                        <a:pt x="29" y="97"/>
                      </a:cubicBezTo>
                      <a:lnTo>
                        <a:pt x="23" y="11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0" name="Freeform 52"/>
                <p:cNvSpPr>
                  <a:spLocks noEditPoints="1"/>
                </p:cNvSpPr>
                <p:nvPr/>
              </p:nvSpPr>
              <p:spPr bwMode="auto">
                <a:xfrm>
                  <a:off x="-145995" y="8701808"/>
                  <a:ext cx="787400" cy="573089"/>
                </a:xfrm>
                <a:custGeom>
                  <a:avLst/>
                  <a:gdLst>
                    <a:gd name="T0" fmla="*/ 98 w 210"/>
                    <a:gd name="T1" fmla="*/ 12 h 153"/>
                    <a:gd name="T2" fmla="*/ 105 w 210"/>
                    <a:gd name="T3" fmla="*/ 18 h 153"/>
                    <a:gd name="T4" fmla="*/ 37 w 210"/>
                    <a:gd name="T5" fmla="*/ 86 h 153"/>
                    <a:gd name="T6" fmla="*/ 43 w 210"/>
                    <a:gd name="T7" fmla="*/ 92 h 153"/>
                    <a:gd name="T8" fmla="*/ 110 w 210"/>
                    <a:gd name="T9" fmla="*/ 24 h 153"/>
                    <a:gd name="T10" fmla="*/ 118 w 210"/>
                    <a:gd name="T11" fmla="*/ 31 h 153"/>
                    <a:gd name="T12" fmla="*/ 50 w 210"/>
                    <a:gd name="T13" fmla="*/ 99 h 153"/>
                    <a:gd name="T14" fmla="*/ 55 w 210"/>
                    <a:gd name="T15" fmla="*/ 104 h 153"/>
                    <a:gd name="T16" fmla="*/ 123 w 210"/>
                    <a:gd name="T17" fmla="*/ 36 h 153"/>
                    <a:gd name="T18" fmla="*/ 130 w 210"/>
                    <a:gd name="T19" fmla="*/ 43 h 153"/>
                    <a:gd name="T20" fmla="*/ 62 w 210"/>
                    <a:gd name="T21" fmla="*/ 111 h 153"/>
                    <a:gd name="T22" fmla="*/ 68 w 210"/>
                    <a:gd name="T23" fmla="*/ 116 h 153"/>
                    <a:gd name="T24" fmla="*/ 135 w 210"/>
                    <a:gd name="T25" fmla="*/ 49 h 153"/>
                    <a:gd name="T26" fmla="*/ 142 w 210"/>
                    <a:gd name="T27" fmla="*/ 55 h 153"/>
                    <a:gd name="T28" fmla="*/ 115 w 210"/>
                    <a:gd name="T29" fmla="*/ 82 h 153"/>
                    <a:gd name="T30" fmla="*/ 198 w 210"/>
                    <a:gd name="T31" fmla="*/ 82 h 153"/>
                    <a:gd name="T32" fmla="*/ 198 w 210"/>
                    <a:gd name="T33" fmla="*/ 93 h 153"/>
                    <a:gd name="T34" fmla="*/ 113 w 210"/>
                    <a:gd name="T35" fmla="*/ 93 h 153"/>
                    <a:gd name="T36" fmla="*/ 113 w 210"/>
                    <a:gd name="T37" fmla="*/ 84 h 153"/>
                    <a:gd name="T38" fmla="*/ 69 w 210"/>
                    <a:gd name="T39" fmla="*/ 128 h 153"/>
                    <a:gd name="T40" fmla="*/ 18 w 210"/>
                    <a:gd name="T41" fmla="*/ 141 h 153"/>
                    <a:gd name="T42" fmla="*/ 13 w 210"/>
                    <a:gd name="T43" fmla="*/ 136 h 153"/>
                    <a:gd name="T44" fmla="*/ 26 w 210"/>
                    <a:gd name="T45" fmla="*/ 85 h 153"/>
                    <a:gd name="T46" fmla="*/ 98 w 210"/>
                    <a:gd name="T47" fmla="*/ 12 h 153"/>
                    <a:gd name="T48" fmla="*/ 21 w 210"/>
                    <a:gd name="T49" fmla="*/ 133 h 153"/>
                    <a:gd name="T50" fmla="*/ 62 w 210"/>
                    <a:gd name="T51" fmla="*/ 122 h 153"/>
                    <a:gd name="T52" fmla="*/ 32 w 210"/>
                    <a:gd name="T53" fmla="*/ 91 h 153"/>
                    <a:gd name="T54" fmla="*/ 21 w 210"/>
                    <a:gd name="T55" fmla="*/ 133 h 153"/>
                    <a:gd name="T56" fmla="*/ 98 w 210"/>
                    <a:gd name="T57" fmla="*/ 0 h 153"/>
                    <a:gd name="T58" fmla="*/ 98 w 210"/>
                    <a:gd name="T59" fmla="*/ 0 h 153"/>
                    <a:gd name="T60" fmla="*/ 90 w 210"/>
                    <a:gd name="T61" fmla="*/ 3 h 153"/>
                    <a:gd name="T62" fmla="*/ 17 w 210"/>
                    <a:gd name="T63" fmla="*/ 76 h 153"/>
                    <a:gd name="T64" fmla="*/ 14 w 210"/>
                    <a:gd name="T65" fmla="*/ 82 h 153"/>
                    <a:gd name="T66" fmla="*/ 1 w 210"/>
                    <a:gd name="T67" fmla="*/ 133 h 153"/>
                    <a:gd name="T68" fmla="*/ 4 w 210"/>
                    <a:gd name="T69" fmla="*/ 145 h 153"/>
                    <a:gd name="T70" fmla="*/ 10 w 210"/>
                    <a:gd name="T71" fmla="*/ 150 h 153"/>
                    <a:gd name="T72" fmla="*/ 18 w 210"/>
                    <a:gd name="T73" fmla="*/ 153 h 153"/>
                    <a:gd name="T74" fmla="*/ 21 w 210"/>
                    <a:gd name="T75" fmla="*/ 153 h 153"/>
                    <a:gd name="T76" fmla="*/ 72 w 210"/>
                    <a:gd name="T77" fmla="*/ 140 h 153"/>
                    <a:gd name="T78" fmla="*/ 77 w 210"/>
                    <a:gd name="T79" fmla="*/ 137 h 153"/>
                    <a:gd name="T80" fmla="*/ 109 w 210"/>
                    <a:gd name="T81" fmla="*/ 105 h 153"/>
                    <a:gd name="T82" fmla="*/ 113 w 210"/>
                    <a:gd name="T83" fmla="*/ 105 h 153"/>
                    <a:gd name="T84" fmla="*/ 198 w 210"/>
                    <a:gd name="T85" fmla="*/ 105 h 153"/>
                    <a:gd name="T86" fmla="*/ 210 w 210"/>
                    <a:gd name="T87" fmla="*/ 93 h 153"/>
                    <a:gd name="T88" fmla="*/ 210 w 210"/>
                    <a:gd name="T89" fmla="*/ 82 h 153"/>
                    <a:gd name="T90" fmla="*/ 198 w 210"/>
                    <a:gd name="T91" fmla="*/ 70 h 153"/>
                    <a:gd name="T92" fmla="*/ 144 w 210"/>
                    <a:gd name="T93" fmla="*/ 70 h 153"/>
                    <a:gd name="T94" fmla="*/ 150 w 210"/>
                    <a:gd name="T95" fmla="*/ 64 h 153"/>
                    <a:gd name="T96" fmla="*/ 154 w 210"/>
                    <a:gd name="T97" fmla="*/ 55 h 153"/>
                    <a:gd name="T98" fmla="*/ 150 w 210"/>
                    <a:gd name="T99" fmla="*/ 47 h 153"/>
                    <a:gd name="T100" fmla="*/ 144 w 210"/>
                    <a:gd name="T101" fmla="*/ 40 h 153"/>
                    <a:gd name="T102" fmla="*/ 140 w 210"/>
                    <a:gd name="T103" fmla="*/ 38 h 153"/>
                    <a:gd name="T104" fmla="*/ 138 w 210"/>
                    <a:gd name="T105" fmla="*/ 35 h 153"/>
                    <a:gd name="T106" fmla="*/ 131 w 210"/>
                    <a:gd name="T107" fmla="*/ 28 h 153"/>
                    <a:gd name="T108" fmla="*/ 128 w 210"/>
                    <a:gd name="T109" fmla="*/ 25 h 153"/>
                    <a:gd name="T110" fmla="*/ 126 w 210"/>
                    <a:gd name="T111" fmla="*/ 22 h 153"/>
                    <a:gd name="T112" fmla="*/ 119 w 210"/>
                    <a:gd name="T113" fmla="*/ 15 h 153"/>
                    <a:gd name="T114" fmla="*/ 116 w 210"/>
                    <a:gd name="T115" fmla="*/ 13 h 153"/>
                    <a:gd name="T116" fmla="*/ 113 w 210"/>
                    <a:gd name="T117" fmla="*/ 10 h 153"/>
                    <a:gd name="T118" fmla="*/ 107 w 210"/>
                    <a:gd name="T119" fmla="*/ 3 h 153"/>
                    <a:gd name="T120" fmla="*/ 98 w 210"/>
                    <a:gd name="T121" fmla="*/ 0 h 1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210" h="153">
                      <a:moveTo>
                        <a:pt x="98" y="12"/>
                      </a:moveTo>
                      <a:cubicBezTo>
                        <a:pt x="105" y="18"/>
                        <a:pt x="105" y="18"/>
                        <a:pt x="105" y="18"/>
                      </a:cubicBezTo>
                      <a:cubicBezTo>
                        <a:pt x="37" y="86"/>
                        <a:pt x="37" y="86"/>
                        <a:pt x="37" y="86"/>
                      </a:cubicBezTo>
                      <a:cubicBezTo>
                        <a:pt x="43" y="92"/>
                        <a:pt x="43" y="92"/>
                        <a:pt x="43" y="92"/>
                      </a:cubicBezTo>
                      <a:cubicBezTo>
                        <a:pt x="110" y="24"/>
                        <a:pt x="110" y="24"/>
                        <a:pt x="110" y="24"/>
                      </a:cubicBezTo>
                      <a:cubicBezTo>
                        <a:pt x="118" y="31"/>
                        <a:pt x="118" y="31"/>
                        <a:pt x="118" y="31"/>
                      </a:cubicBezTo>
                      <a:cubicBezTo>
                        <a:pt x="50" y="99"/>
                        <a:pt x="50" y="99"/>
                        <a:pt x="50" y="99"/>
                      </a:cubicBezTo>
                      <a:cubicBezTo>
                        <a:pt x="55" y="104"/>
                        <a:pt x="55" y="104"/>
                        <a:pt x="55" y="104"/>
                      </a:cubicBezTo>
                      <a:cubicBezTo>
                        <a:pt x="123" y="36"/>
                        <a:pt x="123" y="36"/>
                        <a:pt x="123" y="36"/>
                      </a:cubicBezTo>
                      <a:cubicBezTo>
                        <a:pt x="130" y="43"/>
                        <a:pt x="130" y="43"/>
                        <a:pt x="130" y="43"/>
                      </a:cubicBezTo>
                      <a:cubicBezTo>
                        <a:pt x="62" y="111"/>
                        <a:pt x="62" y="111"/>
                        <a:pt x="62" y="111"/>
                      </a:cubicBezTo>
                      <a:cubicBezTo>
                        <a:pt x="68" y="116"/>
                        <a:pt x="68" y="116"/>
                        <a:pt x="68" y="116"/>
                      </a:cubicBezTo>
                      <a:cubicBezTo>
                        <a:pt x="135" y="49"/>
                        <a:pt x="135" y="49"/>
                        <a:pt x="135" y="49"/>
                      </a:cubicBezTo>
                      <a:cubicBezTo>
                        <a:pt x="142" y="55"/>
                        <a:pt x="142" y="55"/>
                        <a:pt x="142" y="55"/>
                      </a:cubicBezTo>
                      <a:cubicBezTo>
                        <a:pt x="115" y="82"/>
                        <a:pt x="115" y="82"/>
                        <a:pt x="115" y="82"/>
                      </a:cubicBezTo>
                      <a:cubicBezTo>
                        <a:pt x="198" y="82"/>
                        <a:pt x="198" y="82"/>
                        <a:pt x="198" y="82"/>
                      </a:cubicBezTo>
                      <a:cubicBezTo>
                        <a:pt x="198" y="93"/>
                        <a:pt x="198" y="93"/>
                        <a:pt x="198" y="93"/>
                      </a:cubicBezTo>
                      <a:cubicBezTo>
                        <a:pt x="113" y="93"/>
                        <a:pt x="113" y="93"/>
                        <a:pt x="113" y="93"/>
                      </a:cubicBezTo>
                      <a:cubicBezTo>
                        <a:pt x="113" y="84"/>
                        <a:pt x="113" y="84"/>
                        <a:pt x="113" y="84"/>
                      </a:cubicBezTo>
                      <a:cubicBezTo>
                        <a:pt x="69" y="128"/>
                        <a:pt x="69" y="128"/>
                        <a:pt x="69" y="128"/>
                      </a:cubicBezTo>
                      <a:cubicBezTo>
                        <a:pt x="18" y="141"/>
                        <a:pt x="18" y="141"/>
                        <a:pt x="18" y="141"/>
                      </a:cubicBezTo>
                      <a:cubicBezTo>
                        <a:pt x="13" y="136"/>
                        <a:pt x="13" y="136"/>
                        <a:pt x="13" y="136"/>
                      </a:cubicBezTo>
                      <a:cubicBezTo>
                        <a:pt x="26" y="85"/>
                        <a:pt x="26" y="85"/>
                        <a:pt x="26" y="85"/>
                      </a:cubicBezTo>
                      <a:cubicBezTo>
                        <a:pt x="98" y="12"/>
                        <a:pt x="98" y="12"/>
                        <a:pt x="98" y="12"/>
                      </a:cubicBezTo>
                      <a:moveTo>
                        <a:pt x="21" y="133"/>
                      </a:moveTo>
                      <a:cubicBezTo>
                        <a:pt x="62" y="122"/>
                        <a:pt x="62" y="122"/>
                        <a:pt x="62" y="122"/>
                      </a:cubicBezTo>
                      <a:cubicBezTo>
                        <a:pt x="32" y="91"/>
                        <a:pt x="32" y="91"/>
                        <a:pt x="32" y="91"/>
                      </a:cubicBezTo>
                      <a:cubicBezTo>
                        <a:pt x="21" y="133"/>
                        <a:pt x="21" y="133"/>
                        <a:pt x="21" y="133"/>
                      </a:cubicBezTo>
                      <a:moveTo>
                        <a:pt x="98" y="0"/>
                      </a:moveTo>
                      <a:cubicBezTo>
                        <a:pt x="98" y="0"/>
                        <a:pt x="98" y="0"/>
                        <a:pt x="98" y="0"/>
                      </a:cubicBezTo>
                      <a:cubicBezTo>
                        <a:pt x="95" y="0"/>
                        <a:pt x="92" y="1"/>
                        <a:pt x="90" y="3"/>
                      </a:cubicBezTo>
                      <a:cubicBezTo>
                        <a:pt x="17" y="76"/>
                        <a:pt x="17" y="76"/>
                        <a:pt x="17" y="76"/>
                      </a:cubicBezTo>
                      <a:cubicBezTo>
                        <a:pt x="16" y="78"/>
                        <a:pt x="15" y="80"/>
                        <a:pt x="14" y="82"/>
                      </a:cubicBezTo>
                      <a:cubicBezTo>
                        <a:pt x="1" y="133"/>
                        <a:pt x="1" y="133"/>
                        <a:pt x="1" y="133"/>
                      </a:cubicBezTo>
                      <a:cubicBezTo>
                        <a:pt x="0" y="137"/>
                        <a:pt x="1" y="142"/>
                        <a:pt x="4" y="145"/>
                      </a:cubicBezTo>
                      <a:cubicBezTo>
                        <a:pt x="10" y="150"/>
                        <a:pt x="10" y="150"/>
                        <a:pt x="10" y="150"/>
                      </a:cubicBezTo>
                      <a:cubicBezTo>
                        <a:pt x="12" y="152"/>
                        <a:pt x="15" y="153"/>
                        <a:pt x="18" y="153"/>
                      </a:cubicBezTo>
                      <a:cubicBezTo>
                        <a:pt x="19" y="153"/>
                        <a:pt x="20" y="153"/>
                        <a:pt x="21" y="153"/>
                      </a:cubicBezTo>
                      <a:cubicBezTo>
                        <a:pt x="72" y="140"/>
                        <a:pt x="72" y="140"/>
                        <a:pt x="72" y="140"/>
                      </a:cubicBezTo>
                      <a:cubicBezTo>
                        <a:pt x="74" y="140"/>
                        <a:pt x="76" y="138"/>
                        <a:pt x="77" y="137"/>
                      </a:cubicBezTo>
                      <a:cubicBezTo>
                        <a:pt x="109" y="105"/>
                        <a:pt x="109" y="105"/>
                        <a:pt x="109" y="105"/>
                      </a:cubicBezTo>
                      <a:cubicBezTo>
                        <a:pt x="111" y="105"/>
                        <a:pt x="112" y="105"/>
                        <a:pt x="113" y="105"/>
                      </a:cubicBezTo>
                      <a:cubicBezTo>
                        <a:pt x="198" y="105"/>
                        <a:pt x="198" y="105"/>
                        <a:pt x="198" y="105"/>
                      </a:cubicBezTo>
                      <a:cubicBezTo>
                        <a:pt x="205" y="105"/>
                        <a:pt x="210" y="100"/>
                        <a:pt x="210" y="93"/>
                      </a:cubicBezTo>
                      <a:cubicBezTo>
                        <a:pt x="210" y="82"/>
                        <a:pt x="210" y="82"/>
                        <a:pt x="210" y="82"/>
                      </a:cubicBezTo>
                      <a:cubicBezTo>
                        <a:pt x="210" y="75"/>
                        <a:pt x="205" y="70"/>
                        <a:pt x="198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50" y="64"/>
                        <a:pt x="150" y="64"/>
                        <a:pt x="150" y="64"/>
                      </a:cubicBezTo>
                      <a:cubicBezTo>
                        <a:pt x="153" y="61"/>
                        <a:pt x="154" y="58"/>
                        <a:pt x="154" y="55"/>
                      </a:cubicBezTo>
                      <a:cubicBezTo>
                        <a:pt x="154" y="52"/>
                        <a:pt x="152" y="49"/>
                        <a:pt x="150" y="47"/>
                      </a:cubicBezTo>
                      <a:cubicBezTo>
                        <a:pt x="144" y="40"/>
                        <a:pt x="144" y="40"/>
                        <a:pt x="144" y="40"/>
                      </a:cubicBezTo>
                      <a:cubicBezTo>
                        <a:pt x="143" y="39"/>
                        <a:pt x="142" y="39"/>
                        <a:pt x="140" y="38"/>
                      </a:cubicBezTo>
                      <a:cubicBezTo>
                        <a:pt x="140" y="37"/>
                        <a:pt x="139" y="36"/>
                        <a:pt x="138" y="35"/>
                      </a:cubicBezTo>
                      <a:cubicBezTo>
                        <a:pt x="131" y="28"/>
                        <a:pt x="131" y="28"/>
                        <a:pt x="131" y="28"/>
                      </a:cubicBezTo>
                      <a:cubicBezTo>
                        <a:pt x="131" y="27"/>
                        <a:pt x="129" y="26"/>
                        <a:pt x="128" y="25"/>
                      </a:cubicBezTo>
                      <a:cubicBezTo>
                        <a:pt x="128" y="24"/>
                        <a:pt x="127" y="23"/>
                        <a:pt x="126" y="22"/>
                      </a:cubicBezTo>
                      <a:cubicBezTo>
                        <a:pt x="119" y="15"/>
                        <a:pt x="119" y="15"/>
                        <a:pt x="119" y="15"/>
                      </a:cubicBezTo>
                      <a:cubicBezTo>
                        <a:pt x="118" y="14"/>
                        <a:pt x="117" y="13"/>
                        <a:pt x="116" y="13"/>
                      </a:cubicBezTo>
                      <a:cubicBezTo>
                        <a:pt x="115" y="12"/>
                        <a:pt x="114" y="10"/>
                        <a:pt x="113" y="10"/>
                      </a:cubicBezTo>
                      <a:cubicBezTo>
                        <a:pt x="107" y="3"/>
                        <a:pt x="107" y="3"/>
                        <a:pt x="107" y="3"/>
                      </a:cubicBezTo>
                      <a:cubicBezTo>
                        <a:pt x="105" y="1"/>
                        <a:pt x="102" y="0"/>
                        <a:pt x="98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1" name="Rectangle 53"/>
                <p:cNvSpPr>
                  <a:spLocks noChangeArrowheads="1"/>
                </p:cNvSpPr>
                <p:nvPr/>
              </p:nvSpPr>
              <p:spPr bwMode="auto">
                <a:xfrm>
                  <a:off x="277868" y="9084396"/>
                  <a:ext cx="319088" cy="4445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2" name="Rectangle 54"/>
                <p:cNvSpPr>
                  <a:spLocks noChangeArrowheads="1"/>
                </p:cNvSpPr>
                <p:nvPr/>
              </p:nvSpPr>
              <p:spPr bwMode="auto">
                <a:xfrm>
                  <a:off x="277868" y="9159009"/>
                  <a:ext cx="319088" cy="4445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3" name="Freeform 55"/>
                <p:cNvSpPr>
                  <a:spLocks/>
                </p:cNvSpPr>
                <p:nvPr/>
              </p:nvSpPr>
              <p:spPr bwMode="auto">
                <a:xfrm>
                  <a:off x="239768" y="8674820"/>
                  <a:ext cx="217488" cy="214313"/>
                </a:xfrm>
                <a:custGeom>
                  <a:avLst/>
                  <a:gdLst>
                    <a:gd name="T0" fmla="*/ 55 w 58"/>
                    <a:gd name="T1" fmla="*/ 46 h 57"/>
                    <a:gd name="T2" fmla="*/ 55 w 58"/>
                    <a:gd name="T3" fmla="*/ 37 h 57"/>
                    <a:gd name="T4" fmla="*/ 21 w 58"/>
                    <a:gd name="T5" fmla="*/ 2 h 57"/>
                    <a:gd name="T6" fmla="*/ 12 w 58"/>
                    <a:gd name="T7" fmla="*/ 2 h 57"/>
                    <a:gd name="T8" fmla="*/ 0 w 58"/>
                    <a:gd name="T9" fmla="*/ 14 h 57"/>
                    <a:gd name="T10" fmla="*/ 44 w 58"/>
                    <a:gd name="T11" fmla="*/ 57 h 57"/>
                    <a:gd name="T12" fmla="*/ 55 w 58"/>
                    <a:gd name="T13" fmla="*/ 46 h 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8" h="57">
                      <a:moveTo>
                        <a:pt x="55" y="46"/>
                      </a:moveTo>
                      <a:cubicBezTo>
                        <a:pt x="58" y="43"/>
                        <a:pt x="58" y="39"/>
                        <a:pt x="55" y="37"/>
                      </a:cubicBezTo>
                      <a:cubicBezTo>
                        <a:pt x="21" y="2"/>
                        <a:pt x="21" y="2"/>
                        <a:pt x="21" y="2"/>
                      </a:cubicBezTo>
                      <a:cubicBezTo>
                        <a:pt x="18" y="0"/>
                        <a:pt x="14" y="0"/>
                        <a:pt x="12" y="2"/>
                      </a:cubicBezTo>
                      <a:cubicBezTo>
                        <a:pt x="0" y="14"/>
                        <a:pt x="0" y="14"/>
                        <a:pt x="0" y="14"/>
                      </a:cubicBezTo>
                      <a:cubicBezTo>
                        <a:pt x="44" y="57"/>
                        <a:pt x="44" y="57"/>
                        <a:pt x="44" y="57"/>
                      </a:cubicBezTo>
                      <a:cubicBezTo>
                        <a:pt x="55" y="46"/>
                        <a:pt x="55" y="46"/>
                        <a:pt x="55" y="4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4" name="Freeform 56"/>
                <p:cNvSpPr>
                  <a:spLocks noEditPoints="1"/>
                </p:cNvSpPr>
                <p:nvPr/>
              </p:nvSpPr>
              <p:spPr bwMode="auto">
                <a:xfrm>
                  <a:off x="-96782" y="8746258"/>
                  <a:ext cx="693738" cy="484189"/>
                </a:xfrm>
                <a:custGeom>
                  <a:avLst/>
                  <a:gdLst>
                    <a:gd name="T0" fmla="*/ 241 w 437"/>
                    <a:gd name="T1" fmla="*/ 166 h 305"/>
                    <a:gd name="T2" fmla="*/ 305 w 437"/>
                    <a:gd name="T3" fmla="*/ 102 h 305"/>
                    <a:gd name="T4" fmla="*/ 288 w 437"/>
                    <a:gd name="T5" fmla="*/ 88 h 305"/>
                    <a:gd name="T6" fmla="*/ 130 w 437"/>
                    <a:gd name="T7" fmla="*/ 246 h 305"/>
                    <a:gd name="T8" fmla="*/ 116 w 437"/>
                    <a:gd name="T9" fmla="*/ 234 h 305"/>
                    <a:gd name="T10" fmla="*/ 276 w 437"/>
                    <a:gd name="T11" fmla="*/ 74 h 305"/>
                    <a:gd name="T12" fmla="*/ 260 w 437"/>
                    <a:gd name="T13" fmla="*/ 57 h 305"/>
                    <a:gd name="T14" fmla="*/ 99 w 437"/>
                    <a:gd name="T15" fmla="*/ 218 h 305"/>
                    <a:gd name="T16" fmla="*/ 87 w 437"/>
                    <a:gd name="T17" fmla="*/ 206 h 305"/>
                    <a:gd name="T18" fmla="*/ 248 w 437"/>
                    <a:gd name="T19" fmla="*/ 45 h 305"/>
                    <a:gd name="T20" fmla="*/ 229 w 437"/>
                    <a:gd name="T21" fmla="*/ 29 h 305"/>
                    <a:gd name="T22" fmla="*/ 71 w 437"/>
                    <a:gd name="T23" fmla="*/ 189 h 305"/>
                    <a:gd name="T24" fmla="*/ 56 w 437"/>
                    <a:gd name="T25" fmla="*/ 175 h 305"/>
                    <a:gd name="T26" fmla="*/ 217 w 437"/>
                    <a:gd name="T27" fmla="*/ 14 h 305"/>
                    <a:gd name="T28" fmla="*/ 201 w 437"/>
                    <a:gd name="T29" fmla="*/ 0 h 305"/>
                    <a:gd name="T30" fmla="*/ 30 w 437"/>
                    <a:gd name="T31" fmla="*/ 173 h 305"/>
                    <a:gd name="T32" fmla="*/ 0 w 437"/>
                    <a:gd name="T33" fmla="*/ 293 h 305"/>
                    <a:gd name="T34" fmla="*/ 12 w 437"/>
                    <a:gd name="T35" fmla="*/ 305 h 305"/>
                    <a:gd name="T36" fmla="*/ 132 w 437"/>
                    <a:gd name="T37" fmla="*/ 274 h 305"/>
                    <a:gd name="T38" fmla="*/ 236 w 437"/>
                    <a:gd name="T39" fmla="*/ 170 h 305"/>
                    <a:gd name="T40" fmla="*/ 236 w 437"/>
                    <a:gd name="T41" fmla="*/ 192 h 305"/>
                    <a:gd name="T42" fmla="*/ 437 w 437"/>
                    <a:gd name="T43" fmla="*/ 192 h 305"/>
                    <a:gd name="T44" fmla="*/ 437 w 437"/>
                    <a:gd name="T45" fmla="*/ 166 h 305"/>
                    <a:gd name="T46" fmla="*/ 241 w 437"/>
                    <a:gd name="T47" fmla="*/ 166 h 305"/>
                    <a:gd name="T48" fmla="*/ 19 w 437"/>
                    <a:gd name="T49" fmla="*/ 286 h 305"/>
                    <a:gd name="T50" fmla="*/ 45 w 437"/>
                    <a:gd name="T51" fmla="*/ 187 h 305"/>
                    <a:gd name="T52" fmla="*/ 116 w 437"/>
                    <a:gd name="T53" fmla="*/ 260 h 305"/>
                    <a:gd name="T54" fmla="*/ 19 w 437"/>
                    <a:gd name="T55" fmla="*/ 286 h 3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437" h="305">
                      <a:moveTo>
                        <a:pt x="241" y="166"/>
                      </a:moveTo>
                      <a:lnTo>
                        <a:pt x="305" y="102"/>
                      </a:lnTo>
                      <a:lnTo>
                        <a:pt x="288" y="88"/>
                      </a:lnTo>
                      <a:lnTo>
                        <a:pt x="130" y="246"/>
                      </a:lnTo>
                      <a:lnTo>
                        <a:pt x="116" y="234"/>
                      </a:lnTo>
                      <a:lnTo>
                        <a:pt x="276" y="74"/>
                      </a:lnTo>
                      <a:lnTo>
                        <a:pt x="260" y="57"/>
                      </a:lnTo>
                      <a:lnTo>
                        <a:pt x="99" y="218"/>
                      </a:lnTo>
                      <a:lnTo>
                        <a:pt x="87" y="206"/>
                      </a:lnTo>
                      <a:lnTo>
                        <a:pt x="248" y="45"/>
                      </a:lnTo>
                      <a:lnTo>
                        <a:pt x="229" y="29"/>
                      </a:lnTo>
                      <a:lnTo>
                        <a:pt x="71" y="189"/>
                      </a:lnTo>
                      <a:lnTo>
                        <a:pt x="56" y="175"/>
                      </a:lnTo>
                      <a:lnTo>
                        <a:pt x="217" y="14"/>
                      </a:lnTo>
                      <a:lnTo>
                        <a:pt x="201" y="0"/>
                      </a:lnTo>
                      <a:lnTo>
                        <a:pt x="30" y="173"/>
                      </a:lnTo>
                      <a:lnTo>
                        <a:pt x="0" y="293"/>
                      </a:lnTo>
                      <a:lnTo>
                        <a:pt x="12" y="305"/>
                      </a:lnTo>
                      <a:lnTo>
                        <a:pt x="132" y="274"/>
                      </a:lnTo>
                      <a:lnTo>
                        <a:pt x="236" y="170"/>
                      </a:lnTo>
                      <a:lnTo>
                        <a:pt x="236" y="192"/>
                      </a:lnTo>
                      <a:lnTo>
                        <a:pt x="437" y="192"/>
                      </a:lnTo>
                      <a:lnTo>
                        <a:pt x="437" y="166"/>
                      </a:lnTo>
                      <a:lnTo>
                        <a:pt x="241" y="166"/>
                      </a:lnTo>
                      <a:close/>
                      <a:moveTo>
                        <a:pt x="19" y="286"/>
                      </a:moveTo>
                      <a:lnTo>
                        <a:pt x="45" y="187"/>
                      </a:lnTo>
                      <a:lnTo>
                        <a:pt x="116" y="260"/>
                      </a:lnTo>
                      <a:lnTo>
                        <a:pt x="19" y="28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p:grpSp>
        </p:grpSp>
      </p:grpSp>
      <p:grpSp>
        <p:nvGrpSpPr>
          <p:cNvPr id="74" name="Group 67"/>
          <p:cNvGrpSpPr/>
          <p:nvPr/>
        </p:nvGrpSpPr>
        <p:grpSpPr>
          <a:xfrm>
            <a:off x="908863" y="8705512"/>
            <a:ext cx="3510737" cy="1151911"/>
            <a:chOff x="1311958" y="3405486"/>
            <a:chExt cx="3557092" cy="1028748"/>
          </a:xfrm>
        </p:grpSpPr>
        <p:sp>
          <p:nvSpPr>
            <p:cNvPr id="75" name="Freeform 20"/>
            <p:cNvSpPr>
              <a:spLocks/>
            </p:cNvSpPr>
            <p:nvPr/>
          </p:nvSpPr>
          <p:spPr bwMode="auto">
            <a:xfrm rot="5400000">
              <a:off x="2967389" y="2625080"/>
              <a:ext cx="793395" cy="2582819"/>
            </a:xfrm>
            <a:prstGeom prst="round2SameRect">
              <a:avLst>
                <a:gd name="adj1" fmla="val 6498"/>
                <a:gd name="adj2" fmla="val 0"/>
              </a:avLst>
            </a:prstGeom>
            <a:solidFill>
              <a:schemeClr val="accent6">
                <a:lumMod val="75000"/>
              </a:schemeClr>
            </a:solidFill>
            <a:ln w="57150">
              <a:solidFill>
                <a:schemeClr val="accent6">
                  <a:lumMod val="75000"/>
                </a:schemeClr>
              </a:solidFill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1912738" y="3527166"/>
              <a:ext cx="2956312" cy="907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b="1">
                  <a:solidFill>
                    <a:schemeClr val="bg1"/>
                  </a:solidFill>
                  <a:latin typeface="Times New Roman" panose="02020603050405020304" pitchFamily="18" charset="0"/>
                  <a:ea typeface="Tahoma" pitchFamily="34" charset="0"/>
                  <a:cs typeface="Times New Roman" panose="02020603050405020304" pitchFamily="18" charset="0"/>
                </a:rPr>
                <a:t>Lời giải</a:t>
              </a:r>
              <a:r>
                <a:rPr lang="vi-VN" sz="6000" b="1">
                  <a:solidFill>
                    <a:schemeClr val="bg1"/>
                  </a:solidFill>
                  <a:latin typeface="Times New Roman" panose="02020603050405020304" pitchFamily="18" charset="0"/>
                  <a:ea typeface="Tahoma" pitchFamily="34" charset="0"/>
                  <a:cs typeface="Times New Roman" panose="02020603050405020304" pitchFamily="18" charset="0"/>
                </a:rPr>
                <a:t> </a:t>
              </a:r>
              <a:endPara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7" name="Group 70"/>
            <p:cNvGrpSpPr/>
            <p:nvPr/>
          </p:nvGrpSpPr>
          <p:grpSpPr>
            <a:xfrm>
              <a:off x="1311958" y="3405486"/>
              <a:ext cx="950173" cy="940513"/>
              <a:chOff x="1311958" y="3405486"/>
              <a:chExt cx="950173" cy="940513"/>
            </a:xfrm>
          </p:grpSpPr>
          <p:sp>
            <p:nvSpPr>
              <p:cNvPr id="78" name="Rectangle 77"/>
              <p:cNvSpPr/>
              <p:nvPr/>
            </p:nvSpPr>
            <p:spPr>
              <a:xfrm>
                <a:off x="1406975" y="3672018"/>
                <a:ext cx="596676" cy="5403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Freeform 13"/>
              <p:cNvSpPr>
                <a:spLocks noEditPoints="1"/>
              </p:cNvSpPr>
              <p:nvPr/>
            </p:nvSpPr>
            <p:spPr bwMode="auto">
              <a:xfrm>
                <a:off x="1311958" y="3581027"/>
                <a:ext cx="190035" cy="268948"/>
              </a:xfrm>
              <a:custGeom>
                <a:avLst/>
                <a:gdLst>
                  <a:gd name="T0" fmla="*/ 34 w 50"/>
                  <a:gd name="T1" fmla="*/ 16 h 71"/>
                  <a:gd name="T2" fmla="*/ 34 w 50"/>
                  <a:gd name="T3" fmla="*/ 55 h 71"/>
                  <a:gd name="T4" fmla="*/ 16 w 50"/>
                  <a:gd name="T5" fmla="*/ 55 h 71"/>
                  <a:gd name="T6" fmla="*/ 16 w 50"/>
                  <a:gd name="T7" fmla="*/ 16 h 71"/>
                  <a:gd name="T8" fmla="*/ 34 w 50"/>
                  <a:gd name="T9" fmla="*/ 16 h 71"/>
                  <a:gd name="T10" fmla="*/ 34 w 50"/>
                  <a:gd name="T11" fmla="*/ 0 h 71"/>
                  <a:gd name="T12" fmla="*/ 16 w 50"/>
                  <a:gd name="T13" fmla="*/ 0 h 71"/>
                  <a:gd name="T14" fmla="*/ 0 w 50"/>
                  <a:gd name="T15" fmla="*/ 16 h 71"/>
                  <a:gd name="T16" fmla="*/ 0 w 50"/>
                  <a:gd name="T17" fmla="*/ 55 h 71"/>
                  <a:gd name="T18" fmla="*/ 16 w 50"/>
                  <a:gd name="T19" fmla="*/ 71 h 71"/>
                  <a:gd name="T20" fmla="*/ 34 w 50"/>
                  <a:gd name="T21" fmla="*/ 71 h 71"/>
                  <a:gd name="T22" fmla="*/ 50 w 50"/>
                  <a:gd name="T23" fmla="*/ 55 h 71"/>
                  <a:gd name="T24" fmla="*/ 50 w 50"/>
                  <a:gd name="T25" fmla="*/ 16 h 71"/>
                  <a:gd name="T26" fmla="*/ 34 w 50"/>
                  <a:gd name="T2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1">
                    <a:moveTo>
                      <a:pt x="34" y="16"/>
                    </a:moveTo>
                    <a:cubicBezTo>
                      <a:pt x="34" y="55"/>
                      <a:pt x="34" y="55"/>
                      <a:pt x="34" y="55"/>
                    </a:cubicBezTo>
                    <a:cubicBezTo>
                      <a:pt x="16" y="55"/>
                      <a:pt x="16" y="55"/>
                      <a:pt x="16" y="5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64"/>
                      <a:pt x="7" y="71"/>
                      <a:pt x="16" y="71"/>
                    </a:cubicBezTo>
                    <a:cubicBezTo>
                      <a:pt x="34" y="71"/>
                      <a:pt x="34" y="71"/>
                      <a:pt x="34" y="71"/>
                    </a:cubicBezTo>
                    <a:cubicBezTo>
                      <a:pt x="43" y="71"/>
                      <a:pt x="50" y="64"/>
                      <a:pt x="50" y="55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14"/>
              <p:cNvSpPr>
                <a:spLocks noEditPoints="1"/>
              </p:cNvSpPr>
              <p:nvPr/>
            </p:nvSpPr>
            <p:spPr bwMode="auto">
              <a:xfrm>
                <a:off x="1311958" y="3581027"/>
                <a:ext cx="277000" cy="181983"/>
              </a:xfrm>
              <a:custGeom>
                <a:avLst/>
                <a:gdLst>
                  <a:gd name="T0" fmla="*/ 57 w 73"/>
                  <a:gd name="T1" fmla="*/ 16 h 48"/>
                  <a:gd name="T2" fmla="*/ 57 w 73"/>
                  <a:gd name="T3" fmla="*/ 32 h 48"/>
                  <a:gd name="T4" fmla="*/ 16 w 73"/>
                  <a:gd name="T5" fmla="*/ 32 h 48"/>
                  <a:gd name="T6" fmla="*/ 16 w 73"/>
                  <a:gd name="T7" fmla="*/ 16 h 48"/>
                  <a:gd name="T8" fmla="*/ 57 w 73"/>
                  <a:gd name="T9" fmla="*/ 16 h 48"/>
                  <a:gd name="T10" fmla="*/ 57 w 73"/>
                  <a:gd name="T11" fmla="*/ 0 h 48"/>
                  <a:gd name="T12" fmla="*/ 16 w 73"/>
                  <a:gd name="T13" fmla="*/ 0 h 48"/>
                  <a:gd name="T14" fmla="*/ 0 w 73"/>
                  <a:gd name="T15" fmla="*/ 16 h 48"/>
                  <a:gd name="T16" fmla="*/ 0 w 73"/>
                  <a:gd name="T17" fmla="*/ 32 h 48"/>
                  <a:gd name="T18" fmla="*/ 16 w 73"/>
                  <a:gd name="T19" fmla="*/ 48 h 48"/>
                  <a:gd name="T20" fmla="*/ 57 w 73"/>
                  <a:gd name="T21" fmla="*/ 48 h 48"/>
                  <a:gd name="T22" fmla="*/ 73 w 73"/>
                  <a:gd name="T23" fmla="*/ 32 h 48"/>
                  <a:gd name="T24" fmla="*/ 73 w 73"/>
                  <a:gd name="T25" fmla="*/ 16 h 48"/>
                  <a:gd name="T26" fmla="*/ 57 w 73"/>
                  <a:gd name="T27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" h="48">
                    <a:moveTo>
                      <a:pt x="57" y="16"/>
                    </a:moveTo>
                    <a:cubicBezTo>
                      <a:pt x="57" y="32"/>
                      <a:pt x="57" y="32"/>
                      <a:pt x="5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7" y="16"/>
                      <a:pt x="57" y="16"/>
                      <a:pt x="57" y="16"/>
                    </a:cubicBezTo>
                    <a:moveTo>
                      <a:pt x="57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41"/>
                      <a:pt x="7" y="48"/>
                      <a:pt x="16" y="48"/>
                    </a:cubicBezTo>
                    <a:cubicBezTo>
                      <a:pt x="57" y="48"/>
                      <a:pt x="57" y="48"/>
                      <a:pt x="57" y="48"/>
                    </a:cubicBezTo>
                    <a:cubicBezTo>
                      <a:pt x="66" y="48"/>
                      <a:pt x="73" y="41"/>
                      <a:pt x="73" y="32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7"/>
                      <a:pt x="66" y="0"/>
                      <a:pt x="57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15"/>
              <p:cNvSpPr>
                <a:spLocks noEditPoints="1"/>
              </p:cNvSpPr>
              <p:nvPr/>
            </p:nvSpPr>
            <p:spPr bwMode="auto">
              <a:xfrm>
                <a:off x="1563190" y="3581027"/>
                <a:ext cx="285052" cy="181983"/>
              </a:xfrm>
              <a:custGeom>
                <a:avLst/>
                <a:gdLst>
                  <a:gd name="T0" fmla="*/ 58 w 75"/>
                  <a:gd name="T1" fmla="*/ 16 h 48"/>
                  <a:gd name="T2" fmla="*/ 43 w 75"/>
                  <a:gd name="T3" fmla="*/ 32 h 48"/>
                  <a:gd name="T4" fmla="*/ 16 w 75"/>
                  <a:gd name="T5" fmla="*/ 32 h 48"/>
                  <a:gd name="T6" fmla="*/ 16 w 75"/>
                  <a:gd name="T7" fmla="*/ 16 h 48"/>
                  <a:gd name="T8" fmla="*/ 58 w 75"/>
                  <a:gd name="T9" fmla="*/ 16 h 48"/>
                  <a:gd name="T10" fmla="*/ 58 w 75"/>
                  <a:gd name="T11" fmla="*/ 0 h 48"/>
                  <a:gd name="T12" fmla="*/ 16 w 75"/>
                  <a:gd name="T13" fmla="*/ 0 h 48"/>
                  <a:gd name="T14" fmla="*/ 0 w 75"/>
                  <a:gd name="T15" fmla="*/ 16 h 48"/>
                  <a:gd name="T16" fmla="*/ 0 w 75"/>
                  <a:gd name="T17" fmla="*/ 32 h 48"/>
                  <a:gd name="T18" fmla="*/ 16 w 75"/>
                  <a:gd name="T19" fmla="*/ 48 h 48"/>
                  <a:gd name="T20" fmla="*/ 43 w 75"/>
                  <a:gd name="T21" fmla="*/ 48 h 48"/>
                  <a:gd name="T22" fmla="*/ 55 w 75"/>
                  <a:gd name="T23" fmla="*/ 43 h 48"/>
                  <a:gd name="T24" fmla="*/ 70 w 75"/>
                  <a:gd name="T25" fmla="*/ 26 h 48"/>
                  <a:gd name="T26" fmla="*/ 73 w 75"/>
                  <a:gd name="T27" fmla="*/ 9 h 48"/>
                  <a:gd name="T28" fmla="*/ 58 w 75"/>
                  <a:gd name="T29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5" h="48">
                    <a:moveTo>
                      <a:pt x="58" y="16"/>
                    </a:moveTo>
                    <a:cubicBezTo>
                      <a:pt x="43" y="32"/>
                      <a:pt x="43" y="32"/>
                      <a:pt x="43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8" y="16"/>
                      <a:pt x="58" y="16"/>
                      <a:pt x="58" y="16"/>
                    </a:cubicBezTo>
                    <a:moveTo>
                      <a:pt x="58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8" y="0"/>
                      <a:pt x="0" y="7"/>
                      <a:pt x="0" y="16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41"/>
                      <a:pt x="8" y="48"/>
                      <a:pt x="16" y="48"/>
                    </a:cubicBezTo>
                    <a:cubicBezTo>
                      <a:pt x="43" y="48"/>
                      <a:pt x="43" y="48"/>
                      <a:pt x="43" y="48"/>
                    </a:cubicBezTo>
                    <a:cubicBezTo>
                      <a:pt x="48" y="48"/>
                      <a:pt x="52" y="46"/>
                      <a:pt x="55" y="43"/>
                    </a:cubicBezTo>
                    <a:cubicBezTo>
                      <a:pt x="70" y="26"/>
                      <a:pt x="70" y="26"/>
                      <a:pt x="70" y="26"/>
                    </a:cubicBezTo>
                    <a:cubicBezTo>
                      <a:pt x="74" y="22"/>
                      <a:pt x="75" y="15"/>
                      <a:pt x="73" y="9"/>
                    </a:cubicBezTo>
                    <a:cubicBezTo>
                      <a:pt x="70" y="3"/>
                      <a:pt x="64" y="0"/>
                      <a:pt x="58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16"/>
              <p:cNvSpPr>
                <a:spLocks noEditPoints="1"/>
              </p:cNvSpPr>
              <p:nvPr/>
            </p:nvSpPr>
            <p:spPr bwMode="auto">
              <a:xfrm>
                <a:off x="1563190" y="4151132"/>
                <a:ext cx="280221" cy="194867"/>
              </a:xfrm>
              <a:custGeom>
                <a:avLst/>
                <a:gdLst>
                  <a:gd name="T0" fmla="*/ 58 w 74"/>
                  <a:gd name="T1" fmla="*/ 16 h 51"/>
                  <a:gd name="T2" fmla="*/ 58 w 74"/>
                  <a:gd name="T3" fmla="*/ 35 h 51"/>
                  <a:gd name="T4" fmla="*/ 16 w 74"/>
                  <a:gd name="T5" fmla="*/ 35 h 51"/>
                  <a:gd name="T6" fmla="*/ 16 w 74"/>
                  <a:gd name="T7" fmla="*/ 16 h 51"/>
                  <a:gd name="T8" fmla="*/ 58 w 74"/>
                  <a:gd name="T9" fmla="*/ 16 h 51"/>
                  <a:gd name="T10" fmla="*/ 58 w 74"/>
                  <a:gd name="T11" fmla="*/ 0 h 51"/>
                  <a:gd name="T12" fmla="*/ 16 w 74"/>
                  <a:gd name="T13" fmla="*/ 0 h 51"/>
                  <a:gd name="T14" fmla="*/ 0 w 74"/>
                  <a:gd name="T15" fmla="*/ 16 h 51"/>
                  <a:gd name="T16" fmla="*/ 0 w 74"/>
                  <a:gd name="T17" fmla="*/ 35 h 51"/>
                  <a:gd name="T18" fmla="*/ 16 w 74"/>
                  <a:gd name="T19" fmla="*/ 51 h 51"/>
                  <a:gd name="T20" fmla="*/ 58 w 74"/>
                  <a:gd name="T21" fmla="*/ 51 h 51"/>
                  <a:gd name="T22" fmla="*/ 74 w 74"/>
                  <a:gd name="T23" fmla="*/ 35 h 51"/>
                  <a:gd name="T24" fmla="*/ 74 w 74"/>
                  <a:gd name="T25" fmla="*/ 16 h 51"/>
                  <a:gd name="T26" fmla="*/ 58 w 74"/>
                  <a:gd name="T27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4" h="51">
                    <a:moveTo>
                      <a:pt x="58" y="16"/>
                    </a:moveTo>
                    <a:cubicBezTo>
                      <a:pt x="58" y="35"/>
                      <a:pt x="58" y="35"/>
                      <a:pt x="58" y="35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8" y="16"/>
                      <a:pt x="58" y="16"/>
                      <a:pt x="58" y="16"/>
                    </a:cubicBezTo>
                    <a:moveTo>
                      <a:pt x="58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8" y="0"/>
                      <a:pt x="0" y="7"/>
                      <a:pt x="0" y="1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43"/>
                      <a:pt x="8" y="51"/>
                      <a:pt x="16" y="51"/>
                    </a:cubicBezTo>
                    <a:cubicBezTo>
                      <a:pt x="58" y="51"/>
                      <a:pt x="58" y="51"/>
                      <a:pt x="58" y="51"/>
                    </a:cubicBezTo>
                    <a:cubicBezTo>
                      <a:pt x="67" y="51"/>
                      <a:pt x="74" y="43"/>
                      <a:pt x="74" y="35"/>
                    </a:cubicBezTo>
                    <a:cubicBezTo>
                      <a:pt x="74" y="16"/>
                      <a:pt x="74" y="16"/>
                      <a:pt x="74" y="16"/>
                    </a:cubicBezTo>
                    <a:cubicBezTo>
                      <a:pt x="74" y="7"/>
                      <a:pt x="67" y="0"/>
                      <a:pt x="58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17"/>
              <p:cNvSpPr>
                <a:spLocks noEditPoints="1"/>
              </p:cNvSpPr>
              <p:nvPr/>
            </p:nvSpPr>
            <p:spPr bwMode="auto">
              <a:xfrm>
                <a:off x="1311958" y="4064167"/>
                <a:ext cx="190035" cy="281832"/>
              </a:xfrm>
              <a:custGeom>
                <a:avLst/>
                <a:gdLst>
                  <a:gd name="T0" fmla="*/ 34 w 50"/>
                  <a:gd name="T1" fmla="*/ 16 h 74"/>
                  <a:gd name="T2" fmla="*/ 34 w 50"/>
                  <a:gd name="T3" fmla="*/ 58 h 74"/>
                  <a:gd name="T4" fmla="*/ 16 w 50"/>
                  <a:gd name="T5" fmla="*/ 58 h 74"/>
                  <a:gd name="T6" fmla="*/ 16 w 50"/>
                  <a:gd name="T7" fmla="*/ 16 h 74"/>
                  <a:gd name="T8" fmla="*/ 34 w 50"/>
                  <a:gd name="T9" fmla="*/ 16 h 74"/>
                  <a:gd name="T10" fmla="*/ 34 w 50"/>
                  <a:gd name="T11" fmla="*/ 0 h 74"/>
                  <a:gd name="T12" fmla="*/ 16 w 50"/>
                  <a:gd name="T13" fmla="*/ 0 h 74"/>
                  <a:gd name="T14" fmla="*/ 0 w 50"/>
                  <a:gd name="T15" fmla="*/ 16 h 74"/>
                  <a:gd name="T16" fmla="*/ 0 w 50"/>
                  <a:gd name="T17" fmla="*/ 58 h 74"/>
                  <a:gd name="T18" fmla="*/ 16 w 50"/>
                  <a:gd name="T19" fmla="*/ 74 h 74"/>
                  <a:gd name="T20" fmla="*/ 34 w 50"/>
                  <a:gd name="T21" fmla="*/ 74 h 74"/>
                  <a:gd name="T22" fmla="*/ 50 w 50"/>
                  <a:gd name="T23" fmla="*/ 58 h 74"/>
                  <a:gd name="T24" fmla="*/ 50 w 50"/>
                  <a:gd name="T25" fmla="*/ 16 h 74"/>
                  <a:gd name="T26" fmla="*/ 34 w 50"/>
                  <a:gd name="T27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4">
                    <a:moveTo>
                      <a:pt x="34" y="16"/>
                    </a:moveTo>
                    <a:cubicBezTo>
                      <a:pt x="34" y="58"/>
                      <a:pt x="34" y="58"/>
                      <a:pt x="34" y="58"/>
                    </a:cubicBezTo>
                    <a:cubicBezTo>
                      <a:pt x="16" y="58"/>
                      <a:pt x="16" y="58"/>
                      <a:pt x="16" y="58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66"/>
                      <a:pt x="7" y="74"/>
                      <a:pt x="16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43" y="74"/>
                      <a:pt x="50" y="66"/>
                      <a:pt x="50" y="58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18"/>
              <p:cNvSpPr>
                <a:spLocks noEditPoints="1"/>
              </p:cNvSpPr>
              <p:nvPr/>
            </p:nvSpPr>
            <p:spPr bwMode="auto">
              <a:xfrm>
                <a:off x="1311958" y="4151132"/>
                <a:ext cx="277000" cy="194867"/>
              </a:xfrm>
              <a:custGeom>
                <a:avLst/>
                <a:gdLst>
                  <a:gd name="T0" fmla="*/ 57 w 73"/>
                  <a:gd name="T1" fmla="*/ 16 h 51"/>
                  <a:gd name="T2" fmla="*/ 57 w 73"/>
                  <a:gd name="T3" fmla="*/ 35 h 51"/>
                  <a:gd name="T4" fmla="*/ 16 w 73"/>
                  <a:gd name="T5" fmla="*/ 35 h 51"/>
                  <a:gd name="T6" fmla="*/ 16 w 73"/>
                  <a:gd name="T7" fmla="*/ 16 h 51"/>
                  <a:gd name="T8" fmla="*/ 57 w 73"/>
                  <a:gd name="T9" fmla="*/ 16 h 51"/>
                  <a:gd name="T10" fmla="*/ 57 w 73"/>
                  <a:gd name="T11" fmla="*/ 0 h 51"/>
                  <a:gd name="T12" fmla="*/ 16 w 73"/>
                  <a:gd name="T13" fmla="*/ 0 h 51"/>
                  <a:gd name="T14" fmla="*/ 0 w 73"/>
                  <a:gd name="T15" fmla="*/ 16 h 51"/>
                  <a:gd name="T16" fmla="*/ 0 w 73"/>
                  <a:gd name="T17" fmla="*/ 35 h 51"/>
                  <a:gd name="T18" fmla="*/ 16 w 73"/>
                  <a:gd name="T19" fmla="*/ 51 h 51"/>
                  <a:gd name="T20" fmla="*/ 57 w 73"/>
                  <a:gd name="T21" fmla="*/ 51 h 51"/>
                  <a:gd name="T22" fmla="*/ 73 w 73"/>
                  <a:gd name="T23" fmla="*/ 35 h 51"/>
                  <a:gd name="T24" fmla="*/ 73 w 73"/>
                  <a:gd name="T25" fmla="*/ 16 h 51"/>
                  <a:gd name="T26" fmla="*/ 57 w 73"/>
                  <a:gd name="T27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" h="51">
                    <a:moveTo>
                      <a:pt x="57" y="16"/>
                    </a:moveTo>
                    <a:cubicBezTo>
                      <a:pt x="57" y="35"/>
                      <a:pt x="57" y="35"/>
                      <a:pt x="57" y="35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7" y="16"/>
                      <a:pt x="57" y="16"/>
                      <a:pt x="57" y="16"/>
                    </a:cubicBezTo>
                    <a:moveTo>
                      <a:pt x="57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43"/>
                      <a:pt x="7" y="51"/>
                      <a:pt x="16" y="51"/>
                    </a:cubicBezTo>
                    <a:cubicBezTo>
                      <a:pt x="57" y="51"/>
                      <a:pt x="57" y="51"/>
                      <a:pt x="57" y="51"/>
                    </a:cubicBezTo>
                    <a:cubicBezTo>
                      <a:pt x="66" y="51"/>
                      <a:pt x="73" y="43"/>
                      <a:pt x="73" y="35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7"/>
                      <a:pt x="66" y="0"/>
                      <a:pt x="57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19"/>
              <p:cNvSpPr>
                <a:spLocks noEditPoints="1"/>
              </p:cNvSpPr>
              <p:nvPr/>
            </p:nvSpPr>
            <p:spPr bwMode="auto">
              <a:xfrm>
                <a:off x="1311958" y="3820986"/>
                <a:ext cx="190035" cy="273779"/>
              </a:xfrm>
              <a:custGeom>
                <a:avLst/>
                <a:gdLst>
                  <a:gd name="T0" fmla="*/ 34 w 50"/>
                  <a:gd name="T1" fmla="*/ 16 h 72"/>
                  <a:gd name="T2" fmla="*/ 34 w 50"/>
                  <a:gd name="T3" fmla="*/ 56 h 72"/>
                  <a:gd name="T4" fmla="*/ 16 w 50"/>
                  <a:gd name="T5" fmla="*/ 56 h 72"/>
                  <a:gd name="T6" fmla="*/ 16 w 50"/>
                  <a:gd name="T7" fmla="*/ 16 h 72"/>
                  <a:gd name="T8" fmla="*/ 34 w 50"/>
                  <a:gd name="T9" fmla="*/ 16 h 72"/>
                  <a:gd name="T10" fmla="*/ 34 w 50"/>
                  <a:gd name="T11" fmla="*/ 0 h 72"/>
                  <a:gd name="T12" fmla="*/ 16 w 50"/>
                  <a:gd name="T13" fmla="*/ 0 h 72"/>
                  <a:gd name="T14" fmla="*/ 0 w 50"/>
                  <a:gd name="T15" fmla="*/ 16 h 72"/>
                  <a:gd name="T16" fmla="*/ 0 w 50"/>
                  <a:gd name="T17" fmla="*/ 56 h 72"/>
                  <a:gd name="T18" fmla="*/ 16 w 50"/>
                  <a:gd name="T19" fmla="*/ 72 h 72"/>
                  <a:gd name="T20" fmla="*/ 34 w 50"/>
                  <a:gd name="T21" fmla="*/ 72 h 72"/>
                  <a:gd name="T22" fmla="*/ 50 w 50"/>
                  <a:gd name="T23" fmla="*/ 56 h 72"/>
                  <a:gd name="T24" fmla="*/ 50 w 50"/>
                  <a:gd name="T25" fmla="*/ 16 h 72"/>
                  <a:gd name="T26" fmla="*/ 34 w 50"/>
                  <a:gd name="T27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2">
                    <a:moveTo>
                      <a:pt x="34" y="16"/>
                    </a:moveTo>
                    <a:cubicBezTo>
                      <a:pt x="34" y="56"/>
                      <a:pt x="34" y="56"/>
                      <a:pt x="34" y="56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65"/>
                      <a:pt x="7" y="72"/>
                      <a:pt x="16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43" y="72"/>
                      <a:pt x="50" y="65"/>
                      <a:pt x="50" y="56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20"/>
              <p:cNvSpPr>
                <a:spLocks noEditPoints="1"/>
              </p:cNvSpPr>
              <p:nvPr/>
            </p:nvSpPr>
            <p:spPr bwMode="auto">
              <a:xfrm>
                <a:off x="1907830" y="4064167"/>
                <a:ext cx="191645" cy="281832"/>
              </a:xfrm>
              <a:custGeom>
                <a:avLst/>
                <a:gdLst>
                  <a:gd name="T0" fmla="*/ 34 w 50"/>
                  <a:gd name="T1" fmla="*/ 16 h 74"/>
                  <a:gd name="T2" fmla="*/ 34 w 50"/>
                  <a:gd name="T3" fmla="*/ 58 h 74"/>
                  <a:gd name="T4" fmla="*/ 16 w 50"/>
                  <a:gd name="T5" fmla="*/ 58 h 74"/>
                  <a:gd name="T6" fmla="*/ 16 w 50"/>
                  <a:gd name="T7" fmla="*/ 16 h 74"/>
                  <a:gd name="T8" fmla="*/ 34 w 50"/>
                  <a:gd name="T9" fmla="*/ 16 h 74"/>
                  <a:gd name="T10" fmla="*/ 34 w 50"/>
                  <a:gd name="T11" fmla="*/ 0 h 74"/>
                  <a:gd name="T12" fmla="*/ 16 w 50"/>
                  <a:gd name="T13" fmla="*/ 0 h 74"/>
                  <a:gd name="T14" fmla="*/ 0 w 50"/>
                  <a:gd name="T15" fmla="*/ 16 h 74"/>
                  <a:gd name="T16" fmla="*/ 0 w 50"/>
                  <a:gd name="T17" fmla="*/ 58 h 74"/>
                  <a:gd name="T18" fmla="*/ 16 w 50"/>
                  <a:gd name="T19" fmla="*/ 74 h 74"/>
                  <a:gd name="T20" fmla="*/ 34 w 50"/>
                  <a:gd name="T21" fmla="*/ 74 h 74"/>
                  <a:gd name="T22" fmla="*/ 50 w 50"/>
                  <a:gd name="T23" fmla="*/ 58 h 74"/>
                  <a:gd name="T24" fmla="*/ 50 w 50"/>
                  <a:gd name="T25" fmla="*/ 16 h 74"/>
                  <a:gd name="T26" fmla="*/ 34 w 50"/>
                  <a:gd name="T27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4">
                    <a:moveTo>
                      <a:pt x="34" y="16"/>
                    </a:moveTo>
                    <a:cubicBezTo>
                      <a:pt x="34" y="58"/>
                      <a:pt x="34" y="58"/>
                      <a:pt x="34" y="58"/>
                    </a:cubicBezTo>
                    <a:cubicBezTo>
                      <a:pt x="16" y="58"/>
                      <a:pt x="16" y="58"/>
                      <a:pt x="16" y="58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66"/>
                      <a:pt x="7" y="74"/>
                      <a:pt x="16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43" y="74"/>
                      <a:pt x="50" y="66"/>
                      <a:pt x="50" y="58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21"/>
              <p:cNvSpPr>
                <a:spLocks noEditPoints="1"/>
              </p:cNvSpPr>
              <p:nvPr/>
            </p:nvSpPr>
            <p:spPr bwMode="auto">
              <a:xfrm>
                <a:off x="1820865" y="4151132"/>
                <a:ext cx="278610" cy="194867"/>
              </a:xfrm>
              <a:custGeom>
                <a:avLst/>
                <a:gdLst>
                  <a:gd name="T0" fmla="*/ 57 w 73"/>
                  <a:gd name="T1" fmla="*/ 16 h 51"/>
                  <a:gd name="T2" fmla="*/ 57 w 73"/>
                  <a:gd name="T3" fmla="*/ 35 h 51"/>
                  <a:gd name="T4" fmla="*/ 16 w 73"/>
                  <a:gd name="T5" fmla="*/ 35 h 51"/>
                  <a:gd name="T6" fmla="*/ 16 w 73"/>
                  <a:gd name="T7" fmla="*/ 16 h 51"/>
                  <a:gd name="T8" fmla="*/ 57 w 73"/>
                  <a:gd name="T9" fmla="*/ 16 h 51"/>
                  <a:gd name="T10" fmla="*/ 57 w 73"/>
                  <a:gd name="T11" fmla="*/ 0 h 51"/>
                  <a:gd name="T12" fmla="*/ 16 w 73"/>
                  <a:gd name="T13" fmla="*/ 0 h 51"/>
                  <a:gd name="T14" fmla="*/ 0 w 73"/>
                  <a:gd name="T15" fmla="*/ 16 h 51"/>
                  <a:gd name="T16" fmla="*/ 0 w 73"/>
                  <a:gd name="T17" fmla="*/ 35 h 51"/>
                  <a:gd name="T18" fmla="*/ 16 w 73"/>
                  <a:gd name="T19" fmla="*/ 51 h 51"/>
                  <a:gd name="T20" fmla="*/ 57 w 73"/>
                  <a:gd name="T21" fmla="*/ 51 h 51"/>
                  <a:gd name="T22" fmla="*/ 73 w 73"/>
                  <a:gd name="T23" fmla="*/ 35 h 51"/>
                  <a:gd name="T24" fmla="*/ 73 w 73"/>
                  <a:gd name="T25" fmla="*/ 16 h 51"/>
                  <a:gd name="T26" fmla="*/ 57 w 73"/>
                  <a:gd name="T27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" h="51">
                    <a:moveTo>
                      <a:pt x="57" y="16"/>
                    </a:moveTo>
                    <a:cubicBezTo>
                      <a:pt x="57" y="35"/>
                      <a:pt x="57" y="35"/>
                      <a:pt x="57" y="35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7" y="16"/>
                      <a:pt x="57" y="16"/>
                      <a:pt x="57" y="16"/>
                    </a:cubicBezTo>
                    <a:moveTo>
                      <a:pt x="57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43"/>
                      <a:pt x="7" y="51"/>
                      <a:pt x="16" y="51"/>
                    </a:cubicBezTo>
                    <a:cubicBezTo>
                      <a:pt x="57" y="51"/>
                      <a:pt x="57" y="51"/>
                      <a:pt x="57" y="51"/>
                    </a:cubicBezTo>
                    <a:cubicBezTo>
                      <a:pt x="66" y="51"/>
                      <a:pt x="73" y="43"/>
                      <a:pt x="73" y="35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7"/>
                      <a:pt x="66" y="0"/>
                      <a:pt x="57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22"/>
              <p:cNvSpPr>
                <a:spLocks noEditPoints="1"/>
              </p:cNvSpPr>
              <p:nvPr/>
            </p:nvSpPr>
            <p:spPr bwMode="auto">
              <a:xfrm>
                <a:off x="1907830" y="3820986"/>
                <a:ext cx="191645" cy="273779"/>
              </a:xfrm>
              <a:custGeom>
                <a:avLst/>
                <a:gdLst>
                  <a:gd name="T0" fmla="*/ 34 w 50"/>
                  <a:gd name="T1" fmla="*/ 16 h 72"/>
                  <a:gd name="T2" fmla="*/ 34 w 50"/>
                  <a:gd name="T3" fmla="*/ 56 h 72"/>
                  <a:gd name="T4" fmla="*/ 16 w 50"/>
                  <a:gd name="T5" fmla="*/ 56 h 72"/>
                  <a:gd name="T6" fmla="*/ 16 w 50"/>
                  <a:gd name="T7" fmla="*/ 16 h 72"/>
                  <a:gd name="T8" fmla="*/ 34 w 50"/>
                  <a:gd name="T9" fmla="*/ 16 h 72"/>
                  <a:gd name="T10" fmla="*/ 34 w 50"/>
                  <a:gd name="T11" fmla="*/ 0 h 72"/>
                  <a:gd name="T12" fmla="*/ 16 w 50"/>
                  <a:gd name="T13" fmla="*/ 0 h 72"/>
                  <a:gd name="T14" fmla="*/ 0 w 50"/>
                  <a:gd name="T15" fmla="*/ 16 h 72"/>
                  <a:gd name="T16" fmla="*/ 0 w 50"/>
                  <a:gd name="T17" fmla="*/ 56 h 72"/>
                  <a:gd name="T18" fmla="*/ 16 w 50"/>
                  <a:gd name="T19" fmla="*/ 72 h 72"/>
                  <a:gd name="T20" fmla="*/ 34 w 50"/>
                  <a:gd name="T21" fmla="*/ 72 h 72"/>
                  <a:gd name="T22" fmla="*/ 50 w 50"/>
                  <a:gd name="T23" fmla="*/ 56 h 72"/>
                  <a:gd name="T24" fmla="*/ 50 w 50"/>
                  <a:gd name="T25" fmla="*/ 16 h 72"/>
                  <a:gd name="T26" fmla="*/ 34 w 50"/>
                  <a:gd name="T27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2">
                    <a:moveTo>
                      <a:pt x="34" y="16"/>
                    </a:moveTo>
                    <a:cubicBezTo>
                      <a:pt x="34" y="56"/>
                      <a:pt x="34" y="56"/>
                      <a:pt x="34" y="56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65"/>
                      <a:pt x="7" y="72"/>
                      <a:pt x="16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43" y="72"/>
                      <a:pt x="50" y="65"/>
                      <a:pt x="50" y="56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23"/>
              <p:cNvSpPr>
                <a:spLocks noEditPoints="1"/>
              </p:cNvSpPr>
              <p:nvPr/>
            </p:nvSpPr>
            <p:spPr bwMode="auto">
              <a:xfrm>
                <a:off x="1661428" y="3405486"/>
                <a:ext cx="600703" cy="594262"/>
              </a:xfrm>
              <a:custGeom>
                <a:avLst/>
                <a:gdLst>
                  <a:gd name="T0" fmla="*/ 105 w 158"/>
                  <a:gd name="T1" fmla="*/ 16 h 156"/>
                  <a:gd name="T2" fmla="*/ 140 w 158"/>
                  <a:gd name="T3" fmla="*/ 56 h 156"/>
                  <a:gd name="T4" fmla="*/ 56 w 158"/>
                  <a:gd name="T5" fmla="*/ 140 h 156"/>
                  <a:gd name="T6" fmla="*/ 17 w 158"/>
                  <a:gd name="T7" fmla="*/ 99 h 156"/>
                  <a:gd name="T8" fmla="*/ 105 w 158"/>
                  <a:gd name="T9" fmla="*/ 16 h 156"/>
                  <a:gd name="T10" fmla="*/ 105 w 158"/>
                  <a:gd name="T11" fmla="*/ 0 h 156"/>
                  <a:gd name="T12" fmla="*/ 94 w 158"/>
                  <a:gd name="T13" fmla="*/ 5 h 156"/>
                  <a:gd name="T14" fmla="*/ 6 w 158"/>
                  <a:gd name="T15" fmla="*/ 87 h 156"/>
                  <a:gd name="T16" fmla="*/ 5 w 158"/>
                  <a:gd name="T17" fmla="*/ 109 h 156"/>
                  <a:gd name="T18" fmla="*/ 44 w 158"/>
                  <a:gd name="T19" fmla="*/ 151 h 156"/>
                  <a:gd name="T20" fmla="*/ 55 w 158"/>
                  <a:gd name="T21" fmla="*/ 156 h 156"/>
                  <a:gd name="T22" fmla="*/ 56 w 158"/>
                  <a:gd name="T23" fmla="*/ 156 h 156"/>
                  <a:gd name="T24" fmla="*/ 67 w 158"/>
                  <a:gd name="T25" fmla="*/ 152 h 156"/>
                  <a:gd name="T26" fmla="*/ 151 w 158"/>
                  <a:gd name="T27" fmla="*/ 67 h 156"/>
                  <a:gd name="T28" fmla="*/ 152 w 158"/>
                  <a:gd name="T29" fmla="*/ 45 h 156"/>
                  <a:gd name="T30" fmla="*/ 117 w 158"/>
                  <a:gd name="T31" fmla="*/ 6 h 156"/>
                  <a:gd name="T32" fmla="*/ 105 w 158"/>
                  <a:gd name="T33" fmla="*/ 0 h 156"/>
                  <a:gd name="T34" fmla="*/ 105 w 158"/>
                  <a:gd name="T35" fmla="*/ 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58" h="156">
                    <a:moveTo>
                      <a:pt x="105" y="16"/>
                    </a:moveTo>
                    <a:cubicBezTo>
                      <a:pt x="140" y="56"/>
                      <a:pt x="140" y="56"/>
                      <a:pt x="140" y="56"/>
                    </a:cubicBezTo>
                    <a:cubicBezTo>
                      <a:pt x="56" y="140"/>
                      <a:pt x="56" y="140"/>
                      <a:pt x="56" y="140"/>
                    </a:cubicBezTo>
                    <a:cubicBezTo>
                      <a:pt x="17" y="99"/>
                      <a:pt x="17" y="99"/>
                      <a:pt x="17" y="99"/>
                    </a:cubicBezTo>
                    <a:cubicBezTo>
                      <a:pt x="105" y="16"/>
                      <a:pt x="105" y="16"/>
                      <a:pt x="105" y="16"/>
                    </a:cubicBezTo>
                    <a:moveTo>
                      <a:pt x="105" y="0"/>
                    </a:moveTo>
                    <a:cubicBezTo>
                      <a:pt x="101" y="0"/>
                      <a:pt x="97" y="2"/>
                      <a:pt x="94" y="5"/>
                    </a:cubicBezTo>
                    <a:cubicBezTo>
                      <a:pt x="6" y="87"/>
                      <a:pt x="6" y="87"/>
                      <a:pt x="6" y="87"/>
                    </a:cubicBezTo>
                    <a:cubicBezTo>
                      <a:pt x="0" y="93"/>
                      <a:pt x="0" y="103"/>
                      <a:pt x="5" y="109"/>
                    </a:cubicBezTo>
                    <a:cubicBezTo>
                      <a:pt x="44" y="151"/>
                      <a:pt x="44" y="151"/>
                      <a:pt x="44" y="151"/>
                    </a:cubicBezTo>
                    <a:cubicBezTo>
                      <a:pt x="47" y="154"/>
                      <a:pt x="51" y="156"/>
                      <a:pt x="55" y="156"/>
                    </a:cubicBezTo>
                    <a:cubicBezTo>
                      <a:pt x="55" y="156"/>
                      <a:pt x="56" y="156"/>
                      <a:pt x="56" y="156"/>
                    </a:cubicBezTo>
                    <a:cubicBezTo>
                      <a:pt x="60" y="156"/>
                      <a:pt x="64" y="155"/>
                      <a:pt x="67" y="152"/>
                    </a:cubicBezTo>
                    <a:cubicBezTo>
                      <a:pt x="151" y="67"/>
                      <a:pt x="151" y="67"/>
                      <a:pt x="151" y="67"/>
                    </a:cubicBezTo>
                    <a:cubicBezTo>
                      <a:pt x="157" y="61"/>
                      <a:pt x="158" y="52"/>
                      <a:pt x="152" y="45"/>
                    </a:cubicBezTo>
                    <a:cubicBezTo>
                      <a:pt x="117" y="6"/>
                      <a:pt x="117" y="6"/>
                      <a:pt x="117" y="6"/>
                    </a:cubicBezTo>
                    <a:cubicBezTo>
                      <a:pt x="114" y="3"/>
                      <a:pt x="110" y="1"/>
                      <a:pt x="105" y="0"/>
                    </a:cubicBezTo>
                    <a:cubicBezTo>
                      <a:pt x="105" y="0"/>
                      <a:pt x="105" y="0"/>
                      <a:pt x="105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24"/>
              <p:cNvSpPr>
                <a:spLocks noEditPoints="1"/>
              </p:cNvSpPr>
              <p:nvPr/>
            </p:nvSpPr>
            <p:spPr bwMode="auto">
              <a:xfrm>
                <a:off x="1555138" y="3790388"/>
                <a:ext cx="318872" cy="293105"/>
              </a:xfrm>
              <a:custGeom>
                <a:avLst/>
                <a:gdLst>
                  <a:gd name="T0" fmla="*/ 32 w 84"/>
                  <a:gd name="T1" fmla="*/ 16 h 77"/>
                  <a:gd name="T2" fmla="*/ 67 w 84"/>
                  <a:gd name="T3" fmla="*/ 50 h 77"/>
                  <a:gd name="T4" fmla="*/ 17 w 84"/>
                  <a:gd name="T5" fmla="*/ 61 h 77"/>
                  <a:gd name="T6" fmla="*/ 32 w 84"/>
                  <a:gd name="T7" fmla="*/ 16 h 77"/>
                  <a:gd name="T8" fmla="*/ 32 w 84"/>
                  <a:gd name="T9" fmla="*/ 0 h 77"/>
                  <a:gd name="T10" fmla="*/ 28 w 84"/>
                  <a:gd name="T11" fmla="*/ 1 h 77"/>
                  <a:gd name="T12" fmla="*/ 17 w 84"/>
                  <a:gd name="T13" fmla="*/ 11 h 77"/>
                  <a:gd name="T14" fmla="*/ 2 w 84"/>
                  <a:gd name="T15" fmla="*/ 56 h 77"/>
                  <a:gd name="T16" fmla="*/ 5 w 84"/>
                  <a:gd name="T17" fmla="*/ 72 h 77"/>
                  <a:gd name="T18" fmla="*/ 17 w 84"/>
                  <a:gd name="T19" fmla="*/ 77 h 77"/>
                  <a:gd name="T20" fmla="*/ 20 w 84"/>
                  <a:gd name="T21" fmla="*/ 76 h 77"/>
                  <a:gd name="T22" fmla="*/ 71 w 84"/>
                  <a:gd name="T23" fmla="*/ 65 h 77"/>
                  <a:gd name="T24" fmla="*/ 83 w 84"/>
                  <a:gd name="T25" fmla="*/ 54 h 77"/>
                  <a:gd name="T26" fmla="*/ 78 w 84"/>
                  <a:gd name="T27" fmla="*/ 38 h 77"/>
                  <a:gd name="T28" fmla="*/ 43 w 84"/>
                  <a:gd name="T29" fmla="*/ 5 h 77"/>
                  <a:gd name="T30" fmla="*/ 32 w 84"/>
                  <a:gd name="T31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4" h="77">
                    <a:moveTo>
                      <a:pt x="32" y="16"/>
                    </a:moveTo>
                    <a:cubicBezTo>
                      <a:pt x="67" y="50"/>
                      <a:pt x="67" y="50"/>
                      <a:pt x="67" y="50"/>
                    </a:cubicBezTo>
                    <a:cubicBezTo>
                      <a:pt x="17" y="61"/>
                      <a:pt x="17" y="61"/>
                      <a:pt x="17" y="61"/>
                    </a:cubicBezTo>
                    <a:cubicBezTo>
                      <a:pt x="32" y="16"/>
                      <a:pt x="32" y="16"/>
                      <a:pt x="32" y="16"/>
                    </a:cubicBezTo>
                    <a:moveTo>
                      <a:pt x="32" y="0"/>
                    </a:moveTo>
                    <a:cubicBezTo>
                      <a:pt x="31" y="0"/>
                      <a:pt x="29" y="0"/>
                      <a:pt x="28" y="1"/>
                    </a:cubicBezTo>
                    <a:cubicBezTo>
                      <a:pt x="23" y="2"/>
                      <a:pt x="18" y="6"/>
                      <a:pt x="17" y="11"/>
                    </a:cubicBezTo>
                    <a:cubicBezTo>
                      <a:pt x="2" y="56"/>
                      <a:pt x="2" y="56"/>
                      <a:pt x="2" y="56"/>
                    </a:cubicBezTo>
                    <a:cubicBezTo>
                      <a:pt x="0" y="61"/>
                      <a:pt x="1" y="67"/>
                      <a:pt x="5" y="72"/>
                    </a:cubicBezTo>
                    <a:cubicBezTo>
                      <a:pt x="8" y="75"/>
                      <a:pt x="12" y="77"/>
                      <a:pt x="17" y="77"/>
                    </a:cubicBezTo>
                    <a:cubicBezTo>
                      <a:pt x="18" y="77"/>
                      <a:pt x="19" y="77"/>
                      <a:pt x="20" y="76"/>
                    </a:cubicBezTo>
                    <a:cubicBezTo>
                      <a:pt x="71" y="65"/>
                      <a:pt x="71" y="65"/>
                      <a:pt x="71" y="65"/>
                    </a:cubicBezTo>
                    <a:cubicBezTo>
                      <a:pt x="77" y="64"/>
                      <a:pt x="81" y="59"/>
                      <a:pt x="83" y="54"/>
                    </a:cubicBezTo>
                    <a:cubicBezTo>
                      <a:pt x="84" y="48"/>
                      <a:pt x="83" y="42"/>
                      <a:pt x="78" y="38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40" y="2"/>
                      <a:pt x="36" y="0"/>
                      <a:pt x="32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25"/>
              <p:cNvSpPr>
                <a:spLocks/>
              </p:cNvSpPr>
              <p:nvPr/>
            </p:nvSpPr>
            <p:spPr bwMode="auto">
              <a:xfrm>
                <a:off x="1371545" y="3642225"/>
                <a:ext cx="69249" cy="148163"/>
              </a:xfrm>
              <a:custGeom>
                <a:avLst/>
                <a:gdLst>
                  <a:gd name="T0" fmla="*/ 0 w 43"/>
                  <a:gd name="T1" fmla="*/ 0 h 92"/>
                  <a:gd name="T2" fmla="*/ 43 w 43"/>
                  <a:gd name="T3" fmla="*/ 0 h 92"/>
                  <a:gd name="T4" fmla="*/ 43 w 43"/>
                  <a:gd name="T5" fmla="*/ 92 h 92"/>
                  <a:gd name="T6" fmla="*/ 0 w 43"/>
                  <a:gd name="T7" fmla="*/ 92 h 92"/>
                  <a:gd name="T8" fmla="*/ 0 w 43"/>
                  <a:gd name="T9" fmla="*/ 0 h 92"/>
                  <a:gd name="T10" fmla="*/ 0 w 43"/>
                  <a:gd name="T11" fmla="*/ 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2">
                    <a:moveTo>
                      <a:pt x="0" y="0"/>
                    </a:moveTo>
                    <a:lnTo>
                      <a:pt x="43" y="0"/>
                    </a:lnTo>
                    <a:lnTo>
                      <a:pt x="43" y="92"/>
                    </a:lnTo>
                    <a:lnTo>
                      <a:pt x="0" y="9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26"/>
              <p:cNvSpPr>
                <a:spLocks/>
              </p:cNvSpPr>
              <p:nvPr/>
            </p:nvSpPr>
            <p:spPr bwMode="auto">
              <a:xfrm>
                <a:off x="1371545" y="3642225"/>
                <a:ext cx="156215" cy="59588"/>
              </a:xfrm>
              <a:custGeom>
                <a:avLst/>
                <a:gdLst>
                  <a:gd name="T0" fmla="*/ 0 w 97"/>
                  <a:gd name="T1" fmla="*/ 0 h 37"/>
                  <a:gd name="T2" fmla="*/ 97 w 97"/>
                  <a:gd name="T3" fmla="*/ 0 h 37"/>
                  <a:gd name="T4" fmla="*/ 97 w 97"/>
                  <a:gd name="T5" fmla="*/ 37 h 37"/>
                  <a:gd name="T6" fmla="*/ 0 w 97"/>
                  <a:gd name="T7" fmla="*/ 37 h 37"/>
                  <a:gd name="T8" fmla="*/ 0 w 97"/>
                  <a:gd name="T9" fmla="*/ 0 h 37"/>
                  <a:gd name="T10" fmla="*/ 0 w 97"/>
                  <a:gd name="T11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7" h="37">
                    <a:moveTo>
                      <a:pt x="0" y="0"/>
                    </a:moveTo>
                    <a:lnTo>
                      <a:pt x="97" y="0"/>
                    </a:lnTo>
                    <a:lnTo>
                      <a:pt x="97" y="37"/>
                    </a:lnTo>
                    <a:lnTo>
                      <a:pt x="0" y="37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27"/>
              <p:cNvSpPr>
                <a:spLocks/>
              </p:cNvSpPr>
              <p:nvPr/>
            </p:nvSpPr>
            <p:spPr bwMode="auto">
              <a:xfrm>
                <a:off x="1622777" y="3642225"/>
                <a:ext cx="161046" cy="59588"/>
              </a:xfrm>
              <a:custGeom>
                <a:avLst/>
                <a:gdLst>
                  <a:gd name="T0" fmla="*/ 0 w 100"/>
                  <a:gd name="T1" fmla="*/ 37 h 37"/>
                  <a:gd name="T2" fmla="*/ 0 w 100"/>
                  <a:gd name="T3" fmla="*/ 0 h 37"/>
                  <a:gd name="T4" fmla="*/ 100 w 100"/>
                  <a:gd name="T5" fmla="*/ 0 h 37"/>
                  <a:gd name="T6" fmla="*/ 64 w 100"/>
                  <a:gd name="T7" fmla="*/ 37 h 37"/>
                  <a:gd name="T8" fmla="*/ 0 w 100"/>
                  <a:gd name="T9" fmla="*/ 37 h 37"/>
                  <a:gd name="T10" fmla="*/ 0 w 100"/>
                  <a:gd name="T11" fmla="*/ 37 h 37"/>
                  <a:gd name="T12" fmla="*/ 0 w 100"/>
                  <a:gd name="T1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0" h="37">
                    <a:moveTo>
                      <a:pt x="0" y="37"/>
                    </a:moveTo>
                    <a:lnTo>
                      <a:pt x="0" y="0"/>
                    </a:lnTo>
                    <a:lnTo>
                      <a:pt x="100" y="0"/>
                    </a:lnTo>
                    <a:lnTo>
                      <a:pt x="64" y="37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Freeform 28"/>
              <p:cNvSpPr>
                <a:spLocks/>
              </p:cNvSpPr>
              <p:nvPr/>
            </p:nvSpPr>
            <p:spPr bwMode="auto">
              <a:xfrm>
                <a:off x="1622777" y="4212330"/>
                <a:ext cx="161046" cy="72471"/>
              </a:xfrm>
              <a:custGeom>
                <a:avLst/>
                <a:gdLst>
                  <a:gd name="T0" fmla="*/ 0 w 100"/>
                  <a:gd name="T1" fmla="*/ 0 h 45"/>
                  <a:gd name="T2" fmla="*/ 100 w 100"/>
                  <a:gd name="T3" fmla="*/ 0 h 45"/>
                  <a:gd name="T4" fmla="*/ 100 w 100"/>
                  <a:gd name="T5" fmla="*/ 45 h 45"/>
                  <a:gd name="T6" fmla="*/ 0 w 100"/>
                  <a:gd name="T7" fmla="*/ 45 h 45"/>
                  <a:gd name="T8" fmla="*/ 0 w 100"/>
                  <a:gd name="T9" fmla="*/ 0 h 45"/>
                  <a:gd name="T10" fmla="*/ 0 w 100"/>
                  <a:gd name="T11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0" h="45">
                    <a:moveTo>
                      <a:pt x="0" y="0"/>
                    </a:moveTo>
                    <a:lnTo>
                      <a:pt x="100" y="0"/>
                    </a:lnTo>
                    <a:lnTo>
                      <a:pt x="100" y="45"/>
                    </a:lnTo>
                    <a:lnTo>
                      <a:pt x="0" y="4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Freeform 29"/>
              <p:cNvSpPr>
                <a:spLocks/>
              </p:cNvSpPr>
              <p:nvPr/>
            </p:nvSpPr>
            <p:spPr bwMode="auto">
              <a:xfrm>
                <a:off x="1371545" y="4125365"/>
                <a:ext cx="69249" cy="159437"/>
              </a:xfrm>
              <a:custGeom>
                <a:avLst/>
                <a:gdLst>
                  <a:gd name="T0" fmla="*/ 0 w 43"/>
                  <a:gd name="T1" fmla="*/ 0 h 99"/>
                  <a:gd name="T2" fmla="*/ 43 w 43"/>
                  <a:gd name="T3" fmla="*/ 0 h 99"/>
                  <a:gd name="T4" fmla="*/ 43 w 43"/>
                  <a:gd name="T5" fmla="*/ 99 h 99"/>
                  <a:gd name="T6" fmla="*/ 0 w 43"/>
                  <a:gd name="T7" fmla="*/ 99 h 99"/>
                  <a:gd name="T8" fmla="*/ 0 w 43"/>
                  <a:gd name="T9" fmla="*/ 0 h 99"/>
                  <a:gd name="T10" fmla="*/ 0 w 43"/>
                  <a:gd name="T11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9">
                    <a:moveTo>
                      <a:pt x="0" y="0"/>
                    </a:moveTo>
                    <a:lnTo>
                      <a:pt x="43" y="0"/>
                    </a:lnTo>
                    <a:lnTo>
                      <a:pt x="43" y="99"/>
                    </a:lnTo>
                    <a:lnTo>
                      <a:pt x="0" y="99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30"/>
              <p:cNvSpPr>
                <a:spLocks/>
              </p:cNvSpPr>
              <p:nvPr/>
            </p:nvSpPr>
            <p:spPr bwMode="auto">
              <a:xfrm>
                <a:off x="1371545" y="4212330"/>
                <a:ext cx="156215" cy="72471"/>
              </a:xfrm>
              <a:custGeom>
                <a:avLst/>
                <a:gdLst>
                  <a:gd name="T0" fmla="*/ 0 w 97"/>
                  <a:gd name="T1" fmla="*/ 0 h 45"/>
                  <a:gd name="T2" fmla="*/ 97 w 97"/>
                  <a:gd name="T3" fmla="*/ 0 h 45"/>
                  <a:gd name="T4" fmla="*/ 97 w 97"/>
                  <a:gd name="T5" fmla="*/ 45 h 45"/>
                  <a:gd name="T6" fmla="*/ 0 w 97"/>
                  <a:gd name="T7" fmla="*/ 45 h 45"/>
                  <a:gd name="T8" fmla="*/ 0 w 97"/>
                  <a:gd name="T9" fmla="*/ 0 h 45"/>
                  <a:gd name="T10" fmla="*/ 0 w 97"/>
                  <a:gd name="T11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7" h="45">
                    <a:moveTo>
                      <a:pt x="0" y="0"/>
                    </a:moveTo>
                    <a:lnTo>
                      <a:pt x="97" y="0"/>
                    </a:lnTo>
                    <a:lnTo>
                      <a:pt x="97" y="45"/>
                    </a:lnTo>
                    <a:lnTo>
                      <a:pt x="0" y="4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Freeform 31"/>
              <p:cNvSpPr>
                <a:spLocks/>
              </p:cNvSpPr>
              <p:nvPr/>
            </p:nvSpPr>
            <p:spPr bwMode="auto">
              <a:xfrm>
                <a:off x="1371545" y="3880574"/>
                <a:ext cx="69249" cy="152995"/>
              </a:xfrm>
              <a:custGeom>
                <a:avLst/>
                <a:gdLst>
                  <a:gd name="T0" fmla="*/ 0 w 43"/>
                  <a:gd name="T1" fmla="*/ 0 h 95"/>
                  <a:gd name="T2" fmla="*/ 43 w 43"/>
                  <a:gd name="T3" fmla="*/ 0 h 95"/>
                  <a:gd name="T4" fmla="*/ 43 w 43"/>
                  <a:gd name="T5" fmla="*/ 95 h 95"/>
                  <a:gd name="T6" fmla="*/ 0 w 43"/>
                  <a:gd name="T7" fmla="*/ 95 h 95"/>
                  <a:gd name="T8" fmla="*/ 0 w 43"/>
                  <a:gd name="T9" fmla="*/ 0 h 95"/>
                  <a:gd name="T10" fmla="*/ 0 w 43"/>
                  <a:gd name="T11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5">
                    <a:moveTo>
                      <a:pt x="0" y="0"/>
                    </a:moveTo>
                    <a:lnTo>
                      <a:pt x="43" y="0"/>
                    </a:lnTo>
                    <a:lnTo>
                      <a:pt x="43" y="95"/>
                    </a:lnTo>
                    <a:lnTo>
                      <a:pt x="0" y="9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" name="Freeform 32"/>
              <p:cNvSpPr>
                <a:spLocks/>
              </p:cNvSpPr>
              <p:nvPr/>
            </p:nvSpPr>
            <p:spPr bwMode="auto">
              <a:xfrm>
                <a:off x="1969027" y="4125365"/>
                <a:ext cx="69249" cy="159437"/>
              </a:xfrm>
              <a:custGeom>
                <a:avLst/>
                <a:gdLst>
                  <a:gd name="T0" fmla="*/ 0 w 43"/>
                  <a:gd name="T1" fmla="*/ 0 h 99"/>
                  <a:gd name="T2" fmla="*/ 43 w 43"/>
                  <a:gd name="T3" fmla="*/ 0 h 99"/>
                  <a:gd name="T4" fmla="*/ 43 w 43"/>
                  <a:gd name="T5" fmla="*/ 99 h 99"/>
                  <a:gd name="T6" fmla="*/ 0 w 43"/>
                  <a:gd name="T7" fmla="*/ 99 h 99"/>
                  <a:gd name="T8" fmla="*/ 0 w 43"/>
                  <a:gd name="T9" fmla="*/ 0 h 99"/>
                  <a:gd name="T10" fmla="*/ 0 w 43"/>
                  <a:gd name="T11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9">
                    <a:moveTo>
                      <a:pt x="0" y="0"/>
                    </a:moveTo>
                    <a:lnTo>
                      <a:pt x="43" y="0"/>
                    </a:lnTo>
                    <a:lnTo>
                      <a:pt x="43" y="99"/>
                    </a:lnTo>
                    <a:lnTo>
                      <a:pt x="0" y="99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" name="Freeform 33"/>
              <p:cNvSpPr>
                <a:spLocks/>
              </p:cNvSpPr>
              <p:nvPr/>
            </p:nvSpPr>
            <p:spPr bwMode="auto">
              <a:xfrm>
                <a:off x="1882062" y="4212330"/>
                <a:ext cx="156215" cy="72471"/>
              </a:xfrm>
              <a:custGeom>
                <a:avLst/>
                <a:gdLst>
                  <a:gd name="T0" fmla="*/ 0 w 97"/>
                  <a:gd name="T1" fmla="*/ 0 h 45"/>
                  <a:gd name="T2" fmla="*/ 97 w 97"/>
                  <a:gd name="T3" fmla="*/ 0 h 45"/>
                  <a:gd name="T4" fmla="*/ 97 w 97"/>
                  <a:gd name="T5" fmla="*/ 45 h 45"/>
                  <a:gd name="T6" fmla="*/ 0 w 97"/>
                  <a:gd name="T7" fmla="*/ 45 h 45"/>
                  <a:gd name="T8" fmla="*/ 0 w 97"/>
                  <a:gd name="T9" fmla="*/ 0 h 45"/>
                  <a:gd name="T10" fmla="*/ 0 w 97"/>
                  <a:gd name="T11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7" h="45">
                    <a:moveTo>
                      <a:pt x="0" y="0"/>
                    </a:moveTo>
                    <a:lnTo>
                      <a:pt x="97" y="0"/>
                    </a:lnTo>
                    <a:lnTo>
                      <a:pt x="97" y="45"/>
                    </a:lnTo>
                    <a:lnTo>
                      <a:pt x="0" y="4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" name="Freeform 34"/>
              <p:cNvSpPr>
                <a:spLocks/>
              </p:cNvSpPr>
              <p:nvPr/>
            </p:nvSpPr>
            <p:spPr bwMode="auto">
              <a:xfrm>
                <a:off x="1969027" y="3880574"/>
                <a:ext cx="69249" cy="152995"/>
              </a:xfrm>
              <a:custGeom>
                <a:avLst/>
                <a:gdLst>
                  <a:gd name="T0" fmla="*/ 0 w 43"/>
                  <a:gd name="T1" fmla="*/ 0 h 95"/>
                  <a:gd name="T2" fmla="*/ 43 w 43"/>
                  <a:gd name="T3" fmla="*/ 0 h 95"/>
                  <a:gd name="T4" fmla="*/ 43 w 43"/>
                  <a:gd name="T5" fmla="*/ 95 h 95"/>
                  <a:gd name="T6" fmla="*/ 0 w 43"/>
                  <a:gd name="T7" fmla="*/ 95 h 95"/>
                  <a:gd name="T8" fmla="*/ 0 w 43"/>
                  <a:gd name="T9" fmla="*/ 0 h 95"/>
                  <a:gd name="T10" fmla="*/ 0 w 43"/>
                  <a:gd name="T11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5">
                    <a:moveTo>
                      <a:pt x="0" y="0"/>
                    </a:moveTo>
                    <a:lnTo>
                      <a:pt x="43" y="0"/>
                    </a:lnTo>
                    <a:lnTo>
                      <a:pt x="43" y="95"/>
                    </a:lnTo>
                    <a:lnTo>
                      <a:pt x="0" y="9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Freeform 35"/>
              <p:cNvSpPr>
                <a:spLocks/>
              </p:cNvSpPr>
              <p:nvPr/>
            </p:nvSpPr>
            <p:spPr bwMode="auto">
              <a:xfrm>
                <a:off x="1725847" y="3466684"/>
                <a:ext cx="468645" cy="471867"/>
              </a:xfrm>
              <a:custGeom>
                <a:avLst/>
                <a:gdLst>
                  <a:gd name="T0" fmla="*/ 208 w 291"/>
                  <a:gd name="T1" fmla="*/ 0 h 293"/>
                  <a:gd name="T2" fmla="*/ 0 w 291"/>
                  <a:gd name="T3" fmla="*/ 196 h 293"/>
                  <a:gd name="T4" fmla="*/ 92 w 291"/>
                  <a:gd name="T5" fmla="*/ 293 h 293"/>
                  <a:gd name="T6" fmla="*/ 291 w 291"/>
                  <a:gd name="T7" fmla="*/ 94 h 293"/>
                  <a:gd name="T8" fmla="*/ 208 w 291"/>
                  <a:gd name="T9" fmla="*/ 0 h 293"/>
                  <a:gd name="T10" fmla="*/ 208 w 291"/>
                  <a:gd name="T11" fmla="*/ 0 h 293"/>
                  <a:gd name="T12" fmla="*/ 208 w 291"/>
                  <a:gd name="T13" fmla="*/ 0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1" h="293">
                    <a:moveTo>
                      <a:pt x="208" y="0"/>
                    </a:moveTo>
                    <a:lnTo>
                      <a:pt x="0" y="196"/>
                    </a:lnTo>
                    <a:lnTo>
                      <a:pt x="92" y="293"/>
                    </a:lnTo>
                    <a:lnTo>
                      <a:pt x="291" y="94"/>
                    </a:lnTo>
                    <a:lnTo>
                      <a:pt x="208" y="0"/>
                    </a:lnTo>
                    <a:lnTo>
                      <a:pt x="208" y="0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Freeform 36"/>
              <p:cNvSpPr>
                <a:spLocks/>
              </p:cNvSpPr>
              <p:nvPr/>
            </p:nvSpPr>
            <p:spPr bwMode="auto">
              <a:xfrm>
                <a:off x="1619556" y="3849975"/>
                <a:ext cx="190035" cy="172320"/>
              </a:xfrm>
              <a:custGeom>
                <a:avLst/>
                <a:gdLst>
                  <a:gd name="T0" fmla="*/ 35 w 118"/>
                  <a:gd name="T1" fmla="*/ 0 h 107"/>
                  <a:gd name="T2" fmla="*/ 0 w 118"/>
                  <a:gd name="T3" fmla="*/ 107 h 107"/>
                  <a:gd name="T4" fmla="*/ 118 w 118"/>
                  <a:gd name="T5" fmla="*/ 81 h 107"/>
                  <a:gd name="T6" fmla="*/ 35 w 118"/>
                  <a:gd name="T7" fmla="*/ 0 h 107"/>
                  <a:gd name="T8" fmla="*/ 35 w 118"/>
                  <a:gd name="T9" fmla="*/ 0 h 107"/>
                  <a:gd name="T10" fmla="*/ 35 w 118"/>
                  <a:gd name="T11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8" h="107">
                    <a:moveTo>
                      <a:pt x="35" y="0"/>
                    </a:moveTo>
                    <a:lnTo>
                      <a:pt x="0" y="107"/>
                    </a:lnTo>
                    <a:lnTo>
                      <a:pt x="118" y="81"/>
                    </a:lnTo>
                    <a:lnTo>
                      <a:pt x="35" y="0"/>
                    </a:lnTo>
                    <a:lnTo>
                      <a:pt x="35" y="0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31D8C5E-B231-4646-BDD7-8D31A8726725}"/>
              </a:ext>
            </a:extLst>
          </p:cNvPr>
          <p:cNvSpPr txBox="1"/>
          <p:nvPr/>
        </p:nvSpPr>
        <p:spPr>
          <a:xfrm>
            <a:off x="1722569" y="2057400"/>
            <a:ext cx="22398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Bài 4</a:t>
            </a:r>
            <a:endParaRPr lang="en-US" sz="6000" b="1"/>
          </a:p>
        </p:txBody>
      </p:sp>
      <p:sp>
        <p:nvSpPr>
          <p:cNvPr id="103" name="Round Same Side Corner Rectangle 6">
            <a:extLst>
              <a:ext uri="{FF2B5EF4-FFF2-40B4-BE49-F238E27FC236}">
                <a16:creationId xmlns:a16="http://schemas.microsoft.com/office/drawing/2014/main" id="{434B2CEB-32A5-449F-AF7B-FDDE9B965241}"/>
              </a:ext>
            </a:extLst>
          </p:cNvPr>
          <p:cNvSpPr/>
          <p:nvPr/>
        </p:nvSpPr>
        <p:spPr>
          <a:xfrm flipV="1">
            <a:off x="7317560" y="1602363"/>
            <a:ext cx="9518389" cy="1099993"/>
          </a:xfrm>
          <a:prstGeom prst="round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4D90D6F-F210-4FDE-B2C0-A6665B648DA4}"/>
              </a:ext>
            </a:extLst>
          </p:cNvPr>
          <p:cNvSpPr txBox="1"/>
          <p:nvPr/>
        </p:nvSpPr>
        <p:spPr>
          <a:xfrm>
            <a:off x="8155532" y="1643824"/>
            <a:ext cx="82573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BÀI TẬP TRẮC NGHIỆM</a:t>
            </a:r>
            <a:endParaRPr lang="vi-VN" sz="5400" b="1" dirty="0">
              <a:solidFill>
                <a:schemeClr val="bg1"/>
              </a:solidFill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8DBC01-2D45-4C2D-99A8-D14BEAA36BDE}"/>
              </a:ext>
            </a:extLst>
          </p:cNvPr>
          <p:cNvSpPr/>
          <p:nvPr/>
        </p:nvSpPr>
        <p:spPr>
          <a:xfrm>
            <a:off x="5436184" y="2895600"/>
            <a:ext cx="1818581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NL" sz="6000">
                <a:latin typeface="Times New Roman" panose="02020603050405020304" pitchFamily="18" charset="0"/>
                <a:ea typeface="Calibri" panose="020F0502020204030204" pitchFamily="34" charset="0"/>
              </a:rPr>
              <a:t>Bảng biến thiên ở dưới là của hàm số nào </a:t>
            </a:r>
            <a:endParaRPr lang="en-US" sz="60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8867276-A8CF-4B63-AC91-B5EACDEAA6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9529" y="4261118"/>
            <a:ext cx="10929505" cy="3855875"/>
          </a:xfrm>
          <a:prstGeom prst="rect">
            <a:avLst/>
          </a:prstGeom>
        </p:spPr>
      </p:pic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BA04E940-C7BB-4839-8A68-0DA4429C17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9196073"/>
              </p:ext>
            </p:extLst>
          </p:nvPr>
        </p:nvGraphicFramePr>
        <p:xfrm>
          <a:off x="4031367" y="3921835"/>
          <a:ext cx="5718175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6" name="Equation" r:id="rId4" imgW="1244520" imgH="253800" progId="Equation.DSMT4">
                  <p:embed/>
                </p:oleObj>
              </mc:Choice>
              <mc:Fallback>
                <p:oleObj name="Equation" r:id="rId4" imgW="124452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31367" y="3921835"/>
                        <a:ext cx="5718175" cy="1166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E662A129-ECC0-459B-8FCD-B55AA42D6E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2611203"/>
              </p:ext>
            </p:extLst>
          </p:nvPr>
        </p:nvGraphicFramePr>
        <p:xfrm>
          <a:off x="4031367" y="5052867"/>
          <a:ext cx="5778500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7" name="Equation" r:id="rId6" imgW="1257120" imgH="253800" progId="Equation.DSMT4">
                  <p:embed/>
                </p:oleObj>
              </mc:Choice>
              <mc:Fallback>
                <p:oleObj name="Equation" r:id="rId6" imgW="125712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031367" y="5052867"/>
                        <a:ext cx="5778500" cy="1165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39EEE784-2B98-4932-8E1B-2EF1CC018B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4729257"/>
              </p:ext>
            </p:extLst>
          </p:nvPr>
        </p:nvGraphicFramePr>
        <p:xfrm>
          <a:off x="4031367" y="6213827"/>
          <a:ext cx="5135562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8" name="Equation" r:id="rId8" imgW="1117440" imgH="253800" progId="Equation.DSMT4">
                  <p:embed/>
                </p:oleObj>
              </mc:Choice>
              <mc:Fallback>
                <p:oleObj name="Equation" r:id="rId8" imgW="111744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031367" y="6213827"/>
                        <a:ext cx="5135562" cy="1166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ABD41353-0EC2-4C4D-84D1-CC70F4A18A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0784552"/>
              </p:ext>
            </p:extLst>
          </p:nvPr>
        </p:nvGraphicFramePr>
        <p:xfrm>
          <a:off x="4031367" y="7426810"/>
          <a:ext cx="6127750" cy="1166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9" name="Equation" r:id="rId10" imgW="1333440" imgH="253800" progId="Equation.DSMT4">
                  <p:embed/>
                </p:oleObj>
              </mc:Choice>
              <mc:Fallback>
                <p:oleObj name="Equation" r:id="rId10" imgW="133344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031367" y="7426810"/>
                        <a:ext cx="6127750" cy="1166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22">
            <a:extLst>
              <a:ext uri="{FF2B5EF4-FFF2-40B4-BE49-F238E27FC236}">
                <a16:creationId xmlns:a16="http://schemas.microsoft.com/office/drawing/2014/main" id="{1DC42956-B52A-4C08-A855-473D9AFE6CF9}"/>
              </a:ext>
            </a:extLst>
          </p:cNvPr>
          <p:cNvSpPr/>
          <p:nvPr/>
        </p:nvSpPr>
        <p:spPr>
          <a:xfrm>
            <a:off x="4621816" y="9396166"/>
            <a:ext cx="16942784" cy="18725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Aft>
                <a:spcPts val="0"/>
              </a:spcAft>
              <a:tabLst>
                <a:tab pos="180340" algn="l"/>
                <a:tab pos="288290" algn="l"/>
                <a:tab pos="467995" algn="l"/>
                <a:tab pos="540385" algn="l"/>
                <a:tab pos="648335" algn="l"/>
                <a:tab pos="1260475" algn="l"/>
                <a:tab pos="3780790" algn="l"/>
              </a:tabLst>
            </a:pPr>
            <a:r>
              <a:rPr lang="nl-NL" sz="5000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 D.</a:t>
            </a:r>
            <a:endParaRPr lang="en-US" sz="50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180340" algn="just">
              <a:lnSpc>
                <a:spcPct val="120000"/>
              </a:lnSpc>
              <a:spcAft>
                <a:spcPts val="0"/>
              </a:spcAft>
              <a:tabLst>
                <a:tab pos="180340" algn="l"/>
                <a:tab pos="288290" algn="l"/>
                <a:tab pos="467995" algn="l"/>
                <a:tab pos="540385" algn="l"/>
                <a:tab pos="648335" algn="l"/>
                <a:tab pos="1260475" algn="l"/>
                <a:tab pos="3780790" algn="l"/>
              </a:tabLst>
            </a:pPr>
            <a:r>
              <a:rPr lang="nl-NL" sz="5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</a:t>
            </a:r>
            <a:r>
              <a:rPr lang="nl-NL" sz="5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Bảng biến thiên có bề lõm hướng xuống. Loại đáp án A và B.</a:t>
            </a:r>
            <a:endParaRPr lang="en-US" sz="50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Rectangle 12">
            <a:extLst>
              <a:ext uri="{FF2B5EF4-FFF2-40B4-BE49-F238E27FC236}">
                <a16:creationId xmlns:a16="http://schemas.microsoft.com/office/drawing/2014/main" id="{41186382-EF7E-4078-A91C-B21BE63D3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1816" y="11388607"/>
            <a:ext cx="8574783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180975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en-US" sz="5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</a:t>
            </a:r>
            <a:r>
              <a:rPr kumimoji="0" lang="nl-NL" altLang="en-US" sz="5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Đỉnh của parabol có tọa độ là </a:t>
            </a:r>
            <a:endParaRPr kumimoji="0" lang="nl-NL" altLang="en-US" sz="5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1258172A-88F9-4BC8-BC1E-00608B01C4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4844329"/>
              </p:ext>
            </p:extLst>
          </p:nvPr>
        </p:nvGraphicFramePr>
        <p:xfrm>
          <a:off x="13198104" y="11132194"/>
          <a:ext cx="2097932" cy="1663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0" name="Equation" r:id="rId12" imgW="571252" imgH="431613" progId="Equation.DSMT4">
                  <p:embed/>
                </p:oleObj>
              </mc:Choice>
              <mc:Fallback>
                <p:oleObj name="Equation" r:id="rId12" imgW="571252" imgH="431613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98104" y="11132194"/>
                        <a:ext cx="2097932" cy="16638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13">
            <a:extLst>
              <a:ext uri="{FF2B5EF4-FFF2-40B4-BE49-F238E27FC236}">
                <a16:creationId xmlns:a16="http://schemas.microsoft.com/office/drawing/2014/main" id="{810BD648-0257-4CB8-9827-F413DCA1E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12584739"/>
            <a:ext cx="11538736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  <a:tab pos="288925" algn="l"/>
                <a:tab pos="468313" algn="l"/>
                <a:tab pos="539750" algn="l"/>
                <a:tab pos="647700" algn="l"/>
                <a:tab pos="1260475" algn="l"/>
                <a:tab pos="3781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  <a:tab pos="288925" algn="l"/>
                <a:tab pos="468313" algn="l"/>
                <a:tab pos="539750" algn="l"/>
                <a:tab pos="647700" algn="l"/>
                <a:tab pos="1260475" algn="l"/>
                <a:tab pos="3781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  <a:tab pos="288925" algn="l"/>
                <a:tab pos="468313" algn="l"/>
                <a:tab pos="539750" algn="l"/>
                <a:tab pos="647700" algn="l"/>
                <a:tab pos="1260475" algn="l"/>
                <a:tab pos="3781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  <a:tab pos="288925" algn="l"/>
                <a:tab pos="468313" algn="l"/>
                <a:tab pos="539750" algn="l"/>
                <a:tab pos="647700" algn="l"/>
                <a:tab pos="1260475" algn="l"/>
                <a:tab pos="3781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  <a:tab pos="288925" algn="l"/>
                <a:tab pos="468313" algn="l"/>
                <a:tab pos="539750" algn="l"/>
                <a:tab pos="647700" algn="l"/>
                <a:tab pos="1260475" algn="l"/>
                <a:tab pos="3781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  <a:tab pos="288925" algn="l"/>
                <a:tab pos="468313" algn="l"/>
                <a:tab pos="539750" algn="l"/>
                <a:tab pos="647700" algn="l"/>
                <a:tab pos="1260475" algn="l"/>
                <a:tab pos="3781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  <a:tab pos="288925" algn="l"/>
                <a:tab pos="468313" algn="l"/>
                <a:tab pos="539750" algn="l"/>
                <a:tab pos="647700" algn="l"/>
                <a:tab pos="1260475" algn="l"/>
                <a:tab pos="3781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  <a:tab pos="288925" algn="l"/>
                <a:tab pos="468313" algn="l"/>
                <a:tab pos="539750" algn="l"/>
                <a:tab pos="647700" algn="l"/>
                <a:tab pos="1260475" algn="l"/>
                <a:tab pos="3781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  <a:tab pos="288925" algn="l"/>
                <a:tab pos="468313" algn="l"/>
                <a:tab pos="539750" algn="l"/>
                <a:tab pos="647700" algn="l"/>
                <a:tab pos="1260475" algn="l"/>
                <a:tab pos="3781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80975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0975" algn="l"/>
                <a:tab pos="288925" algn="l"/>
                <a:tab pos="468313" algn="l"/>
                <a:tab pos="539750" algn="l"/>
                <a:tab pos="647700" algn="l"/>
                <a:tab pos="1260475" algn="l"/>
                <a:tab pos="3781425" algn="l"/>
              </a:tabLst>
            </a:pPr>
            <a:r>
              <a:rPr kumimoji="0" lang="nl-NL" altLang="en-US" sz="5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Xét các đáp án còn lại, đáp án D thỏa mãn. </a:t>
            </a:r>
            <a:endParaRPr kumimoji="0" lang="nl-NL" altLang="en-US" sz="5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83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05001A8-F1AC-4436-829D-76F3665AC754}"/>
              </a:ext>
            </a:extLst>
          </p:cNvPr>
          <p:cNvSpPr/>
          <p:nvPr/>
        </p:nvSpPr>
        <p:spPr>
          <a:xfrm>
            <a:off x="936019" y="9277693"/>
            <a:ext cx="22666735" cy="428590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496498" y="2049730"/>
            <a:ext cx="23172879" cy="6497722"/>
            <a:chOff x="1076414" y="4403390"/>
            <a:chExt cx="23172879" cy="3784630"/>
          </a:xfrm>
        </p:grpSpPr>
        <p:grpSp>
          <p:nvGrpSpPr>
            <p:cNvPr id="45" name="Group 5"/>
            <p:cNvGrpSpPr/>
            <p:nvPr/>
          </p:nvGrpSpPr>
          <p:grpSpPr>
            <a:xfrm>
              <a:off x="1533269" y="4671091"/>
              <a:ext cx="22716024" cy="3516929"/>
              <a:chOff x="637542" y="1083939"/>
              <a:chExt cx="8945331" cy="1384631"/>
            </a:xfrm>
          </p:grpSpPr>
          <p:sp>
            <p:nvSpPr>
              <p:cNvPr id="65" name="Rounded Rectangle 64"/>
              <p:cNvSpPr/>
              <p:nvPr/>
            </p:nvSpPr>
            <p:spPr>
              <a:xfrm>
                <a:off x="637542" y="1083939"/>
                <a:ext cx="8945331" cy="1384631"/>
              </a:xfrm>
              <a:prstGeom prst="roundRect">
                <a:avLst>
                  <a:gd name="adj" fmla="val 4110"/>
                </a:avLst>
              </a:prstGeom>
              <a:solidFill>
                <a:srgbClr val="BEDCF4"/>
              </a:solidFill>
              <a:ln w="28575">
                <a:solidFill>
                  <a:srgbClr val="0999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18000" rIns="36000" bIns="18000" rtlCol="0" anchor="ctr"/>
              <a:lstStyle/>
              <a:p>
                <a:pPr algn="ctr"/>
                <a:endParaRPr lang="en-US" sz="460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1007731" y="1742814"/>
                <a:ext cx="7867095" cy="2429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ts val="4000"/>
                  </a:lnSpc>
                </a:pPr>
                <a:endParaRPr lang="en-US" sz="4600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p:grpSp>
        <p:grpSp>
          <p:nvGrpSpPr>
            <p:cNvPr id="46" name="Group 65"/>
            <p:cNvGrpSpPr/>
            <p:nvPr/>
          </p:nvGrpSpPr>
          <p:grpSpPr>
            <a:xfrm>
              <a:off x="1076414" y="4403390"/>
              <a:ext cx="3712331" cy="614700"/>
              <a:chOff x="166396" y="8780577"/>
              <a:chExt cx="3712331" cy="614700"/>
            </a:xfrm>
          </p:grpSpPr>
          <p:sp>
            <p:nvSpPr>
              <p:cNvPr id="50" name="Freeform 20"/>
              <p:cNvSpPr>
                <a:spLocks/>
              </p:cNvSpPr>
              <p:nvPr/>
            </p:nvSpPr>
            <p:spPr bwMode="auto">
              <a:xfrm>
                <a:off x="384522" y="8844503"/>
                <a:ext cx="3494205" cy="550774"/>
              </a:xfrm>
              <a:prstGeom prst="roundRect">
                <a:avLst/>
              </a:prstGeom>
              <a:solidFill>
                <a:srgbClr val="0072BC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US" sz="6000">
                    <a:solidFill>
                      <a:schemeClr val="bg1">
                        <a:lumMod val="95000"/>
                      </a:schemeClr>
                    </a:solidFill>
                    <a:latin typeface="Times New Roman" panose="02020603050405020304" pitchFamily="18" charset="0"/>
                    <a:ea typeface="Tahoma" pitchFamily="34" charset="0"/>
                    <a:cs typeface="Times New Roman" panose="02020603050405020304" pitchFamily="18" charset="0"/>
                  </a:rPr>
                  <a:t>    </a:t>
                </a:r>
              </a:p>
            </p:txBody>
          </p:sp>
          <p:grpSp>
            <p:nvGrpSpPr>
              <p:cNvPr id="51" name="Group 7"/>
              <p:cNvGrpSpPr/>
              <p:nvPr/>
            </p:nvGrpSpPr>
            <p:grpSpPr>
              <a:xfrm>
                <a:off x="166396" y="8780577"/>
                <a:ext cx="702538" cy="572229"/>
                <a:chOff x="-145995" y="8633545"/>
                <a:chExt cx="787401" cy="641352"/>
              </a:xfrm>
            </p:grpSpPr>
            <p:sp>
              <p:nvSpPr>
                <p:cNvPr id="53" name="Freeform 45"/>
                <p:cNvSpPr>
                  <a:spLocks/>
                </p:cNvSpPr>
                <p:nvPr/>
              </p:nvSpPr>
              <p:spPr bwMode="auto">
                <a:xfrm>
                  <a:off x="255643" y="9062171"/>
                  <a:ext cx="363538" cy="88900"/>
                </a:xfrm>
                <a:custGeom>
                  <a:avLst/>
                  <a:gdLst>
                    <a:gd name="T0" fmla="*/ 6 w 97"/>
                    <a:gd name="T1" fmla="*/ 24 h 24"/>
                    <a:gd name="T2" fmla="*/ 0 w 97"/>
                    <a:gd name="T3" fmla="*/ 18 h 24"/>
                    <a:gd name="T4" fmla="*/ 0 w 97"/>
                    <a:gd name="T5" fmla="*/ 6 h 24"/>
                    <a:gd name="T6" fmla="*/ 6 w 97"/>
                    <a:gd name="T7" fmla="*/ 0 h 24"/>
                    <a:gd name="T8" fmla="*/ 91 w 97"/>
                    <a:gd name="T9" fmla="*/ 0 h 24"/>
                    <a:gd name="T10" fmla="*/ 97 w 97"/>
                    <a:gd name="T11" fmla="*/ 6 h 24"/>
                    <a:gd name="T12" fmla="*/ 97 w 97"/>
                    <a:gd name="T13" fmla="*/ 18 h 24"/>
                    <a:gd name="T14" fmla="*/ 91 w 97"/>
                    <a:gd name="T15" fmla="*/ 24 h 24"/>
                    <a:gd name="T16" fmla="*/ 6 w 97"/>
                    <a:gd name="T17" fmla="*/ 2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7" h="24">
                      <a:moveTo>
                        <a:pt x="6" y="24"/>
                      </a:moveTo>
                      <a:cubicBezTo>
                        <a:pt x="3" y="24"/>
                        <a:pt x="0" y="21"/>
                        <a:pt x="0" y="18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95" y="0"/>
                        <a:pt x="97" y="3"/>
                        <a:pt x="97" y="6"/>
                      </a:cubicBezTo>
                      <a:cubicBezTo>
                        <a:pt x="97" y="18"/>
                        <a:pt x="97" y="18"/>
                        <a:pt x="97" y="18"/>
                      </a:cubicBezTo>
                      <a:cubicBezTo>
                        <a:pt x="97" y="21"/>
                        <a:pt x="95" y="24"/>
                        <a:pt x="91" y="24"/>
                      </a:cubicBezTo>
                      <a:lnTo>
                        <a:pt x="6" y="2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4" name="Freeform 46"/>
                <p:cNvSpPr>
                  <a:spLocks noEditPoints="1"/>
                </p:cNvSpPr>
                <p:nvPr/>
              </p:nvSpPr>
              <p:spPr bwMode="auto">
                <a:xfrm>
                  <a:off x="233418" y="9039946"/>
                  <a:ext cx="407988" cy="134938"/>
                </a:xfrm>
                <a:custGeom>
                  <a:avLst/>
                  <a:gdLst>
                    <a:gd name="T0" fmla="*/ 97 w 109"/>
                    <a:gd name="T1" fmla="*/ 12 h 36"/>
                    <a:gd name="T2" fmla="*/ 97 w 109"/>
                    <a:gd name="T3" fmla="*/ 24 h 36"/>
                    <a:gd name="T4" fmla="*/ 12 w 109"/>
                    <a:gd name="T5" fmla="*/ 24 h 36"/>
                    <a:gd name="T6" fmla="*/ 12 w 109"/>
                    <a:gd name="T7" fmla="*/ 12 h 36"/>
                    <a:gd name="T8" fmla="*/ 97 w 109"/>
                    <a:gd name="T9" fmla="*/ 12 h 36"/>
                    <a:gd name="T10" fmla="*/ 97 w 109"/>
                    <a:gd name="T11" fmla="*/ 0 h 36"/>
                    <a:gd name="T12" fmla="*/ 12 w 109"/>
                    <a:gd name="T13" fmla="*/ 0 h 36"/>
                    <a:gd name="T14" fmla="*/ 0 w 109"/>
                    <a:gd name="T15" fmla="*/ 12 h 36"/>
                    <a:gd name="T16" fmla="*/ 0 w 109"/>
                    <a:gd name="T17" fmla="*/ 24 h 36"/>
                    <a:gd name="T18" fmla="*/ 12 w 109"/>
                    <a:gd name="T19" fmla="*/ 36 h 36"/>
                    <a:gd name="T20" fmla="*/ 97 w 109"/>
                    <a:gd name="T21" fmla="*/ 36 h 36"/>
                    <a:gd name="T22" fmla="*/ 109 w 109"/>
                    <a:gd name="T23" fmla="*/ 24 h 36"/>
                    <a:gd name="T24" fmla="*/ 109 w 109"/>
                    <a:gd name="T25" fmla="*/ 12 h 36"/>
                    <a:gd name="T26" fmla="*/ 97 w 109"/>
                    <a:gd name="T27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09" h="36">
                      <a:moveTo>
                        <a:pt x="97" y="12"/>
                      </a:moveTo>
                      <a:cubicBezTo>
                        <a:pt x="97" y="24"/>
                        <a:pt x="97" y="24"/>
                        <a:pt x="97" y="24"/>
                      </a:cubicBezTo>
                      <a:cubicBezTo>
                        <a:pt x="12" y="24"/>
                        <a:pt x="12" y="24"/>
                        <a:pt x="12" y="24"/>
                      </a:cubicBezTo>
                      <a:cubicBezTo>
                        <a:pt x="12" y="12"/>
                        <a:pt x="12" y="12"/>
                        <a:pt x="12" y="12"/>
                      </a:cubicBezTo>
                      <a:cubicBezTo>
                        <a:pt x="97" y="12"/>
                        <a:pt x="97" y="12"/>
                        <a:pt x="97" y="12"/>
                      </a:cubicBezTo>
                      <a:moveTo>
                        <a:pt x="97" y="0"/>
                      </a:move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0" y="6"/>
                        <a:pt x="0" y="12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30"/>
                        <a:pt x="5" y="36"/>
                        <a:pt x="12" y="36"/>
                      </a:cubicBezTo>
                      <a:cubicBezTo>
                        <a:pt x="97" y="36"/>
                        <a:pt x="97" y="36"/>
                        <a:pt x="97" y="36"/>
                      </a:cubicBezTo>
                      <a:cubicBezTo>
                        <a:pt x="104" y="36"/>
                        <a:pt x="109" y="30"/>
                        <a:pt x="109" y="24"/>
                      </a:cubicBezTo>
                      <a:cubicBezTo>
                        <a:pt x="109" y="12"/>
                        <a:pt x="109" y="12"/>
                        <a:pt x="109" y="12"/>
                      </a:cubicBezTo>
                      <a:cubicBezTo>
                        <a:pt x="109" y="6"/>
                        <a:pt x="104" y="0"/>
                        <a:pt x="97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5" name="Freeform 47"/>
                <p:cNvSpPr>
                  <a:spLocks/>
                </p:cNvSpPr>
                <p:nvPr/>
              </p:nvSpPr>
              <p:spPr bwMode="auto">
                <a:xfrm>
                  <a:off x="255643" y="9136784"/>
                  <a:ext cx="363538" cy="90488"/>
                </a:xfrm>
                <a:custGeom>
                  <a:avLst/>
                  <a:gdLst>
                    <a:gd name="T0" fmla="*/ 6 w 97"/>
                    <a:gd name="T1" fmla="*/ 24 h 24"/>
                    <a:gd name="T2" fmla="*/ 0 w 97"/>
                    <a:gd name="T3" fmla="*/ 18 h 24"/>
                    <a:gd name="T4" fmla="*/ 0 w 97"/>
                    <a:gd name="T5" fmla="*/ 6 h 24"/>
                    <a:gd name="T6" fmla="*/ 6 w 97"/>
                    <a:gd name="T7" fmla="*/ 0 h 24"/>
                    <a:gd name="T8" fmla="*/ 91 w 97"/>
                    <a:gd name="T9" fmla="*/ 0 h 24"/>
                    <a:gd name="T10" fmla="*/ 97 w 97"/>
                    <a:gd name="T11" fmla="*/ 6 h 24"/>
                    <a:gd name="T12" fmla="*/ 97 w 97"/>
                    <a:gd name="T13" fmla="*/ 18 h 24"/>
                    <a:gd name="T14" fmla="*/ 91 w 97"/>
                    <a:gd name="T15" fmla="*/ 24 h 24"/>
                    <a:gd name="T16" fmla="*/ 6 w 97"/>
                    <a:gd name="T17" fmla="*/ 2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7" h="24">
                      <a:moveTo>
                        <a:pt x="6" y="24"/>
                      </a:moveTo>
                      <a:cubicBezTo>
                        <a:pt x="3" y="24"/>
                        <a:pt x="0" y="21"/>
                        <a:pt x="0" y="18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95" y="0"/>
                        <a:pt x="97" y="3"/>
                        <a:pt x="97" y="6"/>
                      </a:cubicBezTo>
                      <a:cubicBezTo>
                        <a:pt x="97" y="18"/>
                        <a:pt x="97" y="18"/>
                        <a:pt x="97" y="18"/>
                      </a:cubicBezTo>
                      <a:cubicBezTo>
                        <a:pt x="97" y="21"/>
                        <a:pt x="95" y="24"/>
                        <a:pt x="91" y="24"/>
                      </a:cubicBezTo>
                      <a:lnTo>
                        <a:pt x="6" y="2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6" name="Freeform 48"/>
                <p:cNvSpPr>
                  <a:spLocks noEditPoints="1"/>
                </p:cNvSpPr>
                <p:nvPr/>
              </p:nvSpPr>
              <p:spPr bwMode="auto">
                <a:xfrm>
                  <a:off x="233418" y="9114559"/>
                  <a:ext cx="407988" cy="134938"/>
                </a:xfrm>
                <a:custGeom>
                  <a:avLst/>
                  <a:gdLst>
                    <a:gd name="T0" fmla="*/ 97 w 109"/>
                    <a:gd name="T1" fmla="*/ 12 h 36"/>
                    <a:gd name="T2" fmla="*/ 97 w 109"/>
                    <a:gd name="T3" fmla="*/ 24 h 36"/>
                    <a:gd name="T4" fmla="*/ 12 w 109"/>
                    <a:gd name="T5" fmla="*/ 24 h 36"/>
                    <a:gd name="T6" fmla="*/ 12 w 109"/>
                    <a:gd name="T7" fmla="*/ 12 h 36"/>
                    <a:gd name="T8" fmla="*/ 97 w 109"/>
                    <a:gd name="T9" fmla="*/ 12 h 36"/>
                    <a:gd name="T10" fmla="*/ 97 w 109"/>
                    <a:gd name="T11" fmla="*/ 0 h 36"/>
                    <a:gd name="T12" fmla="*/ 12 w 109"/>
                    <a:gd name="T13" fmla="*/ 0 h 36"/>
                    <a:gd name="T14" fmla="*/ 0 w 109"/>
                    <a:gd name="T15" fmla="*/ 12 h 36"/>
                    <a:gd name="T16" fmla="*/ 0 w 109"/>
                    <a:gd name="T17" fmla="*/ 24 h 36"/>
                    <a:gd name="T18" fmla="*/ 12 w 109"/>
                    <a:gd name="T19" fmla="*/ 36 h 36"/>
                    <a:gd name="T20" fmla="*/ 97 w 109"/>
                    <a:gd name="T21" fmla="*/ 36 h 36"/>
                    <a:gd name="T22" fmla="*/ 109 w 109"/>
                    <a:gd name="T23" fmla="*/ 24 h 36"/>
                    <a:gd name="T24" fmla="*/ 109 w 109"/>
                    <a:gd name="T25" fmla="*/ 12 h 36"/>
                    <a:gd name="T26" fmla="*/ 97 w 109"/>
                    <a:gd name="T27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09" h="36">
                      <a:moveTo>
                        <a:pt x="97" y="12"/>
                      </a:moveTo>
                      <a:cubicBezTo>
                        <a:pt x="97" y="24"/>
                        <a:pt x="97" y="24"/>
                        <a:pt x="97" y="24"/>
                      </a:cubicBezTo>
                      <a:cubicBezTo>
                        <a:pt x="12" y="24"/>
                        <a:pt x="12" y="24"/>
                        <a:pt x="12" y="24"/>
                      </a:cubicBezTo>
                      <a:cubicBezTo>
                        <a:pt x="12" y="12"/>
                        <a:pt x="12" y="12"/>
                        <a:pt x="12" y="12"/>
                      </a:cubicBezTo>
                      <a:cubicBezTo>
                        <a:pt x="97" y="12"/>
                        <a:pt x="97" y="12"/>
                        <a:pt x="97" y="12"/>
                      </a:cubicBezTo>
                      <a:moveTo>
                        <a:pt x="97" y="0"/>
                      </a:move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0" y="6"/>
                        <a:pt x="0" y="12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31"/>
                        <a:pt x="5" y="36"/>
                        <a:pt x="12" y="36"/>
                      </a:cubicBezTo>
                      <a:cubicBezTo>
                        <a:pt x="97" y="36"/>
                        <a:pt x="97" y="36"/>
                        <a:pt x="97" y="36"/>
                      </a:cubicBezTo>
                      <a:cubicBezTo>
                        <a:pt x="104" y="36"/>
                        <a:pt x="109" y="31"/>
                        <a:pt x="109" y="24"/>
                      </a:cubicBezTo>
                      <a:cubicBezTo>
                        <a:pt x="109" y="12"/>
                        <a:pt x="109" y="12"/>
                        <a:pt x="109" y="12"/>
                      </a:cubicBezTo>
                      <a:cubicBezTo>
                        <a:pt x="109" y="6"/>
                        <a:pt x="104" y="0"/>
                        <a:pt x="97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7" name="Freeform 49"/>
                <p:cNvSpPr>
                  <a:spLocks/>
                </p:cNvSpPr>
                <p:nvPr/>
              </p:nvSpPr>
              <p:spPr bwMode="auto">
                <a:xfrm>
                  <a:off x="217543" y="8657358"/>
                  <a:ext cx="263525" cy="254000"/>
                </a:xfrm>
                <a:custGeom>
                  <a:avLst/>
                  <a:gdLst>
                    <a:gd name="T0" fmla="*/ 50 w 70"/>
                    <a:gd name="T1" fmla="*/ 68 h 68"/>
                    <a:gd name="T2" fmla="*/ 45 w 70"/>
                    <a:gd name="T3" fmla="*/ 67 h 68"/>
                    <a:gd name="T4" fmla="*/ 2 w 70"/>
                    <a:gd name="T5" fmla="*/ 23 h 68"/>
                    <a:gd name="T6" fmla="*/ 2 w 70"/>
                    <a:gd name="T7" fmla="*/ 15 h 68"/>
                    <a:gd name="T8" fmla="*/ 14 w 70"/>
                    <a:gd name="T9" fmla="*/ 3 h 68"/>
                    <a:gd name="T10" fmla="*/ 22 w 70"/>
                    <a:gd name="T11" fmla="*/ 0 h 68"/>
                    <a:gd name="T12" fmla="*/ 31 w 70"/>
                    <a:gd name="T13" fmla="*/ 3 h 68"/>
                    <a:gd name="T14" fmla="*/ 65 w 70"/>
                    <a:gd name="T15" fmla="*/ 38 h 68"/>
                    <a:gd name="T16" fmla="*/ 65 w 70"/>
                    <a:gd name="T17" fmla="*/ 55 h 68"/>
                    <a:gd name="T18" fmla="*/ 54 w 70"/>
                    <a:gd name="T19" fmla="*/ 67 h 68"/>
                    <a:gd name="T20" fmla="*/ 50 w 70"/>
                    <a:gd name="T21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0" h="68">
                      <a:moveTo>
                        <a:pt x="50" y="68"/>
                      </a:moveTo>
                      <a:cubicBezTo>
                        <a:pt x="48" y="68"/>
                        <a:pt x="47" y="68"/>
                        <a:pt x="45" y="67"/>
                      </a:cubicBezTo>
                      <a:cubicBezTo>
                        <a:pt x="2" y="23"/>
                        <a:pt x="2" y="23"/>
                        <a:pt x="2" y="23"/>
                      </a:cubicBezTo>
                      <a:cubicBezTo>
                        <a:pt x="0" y="21"/>
                        <a:pt x="0" y="17"/>
                        <a:pt x="2" y="15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6" y="1"/>
                        <a:pt x="19" y="0"/>
                        <a:pt x="22" y="0"/>
                      </a:cubicBezTo>
                      <a:cubicBezTo>
                        <a:pt x="26" y="0"/>
                        <a:pt x="29" y="1"/>
                        <a:pt x="31" y="3"/>
                      </a:cubicBezTo>
                      <a:cubicBezTo>
                        <a:pt x="65" y="38"/>
                        <a:pt x="65" y="38"/>
                        <a:pt x="65" y="38"/>
                      </a:cubicBezTo>
                      <a:cubicBezTo>
                        <a:pt x="70" y="42"/>
                        <a:pt x="70" y="50"/>
                        <a:pt x="65" y="55"/>
                      </a:cubicBezTo>
                      <a:cubicBezTo>
                        <a:pt x="54" y="67"/>
                        <a:pt x="54" y="67"/>
                        <a:pt x="54" y="67"/>
                      </a:cubicBezTo>
                      <a:cubicBezTo>
                        <a:pt x="53" y="68"/>
                        <a:pt x="51" y="68"/>
                        <a:pt x="50" y="6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8" name="Freeform 50"/>
                <p:cNvSpPr>
                  <a:spLocks noEditPoints="1"/>
                </p:cNvSpPr>
                <p:nvPr/>
              </p:nvSpPr>
              <p:spPr bwMode="auto">
                <a:xfrm>
                  <a:off x="192143" y="8633545"/>
                  <a:ext cx="314325" cy="300038"/>
                </a:xfrm>
                <a:custGeom>
                  <a:avLst/>
                  <a:gdLst>
                    <a:gd name="T0" fmla="*/ 29 w 84"/>
                    <a:gd name="T1" fmla="*/ 12 h 80"/>
                    <a:gd name="T2" fmla="*/ 34 w 84"/>
                    <a:gd name="T3" fmla="*/ 13 h 80"/>
                    <a:gd name="T4" fmla="*/ 68 w 84"/>
                    <a:gd name="T5" fmla="*/ 48 h 80"/>
                    <a:gd name="T6" fmla="*/ 68 w 84"/>
                    <a:gd name="T7" fmla="*/ 57 h 80"/>
                    <a:gd name="T8" fmla="*/ 57 w 84"/>
                    <a:gd name="T9" fmla="*/ 68 h 80"/>
                    <a:gd name="T10" fmla="*/ 13 w 84"/>
                    <a:gd name="T11" fmla="*/ 25 h 80"/>
                    <a:gd name="T12" fmla="*/ 25 w 84"/>
                    <a:gd name="T13" fmla="*/ 13 h 80"/>
                    <a:gd name="T14" fmla="*/ 29 w 84"/>
                    <a:gd name="T15" fmla="*/ 12 h 80"/>
                    <a:gd name="T16" fmla="*/ 29 w 84"/>
                    <a:gd name="T17" fmla="*/ 0 h 80"/>
                    <a:gd name="T18" fmla="*/ 16 w 84"/>
                    <a:gd name="T19" fmla="*/ 5 h 80"/>
                    <a:gd name="T20" fmla="*/ 5 w 84"/>
                    <a:gd name="T21" fmla="*/ 16 h 80"/>
                    <a:gd name="T22" fmla="*/ 5 w 84"/>
                    <a:gd name="T23" fmla="*/ 33 h 80"/>
                    <a:gd name="T24" fmla="*/ 48 w 84"/>
                    <a:gd name="T25" fmla="*/ 77 h 80"/>
                    <a:gd name="T26" fmla="*/ 57 w 84"/>
                    <a:gd name="T27" fmla="*/ 80 h 80"/>
                    <a:gd name="T28" fmla="*/ 57 w 84"/>
                    <a:gd name="T29" fmla="*/ 80 h 80"/>
                    <a:gd name="T30" fmla="*/ 65 w 84"/>
                    <a:gd name="T31" fmla="*/ 77 h 80"/>
                    <a:gd name="T32" fmla="*/ 77 w 84"/>
                    <a:gd name="T33" fmla="*/ 65 h 80"/>
                    <a:gd name="T34" fmla="*/ 77 w 84"/>
                    <a:gd name="T35" fmla="*/ 39 h 80"/>
                    <a:gd name="T36" fmla="*/ 42 w 84"/>
                    <a:gd name="T37" fmla="*/ 5 h 80"/>
                    <a:gd name="T38" fmla="*/ 29 w 84"/>
                    <a:gd name="T39" fmla="*/ 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84" h="80">
                      <a:moveTo>
                        <a:pt x="29" y="12"/>
                      </a:moveTo>
                      <a:cubicBezTo>
                        <a:pt x="31" y="12"/>
                        <a:pt x="33" y="12"/>
                        <a:pt x="34" y="13"/>
                      </a:cubicBezTo>
                      <a:cubicBezTo>
                        <a:pt x="34" y="13"/>
                        <a:pt x="34" y="13"/>
                        <a:pt x="68" y="48"/>
                      </a:cubicBezTo>
                      <a:cubicBezTo>
                        <a:pt x="71" y="50"/>
                        <a:pt x="71" y="54"/>
                        <a:pt x="68" y="57"/>
                      </a:cubicBezTo>
                      <a:cubicBezTo>
                        <a:pt x="68" y="57"/>
                        <a:pt x="68" y="57"/>
                        <a:pt x="57" y="68"/>
                      </a:cubicBezTo>
                      <a:cubicBezTo>
                        <a:pt x="57" y="68"/>
                        <a:pt x="57" y="68"/>
                        <a:pt x="13" y="25"/>
                      </a:cubicBezTo>
                      <a:cubicBezTo>
                        <a:pt x="13" y="25"/>
                        <a:pt x="13" y="25"/>
                        <a:pt x="25" y="13"/>
                      </a:cubicBezTo>
                      <a:cubicBezTo>
                        <a:pt x="26" y="12"/>
                        <a:pt x="28" y="12"/>
                        <a:pt x="29" y="12"/>
                      </a:cubicBezTo>
                      <a:moveTo>
                        <a:pt x="29" y="0"/>
                      </a:moveTo>
                      <a:cubicBezTo>
                        <a:pt x="24" y="0"/>
                        <a:pt x="20" y="2"/>
                        <a:pt x="16" y="5"/>
                      </a:cubicBezTo>
                      <a:cubicBezTo>
                        <a:pt x="5" y="16"/>
                        <a:pt x="5" y="16"/>
                        <a:pt x="5" y="16"/>
                      </a:cubicBezTo>
                      <a:cubicBezTo>
                        <a:pt x="0" y="21"/>
                        <a:pt x="0" y="29"/>
                        <a:pt x="5" y="33"/>
                      </a:cubicBezTo>
                      <a:cubicBezTo>
                        <a:pt x="48" y="77"/>
                        <a:pt x="48" y="77"/>
                        <a:pt x="48" y="77"/>
                      </a:cubicBezTo>
                      <a:cubicBezTo>
                        <a:pt x="50" y="79"/>
                        <a:pt x="53" y="80"/>
                        <a:pt x="57" y="80"/>
                      </a:cubicBezTo>
                      <a:cubicBezTo>
                        <a:pt x="57" y="80"/>
                        <a:pt x="57" y="80"/>
                        <a:pt x="57" y="80"/>
                      </a:cubicBezTo>
                      <a:cubicBezTo>
                        <a:pt x="60" y="80"/>
                        <a:pt x="63" y="79"/>
                        <a:pt x="65" y="77"/>
                      </a:cubicBezTo>
                      <a:cubicBezTo>
                        <a:pt x="77" y="65"/>
                        <a:pt x="77" y="65"/>
                        <a:pt x="77" y="65"/>
                      </a:cubicBezTo>
                      <a:cubicBezTo>
                        <a:pt x="84" y="58"/>
                        <a:pt x="84" y="47"/>
                        <a:pt x="77" y="39"/>
                      </a:cubicBezTo>
                      <a:cubicBezTo>
                        <a:pt x="42" y="5"/>
                        <a:pt x="42" y="5"/>
                        <a:pt x="42" y="5"/>
                      </a:cubicBezTo>
                      <a:cubicBezTo>
                        <a:pt x="39" y="2"/>
                        <a:pt x="34" y="0"/>
                        <a:pt x="29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9" name="Freeform 51"/>
                <p:cNvSpPr>
                  <a:spLocks noEditPoints="1"/>
                </p:cNvSpPr>
                <p:nvPr/>
              </p:nvSpPr>
              <p:spPr bwMode="auto">
                <a:xfrm>
                  <a:off x="-123770" y="8724033"/>
                  <a:ext cx="742950" cy="528639"/>
                </a:xfrm>
                <a:custGeom>
                  <a:avLst/>
                  <a:gdLst>
                    <a:gd name="T0" fmla="*/ 12 w 198"/>
                    <a:gd name="T1" fmla="*/ 141 h 141"/>
                    <a:gd name="T2" fmla="*/ 8 w 198"/>
                    <a:gd name="T3" fmla="*/ 140 h 141"/>
                    <a:gd name="T4" fmla="*/ 3 w 198"/>
                    <a:gd name="T5" fmla="*/ 134 h 141"/>
                    <a:gd name="T6" fmla="*/ 1 w 198"/>
                    <a:gd name="T7" fmla="*/ 128 h 141"/>
                    <a:gd name="T8" fmla="*/ 14 w 198"/>
                    <a:gd name="T9" fmla="*/ 77 h 141"/>
                    <a:gd name="T10" fmla="*/ 15 w 198"/>
                    <a:gd name="T11" fmla="*/ 75 h 141"/>
                    <a:gd name="T12" fmla="*/ 88 w 198"/>
                    <a:gd name="T13" fmla="*/ 1 h 141"/>
                    <a:gd name="T14" fmla="*/ 92 w 198"/>
                    <a:gd name="T15" fmla="*/ 0 h 141"/>
                    <a:gd name="T16" fmla="*/ 92 w 198"/>
                    <a:gd name="T17" fmla="*/ 0 h 141"/>
                    <a:gd name="T18" fmla="*/ 97 w 198"/>
                    <a:gd name="T19" fmla="*/ 1 h 141"/>
                    <a:gd name="T20" fmla="*/ 103 w 198"/>
                    <a:gd name="T21" fmla="*/ 8 h 141"/>
                    <a:gd name="T22" fmla="*/ 105 w 198"/>
                    <a:gd name="T23" fmla="*/ 12 h 141"/>
                    <a:gd name="T24" fmla="*/ 109 w 198"/>
                    <a:gd name="T25" fmla="*/ 13 h 141"/>
                    <a:gd name="T26" fmla="*/ 116 w 198"/>
                    <a:gd name="T27" fmla="*/ 21 h 141"/>
                    <a:gd name="T28" fmla="*/ 117 w 198"/>
                    <a:gd name="T29" fmla="*/ 24 h 141"/>
                    <a:gd name="T30" fmla="*/ 121 w 198"/>
                    <a:gd name="T31" fmla="*/ 26 h 141"/>
                    <a:gd name="T32" fmla="*/ 128 w 198"/>
                    <a:gd name="T33" fmla="*/ 33 h 141"/>
                    <a:gd name="T34" fmla="*/ 130 w 198"/>
                    <a:gd name="T35" fmla="*/ 37 h 141"/>
                    <a:gd name="T36" fmla="*/ 133 w 198"/>
                    <a:gd name="T37" fmla="*/ 38 h 141"/>
                    <a:gd name="T38" fmla="*/ 140 w 198"/>
                    <a:gd name="T39" fmla="*/ 45 h 141"/>
                    <a:gd name="T40" fmla="*/ 142 w 198"/>
                    <a:gd name="T41" fmla="*/ 49 h 141"/>
                    <a:gd name="T42" fmla="*/ 140 w 198"/>
                    <a:gd name="T43" fmla="*/ 53 h 141"/>
                    <a:gd name="T44" fmla="*/ 124 w 198"/>
                    <a:gd name="T45" fmla="*/ 70 h 141"/>
                    <a:gd name="T46" fmla="*/ 192 w 198"/>
                    <a:gd name="T47" fmla="*/ 70 h 141"/>
                    <a:gd name="T48" fmla="*/ 198 w 198"/>
                    <a:gd name="T49" fmla="*/ 76 h 141"/>
                    <a:gd name="T50" fmla="*/ 198 w 198"/>
                    <a:gd name="T51" fmla="*/ 87 h 141"/>
                    <a:gd name="T52" fmla="*/ 192 w 198"/>
                    <a:gd name="T53" fmla="*/ 93 h 141"/>
                    <a:gd name="T54" fmla="*/ 107 w 198"/>
                    <a:gd name="T55" fmla="*/ 93 h 141"/>
                    <a:gd name="T56" fmla="*/ 103 w 198"/>
                    <a:gd name="T57" fmla="*/ 91 h 141"/>
                    <a:gd name="T58" fmla="*/ 67 w 198"/>
                    <a:gd name="T59" fmla="*/ 127 h 141"/>
                    <a:gd name="T60" fmla="*/ 64 w 198"/>
                    <a:gd name="T61" fmla="*/ 128 h 141"/>
                    <a:gd name="T62" fmla="*/ 14 w 198"/>
                    <a:gd name="T63" fmla="*/ 141 h 141"/>
                    <a:gd name="T64" fmla="*/ 12 w 198"/>
                    <a:gd name="T65" fmla="*/ 141 h 141"/>
                    <a:gd name="T66" fmla="*/ 23 w 198"/>
                    <a:gd name="T67" fmla="*/ 119 h 141"/>
                    <a:gd name="T68" fmla="*/ 45 w 198"/>
                    <a:gd name="T69" fmla="*/ 113 h 141"/>
                    <a:gd name="T70" fmla="*/ 29 w 198"/>
                    <a:gd name="T71" fmla="*/ 97 h 141"/>
                    <a:gd name="T72" fmla="*/ 23 w 198"/>
                    <a:gd name="T73" fmla="*/ 119 h 1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198" h="141">
                      <a:moveTo>
                        <a:pt x="12" y="141"/>
                      </a:moveTo>
                      <a:cubicBezTo>
                        <a:pt x="11" y="141"/>
                        <a:pt x="9" y="141"/>
                        <a:pt x="8" y="140"/>
                      </a:cubicBezTo>
                      <a:cubicBezTo>
                        <a:pt x="3" y="134"/>
                        <a:pt x="3" y="134"/>
                        <a:pt x="3" y="134"/>
                      </a:cubicBezTo>
                      <a:cubicBezTo>
                        <a:pt x="1" y="133"/>
                        <a:pt x="0" y="131"/>
                        <a:pt x="1" y="128"/>
                      </a:cubicBezTo>
                      <a:cubicBezTo>
                        <a:pt x="14" y="77"/>
                        <a:pt x="14" y="77"/>
                        <a:pt x="14" y="77"/>
                      </a:cubicBezTo>
                      <a:cubicBezTo>
                        <a:pt x="14" y="76"/>
                        <a:pt x="15" y="75"/>
                        <a:pt x="15" y="75"/>
                      </a:cubicBezTo>
                      <a:cubicBezTo>
                        <a:pt x="88" y="1"/>
                        <a:pt x="88" y="1"/>
                        <a:pt x="88" y="1"/>
                      </a:cubicBezTo>
                      <a:cubicBezTo>
                        <a:pt x="89" y="0"/>
                        <a:pt x="91" y="0"/>
                        <a:pt x="92" y="0"/>
                      </a:cubicBezTo>
                      <a:cubicBezTo>
                        <a:pt x="92" y="0"/>
                        <a:pt x="92" y="0"/>
                        <a:pt x="92" y="0"/>
                      </a:cubicBezTo>
                      <a:cubicBezTo>
                        <a:pt x="94" y="0"/>
                        <a:pt x="96" y="0"/>
                        <a:pt x="97" y="1"/>
                      </a:cubicBezTo>
                      <a:cubicBezTo>
                        <a:pt x="103" y="8"/>
                        <a:pt x="103" y="8"/>
                        <a:pt x="103" y="8"/>
                      </a:cubicBezTo>
                      <a:cubicBezTo>
                        <a:pt x="104" y="9"/>
                        <a:pt x="105" y="10"/>
                        <a:pt x="105" y="12"/>
                      </a:cubicBezTo>
                      <a:cubicBezTo>
                        <a:pt x="106" y="12"/>
                        <a:pt x="108" y="12"/>
                        <a:pt x="109" y="13"/>
                      </a:cubicBezTo>
                      <a:cubicBezTo>
                        <a:pt x="116" y="21"/>
                        <a:pt x="116" y="21"/>
                        <a:pt x="116" y="21"/>
                      </a:cubicBezTo>
                      <a:cubicBezTo>
                        <a:pt x="117" y="22"/>
                        <a:pt x="117" y="23"/>
                        <a:pt x="117" y="24"/>
                      </a:cubicBezTo>
                      <a:cubicBezTo>
                        <a:pt x="119" y="24"/>
                        <a:pt x="120" y="25"/>
                        <a:pt x="121" y="26"/>
                      </a:cubicBezTo>
                      <a:cubicBezTo>
                        <a:pt x="128" y="33"/>
                        <a:pt x="128" y="33"/>
                        <a:pt x="128" y="33"/>
                      </a:cubicBezTo>
                      <a:cubicBezTo>
                        <a:pt x="129" y="34"/>
                        <a:pt x="130" y="35"/>
                        <a:pt x="130" y="37"/>
                      </a:cubicBezTo>
                      <a:cubicBezTo>
                        <a:pt x="131" y="37"/>
                        <a:pt x="132" y="37"/>
                        <a:pt x="133" y="38"/>
                      </a:cubicBezTo>
                      <a:cubicBezTo>
                        <a:pt x="140" y="45"/>
                        <a:pt x="140" y="45"/>
                        <a:pt x="140" y="45"/>
                      </a:cubicBezTo>
                      <a:cubicBezTo>
                        <a:pt x="141" y="46"/>
                        <a:pt x="142" y="47"/>
                        <a:pt x="142" y="49"/>
                      </a:cubicBezTo>
                      <a:cubicBezTo>
                        <a:pt x="142" y="51"/>
                        <a:pt x="141" y="52"/>
                        <a:pt x="140" y="53"/>
                      </a:cubicBezTo>
                      <a:cubicBezTo>
                        <a:pt x="124" y="70"/>
                        <a:pt x="124" y="70"/>
                        <a:pt x="124" y="70"/>
                      </a:cubicBezTo>
                      <a:cubicBezTo>
                        <a:pt x="192" y="70"/>
                        <a:pt x="192" y="70"/>
                        <a:pt x="192" y="70"/>
                      </a:cubicBezTo>
                      <a:cubicBezTo>
                        <a:pt x="196" y="70"/>
                        <a:pt x="198" y="72"/>
                        <a:pt x="198" y="76"/>
                      </a:cubicBezTo>
                      <a:cubicBezTo>
                        <a:pt x="198" y="87"/>
                        <a:pt x="198" y="87"/>
                        <a:pt x="198" y="87"/>
                      </a:cubicBezTo>
                      <a:cubicBezTo>
                        <a:pt x="198" y="91"/>
                        <a:pt x="196" y="93"/>
                        <a:pt x="192" y="93"/>
                      </a:cubicBezTo>
                      <a:cubicBezTo>
                        <a:pt x="107" y="93"/>
                        <a:pt x="107" y="93"/>
                        <a:pt x="107" y="93"/>
                      </a:cubicBezTo>
                      <a:cubicBezTo>
                        <a:pt x="105" y="93"/>
                        <a:pt x="104" y="92"/>
                        <a:pt x="103" y="91"/>
                      </a:cubicBezTo>
                      <a:cubicBezTo>
                        <a:pt x="67" y="127"/>
                        <a:pt x="67" y="127"/>
                        <a:pt x="67" y="127"/>
                      </a:cubicBezTo>
                      <a:cubicBezTo>
                        <a:pt x="66" y="127"/>
                        <a:pt x="65" y="128"/>
                        <a:pt x="64" y="128"/>
                      </a:cubicBezTo>
                      <a:cubicBezTo>
                        <a:pt x="14" y="141"/>
                        <a:pt x="14" y="141"/>
                        <a:pt x="14" y="141"/>
                      </a:cubicBezTo>
                      <a:cubicBezTo>
                        <a:pt x="13" y="141"/>
                        <a:pt x="13" y="141"/>
                        <a:pt x="12" y="141"/>
                      </a:cubicBezTo>
                      <a:close/>
                      <a:moveTo>
                        <a:pt x="23" y="119"/>
                      </a:moveTo>
                      <a:cubicBezTo>
                        <a:pt x="45" y="113"/>
                        <a:pt x="45" y="113"/>
                        <a:pt x="45" y="113"/>
                      </a:cubicBezTo>
                      <a:cubicBezTo>
                        <a:pt x="29" y="97"/>
                        <a:pt x="29" y="97"/>
                        <a:pt x="29" y="97"/>
                      </a:cubicBezTo>
                      <a:lnTo>
                        <a:pt x="23" y="11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0" name="Freeform 52"/>
                <p:cNvSpPr>
                  <a:spLocks noEditPoints="1"/>
                </p:cNvSpPr>
                <p:nvPr/>
              </p:nvSpPr>
              <p:spPr bwMode="auto">
                <a:xfrm>
                  <a:off x="-145995" y="8701808"/>
                  <a:ext cx="787400" cy="573089"/>
                </a:xfrm>
                <a:custGeom>
                  <a:avLst/>
                  <a:gdLst>
                    <a:gd name="T0" fmla="*/ 98 w 210"/>
                    <a:gd name="T1" fmla="*/ 12 h 153"/>
                    <a:gd name="T2" fmla="*/ 105 w 210"/>
                    <a:gd name="T3" fmla="*/ 18 h 153"/>
                    <a:gd name="T4" fmla="*/ 37 w 210"/>
                    <a:gd name="T5" fmla="*/ 86 h 153"/>
                    <a:gd name="T6" fmla="*/ 43 w 210"/>
                    <a:gd name="T7" fmla="*/ 92 h 153"/>
                    <a:gd name="T8" fmla="*/ 110 w 210"/>
                    <a:gd name="T9" fmla="*/ 24 h 153"/>
                    <a:gd name="T10" fmla="*/ 118 w 210"/>
                    <a:gd name="T11" fmla="*/ 31 h 153"/>
                    <a:gd name="T12" fmla="*/ 50 w 210"/>
                    <a:gd name="T13" fmla="*/ 99 h 153"/>
                    <a:gd name="T14" fmla="*/ 55 w 210"/>
                    <a:gd name="T15" fmla="*/ 104 h 153"/>
                    <a:gd name="T16" fmla="*/ 123 w 210"/>
                    <a:gd name="T17" fmla="*/ 36 h 153"/>
                    <a:gd name="T18" fmla="*/ 130 w 210"/>
                    <a:gd name="T19" fmla="*/ 43 h 153"/>
                    <a:gd name="T20" fmla="*/ 62 w 210"/>
                    <a:gd name="T21" fmla="*/ 111 h 153"/>
                    <a:gd name="T22" fmla="*/ 68 w 210"/>
                    <a:gd name="T23" fmla="*/ 116 h 153"/>
                    <a:gd name="T24" fmla="*/ 135 w 210"/>
                    <a:gd name="T25" fmla="*/ 49 h 153"/>
                    <a:gd name="T26" fmla="*/ 142 w 210"/>
                    <a:gd name="T27" fmla="*/ 55 h 153"/>
                    <a:gd name="T28" fmla="*/ 115 w 210"/>
                    <a:gd name="T29" fmla="*/ 82 h 153"/>
                    <a:gd name="T30" fmla="*/ 198 w 210"/>
                    <a:gd name="T31" fmla="*/ 82 h 153"/>
                    <a:gd name="T32" fmla="*/ 198 w 210"/>
                    <a:gd name="T33" fmla="*/ 93 h 153"/>
                    <a:gd name="T34" fmla="*/ 113 w 210"/>
                    <a:gd name="T35" fmla="*/ 93 h 153"/>
                    <a:gd name="T36" fmla="*/ 113 w 210"/>
                    <a:gd name="T37" fmla="*/ 84 h 153"/>
                    <a:gd name="T38" fmla="*/ 69 w 210"/>
                    <a:gd name="T39" fmla="*/ 128 h 153"/>
                    <a:gd name="T40" fmla="*/ 18 w 210"/>
                    <a:gd name="T41" fmla="*/ 141 h 153"/>
                    <a:gd name="T42" fmla="*/ 13 w 210"/>
                    <a:gd name="T43" fmla="*/ 136 h 153"/>
                    <a:gd name="T44" fmla="*/ 26 w 210"/>
                    <a:gd name="T45" fmla="*/ 85 h 153"/>
                    <a:gd name="T46" fmla="*/ 98 w 210"/>
                    <a:gd name="T47" fmla="*/ 12 h 153"/>
                    <a:gd name="T48" fmla="*/ 21 w 210"/>
                    <a:gd name="T49" fmla="*/ 133 h 153"/>
                    <a:gd name="T50" fmla="*/ 62 w 210"/>
                    <a:gd name="T51" fmla="*/ 122 h 153"/>
                    <a:gd name="T52" fmla="*/ 32 w 210"/>
                    <a:gd name="T53" fmla="*/ 91 h 153"/>
                    <a:gd name="T54" fmla="*/ 21 w 210"/>
                    <a:gd name="T55" fmla="*/ 133 h 153"/>
                    <a:gd name="T56" fmla="*/ 98 w 210"/>
                    <a:gd name="T57" fmla="*/ 0 h 153"/>
                    <a:gd name="T58" fmla="*/ 98 w 210"/>
                    <a:gd name="T59" fmla="*/ 0 h 153"/>
                    <a:gd name="T60" fmla="*/ 90 w 210"/>
                    <a:gd name="T61" fmla="*/ 3 h 153"/>
                    <a:gd name="T62" fmla="*/ 17 w 210"/>
                    <a:gd name="T63" fmla="*/ 76 h 153"/>
                    <a:gd name="T64" fmla="*/ 14 w 210"/>
                    <a:gd name="T65" fmla="*/ 82 h 153"/>
                    <a:gd name="T66" fmla="*/ 1 w 210"/>
                    <a:gd name="T67" fmla="*/ 133 h 153"/>
                    <a:gd name="T68" fmla="*/ 4 w 210"/>
                    <a:gd name="T69" fmla="*/ 145 h 153"/>
                    <a:gd name="T70" fmla="*/ 10 w 210"/>
                    <a:gd name="T71" fmla="*/ 150 h 153"/>
                    <a:gd name="T72" fmla="*/ 18 w 210"/>
                    <a:gd name="T73" fmla="*/ 153 h 153"/>
                    <a:gd name="T74" fmla="*/ 21 w 210"/>
                    <a:gd name="T75" fmla="*/ 153 h 153"/>
                    <a:gd name="T76" fmla="*/ 72 w 210"/>
                    <a:gd name="T77" fmla="*/ 140 h 153"/>
                    <a:gd name="T78" fmla="*/ 77 w 210"/>
                    <a:gd name="T79" fmla="*/ 137 h 153"/>
                    <a:gd name="T80" fmla="*/ 109 w 210"/>
                    <a:gd name="T81" fmla="*/ 105 h 153"/>
                    <a:gd name="T82" fmla="*/ 113 w 210"/>
                    <a:gd name="T83" fmla="*/ 105 h 153"/>
                    <a:gd name="T84" fmla="*/ 198 w 210"/>
                    <a:gd name="T85" fmla="*/ 105 h 153"/>
                    <a:gd name="T86" fmla="*/ 210 w 210"/>
                    <a:gd name="T87" fmla="*/ 93 h 153"/>
                    <a:gd name="T88" fmla="*/ 210 w 210"/>
                    <a:gd name="T89" fmla="*/ 82 h 153"/>
                    <a:gd name="T90" fmla="*/ 198 w 210"/>
                    <a:gd name="T91" fmla="*/ 70 h 153"/>
                    <a:gd name="T92" fmla="*/ 144 w 210"/>
                    <a:gd name="T93" fmla="*/ 70 h 153"/>
                    <a:gd name="T94" fmla="*/ 150 w 210"/>
                    <a:gd name="T95" fmla="*/ 64 h 153"/>
                    <a:gd name="T96" fmla="*/ 154 w 210"/>
                    <a:gd name="T97" fmla="*/ 55 h 153"/>
                    <a:gd name="T98" fmla="*/ 150 w 210"/>
                    <a:gd name="T99" fmla="*/ 47 h 153"/>
                    <a:gd name="T100" fmla="*/ 144 w 210"/>
                    <a:gd name="T101" fmla="*/ 40 h 153"/>
                    <a:gd name="T102" fmla="*/ 140 w 210"/>
                    <a:gd name="T103" fmla="*/ 38 h 153"/>
                    <a:gd name="T104" fmla="*/ 138 w 210"/>
                    <a:gd name="T105" fmla="*/ 35 h 153"/>
                    <a:gd name="T106" fmla="*/ 131 w 210"/>
                    <a:gd name="T107" fmla="*/ 28 h 153"/>
                    <a:gd name="T108" fmla="*/ 128 w 210"/>
                    <a:gd name="T109" fmla="*/ 25 h 153"/>
                    <a:gd name="T110" fmla="*/ 126 w 210"/>
                    <a:gd name="T111" fmla="*/ 22 h 153"/>
                    <a:gd name="T112" fmla="*/ 119 w 210"/>
                    <a:gd name="T113" fmla="*/ 15 h 153"/>
                    <a:gd name="T114" fmla="*/ 116 w 210"/>
                    <a:gd name="T115" fmla="*/ 13 h 153"/>
                    <a:gd name="T116" fmla="*/ 113 w 210"/>
                    <a:gd name="T117" fmla="*/ 10 h 153"/>
                    <a:gd name="T118" fmla="*/ 107 w 210"/>
                    <a:gd name="T119" fmla="*/ 3 h 153"/>
                    <a:gd name="T120" fmla="*/ 98 w 210"/>
                    <a:gd name="T121" fmla="*/ 0 h 1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210" h="153">
                      <a:moveTo>
                        <a:pt x="98" y="12"/>
                      </a:moveTo>
                      <a:cubicBezTo>
                        <a:pt x="105" y="18"/>
                        <a:pt x="105" y="18"/>
                        <a:pt x="105" y="18"/>
                      </a:cubicBezTo>
                      <a:cubicBezTo>
                        <a:pt x="37" y="86"/>
                        <a:pt x="37" y="86"/>
                        <a:pt x="37" y="86"/>
                      </a:cubicBezTo>
                      <a:cubicBezTo>
                        <a:pt x="43" y="92"/>
                        <a:pt x="43" y="92"/>
                        <a:pt x="43" y="92"/>
                      </a:cubicBezTo>
                      <a:cubicBezTo>
                        <a:pt x="110" y="24"/>
                        <a:pt x="110" y="24"/>
                        <a:pt x="110" y="24"/>
                      </a:cubicBezTo>
                      <a:cubicBezTo>
                        <a:pt x="118" y="31"/>
                        <a:pt x="118" y="31"/>
                        <a:pt x="118" y="31"/>
                      </a:cubicBezTo>
                      <a:cubicBezTo>
                        <a:pt x="50" y="99"/>
                        <a:pt x="50" y="99"/>
                        <a:pt x="50" y="99"/>
                      </a:cubicBezTo>
                      <a:cubicBezTo>
                        <a:pt x="55" y="104"/>
                        <a:pt x="55" y="104"/>
                        <a:pt x="55" y="104"/>
                      </a:cubicBezTo>
                      <a:cubicBezTo>
                        <a:pt x="123" y="36"/>
                        <a:pt x="123" y="36"/>
                        <a:pt x="123" y="36"/>
                      </a:cubicBezTo>
                      <a:cubicBezTo>
                        <a:pt x="130" y="43"/>
                        <a:pt x="130" y="43"/>
                        <a:pt x="130" y="43"/>
                      </a:cubicBezTo>
                      <a:cubicBezTo>
                        <a:pt x="62" y="111"/>
                        <a:pt x="62" y="111"/>
                        <a:pt x="62" y="111"/>
                      </a:cubicBezTo>
                      <a:cubicBezTo>
                        <a:pt x="68" y="116"/>
                        <a:pt x="68" y="116"/>
                        <a:pt x="68" y="116"/>
                      </a:cubicBezTo>
                      <a:cubicBezTo>
                        <a:pt x="135" y="49"/>
                        <a:pt x="135" y="49"/>
                        <a:pt x="135" y="49"/>
                      </a:cubicBezTo>
                      <a:cubicBezTo>
                        <a:pt x="142" y="55"/>
                        <a:pt x="142" y="55"/>
                        <a:pt x="142" y="55"/>
                      </a:cubicBezTo>
                      <a:cubicBezTo>
                        <a:pt x="115" y="82"/>
                        <a:pt x="115" y="82"/>
                        <a:pt x="115" y="82"/>
                      </a:cubicBezTo>
                      <a:cubicBezTo>
                        <a:pt x="198" y="82"/>
                        <a:pt x="198" y="82"/>
                        <a:pt x="198" y="82"/>
                      </a:cubicBezTo>
                      <a:cubicBezTo>
                        <a:pt x="198" y="93"/>
                        <a:pt x="198" y="93"/>
                        <a:pt x="198" y="93"/>
                      </a:cubicBezTo>
                      <a:cubicBezTo>
                        <a:pt x="113" y="93"/>
                        <a:pt x="113" y="93"/>
                        <a:pt x="113" y="93"/>
                      </a:cubicBezTo>
                      <a:cubicBezTo>
                        <a:pt x="113" y="84"/>
                        <a:pt x="113" y="84"/>
                        <a:pt x="113" y="84"/>
                      </a:cubicBezTo>
                      <a:cubicBezTo>
                        <a:pt x="69" y="128"/>
                        <a:pt x="69" y="128"/>
                        <a:pt x="69" y="128"/>
                      </a:cubicBezTo>
                      <a:cubicBezTo>
                        <a:pt x="18" y="141"/>
                        <a:pt x="18" y="141"/>
                        <a:pt x="18" y="141"/>
                      </a:cubicBezTo>
                      <a:cubicBezTo>
                        <a:pt x="13" y="136"/>
                        <a:pt x="13" y="136"/>
                        <a:pt x="13" y="136"/>
                      </a:cubicBezTo>
                      <a:cubicBezTo>
                        <a:pt x="26" y="85"/>
                        <a:pt x="26" y="85"/>
                        <a:pt x="26" y="85"/>
                      </a:cubicBezTo>
                      <a:cubicBezTo>
                        <a:pt x="98" y="12"/>
                        <a:pt x="98" y="12"/>
                        <a:pt x="98" y="12"/>
                      </a:cubicBezTo>
                      <a:moveTo>
                        <a:pt x="21" y="133"/>
                      </a:moveTo>
                      <a:cubicBezTo>
                        <a:pt x="62" y="122"/>
                        <a:pt x="62" y="122"/>
                        <a:pt x="62" y="122"/>
                      </a:cubicBezTo>
                      <a:cubicBezTo>
                        <a:pt x="32" y="91"/>
                        <a:pt x="32" y="91"/>
                        <a:pt x="32" y="91"/>
                      </a:cubicBezTo>
                      <a:cubicBezTo>
                        <a:pt x="21" y="133"/>
                        <a:pt x="21" y="133"/>
                        <a:pt x="21" y="133"/>
                      </a:cubicBezTo>
                      <a:moveTo>
                        <a:pt x="98" y="0"/>
                      </a:moveTo>
                      <a:cubicBezTo>
                        <a:pt x="98" y="0"/>
                        <a:pt x="98" y="0"/>
                        <a:pt x="98" y="0"/>
                      </a:cubicBezTo>
                      <a:cubicBezTo>
                        <a:pt x="95" y="0"/>
                        <a:pt x="92" y="1"/>
                        <a:pt x="90" y="3"/>
                      </a:cubicBezTo>
                      <a:cubicBezTo>
                        <a:pt x="17" y="76"/>
                        <a:pt x="17" y="76"/>
                        <a:pt x="17" y="76"/>
                      </a:cubicBezTo>
                      <a:cubicBezTo>
                        <a:pt x="16" y="78"/>
                        <a:pt x="15" y="80"/>
                        <a:pt x="14" y="82"/>
                      </a:cubicBezTo>
                      <a:cubicBezTo>
                        <a:pt x="1" y="133"/>
                        <a:pt x="1" y="133"/>
                        <a:pt x="1" y="133"/>
                      </a:cubicBezTo>
                      <a:cubicBezTo>
                        <a:pt x="0" y="137"/>
                        <a:pt x="1" y="142"/>
                        <a:pt x="4" y="145"/>
                      </a:cubicBezTo>
                      <a:cubicBezTo>
                        <a:pt x="10" y="150"/>
                        <a:pt x="10" y="150"/>
                        <a:pt x="10" y="150"/>
                      </a:cubicBezTo>
                      <a:cubicBezTo>
                        <a:pt x="12" y="152"/>
                        <a:pt x="15" y="153"/>
                        <a:pt x="18" y="153"/>
                      </a:cubicBezTo>
                      <a:cubicBezTo>
                        <a:pt x="19" y="153"/>
                        <a:pt x="20" y="153"/>
                        <a:pt x="21" y="153"/>
                      </a:cubicBezTo>
                      <a:cubicBezTo>
                        <a:pt x="72" y="140"/>
                        <a:pt x="72" y="140"/>
                        <a:pt x="72" y="140"/>
                      </a:cubicBezTo>
                      <a:cubicBezTo>
                        <a:pt x="74" y="140"/>
                        <a:pt x="76" y="138"/>
                        <a:pt x="77" y="137"/>
                      </a:cubicBezTo>
                      <a:cubicBezTo>
                        <a:pt x="109" y="105"/>
                        <a:pt x="109" y="105"/>
                        <a:pt x="109" y="105"/>
                      </a:cubicBezTo>
                      <a:cubicBezTo>
                        <a:pt x="111" y="105"/>
                        <a:pt x="112" y="105"/>
                        <a:pt x="113" y="105"/>
                      </a:cubicBezTo>
                      <a:cubicBezTo>
                        <a:pt x="198" y="105"/>
                        <a:pt x="198" y="105"/>
                        <a:pt x="198" y="105"/>
                      </a:cubicBezTo>
                      <a:cubicBezTo>
                        <a:pt x="205" y="105"/>
                        <a:pt x="210" y="100"/>
                        <a:pt x="210" y="93"/>
                      </a:cubicBezTo>
                      <a:cubicBezTo>
                        <a:pt x="210" y="82"/>
                        <a:pt x="210" y="82"/>
                        <a:pt x="210" y="82"/>
                      </a:cubicBezTo>
                      <a:cubicBezTo>
                        <a:pt x="210" y="75"/>
                        <a:pt x="205" y="70"/>
                        <a:pt x="198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50" y="64"/>
                        <a:pt x="150" y="64"/>
                        <a:pt x="150" y="64"/>
                      </a:cubicBezTo>
                      <a:cubicBezTo>
                        <a:pt x="153" y="61"/>
                        <a:pt x="154" y="58"/>
                        <a:pt x="154" y="55"/>
                      </a:cubicBezTo>
                      <a:cubicBezTo>
                        <a:pt x="154" y="52"/>
                        <a:pt x="152" y="49"/>
                        <a:pt x="150" y="47"/>
                      </a:cubicBezTo>
                      <a:cubicBezTo>
                        <a:pt x="144" y="40"/>
                        <a:pt x="144" y="40"/>
                        <a:pt x="144" y="40"/>
                      </a:cubicBezTo>
                      <a:cubicBezTo>
                        <a:pt x="143" y="39"/>
                        <a:pt x="142" y="39"/>
                        <a:pt x="140" y="38"/>
                      </a:cubicBezTo>
                      <a:cubicBezTo>
                        <a:pt x="140" y="37"/>
                        <a:pt x="139" y="36"/>
                        <a:pt x="138" y="35"/>
                      </a:cubicBezTo>
                      <a:cubicBezTo>
                        <a:pt x="131" y="28"/>
                        <a:pt x="131" y="28"/>
                        <a:pt x="131" y="28"/>
                      </a:cubicBezTo>
                      <a:cubicBezTo>
                        <a:pt x="131" y="27"/>
                        <a:pt x="129" y="26"/>
                        <a:pt x="128" y="25"/>
                      </a:cubicBezTo>
                      <a:cubicBezTo>
                        <a:pt x="128" y="24"/>
                        <a:pt x="127" y="23"/>
                        <a:pt x="126" y="22"/>
                      </a:cubicBezTo>
                      <a:cubicBezTo>
                        <a:pt x="119" y="15"/>
                        <a:pt x="119" y="15"/>
                        <a:pt x="119" y="15"/>
                      </a:cubicBezTo>
                      <a:cubicBezTo>
                        <a:pt x="118" y="14"/>
                        <a:pt x="117" y="13"/>
                        <a:pt x="116" y="13"/>
                      </a:cubicBezTo>
                      <a:cubicBezTo>
                        <a:pt x="115" y="12"/>
                        <a:pt x="114" y="10"/>
                        <a:pt x="113" y="10"/>
                      </a:cubicBezTo>
                      <a:cubicBezTo>
                        <a:pt x="107" y="3"/>
                        <a:pt x="107" y="3"/>
                        <a:pt x="107" y="3"/>
                      </a:cubicBezTo>
                      <a:cubicBezTo>
                        <a:pt x="105" y="1"/>
                        <a:pt x="102" y="0"/>
                        <a:pt x="98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1" name="Rectangle 53"/>
                <p:cNvSpPr>
                  <a:spLocks noChangeArrowheads="1"/>
                </p:cNvSpPr>
                <p:nvPr/>
              </p:nvSpPr>
              <p:spPr bwMode="auto">
                <a:xfrm>
                  <a:off x="277868" y="9084396"/>
                  <a:ext cx="319088" cy="4445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2" name="Rectangle 54"/>
                <p:cNvSpPr>
                  <a:spLocks noChangeArrowheads="1"/>
                </p:cNvSpPr>
                <p:nvPr/>
              </p:nvSpPr>
              <p:spPr bwMode="auto">
                <a:xfrm>
                  <a:off x="277868" y="9159009"/>
                  <a:ext cx="319088" cy="4445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3" name="Freeform 55"/>
                <p:cNvSpPr>
                  <a:spLocks/>
                </p:cNvSpPr>
                <p:nvPr/>
              </p:nvSpPr>
              <p:spPr bwMode="auto">
                <a:xfrm>
                  <a:off x="239768" y="8674820"/>
                  <a:ext cx="217488" cy="214313"/>
                </a:xfrm>
                <a:custGeom>
                  <a:avLst/>
                  <a:gdLst>
                    <a:gd name="T0" fmla="*/ 55 w 58"/>
                    <a:gd name="T1" fmla="*/ 46 h 57"/>
                    <a:gd name="T2" fmla="*/ 55 w 58"/>
                    <a:gd name="T3" fmla="*/ 37 h 57"/>
                    <a:gd name="T4" fmla="*/ 21 w 58"/>
                    <a:gd name="T5" fmla="*/ 2 h 57"/>
                    <a:gd name="T6" fmla="*/ 12 w 58"/>
                    <a:gd name="T7" fmla="*/ 2 h 57"/>
                    <a:gd name="T8" fmla="*/ 0 w 58"/>
                    <a:gd name="T9" fmla="*/ 14 h 57"/>
                    <a:gd name="T10" fmla="*/ 44 w 58"/>
                    <a:gd name="T11" fmla="*/ 57 h 57"/>
                    <a:gd name="T12" fmla="*/ 55 w 58"/>
                    <a:gd name="T13" fmla="*/ 46 h 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8" h="57">
                      <a:moveTo>
                        <a:pt x="55" y="46"/>
                      </a:moveTo>
                      <a:cubicBezTo>
                        <a:pt x="58" y="43"/>
                        <a:pt x="58" y="39"/>
                        <a:pt x="55" y="37"/>
                      </a:cubicBezTo>
                      <a:cubicBezTo>
                        <a:pt x="21" y="2"/>
                        <a:pt x="21" y="2"/>
                        <a:pt x="21" y="2"/>
                      </a:cubicBezTo>
                      <a:cubicBezTo>
                        <a:pt x="18" y="0"/>
                        <a:pt x="14" y="0"/>
                        <a:pt x="12" y="2"/>
                      </a:cubicBezTo>
                      <a:cubicBezTo>
                        <a:pt x="0" y="14"/>
                        <a:pt x="0" y="14"/>
                        <a:pt x="0" y="14"/>
                      </a:cubicBezTo>
                      <a:cubicBezTo>
                        <a:pt x="44" y="57"/>
                        <a:pt x="44" y="57"/>
                        <a:pt x="44" y="57"/>
                      </a:cubicBezTo>
                      <a:cubicBezTo>
                        <a:pt x="55" y="46"/>
                        <a:pt x="55" y="46"/>
                        <a:pt x="55" y="4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4" name="Freeform 56"/>
                <p:cNvSpPr>
                  <a:spLocks noEditPoints="1"/>
                </p:cNvSpPr>
                <p:nvPr/>
              </p:nvSpPr>
              <p:spPr bwMode="auto">
                <a:xfrm>
                  <a:off x="-96782" y="8746258"/>
                  <a:ext cx="693738" cy="484189"/>
                </a:xfrm>
                <a:custGeom>
                  <a:avLst/>
                  <a:gdLst>
                    <a:gd name="T0" fmla="*/ 241 w 437"/>
                    <a:gd name="T1" fmla="*/ 166 h 305"/>
                    <a:gd name="T2" fmla="*/ 305 w 437"/>
                    <a:gd name="T3" fmla="*/ 102 h 305"/>
                    <a:gd name="T4" fmla="*/ 288 w 437"/>
                    <a:gd name="T5" fmla="*/ 88 h 305"/>
                    <a:gd name="T6" fmla="*/ 130 w 437"/>
                    <a:gd name="T7" fmla="*/ 246 h 305"/>
                    <a:gd name="T8" fmla="*/ 116 w 437"/>
                    <a:gd name="T9" fmla="*/ 234 h 305"/>
                    <a:gd name="T10" fmla="*/ 276 w 437"/>
                    <a:gd name="T11" fmla="*/ 74 h 305"/>
                    <a:gd name="T12" fmla="*/ 260 w 437"/>
                    <a:gd name="T13" fmla="*/ 57 h 305"/>
                    <a:gd name="T14" fmla="*/ 99 w 437"/>
                    <a:gd name="T15" fmla="*/ 218 h 305"/>
                    <a:gd name="T16" fmla="*/ 87 w 437"/>
                    <a:gd name="T17" fmla="*/ 206 h 305"/>
                    <a:gd name="T18" fmla="*/ 248 w 437"/>
                    <a:gd name="T19" fmla="*/ 45 h 305"/>
                    <a:gd name="T20" fmla="*/ 229 w 437"/>
                    <a:gd name="T21" fmla="*/ 29 h 305"/>
                    <a:gd name="T22" fmla="*/ 71 w 437"/>
                    <a:gd name="T23" fmla="*/ 189 h 305"/>
                    <a:gd name="T24" fmla="*/ 56 w 437"/>
                    <a:gd name="T25" fmla="*/ 175 h 305"/>
                    <a:gd name="T26" fmla="*/ 217 w 437"/>
                    <a:gd name="T27" fmla="*/ 14 h 305"/>
                    <a:gd name="T28" fmla="*/ 201 w 437"/>
                    <a:gd name="T29" fmla="*/ 0 h 305"/>
                    <a:gd name="T30" fmla="*/ 30 w 437"/>
                    <a:gd name="T31" fmla="*/ 173 h 305"/>
                    <a:gd name="T32" fmla="*/ 0 w 437"/>
                    <a:gd name="T33" fmla="*/ 293 h 305"/>
                    <a:gd name="T34" fmla="*/ 12 w 437"/>
                    <a:gd name="T35" fmla="*/ 305 h 305"/>
                    <a:gd name="T36" fmla="*/ 132 w 437"/>
                    <a:gd name="T37" fmla="*/ 274 h 305"/>
                    <a:gd name="T38" fmla="*/ 236 w 437"/>
                    <a:gd name="T39" fmla="*/ 170 h 305"/>
                    <a:gd name="T40" fmla="*/ 236 w 437"/>
                    <a:gd name="T41" fmla="*/ 192 h 305"/>
                    <a:gd name="T42" fmla="*/ 437 w 437"/>
                    <a:gd name="T43" fmla="*/ 192 h 305"/>
                    <a:gd name="T44" fmla="*/ 437 w 437"/>
                    <a:gd name="T45" fmla="*/ 166 h 305"/>
                    <a:gd name="T46" fmla="*/ 241 w 437"/>
                    <a:gd name="T47" fmla="*/ 166 h 305"/>
                    <a:gd name="T48" fmla="*/ 19 w 437"/>
                    <a:gd name="T49" fmla="*/ 286 h 305"/>
                    <a:gd name="T50" fmla="*/ 45 w 437"/>
                    <a:gd name="T51" fmla="*/ 187 h 305"/>
                    <a:gd name="T52" fmla="*/ 116 w 437"/>
                    <a:gd name="T53" fmla="*/ 260 h 305"/>
                    <a:gd name="T54" fmla="*/ 19 w 437"/>
                    <a:gd name="T55" fmla="*/ 286 h 3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437" h="305">
                      <a:moveTo>
                        <a:pt x="241" y="166"/>
                      </a:moveTo>
                      <a:lnTo>
                        <a:pt x="305" y="102"/>
                      </a:lnTo>
                      <a:lnTo>
                        <a:pt x="288" y="88"/>
                      </a:lnTo>
                      <a:lnTo>
                        <a:pt x="130" y="246"/>
                      </a:lnTo>
                      <a:lnTo>
                        <a:pt x="116" y="234"/>
                      </a:lnTo>
                      <a:lnTo>
                        <a:pt x="276" y="74"/>
                      </a:lnTo>
                      <a:lnTo>
                        <a:pt x="260" y="57"/>
                      </a:lnTo>
                      <a:lnTo>
                        <a:pt x="99" y="218"/>
                      </a:lnTo>
                      <a:lnTo>
                        <a:pt x="87" y="206"/>
                      </a:lnTo>
                      <a:lnTo>
                        <a:pt x="248" y="45"/>
                      </a:lnTo>
                      <a:lnTo>
                        <a:pt x="229" y="29"/>
                      </a:lnTo>
                      <a:lnTo>
                        <a:pt x="71" y="189"/>
                      </a:lnTo>
                      <a:lnTo>
                        <a:pt x="56" y="175"/>
                      </a:lnTo>
                      <a:lnTo>
                        <a:pt x="217" y="14"/>
                      </a:lnTo>
                      <a:lnTo>
                        <a:pt x="201" y="0"/>
                      </a:lnTo>
                      <a:lnTo>
                        <a:pt x="30" y="173"/>
                      </a:lnTo>
                      <a:lnTo>
                        <a:pt x="0" y="293"/>
                      </a:lnTo>
                      <a:lnTo>
                        <a:pt x="12" y="305"/>
                      </a:lnTo>
                      <a:lnTo>
                        <a:pt x="132" y="274"/>
                      </a:lnTo>
                      <a:lnTo>
                        <a:pt x="236" y="170"/>
                      </a:lnTo>
                      <a:lnTo>
                        <a:pt x="236" y="192"/>
                      </a:lnTo>
                      <a:lnTo>
                        <a:pt x="437" y="192"/>
                      </a:lnTo>
                      <a:lnTo>
                        <a:pt x="437" y="166"/>
                      </a:lnTo>
                      <a:lnTo>
                        <a:pt x="241" y="166"/>
                      </a:lnTo>
                      <a:close/>
                      <a:moveTo>
                        <a:pt x="19" y="286"/>
                      </a:moveTo>
                      <a:lnTo>
                        <a:pt x="45" y="187"/>
                      </a:lnTo>
                      <a:lnTo>
                        <a:pt x="116" y="260"/>
                      </a:lnTo>
                      <a:lnTo>
                        <a:pt x="19" y="28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p:grpSp>
        </p:grpSp>
      </p:grpSp>
      <p:grpSp>
        <p:nvGrpSpPr>
          <p:cNvPr id="74" name="Group 67"/>
          <p:cNvGrpSpPr/>
          <p:nvPr/>
        </p:nvGrpSpPr>
        <p:grpSpPr>
          <a:xfrm>
            <a:off x="908863" y="8705512"/>
            <a:ext cx="3510737" cy="1151911"/>
            <a:chOff x="1311958" y="3405486"/>
            <a:chExt cx="3557092" cy="1028748"/>
          </a:xfrm>
        </p:grpSpPr>
        <p:sp>
          <p:nvSpPr>
            <p:cNvPr id="75" name="Freeform 20"/>
            <p:cNvSpPr>
              <a:spLocks/>
            </p:cNvSpPr>
            <p:nvPr/>
          </p:nvSpPr>
          <p:spPr bwMode="auto">
            <a:xfrm rot="5400000">
              <a:off x="2967389" y="2625080"/>
              <a:ext cx="793395" cy="2582819"/>
            </a:xfrm>
            <a:prstGeom prst="round2SameRect">
              <a:avLst>
                <a:gd name="adj1" fmla="val 6498"/>
                <a:gd name="adj2" fmla="val 0"/>
              </a:avLst>
            </a:prstGeom>
            <a:solidFill>
              <a:schemeClr val="accent6">
                <a:lumMod val="75000"/>
              </a:schemeClr>
            </a:solidFill>
            <a:ln w="57150">
              <a:solidFill>
                <a:schemeClr val="accent6">
                  <a:lumMod val="75000"/>
                </a:schemeClr>
              </a:solidFill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1912738" y="3527166"/>
              <a:ext cx="2956312" cy="907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b="1">
                  <a:solidFill>
                    <a:schemeClr val="bg1"/>
                  </a:solidFill>
                  <a:latin typeface="Times New Roman" panose="02020603050405020304" pitchFamily="18" charset="0"/>
                  <a:ea typeface="Tahoma" pitchFamily="34" charset="0"/>
                  <a:cs typeface="Times New Roman" panose="02020603050405020304" pitchFamily="18" charset="0"/>
                </a:rPr>
                <a:t>Lời giải</a:t>
              </a:r>
              <a:r>
                <a:rPr lang="vi-VN" sz="6000" b="1">
                  <a:solidFill>
                    <a:schemeClr val="bg1"/>
                  </a:solidFill>
                  <a:latin typeface="Times New Roman" panose="02020603050405020304" pitchFamily="18" charset="0"/>
                  <a:ea typeface="Tahoma" pitchFamily="34" charset="0"/>
                  <a:cs typeface="Times New Roman" panose="02020603050405020304" pitchFamily="18" charset="0"/>
                </a:rPr>
                <a:t> </a:t>
              </a:r>
              <a:endPara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7" name="Group 70"/>
            <p:cNvGrpSpPr/>
            <p:nvPr/>
          </p:nvGrpSpPr>
          <p:grpSpPr>
            <a:xfrm>
              <a:off x="1311958" y="3405486"/>
              <a:ext cx="950173" cy="940513"/>
              <a:chOff x="1311958" y="3405486"/>
              <a:chExt cx="950173" cy="940513"/>
            </a:xfrm>
          </p:grpSpPr>
          <p:sp>
            <p:nvSpPr>
              <p:cNvPr id="78" name="Rectangle 77"/>
              <p:cNvSpPr/>
              <p:nvPr/>
            </p:nvSpPr>
            <p:spPr>
              <a:xfrm>
                <a:off x="1406975" y="3672018"/>
                <a:ext cx="596676" cy="5403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Freeform 13"/>
              <p:cNvSpPr>
                <a:spLocks noEditPoints="1"/>
              </p:cNvSpPr>
              <p:nvPr/>
            </p:nvSpPr>
            <p:spPr bwMode="auto">
              <a:xfrm>
                <a:off x="1311958" y="3581027"/>
                <a:ext cx="190035" cy="268948"/>
              </a:xfrm>
              <a:custGeom>
                <a:avLst/>
                <a:gdLst>
                  <a:gd name="T0" fmla="*/ 34 w 50"/>
                  <a:gd name="T1" fmla="*/ 16 h 71"/>
                  <a:gd name="T2" fmla="*/ 34 w 50"/>
                  <a:gd name="T3" fmla="*/ 55 h 71"/>
                  <a:gd name="T4" fmla="*/ 16 w 50"/>
                  <a:gd name="T5" fmla="*/ 55 h 71"/>
                  <a:gd name="T6" fmla="*/ 16 w 50"/>
                  <a:gd name="T7" fmla="*/ 16 h 71"/>
                  <a:gd name="T8" fmla="*/ 34 w 50"/>
                  <a:gd name="T9" fmla="*/ 16 h 71"/>
                  <a:gd name="T10" fmla="*/ 34 w 50"/>
                  <a:gd name="T11" fmla="*/ 0 h 71"/>
                  <a:gd name="T12" fmla="*/ 16 w 50"/>
                  <a:gd name="T13" fmla="*/ 0 h 71"/>
                  <a:gd name="T14" fmla="*/ 0 w 50"/>
                  <a:gd name="T15" fmla="*/ 16 h 71"/>
                  <a:gd name="T16" fmla="*/ 0 w 50"/>
                  <a:gd name="T17" fmla="*/ 55 h 71"/>
                  <a:gd name="T18" fmla="*/ 16 w 50"/>
                  <a:gd name="T19" fmla="*/ 71 h 71"/>
                  <a:gd name="T20" fmla="*/ 34 w 50"/>
                  <a:gd name="T21" fmla="*/ 71 h 71"/>
                  <a:gd name="T22" fmla="*/ 50 w 50"/>
                  <a:gd name="T23" fmla="*/ 55 h 71"/>
                  <a:gd name="T24" fmla="*/ 50 w 50"/>
                  <a:gd name="T25" fmla="*/ 16 h 71"/>
                  <a:gd name="T26" fmla="*/ 34 w 50"/>
                  <a:gd name="T2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1">
                    <a:moveTo>
                      <a:pt x="34" y="16"/>
                    </a:moveTo>
                    <a:cubicBezTo>
                      <a:pt x="34" y="55"/>
                      <a:pt x="34" y="55"/>
                      <a:pt x="34" y="55"/>
                    </a:cubicBezTo>
                    <a:cubicBezTo>
                      <a:pt x="16" y="55"/>
                      <a:pt x="16" y="55"/>
                      <a:pt x="16" y="5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64"/>
                      <a:pt x="7" y="71"/>
                      <a:pt x="16" y="71"/>
                    </a:cubicBezTo>
                    <a:cubicBezTo>
                      <a:pt x="34" y="71"/>
                      <a:pt x="34" y="71"/>
                      <a:pt x="34" y="71"/>
                    </a:cubicBezTo>
                    <a:cubicBezTo>
                      <a:pt x="43" y="71"/>
                      <a:pt x="50" y="64"/>
                      <a:pt x="50" y="55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14"/>
              <p:cNvSpPr>
                <a:spLocks noEditPoints="1"/>
              </p:cNvSpPr>
              <p:nvPr/>
            </p:nvSpPr>
            <p:spPr bwMode="auto">
              <a:xfrm>
                <a:off x="1311958" y="3581027"/>
                <a:ext cx="277000" cy="181983"/>
              </a:xfrm>
              <a:custGeom>
                <a:avLst/>
                <a:gdLst>
                  <a:gd name="T0" fmla="*/ 57 w 73"/>
                  <a:gd name="T1" fmla="*/ 16 h 48"/>
                  <a:gd name="T2" fmla="*/ 57 w 73"/>
                  <a:gd name="T3" fmla="*/ 32 h 48"/>
                  <a:gd name="T4" fmla="*/ 16 w 73"/>
                  <a:gd name="T5" fmla="*/ 32 h 48"/>
                  <a:gd name="T6" fmla="*/ 16 w 73"/>
                  <a:gd name="T7" fmla="*/ 16 h 48"/>
                  <a:gd name="T8" fmla="*/ 57 w 73"/>
                  <a:gd name="T9" fmla="*/ 16 h 48"/>
                  <a:gd name="T10" fmla="*/ 57 w 73"/>
                  <a:gd name="T11" fmla="*/ 0 h 48"/>
                  <a:gd name="T12" fmla="*/ 16 w 73"/>
                  <a:gd name="T13" fmla="*/ 0 h 48"/>
                  <a:gd name="T14" fmla="*/ 0 w 73"/>
                  <a:gd name="T15" fmla="*/ 16 h 48"/>
                  <a:gd name="T16" fmla="*/ 0 w 73"/>
                  <a:gd name="T17" fmla="*/ 32 h 48"/>
                  <a:gd name="T18" fmla="*/ 16 w 73"/>
                  <a:gd name="T19" fmla="*/ 48 h 48"/>
                  <a:gd name="T20" fmla="*/ 57 w 73"/>
                  <a:gd name="T21" fmla="*/ 48 h 48"/>
                  <a:gd name="T22" fmla="*/ 73 w 73"/>
                  <a:gd name="T23" fmla="*/ 32 h 48"/>
                  <a:gd name="T24" fmla="*/ 73 w 73"/>
                  <a:gd name="T25" fmla="*/ 16 h 48"/>
                  <a:gd name="T26" fmla="*/ 57 w 73"/>
                  <a:gd name="T27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" h="48">
                    <a:moveTo>
                      <a:pt x="57" y="16"/>
                    </a:moveTo>
                    <a:cubicBezTo>
                      <a:pt x="57" y="32"/>
                      <a:pt x="57" y="32"/>
                      <a:pt x="5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7" y="16"/>
                      <a:pt x="57" y="16"/>
                      <a:pt x="57" y="16"/>
                    </a:cubicBezTo>
                    <a:moveTo>
                      <a:pt x="57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41"/>
                      <a:pt x="7" y="48"/>
                      <a:pt x="16" y="48"/>
                    </a:cubicBezTo>
                    <a:cubicBezTo>
                      <a:pt x="57" y="48"/>
                      <a:pt x="57" y="48"/>
                      <a:pt x="57" y="48"/>
                    </a:cubicBezTo>
                    <a:cubicBezTo>
                      <a:pt x="66" y="48"/>
                      <a:pt x="73" y="41"/>
                      <a:pt x="73" y="32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7"/>
                      <a:pt x="66" y="0"/>
                      <a:pt x="57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15"/>
              <p:cNvSpPr>
                <a:spLocks noEditPoints="1"/>
              </p:cNvSpPr>
              <p:nvPr/>
            </p:nvSpPr>
            <p:spPr bwMode="auto">
              <a:xfrm>
                <a:off x="1563190" y="3581027"/>
                <a:ext cx="285052" cy="181983"/>
              </a:xfrm>
              <a:custGeom>
                <a:avLst/>
                <a:gdLst>
                  <a:gd name="T0" fmla="*/ 58 w 75"/>
                  <a:gd name="T1" fmla="*/ 16 h 48"/>
                  <a:gd name="T2" fmla="*/ 43 w 75"/>
                  <a:gd name="T3" fmla="*/ 32 h 48"/>
                  <a:gd name="T4" fmla="*/ 16 w 75"/>
                  <a:gd name="T5" fmla="*/ 32 h 48"/>
                  <a:gd name="T6" fmla="*/ 16 w 75"/>
                  <a:gd name="T7" fmla="*/ 16 h 48"/>
                  <a:gd name="T8" fmla="*/ 58 w 75"/>
                  <a:gd name="T9" fmla="*/ 16 h 48"/>
                  <a:gd name="T10" fmla="*/ 58 w 75"/>
                  <a:gd name="T11" fmla="*/ 0 h 48"/>
                  <a:gd name="T12" fmla="*/ 16 w 75"/>
                  <a:gd name="T13" fmla="*/ 0 h 48"/>
                  <a:gd name="T14" fmla="*/ 0 w 75"/>
                  <a:gd name="T15" fmla="*/ 16 h 48"/>
                  <a:gd name="T16" fmla="*/ 0 w 75"/>
                  <a:gd name="T17" fmla="*/ 32 h 48"/>
                  <a:gd name="T18" fmla="*/ 16 w 75"/>
                  <a:gd name="T19" fmla="*/ 48 h 48"/>
                  <a:gd name="T20" fmla="*/ 43 w 75"/>
                  <a:gd name="T21" fmla="*/ 48 h 48"/>
                  <a:gd name="T22" fmla="*/ 55 w 75"/>
                  <a:gd name="T23" fmla="*/ 43 h 48"/>
                  <a:gd name="T24" fmla="*/ 70 w 75"/>
                  <a:gd name="T25" fmla="*/ 26 h 48"/>
                  <a:gd name="T26" fmla="*/ 73 w 75"/>
                  <a:gd name="T27" fmla="*/ 9 h 48"/>
                  <a:gd name="T28" fmla="*/ 58 w 75"/>
                  <a:gd name="T29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5" h="48">
                    <a:moveTo>
                      <a:pt x="58" y="16"/>
                    </a:moveTo>
                    <a:cubicBezTo>
                      <a:pt x="43" y="32"/>
                      <a:pt x="43" y="32"/>
                      <a:pt x="43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8" y="16"/>
                      <a:pt x="58" y="16"/>
                      <a:pt x="58" y="16"/>
                    </a:cubicBezTo>
                    <a:moveTo>
                      <a:pt x="58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8" y="0"/>
                      <a:pt x="0" y="7"/>
                      <a:pt x="0" y="16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41"/>
                      <a:pt x="8" y="48"/>
                      <a:pt x="16" y="48"/>
                    </a:cubicBezTo>
                    <a:cubicBezTo>
                      <a:pt x="43" y="48"/>
                      <a:pt x="43" y="48"/>
                      <a:pt x="43" y="48"/>
                    </a:cubicBezTo>
                    <a:cubicBezTo>
                      <a:pt x="48" y="48"/>
                      <a:pt x="52" y="46"/>
                      <a:pt x="55" y="43"/>
                    </a:cubicBezTo>
                    <a:cubicBezTo>
                      <a:pt x="70" y="26"/>
                      <a:pt x="70" y="26"/>
                      <a:pt x="70" y="26"/>
                    </a:cubicBezTo>
                    <a:cubicBezTo>
                      <a:pt x="74" y="22"/>
                      <a:pt x="75" y="15"/>
                      <a:pt x="73" y="9"/>
                    </a:cubicBezTo>
                    <a:cubicBezTo>
                      <a:pt x="70" y="3"/>
                      <a:pt x="64" y="0"/>
                      <a:pt x="58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16"/>
              <p:cNvSpPr>
                <a:spLocks noEditPoints="1"/>
              </p:cNvSpPr>
              <p:nvPr/>
            </p:nvSpPr>
            <p:spPr bwMode="auto">
              <a:xfrm>
                <a:off x="1563190" y="4151132"/>
                <a:ext cx="280221" cy="194867"/>
              </a:xfrm>
              <a:custGeom>
                <a:avLst/>
                <a:gdLst>
                  <a:gd name="T0" fmla="*/ 58 w 74"/>
                  <a:gd name="T1" fmla="*/ 16 h 51"/>
                  <a:gd name="T2" fmla="*/ 58 w 74"/>
                  <a:gd name="T3" fmla="*/ 35 h 51"/>
                  <a:gd name="T4" fmla="*/ 16 w 74"/>
                  <a:gd name="T5" fmla="*/ 35 h 51"/>
                  <a:gd name="T6" fmla="*/ 16 w 74"/>
                  <a:gd name="T7" fmla="*/ 16 h 51"/>
                  <a:gd name="T8" fmla="*/ 58 w 74"/>
                  <a:gd name="T9" fmla="*/ 16 h 51"/>
                  <a:gd name="T10" fmla="*/ 58 w 74"/>
                  <a:gd name="T11" fmla="*/ 0 h 51"/>
                  <a:gd name="T12" fmla="*/ 16 w 74"/>
                  <a:gd name="T13" fmla="*/ 0 h 51"/>
                  <a:gd name="T14" fmla="*/ 0 w 74"/>
                  <a:gd name="T15" fmla="*/ 16 h 51"/>
                  <a:gd name="T16" fmla="*/ 0 w 74"/>
                  <a:gd name="T17" fmla="*/ 35 h 51"/>
                  <a:gd name="T18" fmla="*/ 16 w 74"/>
                  <a:gd name="T19" fmla="*/ 51 h 51"/>
                  <a:gd name="T20" fmla="*/ 58 w 74"/>
                  <a:gd name="T21" fmla="*/ 51 h 51"/>
                  <a:gd name="T22" fmla="*/ 74 w 74"/>
                  <a:gd name="T23" fmla="*/ 35 h 51"/>
                  <a:gd name="T24" fmla="*/ 74 w 74"/>
                  <a:gd name="T25" fmla="*/ 16 h 51"/>
                  <a:gd name="T26" fmla="*/ 58 w 74"/>
                  <a:gd name="T27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4" h="51">
                    <a:moveTo>
                      <a:pt x="58" y="16"/>
                    </a:moveTo>
                    <a:cubicBezTo>
                      <a:pt x="58" y="35"/>
                      <a:pt x="58" y="35"/>
                      <a:pt x="58" y="35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8" y="16"/>
                      <a:pt x="58" y="16"/>
                      <a:pt x="58" y="16"/>
                    </a:cubicBezTo>
                    <a:moveTo>
                      <a:pt x="58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8" y="0"/>
                      <a:pt x="0" y="7"/>
                      <a:pt x="0" y="1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43"/>
                      <a:pt x="8" y="51"/>
                      <a:pt x="16" y="51"/>
                    </a:cubicBezTo>
                    <a:cubicBezTo>
                      <a:pt x="58" y="51"/>
                      <a:pt x="58" y="51"/>
                      <a:pt x="58" y="51"/>
                    </a:cubicBezTo>
                    <a:cubicBezTo>
                      <a:pt x="67" y="51"/>
                      <a:pt x="74" y="43"/>
                      <a:pt x="74" y="35"/>
                    </a:cubicBezTo>
                    <a:cubicBezTo>
                      <a:pt x="74" y="16"/>
                      <a:pt x="74" y="16"/>
                      <a:pt x="74" y="16"/>
                    </a:cubicBezTo>
                    <a:cubicBezTo>
                      <a:pt x="74" y="7"/>
                      <a:pt x="67" y="0"/>
                      <a:pt x="58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17"/>
              <p:cNvSpPr>
                <a:spLocks noEditPoints="1"/>
              </p:cNvSpPr>
              <p:nvPr/>
            </p:nvSpPr>
            <p:spPr bwMode="auto">
              <a:xfrm>
                <a:off x="1311958" y="4064167"/>
                <a:ext cx="190035" cy="281832"/>
              </a:xfrm>
              <a:custGeom>
                <a:avLst/>
                <a:gdLst>
                  <a:gd name="T0" fmla="*/ 34 w 50"/>
                  <a:gd name="T1" fmla="*/ 16 h 74"/>
                  <a:gd name="T2" fmla="*/ 34 w 50"/>
                  <a:gd name="T3" fmla="*/ 58 h 74"/>
                  <a:gd name="T4" fmla="*/ 16 w 50"/>
                  <a:gd name="T5" fmla="*/ 58 h 74"/>
                  <a:gd name="T6" fmla="*/ 16 w 50"/>
                  <a:gd name="T7" fmla="*/ 16 h 74"/>
                  <a:gd name="T8" fmla="*/ 34 w 50"/>
                  <a:gd name="T9" fmla="*/ 16 h 74"/>
                  <a:gd name="T10" fmla="*/ 34 w 50"/>
                  <a:gd name="T11" fmla="*/ 0 h 74"/>
                  <a:gd name="T12" fmla="*/ 16 w 50"/>
                  <a:gd name="T13" fmla="*/ 0 h 74"/>
                  <a:gd name="T14" fmla="*/ 0 w 50"/>
                  <a:gd name="T15" fmla="*/ 16 h 74"/>
                  <a:gd name="T16" fmla="*/ 0 w 50"/>
                  <a:gd name="T17" fmla="*/ 58 h 74"/>
                  <a:gd name="T18" fmla="*/ 16 w 50"/>
                  <a:gd name="T19" fmla="*/ 74 h 74"/>
                  <a:gd name="T20" fmla="*/ 34 w 50"/>
                  <a:gd name="T21" fmla="*/ 74 h 74"/>
                  <a:gd name="T22" fmla="*/ 50 w 50"/>
                  <a:gd name="T23" fmla="*/ 58 h 74"/>
                  <a:gd name="T24" fmla="*/ 50 w 50"/>
                  <a:gd name="T25" fmla="*/ 16 h 74"/>
                  <a:gd name="T26" fmla="*/ 34 w 50"/>
                  <a:gd name="T27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4">
                    <a:moveTo>
                      <a:pt x="34" y="16"/>
                    </a:moveTo>
                    <a:cubicBezTo>
                      <a:pt x="34" y="58"/>
                      <a:pt x="34" y="58"/>
                      <a:pt x="34" y="58"/>
                    </a:cubicBezTo>
                    <a:cubicBezTo>
                      <a:pt x="16" y="58"/>
                      <a:pt x="16" y="58"/>
                      <a:pt x="16" y="58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66"/>
                      <a:pt x="7" y="74"/>
                      <a:pt x="16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43" y="74"/>
                      <a:pt x="50" y="66"/>
                      <a:pt x="50" y="58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18"/>
              <p:cNvSpPr>
                <a:spLocks noEditPoints="1"/>
              </p:cNvSpPr>
              <p:nvPr/>
            </p:nvSpPr>
            <p:spPr bwMode="auto">
              <a:xfrm>
                <a:off x="1311958" y="4151132"/>
                <a:ext cx="277000" cy="194867"/>
              </a:xfrm>
              <a:custGeom>
                <a:avLst/>
                <a:gdLst>
                  <a:gd name="T0" fmla="*/ 57 w 73"/>
                  <a:gd name="T1" fmla="*/ 16 h 51"/>
                  <a:gd name="T2" fmla="*/ 57 w 73"/>
                  <a:gd name="T3" fmla="*/ 35 h 51"/>
                  <a:gd name="T4" fmla="*/ 16 w 73"/>
                  <a:gd name="T5" fmla="*/ 35 h 51"/>
                  <a:gd name="T6" fmla="*/ 16 w 73"/>
                  <a:gd name="T7" fmla="*/ 16 h 51"/>
                  <a:gd name="T8" fmla="*/ 57 w 73"/>
                  <a:gd name="T9" fmla="*/ 16 h 51"/>
                  <a:gd name="T10" fmla="*/ 57 w 73"/>
                  <a:gd name="T11" fmla="*/ 0 h 51"/>
                  <a:gd name="T12" fmla="*/ 16 w 73"/>
                  <a:gd name="T13" fmla="*/ 0 h 51"/>
                  <a:gd name="T14" fmla="*/ 0 w 73"/>
                  <a:gd name="T15" fmla="*/ 16 h 51"/>
                  <a:gd name="T16" fmla="*/ 0 w 73"/>
                  <a:gd name="T17" fmla="*/ 35 h 51"/>
                  <a:gd name="T18" fmla="*/ 16 w 73"/>
                  <a:gd name="T19" fmla="*/ 51 h 51"/>
                  <a:gd name="T20" fmla="*/ 57 w 73"/>
                  <a:gd name="T21" fmla="*/ 51 h 51"/>
                  <a:gd name="T22" fmla="*/ 73 w 73"/>
                  <a:gd name="T23" fmla="*/ 35 h 51"/>
                  <a:gd name="T24" fmla="*/ 73 w 73"/>
                  <a:gd name="T25" fmla="*/ 16 h 51"/>
                  <a:gd name="T26" fmla="*/ 57 w 73"/>
                  <a:gd name="T27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" h="51">
                    <a:moveTo>
                      <a:pt x="57" y="16"/>
                    </a:moveTo>
                    <a:cubicBezTo>
                      <a:pt x="57" y="35"/>
                      <a:pt x="57" y="35"/>
                      <a:pt x="57" y="35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7" y="16"/>
                      <a:pt x="57" y="16"/>
                      <a:pt x="57" y="16"/>
                    </a:cubicBezTo>
                    <a:moveTo>
                      <a:pt x="57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43"/>
                      <a:pt x="7" y="51"/>
                      <a:pt x="16" y="51"/>
                    </a:cubicBezTo>
                    <a:cubicBezTo>
                      <a:pt x="57" y="51"/>
                      <a:pt x="57" y="51"/>
                      <a:pt x="57" y="51"/>
                    </a:cubicBezTo>
                    <a:cubicBezTo>
                      <a:pt x="66" y="51"/>
                      <a:pt x="73" y="43"/>
                      <a:pt x="73" y="35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7"/>
                      <a:pt x="66" y="0"/>
                      <a:pt x="57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19"/>
              <p:cNvSpPr>
                <a:spLocks noEditPoints="1"/>
              </p:cNvSpPr>
              <p:nvPr/>
            </p:nvSpPr>
            <p:spPr bwMode="auto">
              <a:xfrm>
                <a:off x="1311958" y="3820986"/>
                <a:ext cx="190035" cy="273779"/>
              </a:xfrm>
              <a:custGeom>
                <a:avLst/>
                <a:gdLst>
                  <a:gd name="T0" fmla="*/ 34 w 50"/>
                  <a:gd name="T1" fmla="*/ 16 h 72"/>
                  <a:gd name="T2" fmla="*/ 34 w 50"/>
                  <a:gd name="T3" fmla="*/ 56 h 72"/>
                  <a:gd name="T4" fmla="*/ 16 w 50"/>
                  <a:gd name="T5" fmla="*/ 56 h 72"/>
                  <a:gd name="T6" fmla="*/ 16 w 50"/>
                  <a:gd name="T7" fmla="*/ 16 h 72"/>
                  <a:gd name="T8" fmla="*/ 34 w 50"/>
                  <a:gd name="T9" fmla="*/ 16 h 72"/>
                  <a:gd name="T10" fmla="*/ 34 w 50"/>
                  <a:gd name="T11" fmla="*/ 0 h 72"/>
                  <a:gd name="T12" fmla="*/ 16 w 50"/>
                  <a:gd name="T13" fmla="*/ 0 h 72"/>
                  <a:gd name="T14" fmla="*/ 0 w 50"/>
                  <a:gd name="T15" fmla="*/ 16 h 72"/>
                  <a:gd name="T16" fmla="*/ 0 w 50"/>
                  <a:gd name="T17" fmla="*/ 56 h 72"/>
                  <a:gd name="T18" fmla="*/ 16 w 50"/>
                  <a:gd name="T19" fmla="*/ 72 h 72"/>
                  <a:gd name="T20" fmla="*/ 34 w 50"/>
                  <a:gd name="T21" fmla="*/ 72 h 72"/>
                  <a:gd name="T22" fmla="*/ 50 w 50"/>
                  <a:gd name="T23" fmla="*/ 56 h 72"/>
                  <a:gd name="T24" fmla="*/ 50 w 50"/>
                  <a:gd name="T25" fmla="*/ 16 h 72"/>
                  <a:gd name="T26" fmla="*/ 34 w 50"/>
                  <a:gd name="T27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2">
                    <a:moveTo>
                      <a:pt x="34" y="16"/>
                    </a:moveTo>
                    <a:cubicBezTo>
                      <a:pt x="34" y="56"/>
                      <a:pt x="34" y="56"/>
                      <a:pt x="34" y="56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65"/>
                      <a:pt x="7" y="72"/>
                      <a:pt x="16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43" y="72"/>
                      <a:pt x="50" y="65"/>
                      <a:pt x="50" y="56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20"/>
              <p:cNvSpPr>
                <a:spLocks noEditPoints="1"/>
              </p:cNvSpPr>
              <p:nvPr/>
            </p:nvSpPr>
            <p:spPr bwMode="auto">
              <a:xfrm>
                <a:off x="1907830" y="4064167"/>
                <a:ext cx="191645" cy="281832"/>
              </a:xfrm>
              <a:custGeom>
                <a:avLst/>
                <a:gdLst>
                  <a:gd name="T0" fmla="*/ 34 w 50"/>
                  <a:gd name="T1" fmla="*/ 16 h 74"/>
                  <a:gd name="T2" fmla="*/ 34 w 50"/>
                  <a:gd name="T3" fmla="*/ 58 h 74"/>
                  <a:gd name="T4" fmla="*/ 16 w 50"/>
                  <a:gd name="T5" fmla="*/ 58 h 74"/>
                  <a:gd name="T6" fmla="*/ 16 w 50"/>
                  <a:gd name="T7" fmla="*/ 16 h 74"/>
                  <a:gd name="T8" fmla="*/ 34 w 50"/>
                  <a:gd name="T9" fmla="*/ 16 h 74"/>
                  <a:gd name="T10" fmla="*/ 34 w 50"/>
                  <a:gd name="T11" fmla="*/ 0 h 74"/>
                  <a:gd name="T12" fmla="*/ 16 w 50"/>
                  <a:gd name="T13" fmla="*/ 0 h 74"/>
                  <a:gd name="T14" fmla="*/ 0 w 50"/>
                  <a:gd name="T15" fmla="*/ 16 h 74"/>
                  <a:gd name="T16" fmla="*/ 0 w 50"/>
                  <a:gd name="T17" fmla="*/ 58 h 74"/>
                  <a:gd name="T18" fmla="*/ 16 w 50"/>
                  <a:gd name="T19" fmla="*/ 74 h 74"/>
                  <a:gd name="T20" fmla="*/ 34 w 50"/>
                  <a:gd name="T21" fmla="*/ 74 h 74"/>
                  <a:gd name="T22" fmla="*/ 50 w 50"/>
                  <a:gd name="T23" fmla="*/ 58 h 74"/>
                  <a:gd name="T24" fmla="*/ 50 w 50"/>
                  <a:gd name="T25" fmla="*/ 16 h 74"/>
                  <a:gd name="T26" fmla="*/ 34 w 50"/>
                  <a:gd name="T27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4">
                    <a:moveTo>
                      <a:pt x="34" y="16"/>
                    </a:moveTo>
                    <a:cubicBezTo>
                      <a:pt x="34" y="58"/>
                      <a:pt x="34" y="58"/>
                      <a:pt x="34" y="58"/>
                    </a:cubicBezTo>
                    <a:cubicBezTo>
                      <a:pt x="16" y="58"/>
                      <a:pt x="16" y="58"/>
                      <a:pt x="16" y="58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66"/>
                      <a:pt x="7" y="74"/>
                      <a:pt x="16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43" y="74"/>
                      <a:pt x="50" y="66"/>
                      <a:pt x="50" y="58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21"/>
              <p:cNvSpPr>
                <a:spLocks noEditPoints="1"/>
              </p:cNvSpPr>
              <p:nvPr/>
            </p:nvSpPr>
            <p:spPr bwMode="auto">
              <a:xfrm>
                <a:off x="1820865" y="4151132"/>
                <a:ext cx="278610" cy="194867"/>
              </a:xfrm>
              <a:custGeom>
                <a:avLst/>
                <a:gdLst>
                  <a:gd name="T0" fmla="*/ 57 w 73"/>
                  <a:gd name="T1" fmla="*/ 16 h 51"/>
                  <a:gd name="T2" fmla="*/ 57 w 73"/>
                  <a:gd name="T3" fmla="*/ 35 h 51"/>
                  <a:gd name="T4" fmla="*/ 16 w 73"/>
                  <a:gd name="T5" fmla="*/ 35 h 51"/>
                  <a:gd name="T6" fmla="*/ 16 w 73"/>
                  <a:gd name="T7" fmla="*/ 16 h 51"/>
                  <a:gd name="T8" fmla="*/ 57 w 73"/>
                  <a:gd name="T9" fmla="*/ 16 h 51"/>
                  <a:gd name="T10" fmla="*/ 57 w 73"/>
                  <a:gd name="T11" fmla="*/ 0 h 51"/>
                  <a:gd name="T12" fmla="*/ 16 w 73"/>
                  <a:gd name="T13" fmla="*/ 0 h 51"/>
                  <a:gd name="T14" fmla="*/ 0 w 73"/>
                  <a:gd name="T15" fmla="*/ 16 h 51"/>
                  <a:gd name="T16" fmla="*/ 0 w 73"/>
                  <a:gd name="T17" fmla="*/ 35 h 51"/>
                  <a:gd name="T18" fmla="*/ 16 w 73"/>
                  <a:gd name="T19" fmla="*/ 51 h 51"/>
                  <a:gd name="T20" fmla="*/ 57 w 73"/>
                  <a:gd name="T21" fmla="*/ 51 h 51"/>
                  <a:gd name="T22" fmla="*/ 73 w 73"/>
                  <a:gd name="T23" fmla="*/ 35 h 51"/>
                  <a:gd name="T24" fmla="*/ 73 w 73"/>
                  <a:gd name="T25" fmla="*/ 16 h 51"/>
                  <a:gd name="T26" fmla="*/ 57 w 73"/>
                  <a:gd name="T27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" h="51">
                    <a:moveTo>
                      <a:pt x="57" y="16"/>
                    </a:moveTo>
                    <a:cubicBezTo>
                      <a:pt x="57" y="35"/>
                      <a:pt x="57" y="35"/>
                      <a:pt x="57" y="35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7" y="16"/>
                      <a:pt x="57" y="16"/>
                      <a:pt x="57" y="16"/>
                    </a:cubicBezTo>
                    <a:moveTo>
                      <a:pt x="57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43"/>
                      <a:pt x="7" y="51"/>
                      <a:pt x="16" y="51"/>
                    </a:cubicBezTo>
                    <a:cubicBezTo>
                      <a:pt x="57" y="51"/>
                      <a:pt x="57" y="51"/>
                      <a:pt x="57" y="51"/>
                    </a:cubicBezTo>
                    <a:cubicBezTo>
                      <a:pt x="66" y="51"/>
                      <a:pt x="73" y="43"/>
                      <a:pt x="73" y="35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7"/>
                      <a:pt x="66" y="0"/>
                      <a:pt x="57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22"/>
              <p:cNvSpPr>
                <a:spLocks noEditPoints="1"/>
              </p:cNvSpPr>
              <p:nvPr/>
            </p:nvSpPr>
            <p:spPr bwMode="auto">
              <a:xfrm>
                <a:off x="1907830" y="3820986"/>
                <a:ext cx="191645" cy="273779"/>
              </a:xfrm>
              <a:custGeom>
                <a:avLst/>
                <a:gdLst>
                  <a:gd name="T0" fmla="*/ 34 w 50"/>
                  <a:gd name="T1" fmla="*/ 16 h 72"/>
                  <a:gd name="T2" fmla="*/ 34 w 50"/>
                  <a:gd name="T3" fmla="*/ 56 h 72"/>
                  <a:gd name="T4" fmla="*/ 16 w 50"/>
                  <a:gd name="T5" fmla="*/ 56 h 72"/>
                  <a:gd name="T6" fmla="*/ 16 w 50"/>
                  <a:gd name="T7" fmla="*/ 16 h 72"/>
                  <a:gd name="T8" fmla="*/ 34 w 50"/>
                  <a:gd name="T9" fmla="*/ 16 h 72"/>
                  <a:gd name="T10" fmla="*/ 34 w 50"/>
                  <a:gd name="T11" fmla="*/ 0 h 72"/>
                  <a:gd name="T12" fmla="*/ 16 w 50"/>
                  <a:gd name="T13" fmla="*/ 0 h 72"/>
                  <a:gd name="T14" fmla="*/ 0 w 50"/>
                  <a:gd name="T15" fmla="*/ 16 h 72"/>
                  <a:gd name="T16" fmla="*/ 0 w 50"/>
                  <a:gd name="T17" fmla="*/ 56 h 72"/>
                  <a:gd name="T18" fmla="*/ 16 w 50"/>
                  <a:gd name="T19" fmla="*/ 72 h 72"/>
                  <a:gd name="T20" fmla="*/ 34 w 50"/>
                  <a:gd name="T21" fmla="*/ 72 h 72"/>
                  <a:gd name="T22" fmla="*/ 50 w 50"/>
                  <a:gd name="T23" fmla="*/ 56 h 72"/>
                  <a:gd name="T24" fmla="*/ 50 w 50"/>
                  <a:gd name="T25" fmla="*/ 16 h 72"/>
                  <a:gd name="T26" fmla="*/ 34 w 50"/>
                  <a:gd name="T27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2">
                    <a:moveTo>
                      <a:pt x="34" y="16"/>
                    </a:moveTo>
                    <a:cubicBezTo>
                      <a:pt x="34" y="56"/>
                      <a:pt x="34" y="56"/>
                      <a:pt x="34" y="56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65"/>
                      <a:pt x="7" y="72"/>
                      <a:pt x="16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43" y="72"/>
                      <a:pt x="50" y="65"/>
                      <a:pt x="50" y="56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23"/>
              <p:cNvSpPr>
                <a:spLocks noEditPoints="1"/>
              </p:cNvSpPr>
              <p:nvPr/>
            </p:nvSpPr>
            <p:spPr bwMode="auto">
              <a:xfrm>
                <a:off x="1661428" y="3405486"/>
                <a:ext cx="600703" cy="594262"/>
              </a:xfrm>
              <a:custGeom>
                <a:avLst/>
                <a:gdLst>
                  <a:gd name="T0" fmla="*/ 105 w 158"/>
                  <a:gd name="T1" fmla="*/ 16 h 156"/>
                  <a:gd name="T2" fmla="*/ 140 w 158"/>
                  <a:gd name="T3" fmla="*/ 56 h 156"/>
                  <a:gd name="T4" fmla="*/ 56 w 158"/>
                  <a:gd name="T5" fmla="*/ 140 h 156"/>
                  <a:gd name="T6" fmla="*/ 17 w 158"/>
                  <a:gd name="T7" fmla="*/ 99 h 156"/>
                  <a:gd name="T8" fmla="*/ 105 w 158"/>
                  <a:gd name="T9" fmla="*/ 16 h 156"/>
                  <a:gd name="T10" fmla="*/ 105 w 158"/>
                  <a:gd name="T11" fmla="*/ 0 h 156"/>
                  <a:gd name="T12" fmla="*/ 94 w 158"/>
                  <a:gd name="T13" fmla="*/ 5 h 156"/>
                  <a:gd name="T14" fmla="*/ 6 w 158"/>
                  <a:gd name="T15" fmla="*/ 87 h 156"/>
                  <a:gd name="T16" fmla="*/ 5 w 158"/>
                  <a:gd name="T17" fmla="*/ 109 h 156"/>
                  <a:gd name="T18" fmla="*/ 44 w 158"/>
                  <a:gd name="T19" fmla="*/ 151 h 156"/>
                  <a:gd name="T20" fmla="*/ 55 w 158"/>
                  <a:gd name="T21" fmla="*/ 156 h 156"/>
                  <a:gd name="T22" fmla="*/ 56 w 158"/>
                  <a:gd name="T23" fmla="*/ 156 h 156"/>
                  <a:gd name="T24" fmla="*/ 67 w 158"/>
                  <a:gd name="T25" fmla="*/ 152 h 156"/>
                  <a:gd name="T26" fmla="*/ 151 w 158"/>
                  <a:gd name="T27" fmla="*/ 67 h 156"/>
                  <a:gd name="T28" fmla="*/ 152 w 158"/>
                  <a:gd name="T29" fmla="*/ 45 h 156"/>
                  <a:gd name="T30" fmla="*/ 117 w 158"/>
                  <a:gd name="T31" fmla="*/ 6 h 156"/>
                  <a:gd name="T32" fmla="*/ 105 w 158"/>
                  <a:gd name="T33" fmla="*/ 0 h 156"/>
                  <a:gd name="T34" fmla="*/ 105 w 158"/>
                  <a:gd name="T35" fmla="*/ 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58" h="156">
                    <a:moveTo>
                      <a:pt x="105" y="16"/>
                    </a:moveTo>
                    <a:cubicBezTo>
                      <a:pt x="140" y="56"/>
                      <a:pt x="140" y="56"/>
                      <a:pt x="140" y="56"/>
                    </a:cubicBezTo>
                    <a:cubicBezTo>
                      <a:pt x="56" y="140"/>
                      <a:pt x="56" y="140"/>
                      <a:pt x="56" y="140"/>
                    </a:cubicBezTo>
                    <a:cubicBezTo>
                      <a:pt x="17" y="99"/>
                      <a:pt x="17" y="99"/>
                      <a:pt x="17" y="99"/>
                    </a:cubicBezTo>
                    <a:cubicBezTo>
                      <a:pt x="105" y="16"/>
                      <a:pt x="105" y="16"/>
                      <a:pt x="105" y="16"/>
                    </a:cubicBezTo>
                    <a:moveTo>
                      <a:pt x="105" y="0"/>
                    </a:moveTo>
                    <a:cubicBezTo>
                      <a:pt x="101" y="0"/>
                      <a:pt x="97" y="2"/>
                      <a:pt x="94" y="5"/>
                    </a:cubicBezTo>
                    <a:cubicBezTo>
                      <a:pt x="6" y="87"/>
                      <a:pt x="6" y="87"/>
                      <a:pt x="6" y="87"/>
                    </a:cubicBezTo>
                    <a:cubicBezTo>
                      <a:pt x="0" y="93"/>
                      <a:pt x="0" y="103"/>
                      <a:pt x="5" y="109"/>
                    </a:cubicBezTo>
                    <a:cubicBezTo>
                      <a:pt x="44" y="151"/>
                      <a:pt x="44" y="151"/>
                      <a:pt x="44" y="151"/>
                    </a:cubicBezTo>
                    <a:cubicBezTo>
                      <a:pt x="47" y="154"/>
                      <a:pt x="51" y="156"/>
                      <a:pt x="55" y="156"/>
                    </a:cubicBezTo>
                    <a:cubicBezTo>
                      <a:pt x="55" y="156"/>
                      <a:pt x="56" y="156"/>
                      <a:pt x="56" y="156"/>
                    </a:cubicBezTo>
                    <a:cubicBezTo>
                      <a:pt x="60" y="156"/>
                      <a:pt x="64" y="155"/>
                      <a:pt x="67" y="152"/>
                    </a:cubicBezTo>
                    <a:cubicBezTo>
                      <a:pt x="151" y="67"/>
                      <a:pt x="151" y="67"/>
                      <a:pt x="151" y="67"/>
                    </a:cubicBezTo>
                    <a:cubicBezTo>
                      <a:pt x="157" y="61"/>
                      <a:pt x="158" y="52"/>
                      <a:pt x="152" y="45"/>
                    </a:cubicBezTo>
                    <a:cubicBezTo>
                      <a:pt x="117" y="6"/>
                      <a:pt x="117" y="6"/>
                      <a:pt x="117" y="6"/>
                    </a:cubicBezTo>
                    <a:cubicBezTo>
                      <a:pt x="114" y="3"/>
                      <a:pt x="110" y="1"/>
                      <a:pt x="105" y="0"/>
                    </a:cubicBezTo>
                    <a:cubicBezTo>
                      <a:pt x="105" y="0"/>
                      <a:pt x="105" y="0"/>
                      <a:pt x="105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24"/>
              <p:cNvSpPr>
                <a:spLocks noEditPoints="1"/>
              </p:cNvSpPr>
              <p:nvPr/>
            </p:nvSpPr>
            <p:spPr bwMode="auto">
              <a:xfrm>
                <a:off x="1555138" y="3790388"/>
                <a:ext cx="318872" cy="293105"/>
              </a:xfrm>
              <a:custGeom>
                <a:avLst/>
                <a:gdLst>
                  <a:gd name="T0" fmla="*/ 32 w 84"/>
                  <a:gd name="T1" fmla="*/ 16 h 77"/>
                  <a:gd name="T2" fmla="*/ 67 w 84"/>
                  <a:gd name="T3" fmla="*/ 50 h 77"/>
                  <a:gd name="T4" fmla="*/ 17 w 84"/>
                  <a:gd name="T5" fmla="*/ 61 h 77"/>
                  <a:gd name="T6" fmla="*/ 32 w 84"/>
                  <a:gd name="T7" fmla="*/ 16 h 77"/>
                  <a:gd name="T8" fmla="*/ 32 w 84"/>
                  <a:gd name="T9" fmla="*/ 0 h 77"/>
                  <a:gd name="T10" fmla="*/ 28 w 84"/>
                  <a:gd name="T11" fmla="*/ 1 h 77"/>
                  <a:gd name="T12" fmla="*/ 17 w 84"/>
                  <a:gd name="T13" fmla="*/ 11 h 77"/>
                  <a:gd name="T14" fmla="*/ 2 w 84"/>
                  <a:gd name="T15" fmla="*/ 56 h 77"/>
                  <a:gd name="T16" fmla="*/ 5 w 84"/>
                  <a:gd name="T17" fmla="*/ 72 h 77"/>
                  <a:gd name="T18" fmla="*/ 17 w 84"/>
                  <a:gd name="T19" fmla="*/ 77 h 77"/>
                  <a:gd name="T20" fmla="*/ 20 w 84"/>
                  <a:gd name="T21" fmla="*/ 76 h 77"/>
                  <a:gd name="T22" fmla="*/ 71 w 84"/>
                  <a:gd name="T23" fmla="*/ 65 h 77"/>
                  <a:gd name="T24" fmla="*/ 83 w 84"/>
                  <a:gd name="T25" fmla="*/ 54 h 77"/>
                  <a:gd name="T26" fmla="*/ 78 w 84"/>
                  <a:gd name="T27" fmla="*/ 38 h 77"/>
                  <a:gd name="T28" fmla="*/ 43 w 84"/>
                  <a:gd name="T29" fmla="*/ 5 h 77"/>
                  <a:gd name="T30" fmla="*/ 32 w 84"/>
                  <a:gd name="T31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4" h="77">
                    <a:moveTo>
                      <a:pt x="32" y="16"/>
                    </a:moveTo>
                    <a:cubicBezTo>
                      <a:pt x="67" y="50"/>
                      <a:pt x="67" y="50"/>
                      <a:pt x="67" y="50"/>
                    </a:cubicBezTo>
                    <a:cubicBezTo>
                      <a:pt x="17" y="61"/>
                      <a:pt x="17" y="61"/>
                      <a:pt x="17" y="61"/>
                    </a:cubicBezTo>
                    <a:cubicBezTo>
                      <a:pt x="32" y="16"/>
                      <a:pt x="32" y="16"/>
                      <a:pt x="32" y="16"/>
                    </a:cubicBezTo>
                    <a:moveTo>
                      <a:pt x="32" y="0"/>
                    </a:moveTo>
                    <a:cubicBezTo>
                      <a:pt x="31" y="0"/>
                      <a:pt x="29" y="0"/>
                      <a:pt x="28" y="1"/>
                    </a:cubicBezTo>
                    <a:cubicBezTo>
                      <a:pt x="23" y="2"/>
                      <a:pt x="18" y="6"/>
                      <a:pt x="17" y="11"/>
                    </a:cubicBezTo>
                    <a:cubicBezTo>
                      <a:pt x="2" y="56"/>
                      <a:pt x="2" y="56"/>
                      <a:pt x="2" y="56"/>
                    </a:cubicBezTo>
                    <a:cubicBezTo>
                      <a:pt x="0" y="61"/>
                      <a:pt x="1" y="67"/>
                      <a:pt x="5" y="72"/>
                    </a:cubicBezTo>
                    <a:cubicBezTo>
                      <a:pt x="8" y="75"/>
                      <a:pt x="12" y="77"/>
                      <a:pt x="17" y="77"/>
                    </a:cubicBezTo>
                    <a:cubicBezTo>
                      <a:pt x="18" y="77"/>
                      <a:pt x="19" y="77"/>
                      <a:pt x="20" y="76"/>
                    </a:cubicBezTo>
                    <a:cubicBezTo>
                      <a:pt x="71" y="65"/>
                      <a:pt x="71" y="65"/>
                      <a:pt x="71" y="65"/>
                    </a:cubicBezTo>
                    <a:cubicBezTo>
                      <a:pt x="77" y="64"/>
                      <a:pt x="81" y="59"/>
                      <a:pt x="83" y="54"/>
                    </a:cubicBezTo>
                    <a:cubicBezTo>
                      <a:pt x="84" y="48"/>
                      <a:pt x="83" y="42"/>
                      <a:pt x="78" y="38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40" y="2"/>
                      <a:pt x="36" y="0"/>
                      <a:pt x="32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25"/>
              <p:cNvSpPr>
                <a:spLocks/>
              </p:cNvSpPr>
              <p:nvPr/>
            </p:nvSpPr>
            <p:spPr bwMode="auto">
              <a:xfrm>
                <a:off x="1371545" y="3642225"/>
                <a:ext cx="69249" cy="148163"/>
              </a:xfrm>
              <a:custGeom>
                <a:avLst/>
                <a:gdLst>
                  <a:gd name="T0" fmla="*/ 0 w 43"/>
                  <a:gd name="T1" fmla="*/ 0 h 92"/>
                  <a:gd name="T2" fmla="*/ 43 w 43"/>
                  <a:gd name="T3" fmla="*/ 0 h 92"/>
                  <a:gd name="T4" fmla="*/ 43 w 43"/>
                  <a:gd name="T5" fmla="*/ 92 h 92"/>
                  <a:gd name="T6" fmla="*/ 0 w 43"/>
                  <a:gd name="T7" fmla="*/ 92 h 92"/>
                  <a:gd name="T8" fmla="*/ 0 w 43"/>
                  <a:gd name="T9" fmla="*/ 0 h 92"/>
                  <a:gd name="T10" fmla="*/ 0 w 43"/>
                  <a:gd name="T11" fmla="*/ 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2">
                    <a:moveTo>
                      <a:pt x="0" y="0"/>
                    </a:moveTo>
                    <a:lnTo>
                      <a:pt x="43" y="0"/>
                    </a:lnTo>
                    <a:lnTo>
                      <a:pt x="43" y="92"/>
                    </a:lnTo>
                    <a:lnTo>
                      <a:pt x="0" y="9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26"/>
              <p:cNvSpPr>
                <a:spLocks/>
              </p:cNvSpPr>
              <p:nvPr/>
            </p:nvSpPr>
            <p:spPr bwMode="auto">
              <a:xfrm>
                <a:off x="1371545" y="3642225"/>
                <a:ext cx="156215" cy="59588"/>
              </a:xfrm>
              <a:custGeom>
                <a:avLst/>
                <a:gdLst>
                  <a:gd name="T0" fmla="*/ 0 w 97"/>
                  <a:gd name="T1" fmla="*/ 0 h 37"/>
                  <a:gd name="T2" fmla="*/ 97 w 97"/>
                  <a:gd name="T3" fmla="*/ 0 h 37"/>
                  <a:gd name="T4" fmla="*/ 97 w 97"/>
                  <a:gd name="T5" fmla="*/ 37 h 37"/>
                  <a:gd name="T6" fmla="*/ 0 w 97"/>
                  <a:gd name="T7" fmla="*/ 37 h 37"/>
                  <a:gd name="T8" fmla="*/ 0 w 97"/>
                  <a:gd name="T9" fmla="*/ 0 h 37"/>
                  <a:gd name="T10" fmla="*/ 0 w 97"/>
                  <a:gd name="T11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7" h="37">
                    <a:moveTo>
                      <a:pt x="0" y="0"/>
                    </a:moveTo>
                    <a:lnTo>
                      <a:pt x="97" y="0"/>
                    </a:lnTo>
                    <a:lnTo>
                      <a:pt x="97" y="37"/>
                    </a:lnTo>
                    <a:lnTo>
                      <a:pt x="0" y="37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27"/>
              <p:cNvSpPr>
                <a:spLocks/>
              </p:cNvSpPr>
              <p:nvPr/>
            </p:nvSpPr>
            <p:spPr bwMode="auto">
              <a:xfrm>
                <a:off x="1622777" y="3642225"/>
                <a:ext cx="161046" cy="59588"/>
              </a:xfrm>
              <a:custGeom>
                <a:avLst/>
                <a:gdLst>
                  <a:gd name="T0" fmla="*/ 0 w 100"/>
                  <a:gd name="T1" fmla="*/ 37 h 37"/>
                  <a:gd name="T2" fmla="*/ 0 w 100"/>
                  <a:gd name="T3" fmla="*/ 0 h 37"/>
                  <a:gd name="T4" fmla="*/ 100 w 100"/>
                  <a:gd name="T5" fmla="*/ 0 h 37"/>
                  <a:gd name="T6" fmla="*/ 64 w 100"/>
                  <a:gd name="T7" fmla="*/ 37 h 37"/>
                  <a:gd name="T8" fmla="*/ 0 w 100"/>
                  <a:gd name="T9" fmla="*/ 37 h 37"/>
                  <a:gd name="T10" fmla="*/ 0 w 100"/>
                  <a:gd name="T11" fmla="*/ 37 h 37"/>
                  <a:gd name="T12" fmla="*/ 0 w 100"/>
                  <a:gd name="T1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0" h="37">
                    <a:moveTo>
                      <a:pt x="0" y="37"/>
                    </a:moveTo>
                    <a:lnTo>
                      <a:pt x="0" y="0"/>
                    </a:lnTo>
                    <a:lnTo>
                      <a:pt x="100" y="0"/>
                    </a:lnTo>
                    <a:lnTo>
                      <a:pt x="64" y="37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Freeform 28"/>
              <p:cNvSpPr>
                <a:spLocks/>
              </p:cNvSpPr>
              <p:nvPr/>
            </p:nvSpPr>
            <p:spPr bwMode="auto">
              <a:xfrm>
                <a:off x="1622777" y="4212330"/>
                <a:ext cx="161046" cy="72471"/>
              </a:xfrm>
              <a:custGeom>
                <a:avLst/>
                <a:gdLst>
                  <a:gd name="T0" fmla="*/ 0 w 100"/>
                  <a:gd name="T1" fmla="*/ 0 h 45"/>
                  <a:gd name="T2" fmla="*/ 100 w 100"/>
                  <a:gd name="T3" fmla="*/ 0 h 45"/>
                  <a:gd name="T4" fmla="*/ 100 w 100"/>
                  <a:gd name="T5" fmla="*/ 45 h 45"/>
                  <a:gd name="T6" fmla="*/ 0 w 100"/>
                  <a:gd name="T7" fmla="*/ 45 h 45"/>
                  <a:gd name="T8" fmla="*/ 0 w 100"/>
                  <a:gd name="T9" fmla="*/ 0 h 45"/>
                  <a:gd name="T10" fmla="*/ 0 w 100"/>
                  <a:gd name="T11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0" h="45">
                    <a:moveTo>
                      <a:pt x="0" y="0"/>
                    </a:moveTo>
                    <a:lnTo>
                      <a:pt x="100" y="0"/>
                    </a:lnTo>
                    <a:lnTo>
                      <a:pt x="100" y="45"/>
                    </a:lnTo>
                    <a:lnTo>
                      <a:pt x="0" y="4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Freeform 29"/>
              <p:cNvSpPr>
                <a:spLocks/>
              </p:cNvSpPr>
              <p:nvPr/>
            </p:nvSpPr>
            <p:spPr bwMode="auto">
              <a:xfrm>
                <a:off x="1371545" y="4125365"/>
                <a:ext cx="69249" cy="159437"/>
              </a:xfrm>
              <a:custGeom>
                <a:avLst/>
                <a:gdLst>
                  <a:gd name="T0" fmla="*/ 0 w 43"/>
                  <a:gd name="T1" fmla="*/ 0 h 99"/>
                  <a:gd name="T2" fmla="*/ 43 w 43"/>
                  <a:gd name="T3" fmla="*/ 0 h 99"/>
                  <a:gd name="T4" fmla="*/ 43 w 43"/>
                  <a:gd name="T5" fmla="*/ 99 h 99"/>
                  <a:gd name="T6" fmla="*/ 0 w 43"/>
                  <a:gd name="T7" fmla="*/ 99 h 99"/>
                  <a:gd name="T8" fmla="*/ 0 w 43"/>
                  <a:gd name="T9" fmla="*/ 0 h 99"/>
                  <a:gd name="T10" fmla="*/ 0 w 43"/>
                  <a:gd name="T11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9">
                    <a:moveTo>
                      <a:pt x="0" y="0"/>
                    </a:moveTo>
                    <a:lnTo>
                      <a:pt x="43" y="0"/>
                    </a:lnTo>
                    <a:lnTo>
                      <a:pt x="43" y="99"/>
                    </a:lnTo>
                    <a:lnTo>
                      <a:pt x="0" y="99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30"/>
              <p:cNvSpPr>
                <a:spLocks/>
              </p:cNvSpPr>
              <p:nvPr/>
            </p:nvSpPr>
            <p:spPr bwMode="auto">
              <a:xfrm>
                <a:off x="1371545" y="4212330"/>
                <a:ext cx="156215" cy="72471"/>
              </a:xfrm>
              <a:custGeom>
                <a:avLst/>
                <a:gdLst>
                  <a:gd name="T0" fmla="*/ 0 w 97"/>
                  <a:gd name="T1" fmla="*/ 0 h 45"/>
                  <a:gd name="T2" fmla="*/ 97 w 97"/>
                  <a:gd name="T3" fmla="*/ 0 h 45"/>
                  <a:gd name="T4" fmla="*/ 97 w 97"/>
                  <a:gd name="T5" fmla="*/ 45 h 45"/>
                  <a:gd name="T6" fmla="*/ 0 w 97"/>
                  <a:gd name="T7" fmla="*/ 45 h 45"/>
                  <a:gd name="T8" fmla="*/ 0 w 97"/>
                  <a:gd name="T9" fmla="*/ 0 h 45"/>
                  <a:gd name="T10" fmla="*/ 0 w 97"/>
                  <a:gd name="T11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7" h="45">
                    <a:moveTo>
                      <a:pt x="0" y="0"/>
                    </a:moveTo>
                    <a:lnTo>
                      <a:pt x="97" y="0"/>
                    </a:lnTo>
                    <a:lnTo>
                      <a:pt x="97" y="45"/>
                    </a:lnTo>
                    <a:lnTo>
                      <a:pt x="0" y="4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Freeform 31"/>
              <p:cNvSpPr>
                <a:spLocks/>
              </p:cNvSpPr>
              <p:nvPr/>
            </p:nvSpPr>
            <p:spPr bwMode="auto">
              <a:xfrm>
                <a:off x="1371545" y="3880574"/>
                <a:ext cx="69249" cy="152995"/>
              </a:xfrm>
              <a:custGeom>
                <a:avLst/>
                <a:gdLst>
                  <a:gd name="T0" fmla="*/ 0 w 43"/>
                  <a:gd name="T1" fmla="*/ 0 h 95"/>
                  <a:gd name="T2" fmla="*/ 43 w 43"/>
                  <a:gd name="T3" fmla="*/ 0 h 95"/>
                  <a:gd name="T4" fmla="*/ 43 w 43"/>
                  <a:gd name="T5" fmla="*/ 95 h 95"/>
                  <a:gd name="T6" fmla="*/ 0 w 43"/>
                  <a:gd name="T7" fmla="*/ 95 h 95"/>
                  <a:gd name="T8" fmla="*/ 0 w 43"/>
                  <a:gd name="T9" fmla="*/ 0 h 95"/>
                  <a:gd name="T10" fmla="*/ 0 w 43"/>
                  <a:gd name="T11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5">
                    <a:moveTo>
                      <a:pt x="0" y="0"/>
                    </a:moveTo>
                    <a:lnTo>
                      <a:pt x="43" y="0"/>
                    </a:lnTo>
                    <a:lnTo>
                      <a:pt x="43" y="95"/>
                    </a:lnTo>
                    <a:lnTo>
                      <a:pt x="0" y="9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" name="Freeform 32"/>
              <p:cNvSpPr>
                <a:spLocks/>
              </p:cNvSpPr>
              <p:nvPr/>
            </p:nvSpPr>
            <p:spPr bwMode="auto">
              <a:xfrm>
                <a:off x="1969027" y="4125365"/>
                <a:ext cx="69249" cy="159437"/>
              </a:xfrm>
              <a:custGeom>
                <a:avLst/>
                <a:gdLst>
                  <a:gd name="T0" fmla="*/ 0 w 43"/>
                  <a:gd name="T1" fmla="*/ 0 h 99"/>
                  <a:gd name="T2" fmla="*/ 43 w 43"/>
                  <a:gd name="T3" fmla="*/ 0 h 99"/>
                  <a:gd name="T4" fmla="*/ 43 w 43"/>
                  <a:gd name="T5" fmla="*/ 99 h 99"/>
                  <a:gd name="T6" fmla="*/ 0 w 43"/>
                  <a:gd name="T7" fmla="*/ 99 h 99"/>
                  <a:gd name="T8" fmla="*/ 0 w 43"/>
                  <a:gd name="T9" fmla="*/ 0 h 99"/>
                  <a:gd name="T10" fmla="*/ 0 w 43"/>
                  <a:gd name="T11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9">
                    <a:moveTo>
                      <a:pt x="0" y="0"/>
                    </a:moveTo>
                    <a:lnTo>
                      <a:pt x="43" y="0"/>
                    </a:lnTo>
                    <a:lnTo>
                      <a:pt x="43" y="99"/>
                    </a:lnTo>
                    <a:lnTo>
                      <a:pt x="0" y="99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" name="Freeform 33"/>
              <p:cNvSpPr>
                <a:spLocks/>
              </p:cNvSpPr>
              <p:nvPr/>
            </p:nvSpPr>
            <p:spPr bwMode="auto">
              <a:xfrm>
                <a:off x="1882062" y="4212330"/>
                <a:ext cx="156215" cy="72471"/>
              </a:xfrm>
              <a:custGeom>
                <a:avLst/>
                <a:gdLst>
                  <a:gd name="T0" fmla="*/ 0 w 97"/>
                  <a:gd name="T1" fmla="*/ 0 h 45"/>
                  <a:gd name="T2" fmla="*/ 97 w 97"/>
                  <a:gd name="T3" fmla="*/ 0 h 45"/>
                  <a:gd name="T4" fmla="*/ 97 w 97"/>
                  <a:gd name="T5" fmla="*/ 45 h 45"/>
                  <a:gd name="T6" fmla="*/ 0 w 97"/>
                  <a:gd name="T7" fmla="*/ 45 h 45"/>
                  <a:gd name="T8" fmla="*/ 0 w 97"/>
                  <a:gd name="T9" fmla="*/ 0 h 45"/>
                  <a:gd name="T10" fmla="*/ 0 w 97"/>
                  <a:gd name="T11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7" h="45">
                    <a:moveTo>
                      <a:pt x="0" y="0"/>
                    </a:moveTo>
                    <a:lnTo>
                      <a:pt x="97" y="0"/>
                    </a:lnTo>
                    <a:lnTo>
                      <a:pt x="97" y="45"/>
                    </a:lnTo>
                    <a:lnTo>
                      <a:pt x="0" y="4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" name="Freeform 34"/>
              <p:cNvSpPr>
                <a:spLocks/>
              </p:cNvSpPr>
              <p:nvPr/>
            </p:nvSpPr>
            <p:spPr bwMode="auto">
              <a:xfrm>
                <a:off x="1969027" y="3880574"/>
                <a:ext cx="69249" cy="152995"/>
              </a:xfrm>
              <a:custGeom>
                <a:avLst/>
                <a:gdLst>
                  <a:gd name="T0" fmla="*/ 0 w 43"/>
                  <a:gd name="T1" fmla="*/ 0 h 95"/>
                  <a:gd name="T2" fmla="*/ 43 w 43"/>
                  <a:gd name="T3" fmla="*/ 0 h 95"/>
                  <a:gd name="T4" fmla="*/ 43 w 43"/>
                  <a:gd name="T5" fmla="*/ 95 h 95"/>
                  <a:gd name="T6" fmla="*/ 0 w 43"/>
                  <a:gd name="T7" fmla="*/ 95 h 95"/>
                  <a:gd name="T8" fmla="*/ 0 w 43"/>
                  <a:gd name="T9" fmla="*/ 0 h 95"/>
                  <a:gd name="T10" fmla="*/ 0 w 43"/>
                  <a:gd name="T11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5">
                    <a:moveTo>
                      <a:pt x="0" y="0"/>
                    </a:moveTo>
                    <a:lnTo>
                      <a:pt x="43" y="0"/>
                    </a:lnTo>
                    <a:lnTo>
                      <a:pt x="43" y="95"/>
                    </a:lnTo>
                    <a:lnTo>
                      <a:pt x="0" y="9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Freeform 35"/>
              <p:cNvSpPr>
                <a:spLocks/>
              </p:cNvSpPr>
              <p:nvPr/>
            </p:nvSpPr>
            <p:spPr bwMode="auto">
              <a:xfrm>
                <a:off x="1725847" y="3466684"/>
                <a:ext cx="468645" cy="471867"/>
              </a:xfrm>
              <a:custGeom>
                <a:avLst/>
                <a:gdLst>
                  <a:gd name="T0" fmla="*/ 208 w 291"/>
                  <a:gd name="T1" fmla="*/ 0 h 293"/>
                  <a:gd name="T2" fmla="*/ 0 w 291"/>
                  <a:gd name="T3" fmla="*/ 196 h 293"/>
                  <a:gd name="T4" fmla="*/ 92 w 291"/>
                  <a:gd name="T5" fmla="*/ 293 h 293"/>
                  <a:gd name="T6" fmla="*/ 291 w 291"/>
                  <a:gd name="T7" fmla="*/ 94 h 293"/>
                  <a:gd name="T8" fmla="*/ 208 w 291"/>
                  <a:gd name="T9" fmla="*/ 0 h 293"/>
                  <a:gd name="T10" fmla="*/ 208 w 291"/>
                  <a:gd name="T11" fmla="*/ 0 h 293"/>
                  <a:gd name="T12" fmla="*/ 208 w 291"/>
                  <a:gd name="T13" fmla="*/ 0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1" h="293">
                    <a:moveTo>
                      <a:pt x="208" y="0"/>
                    </a:moveTo>
                    <a:lnTo>
                      <a:pt x="0" y="196"/>
                    </a:lnTo>
                    <a:lnTo>
                      <a:pt x="92" y="293"/>
                    </a:lnTo>
                    <a:lnTo>
                      <a:pt x="291" y="94"/>
                    </a:lnTo>
                    <a:lnTo>
                      <a:pt x="208" y="0"/>
                    </a:lnTo>
                    <a:lnTo>
                      <a:pt x="208" y="0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Freeform 36"/>
              <p:cNvSpPr>
                <a:spLocks/>
              </p:cNvSpPr>
              <p:nvPr/>
            </p:nvSpPr>
            <p:spPr bwMode="auto">
              <a:xfrm>
                <a:off x="1619556" y="3849975"/>
                <a:ext cx="190035" cy="172320"/>
              </a:xfrm>
              <a:custGeom>
                <a:avLst/>
                <a:gdLst>
                  <a:gd name="T0" fmla="*/ 35 w 118"/>
                  <a:gd name="T1" fmla="*/ 0 h 107"/>
                  <a:gd name="T2" fmla="*/ 0 w 118"/>
                  <a:gd name="T3" fmla="*/ 107 h 107"/>
                  <a:gd name="T4" fmla="*/ 118 w 118"/>
                  <a:gd name="T5" fmla="*/ 81 h 107"/>
                  <a:gd name="T6" fmla="*/ 35 w 118"/>
                  <a:gd name="T7" fmla="*/ 0 h 107"/>
                  <a:gd name="T8" fmla="*/ 35 w 118"/>
                  <a:gd name="T9" fmla="*/ 0 h 107"/>
                  <a:gd name="T10" fmla="*/ 35 w 118"/>
                  <a:gd name="T11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8" h="107">
                    <a:moveTo>
                      <a:pt x="35" y="0"/>
                    </a:moveTo>
                    <a:lnTo>
                      <a:pt x="0" y="107"/>
                    </a:lnTo>
                    <a:lnTo>
                      <a:pt x="118" y="81"/>
                    </a:lnTo>
                    <a:lnTo>
                      <a:pt x="35" y="0"/>
                    </a:lnTo>
                    <a:lnTo>
                      <a:pt x="35" y="0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31D8C5E-B231-4646-BDD7-8D31A8726725}"/>
              </a:ext>
            </a:extLst>
          </p:cNvPr>
          <p:cNvSpPr txBox="1"/>
          <p:nvPr/>
        </p:nvSpPr>
        <p:spPr>
          <a:xfrm>
            <a:off x="1722569" y="2057400"/>
            <a:ext cx="22398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Bài 5</a:t>
            </a:r>
            <a:endParaRPr lang="en-US" sz="6000" b="1"/>
          </a:p>
        </p:txBody>
      </p:sp>
      <p:sp>
        <p:nvSpPr>
          <p:cNvPr id="103" name="Round Same Side Corner Rectangle 6">
            <a:extLst>
              <a:ext uri="{FF2B5EF4-FFF2-40B4-BE49-F238E27FC236}">
                <a16:creationId xmlns:a16="http://schemas.microsoft.com/office/drawing/2014/main" id="{434B2CEB-32A5-449F-AF7B-FDDE9B965241}"/>
              </a:ext>
            </a:extLst>
          </p:cNvPr>
          <p:cNvSpPr/>
          <p:nvPr/>
        </p:nvSpPr>
        <p:spPr>
          <a:xfrm flipV="1">
            <a:off x="7317560" y="1602363"/>
            <a:ext cx="9518389" cy="1099993"/>
          </a:xfrm>
          <a:prstGeom prst="round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4D90D6F-F210-4FDE-B2C0-A6665B648DA4}"/>
              </a:ext>
            </a:extLst>
          </p:cNvPr>
          <p:cNvSpPr txBox="1"/>
          <p:nvPr/>
        </p:nvSpPr>
        <p:spPr>
          <a:xfrm>
            <a:off x="8155532" y="1643824"/>
            <a:ext cx="82573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BÀI TẬP TRẮC NGHIỆM</a:t>
            </a:r>
            <a:endParaRPr lang="vi-VN" sz="5400" b="1" dirty="0">
              <a:solidFill>
                <a:schemeClr val="bg1"/>
              </a:solidFill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BA04E940-C7BB-4839-8A68-0DA4429C17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6818152"/>
              </p:ext>
            </p:extLst>
          </p:nvPr>
        </p:nvGraphicFramePr>
        <p:xfrm>
          <a:off x="4205288" y="3921125"/>
          <a:ext cx="5367337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40" name="Equation" r:id="rId3" imgW="1168200" imgH="253800" progId="Equation.DSMT4">
                  <p:embed/>
                </p:oleObj>
              </mc:Choice>
              <mc:Fallback>
                <p:oleObj name="Equation" r:id="rId3" imgW="1168200" imgH="253800" progId="Equation.DSMT4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BA04E940-C7BB-4839-8A68-0DA4429C17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05288" y="3921125"/>
                        <a:ext cx="5367337" cy="1166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E662A129-ECC0-459B-8FCD-B55AA42D6E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356391"/>
              </p:ext>
            </p:extLst>
          </p:nvPr>
        </p:nvGraphicFramePr>
        <p:xfrm>
          <a:off x="4264025" y="5053013"/>
          <a:ext cx="5311775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41" name="Equation" r:id="rId5" imgW="1155600" imgH="253800" progId="Equation.DSMT4">
                  <p:embed/>
                </p:oleObj>
              </mc:Choice>
              <mc:Fallback>
                <p:oleObj name="Equation" r:id="rId5" imgW="1155600" imgH="253800" progId="Equation.DSMT4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E662A129-ECC0-459B-8FCD-B55AA42D6E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64025" y="5053013"/>
                        <a:ext cx="5311775" cy="1165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39EEE784-2B98-4932-8E1B-2EF1CC018B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2729196"/>
              </p:ext>
            </p:extLst>
          </p:nvPr>
        </p:nvGraphicFramePr>
        <p:xfrm>
          <a:off x="4294188" y="6213475"/>
          <a:ext cx="6069012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42" name="Equation" r:id="rId7" imgW="1320480" imgH="253800" progId="Equation.DSMT4">
                  <p:embed/>
                </p:oleObj>
              </mc:Choice>
              <mc:Fallback>
                <p:oleObj name="Equation" r:id="rId7" imgW="1320480" imgH="253800" progId="Equation.DSMT4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39EEE784-2B98-4932-8E1B-2EF1CC018B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94188" y="6213475"/>
                        <a:ext cx="6069012" cy="1166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ABD41353-0EC2-4C4D-84D1-CC70F4A18A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8646968"/>
              </p:ext>
            </p:extLst>
          </p:nvPr>
        </p:nvGraphicFramePr>
        <p:xfrm>
          <a:off x="4416425" y="7426325"/>
          <a:ext cx="5718175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43" name="Equation" r:id="rId9" imgW="1244520" imgH="253800" progId="Equation.DSMT4">
                  <p:embed/>
                </p:oleObj>
              </mc:Choice>
              <mc:Fallback>
                <p:oleObj name="Equation" r:id="rId9" imgW="1244520" imgH="253800" progId="Equation.DSMT4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ABD41353-0EC2-4C4D-84D1-CC70F4A18A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416425" y="7426325"/>
                        <a:ext cx="5718175" cy="1166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22">
            <a:extLst>
              <a:ext uri="{FF2B5EF4-FFF2-40B4-BE49-F238E27FC236}">
                <a16:creationId xmlns:a16="http://schemas.microsoft.com/office/drawing/2014/main" id="{1DC42956-B52A-4C08-A855-473D9AFE6CF9}"/>
              </a:ext>
            </a:extLst>
          </p:cNvPr>
          <p:cNvSpPr/>
          <p:nvPr/>
        </p:nvSpPr>
        <p:spPr>
          <a:xfrm>
            <a:off x="4621816" y="9396166"/>
            <a:ext cx="16942784" cy="2051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Aft>
                <a:spcPts val="0"/>
              </a:spcAft>
              <a:tabLst>
                <a:tab pos="180340" algn="l"/>
                <a:tab pos="288290" algn="l"/>
                <a:tab pos="467995" algn="l"/>
                <a:tab pos="540385" algn="l"/>
                <a:tab pos="648335" algn="l"/>
                <a:tab pos="1260475" algn="l"/>
                <a:tab pos="3780790" algn="l"/>
              </a:tabLst>
            </a:pPr>
            <a:r>
              <a:rPr lang="nl-NL" sz="5500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 B.</a:t>
            </a:r>
            <a:endParaRPr lang="en-US" sz="5500" b="1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0"/>
              </a:spcAft>
              <a:tabLst>
                <a:tab pos="180340" algn="l"/>
                <a:tab pos="288290" algn="l"/>
                <a:tab pos="467995" algn="l"/>
                <a:tab pos="540385" algn="l"/>
                <a:tab pos="648335" algn="l"/>
                <a:tab pos="1260475" algn="l"/>
                <a:tab pos="3780790" algn="l"/>
              </a:tabLst>
            </a:pPr>
            <a:r>
              <a:rPr lang="nl-NL" sz="55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Bề lõm hướng lên, loại đáp án C </a:t>
            </a:r>
            <a:endParaRPr lang="en-US" sz="55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887E27-D3AE-430F-A297-8AD04335AF97}"/>
              </a:ext>
            </a:extLst>
          </p:cNvPr>
          <p:cNvSpPr/>
          <p:nvPr/>
        </p:nvSpPr>
        <p:spPr>
          <a:xfrm>
            <a:off x="1542228" y="3174123"/>
            <a:ext cx="1356974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sz="6000">
                <a:latin typeface="Times New Roman" panose="02020603050405020304" pitchFamily="18" charset="0"/>
                <a:ea typeface="Calibri" panose="020F0502020204030204" pitchFamily="34" charset="0"/>
              </a:rPr>
              <a:t>Hàm số bậc hai nào có đồ thị như hình bên </a:t>
            </a:r>
            <a:endParaRPr lang="en-US" sz="6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A4554D-6D2B-469E-BDCF-0B84987B6C0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9579" y="2753756"/>
            <a:ext cx="7167511" cy="5736433"/>
          </a:xfrm>
          <a:prstGeom prst="rect">
            <a:avLst/>
          </a:prstGeom>
        </p:spPr>
      </p:pic>
      <p:sp>
        <p:nvSpPr>
          <p:cNvPr id="10" name="Rectangle 107">
            <a:extLst>
              <a:ext uri="{FF2B5EF4-FFF2-40B4-BE49-F238E27FC236}">
                <a16:creationId xmlns:a16="http://schemas.microsoft.com/office/drawing/2014/main" id="{B36BF619-832F-4EE0-AB0E-07274DE03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9557" y="11602816"/>
            <a:ext cx="9597499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en-US" sz="5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Đỉnh của parabol là điểm (1; </a:t>
            </a:r>
            <a:r>
              <a:rPr kumimoji="0" lang="nl-NL" altLang="en-US" sz="5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3</a:t>
            </a:r>
            <a:r>
              <a:rPr kumimoji="0" lang="nl-NL" altLang="en-US" sz="5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endParaRPr kumimoji="0" lang="nl-NL" altLang="en-US" sz="5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A7D708D2-6D3E-40D4-9B30-95B95BF450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425450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44" name="Equation" r:id="rId12" imgW="418918" imgH="253890" progId="Equation.DSMT4">
                  <p:embed/>
                </p:oleObj>
              </mc:Choice>
              <mc:Fallback>
                <p:oleObj name="Equation" r:id="rId12" imgW="418918" imgH="253890" progId="Equation.DSMT4">
                  <p:embed/>
                  <p:pic>
                    <p:nvPicPr>
                      <p:cNvPr id="0" name="Object 1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425450" cy="273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08">
            <a:extLst>
              <a:ext uri="{FF2B5EF4-FFF2-40B4-BE49-F238E27FC236}">
                <a16:creationId xmlns:a16="http://schemas.microsoft.com/office/drawing/2014/main" id="{897A51C6-8C60-4290-801E-9D48F381B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1477" y="12619368"/>
            <a:ext cx="13692723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en-US" sz="5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Xét các đáp án A, B và D, đáp án B thỏa mãn. </a:t>
            </a:r>
            <a:endParaRPr kumimoji="0" lang="nl-NL" altLang="en-US" sz="5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284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05001A8-F1AC-4436-829D-76F3665AC754}"/>
              </a:ext>
            </a:extLst>
          </p:cNvPr>
          <p:cNvSpPr/>
          <p:nvPr/>
        </p:nvSpPr>
        <p:spPr>
          <a:xfrm>
            <a:off x="936019" y="9277693"/>
            <a:ext cx="22666735" cy="428590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496498" y="2049730"/>
            <a:ext cx="23172879" cy="6497722"/>
            <a:chOff x="1076414" y="4403390"/>
            <a:chExt cx="23172879" cy="3784630"/>
          </a:xfrm>
        </p:grpSpPr>
        <p:grpSp>
          <p:nvGrpSpPr>
            <p:cNvPr id="45" name="Group 5"/>
            <p:cNvGrpSpPr/>
            <p:nvPr/>
          </p:nvGrpSpPr>
          <p:grpSpPr>
            <a:xfrm>
              <a:off x="1533269" y="4671091"/>
              <a:ext cx="22716024" cy="3516929"/>
              <a:chOff x="637542" y="1083939"/>
              <a:chExt cx="8945331" cy="1384631"/>
            </a:xfrm>
          </p:grpSpPr>
          <p:sp>
            <p:nvSpPr>
              <p:cNvPr id="65" name="Rounded Rectangle 64"/>
              <p:cNvSpPr/>
              <p:nvPr/>
            </p:nvSpPr>
            <p:spPr>
              <a:xfrm>
                <a:off x="637542" y="1083939"/>
                <a:ext cx="8945331" cy="1384631"/>
              </a:xfrm>
              <a:prstGeom prst="roundRect">
                <a:avLst>
                  <a:gd name="adj" fmla="val 4110"/>
                </a:avLst>
              </a:prstGeom>
              <a:solidFill>
                <a:srgbClr val="BEDCF4"/>
              </a:solidFill>
              <a:ln w="28575">
                <a:solidFill>
                  <a:srgbClr val="0999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18000" rIns="36000" bIns="18000" rtlCol="0" anchor="ctr"/>
              <a:lstStyle/>
              <a:p>
                <a:pPr algn="ctr"/>
                <a:endParaRPr lang="en-US" sz="460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1007731" y="1742814"/>
                <a:ext cx="7867095" cy="2429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ts val="4000"/>
                  </a:lnSpc>
                </a:pPr>
                <a:endParaRPr lang="en-US" sz="4600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p:grpSp>
        <p:grpSp>
          <p:nvGrpSpPr>
            <p:cNvPr id="46" name="Group 65"/>
            <p:cNvGrpSpPr/>
            <p:nvPr/>
          </p:nvGrpSpPr>
          <p:grpSpPr>
            <a:xfrm>
              <a:off x="1076414" y="4403390"/>
              <a:ext cx="3712331" cy="614700"/>
              <a:chOff x="166396" y="8780577"/>
              <a:chExt cx="3712331" cy="614700"/>
            </a:xfrm>
          </p:grpSpPr>
          <p:sp>
            <p:nvSpPr>
              <p:cNvPr id="50" name="Freeform 20"/>
              <p:cNvSpPr>
                <a:spLocks/>
              </p:cNvSpPr>
              <p:nvPr/>
            </p:nvSpPr>
            <p:spPr bwMode="auto">
              <a:xfrm>
                <a:off x="384522" y="8844503"/>
                <a:ext cx="3494205" cy="550774"/>
              </a:xfrm>
              <a:prstGeom prst="roundRect">
                <a:avLst/>
              </a:prstGeom>
              <a:solidFill>
                <a:srgbClr val="0072BC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US" sz="6000">
                    <a:solidFill>
                      <a:schemeClr val="bg1">
                        <a:lumMod val="95000"/>
                      </a:schemeClr>
                    </a:solidFill>
                    <a:latin typeface="Times New Roman" panose="02020603050405020304" pitchFamily="18" charset="0"/>
                    <a:ea typeface="Tahoma" pitchFamily="34" charset="0"/>
                    <a:cs typeface="Times New Roman" panose="02020603050405020304" pitchFamily="18" charset="0"/>
                  </a:rPr>
                  <a:t>    </a:t>
                </a:r>
              </a:p>
            </p:txBody>
          </p:sp>
          <p:grpSp>
            <p:nvGrpSpPr>
              <p:cNvPr id="51" name="Group 7"/>
              <p:cNvGrpSpPr/>
              <p:nvPr/>
            </p:nvGrpSpPr>
            <p:grpSpPr>
              <a:xfrm>
                <a:off x="166396" y="8780577"/>
                <a:ext cx="702538" cy="572229"/>
                <a:chOff x="-145995" y="8633545"/>
                <a:chExt cx="787401" cy="641352"/>
              </a:xfrm>
            </p:grpSpPr>
            <p:sp>
              <p:nvSpPr>
                <p:cNvPr id="53" name="Freeform 45"/>
                <p:cNvSpPr>
                  <a:spLocks/>
                </p:cNvSpPr>
                <p:nvPr/>
              </p:nvSpPr>
              <p:spPr bwMode="auto">
                <a:xfrm>
                  <a:off x="255643" y="9062171"/>
                  <a:ext cx="363538" cy="88900"/>
                </a:xfrm>
                <a:custGeom>
                  <a:avLst/>
                  <a:gdLst>
                    <a:gd name="T0" fmla="*/ 6 w 97"/>
                    <a:gd name="T1" fmla="*/ 24 h 24"/>
                    <a:gd name="T2" fmla="*/ 0 w 97"/>
                    <a:gd name="T3" fmla="*/ 18 h 24"/>
                    <a:gd name="T4" fmla="*/ 0 w 97"/>
                    <a:gd name="T5" fmla="*/ 6 h 24"/>
                    <a:gd name="T6" fmla="*/ 6 w 97"/>
                    <a:gd name="T7" fmla="*/ 0 h 24"/>
                    <a:gd name="T8" fmla="*/ 91 w 97"/>
                    <a:gd name="T9" fmla="*/ 0 h 24"/>
                    <a:gd name="T10" fmla="*/ 97 w 97"/>
                    <a:gd name="T11" fmla="*/ 6 h 24"/>
                    <a:gd name="T12" fmla="*/ 97 w 97"/>
                    <a:gd name="T13" fmla="*/ 18 h 24"/>
                    <a:gd name="T14" fmla="*/ 91 w 97"/>
                    <a:gd name="T15" fmla="*/ 24 h 24"/>
                    <a:gd name="T16" fmla="*/ 6 w 97"/>
                    <a:gd name="T17" fmla="*/ 2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7" h="24">
                      <a:moveTo>
                        <a:pt x="6" y="24"/>
                      </a:moveTo>
                      <a:cubicBezTo>
                        <a:pt x="3" y="24"/>
                        <a:pt x="0" y="21"/>
                        <a:pt x="0" y="18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95" y="0"/>
                        <a:pt x="97" y="3"/>
                        <a:pt x="97" y="6"/>
                      </a:cubicBezTo>
                      <a:cubicBezTo>
                        <a:pt x="97" y="18"/>
                        <a:pt x="97" y="18"/>
                        <a:pt x="97" y="18"/>
                      </a:cubicBezTo>
                      <a:cubicBezTo>
                        <a:pt x="97" y="21"/>
                        <a:pt x="95" y="24"/>
                        <a:pt x="91" y="24"/>
                      </a:cubicBezTo>
                      <a:lnTo>
                        <a:pt x="6" y="2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4" name="Freeform 46"/>
                <p:cNvSpPr>
                  <a:spLocks noEditPoints="1"/>
                </p:cNvSpPr>
                <p:nvPr/>
              </p:nvSpPr>
              <p:spPr bwMode="auto">
                <a:xfrm>
                  <a:off x="233418" y="9039946"/>
                  <a:ext cx="407988" cy="134938"/>
                </a:xfrm>
                <a:custGeom>
                  <a:avLst/>
                  <a:gdLst>
                    <a:gd name="T0" fmla="*/ 97 w 109"/>
                    <a:gd name="T1" fmla="*/ 12 h 36"/>
                    <a:gd name="T2" fmla="*/ 97 w 109"/>
                    <a:gd name="T3" fmla="*/ 24 h 36"/>
                    <a:gd name="T4" fmla="*/ 12 w 109"/>
                    <a:gd name="T5" fmla="*/ 24 h 36"/>
                    <a:gd name="T6" fmla="*/ 12 w 109"/>
                    <a:gd name="T7" fmla="*/ 12 h 36"/>
                    <a:gd name="T8" fmla="*/ 97 w 109"/>
                    <a:gd name="T9" fmla="*/ 12 h 36"/>
                    <a:gd name="T10" fmla="*/ 97 w 109"/>
                    <a:gd name="T11" fmla="*/ 0 h 36"/>
                    <a:gd name="T12" fmla="*/ 12 w 109"/>
                    <a:gd name="T13" fmla="*/ 0 h 36"/>
                    <a:gd name="T14" fmla="*/ 0 w 109"/>
                    <a:gd name="T15" fmla="*/ 12 h 36"/>
                    <a:gd name="T16" fmla="*/ 0 w 109"/>
                    <a:gd name="T17" fmla="*/ 24 h 36"/>
                    <a:gd name="T18" fmla="*/ 12 w 109"/>
                    <a:gd name="T19" fmla="*/ 36 h 36"/>
                    <a:gd name="T20" fmla="*/ 97 w 109"/>
                    <a:gd name="T21" fmla="*/ 36 h 36"/>
                    <a:gd name="T22" fmla="*/ 109 w 109"/>
                    <a:gd name="T23" fmla="*/ 24 h 36"/>
                    <a:gd name="T24" fmla="*/ 109 w 109"/>
                    <a:gd name="T25" fmla="*/ 12 h 36"/>
                    <a:gd name="T26" fmla="*/ 97 w 109"/>
                    <a:gd name="T27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09" h="36">
                      <a:moveTo>
                        <a:pt x="97" y="12"/>
                      </a:moveTo>
                      <a:cubicBezTo>
                        <a:pt x="97" y="24"/>
                        <a:pt x="97" y="24"/>
                        <a:pt x="97" y="24"/>
                      </a:cubicBezTo>
                      <a:cubicBezTo>
                        <a:pt x="12" y="24"/>
                        <a:pt x="12" y="24"/>
                        <a:pt x="12" y="24"/>
                      </a:cubicBezTo>
                      <a:cubicBezTo>
                        <a:pt x="12" y="12"/>
                        <a:pt x="12" y="12"/>
                        <a:pt x="12" y="12"/>
                      </a:cubicBezTo>
                      <a:cubicBezTo>
                        <a:pt x="97" y="12"/>
                        <a:pt x="97" y="12"/>
                        <a:pt x="97" y="12"/>
                      </a:cubicBezTo>
                      <a:moveTo>
                        <a:pt x="97" y="0"/>
                      </a:move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0" y="6"/>
                        <a:pt x="0" y="12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30"/>
                        <a:pt x="5" y="36"/>
                        <a:pt x="12" y="36"/>
                      </a:cubicBezTo>
                      <a:cubicBezTo>
                        <a:pt x="97" y="36"/>
                        <a:pt x="97" y="36"/>
                        <a:pt x="97" y="36"/>
                      </a:cubicBezTo>
                      <a:cubicBezTo>
                        <a:pt x="104" y="36"/>
                        <a:pt x="109" y="30"/>
                        <a:pt x="109" y="24"/>
                      </a:cubicBezTo>
                      <a:cubicBezTo>
                        <a:pt x="109" y="12"/>
                        <a:pt x="109" y="12"/>
                        <a:pt x="109" y="12"/>
                      </a:cubicBezTo>
                      <a:cubicBezTo>
                        <a:pt x="109" y="6"/>
                        <a:pt x="104" y="0"/>
                        <a:pt x="97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5" name="Freeform 47"/>
                <p:cNvSpPr>
                  <a:spLocks/>
                </p:cNvSpPr>
                <p:nvPr/>
              </p:nvSpPr>
              <p:spPr bwMode="auto">
                <a:xfrm>
                  <a:off x="255643" y="9136784"/>
                  <a:ext cx="363538" cy="90488"/>
                </a:xfrm>
                <a:custGeom>
                  <a:avLst/>
                  <a:gdLst>
                    <a:gd name="T0" fmla="*/ 6 w 97"/>
                    <a:gd name="T1" fmla="*/ 24 h 24"/>
                    <a:gd name="T2" fmla="*/ 0 w 97"/>
                    <a:gd name="T3" fmla="*/ 18 h 24"/>
                    <a:gd name="T4" fmla="*/ 0 w 97"/>
                    <a:gd name="T5" fmla="*/ 6 h 24"/>
                    <a:gd name="T6" fmla="*/ 6 w 97"/>
                    <a:gd name="T7" fmla="*/ 0 h 24"/>
                    <a:gd name="T8" fmla="*/ 91 w 97"/>
                    <a:gd name="T9" fmla="*/ 0 h 24"/>
                    <a:gd name="T10" fmla="*/ 97 w 97"/>
                    <a:gd name="T11" fmla="*/ 6 h 24"/>
                    <a:gd name="T12" fmla="*/ 97 w 97"/>
                    <a:gd name="T13" fmla="*/ 18 h 24"/>
                    <a:gd name="T14" fmla="*/ 91 w 97"/>
                    <a:gd name="T15" fmla="*/ 24 h 24"/>
                    <a:gd name="T16" fmla="*/ 6 w 97"/>
                    <a:gd name="T17" fmla="*/ 2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7" h="24">
                      <a:moveTo>
                        <a:pt x="6" y="24"/>
                      </a:moveTo>
                      <a:cubicBezTo>
                        <a:pt x="3" y="24"/>
                        <a:pt x="0" y="21"/>
                        <a:pt x="0" y="18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95" y="0"/>
                        <a:pt x="97" y="3"/>
                        <a:pt x="97" y="6"/>
                      </a:cubicBezTo>
                      <a:cubicBezTo>
                        <a:pt x="97" y="18"/>
                        <a:pt x="97" y="18"/>
                        <a:pt x="97" y="18"/>
                      </a:cubicBezTo>
                      <a:cubicBezTo>
                        <a:pt x="97" y="21"/>
                        <a:pt x="95" y="24"/>
                        <a:pt x="91" y="24"/>
                      </a:cubicBezTo>
                      <a:lnTo>
                        <a:pt x="6" y="2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6" name="Freeform 48"/>
                <p:cNvSpPr>
                  <a:spLocks noEditPoints="1"/>
                </p:cNvSpPr>
                <p:nvPr/>
              </p:nvSpPr>
              <p:spPr bwMode="auto">
                <a:xfrm>
                  <a:off x="233418" y="9114559"/>
                  <a:ext cx="407988" cy="134938"/>
                </a:xfrm>
                <a:custGeom>
                  <a:avLst/>
                  <a:gdLst>
                    <a:gd name="T0" fmla="*/ 97 w 109"/>
                    <a:gd name="T1" fmla="*/ 12 h 36"/>
                    <a:gd name="T2" fmla="*/ 97 w 109"/>
                    <a:gd name="T3" fmla="*/ 24 h 36"/>
                    <a:gd name="T4" fmla="*/ 12 w 109"/>
                    <a:gd name="T5" fmla="*/ 24 h 36"/>
                    <a:gd name="T6" fmla="*/ 12 w 109"/>
                    <a:gd name="T7" fmla="*/ 12 h 36"/>
                    <a:gd name="T8" fmla="*/ 97 w 109"/>
                    <a:gd name="T9" fmla="*/ 12 h 36"/>
                    <a:gd name="T10" fmla="*/ 97 w 109"/>
                    <a:gd name="T11" fmla="*/ 0 h 36"/>
                    <a:gd name="T12" fmla="*/ 12 w 109"/>
                    <a:gd name="T13" fmla="*/ 0 h 36"/>
                    <a:gd name="T14" fmla="*/ 0 w 109"/>
                    <a:gd name="T15" fmla="*/ 12 h 36"/>
                    <a:gd name="T16" fmla="*/ 0 w 109"/>
                    <a:gd name="T17" fmla="*/ 24 h 36"/>
                    <a:gd name="T18" fmla="*/ 12 w 109"/>
                    <a:gd name="T19" fmla="*/ 36 h 36"/>
                    <a:gd name="T20" fmla="*/ 97 w 109"/>
                    <a:gd name="T21" fmla="*/ 36 h 36"/>
                    <a:gd name="T22" fmla="*/ 109 w 109"/>
                    <a:gd name="T23" fmla="*/ 24 h 36"/>
                    <a:gd name="T24" fmla="*/ 109 w 109"/>
                    <a:gd name="T25" fmla="*/ 12 h 36"/>
                    <a:gd name="T26" fmla="*/ 97 w 109"/>
                    <a:gd name="T27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09" h="36">
                      <a:moveTo>
                        <a:pt x="97" y="12"/>
                      </a:moveTo>
                      <a:cubicBezTo>
                        <a:pt x="97" y="24"/>
                        <a:pt x="97" y="24"/>
                        <a:pt x="97" y="24"/>
                      </a:cubicBezTo>
                      <a:cubicBezTo>
                        <a:pt x="12" y="24"/>
                        <a:pt x="12" y="24"/>
                        <a:pt x="12" y="24"/>
                      </a:cubicBezTo>
                      <a:cubicBezTo>
                        <a:pt x="12" y="12"/>
                        <a:pt x="12" y="12"/>
                        <a:pt x="12" y="12"/>
                      </a:cubicBezTo>
                      <a:cubicBezTo>
                        <a:pt x="97" y="12"/>
                        <a:pt x="97" y="12"/>
                        <a:pt x="97" y="12"/>
                      </a:cubicBezTo>
                      <a:moveTo>
                        <a:pt x="97" y="0"/>
                      </a:move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0" y="6"/>
                        <a:pt x="0" y="12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31"/>
                        <a:pt x="5" y="36"/>
                        <a:pt x="12" y="36"/>
                      </a:cubicBezTo>
                      <a:cubicBezTo>
                        <a:pt x="97" y="36"/>
                        <a:pt x="97" y="36"/>
                        <a:pt x="97" y="36"/>
                      </a:cubicBezTo>
                      <a:cubicBezTo>
                        <a:pt x="104" y="36"/>
                        <a:pt x="109" y="31"/>
                        <a:pt x="109" y="24"/>
                      </a:cubicBezTo>
                      <a:cubicBezTo>
                        <a:pt x="109" y="12"/>
                        <a:pt x="109" y="12"/>
                        <a:pt x="109" y="12"/>
                      </a:cubicBezTo>
                      <a:cubicBezTo>
                        <a:pt x="109" y="6"/>
                        <a:pt x="104" y="0"/>
                        <a:pt x="97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7" name="Freeform 49"/>
                <p:cNvSpPr>
                  <a:spLocks/>
                </p:cNvSpPr>
                <p:nvPr/>
              </p:nvSpPr>
              <p:spPr bwMode="auto">
                <a:xfrm>
                  <a:off x="217543" y="8657358"/>
                  <a:ext cx="263525" cy="254000"/>
                </a:xfrm>
                <a:custGeom>
                  <a:avLst/>
                  <a:gdLst>
                    <a:gd name="T0" fmla="*/ 50 w 70"/>
                    <a:gd name="T1" fmla="*/ 68 h 68"/>
                    <a:gd name="T2" fmla="*/ 45 w 70"/>
                    <a:gd name="T3" fmla="*/ 67 h 68"/>
                    <a:gd name="T4" fmla="*/ 2 w 70"/>
                    <a:gd name="T5" fmla="*/ 23 h 68"/>
                    <a:gd name="T6" fmla="*/ 2 w 70"/>
                    <a:gd name="T7" fmla="*/ 15 h 68"/>
                    <a:gd name="T8" fmla="*/ 14 w 70"/>
                    <a:gd name="T9" fmla="*/ 3 h 68"/>
                    <a:gd name="T10" fmla="*/ 22 w 70"/>
                    <a:gd name="T11" fmla="*/ 0 h 68"/>
                    <a:gd name="T12" fmla="*/ 31 w 70"/>
                    <a:gd name="T13" fmla="*/ 3 h 68"/>
                    <a:gd name="T14" fmla="*/ 65 w 70"/>
                    <a:gd name="T15" fmla="*/ 38 h 68"/>
                    <a:gd name="T16" fmla="*/ 65 w 70"/>
                    <a:gd name="T17" fmla="*/ 55 h 68"/>
                    <a:gd name="T18" fmla="*/ 54 w 70"/>
                    <a:gd name="T19" fmla="*/ 67 h 68"/>
                    <a:gd name="T20" fmla="*/ 50 w 70"/>
                    <a:gd name="T21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0" h="68">
                      <a:moveTo>
                        <a:pt x="50" y="68"/>
                      </a:moveTo>
                      <a:cubicBezTo>
                        <a:pt x="48" y="68"/>
                        <a:pt x="47" y="68"/>
                        <a:pt x="45" y="67"/>
                      </a:cubicBezTo>
                      <a:cubicBezTo>
                        <a:pt x="2" y="23"/>
                        <a:pt x="2" y="23"/>
                        <a:pt x="2" y="23"/>
                      </a:cubicBezTo>
                      <a:cubicBezTo>
                        <a:pt x="0" y="21"/>
                        <a:pt x="0" y="17"/>
                        <a:pt x="2" y="15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6" y="1"/>
                        <a:pt x="19" y="0"/>
                        <a:pt x="22" y="0"/>
                      </a:cubicBezTo>
                      <a:cubicBezTo>
                        <a:pt x="26" y="0"/>
                        <a:pt x="29" y="1"/>
                        <a:pt x="31" y="3"/>
                      </a:cubicBezTo>
                      <a:cubicBezTo>
                        <a:pt x="65" y="38"/>
                        <a:pt x="65" y="38"/>
                        <a:pt x="65" y="38"/>
                      </a:cubicBezTo>
                      <a:cubicBezTo>
                        <a:pt x="70" y="42"/>
                        <a:pt x="70" y="50"/>
                        <a:pt x="65" y="55"/>
                      </a:cubicBezTo>
                      <a:cubicBezTo>
                        <a:pt x="54" y="67"/>
                        <a:pt x="54" y="67"/>
                        <a:pt x="54" y="67"/>
                      </a:cubicBezTo>
                      <a:cubicBezTo>
                        <a:pt x="53" y="68"/>
                        <a:pt x="51" y="68"/>
                        <a:pt x="50" y="6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8" name="Freeform 50"/>
                <p:cNvSpPr>
                  <a:spLocks noEditPoints="1"/>
                </p:cNvSpPr>
                <p:nvPr/>
              </p:nvSpPr>
              <p:spPr bwMode="auto">
                <a:xfrm>
                  <a:off x="192143" y="8633545"/>
                  <a:ext cx="314325" cy="300038"/>
                </a:xfrm>
                <a:custGeom>
                  <a:avLst/>
                  <a:gdLst>
                    <a:gd name="T0" fmla="*/ 29 w 84"/>
                    <a:gd name="T1" fmla="*/ 12 h 80"/>
                    <a:gd name="T2" fmla="*/ 34 w 84"/>
                    <a:gd name="T3" fmla="*/ 13 h 80"/>
                    <a:gd name="T4" fmla="*/ 68 w 84"/>
                    <a:gd name="T5" fmla="*/ 48 h 80"/>
                    <a:gd name="T6" fmla="*/ 68 w 84"/>
                    <a:gd name="T7" fmla="*/ 57 h 80"/>
                    <a:gd name="T8" fmla="*/ 57 w 84"/>
                    <a:gd name="T9" fmla="*/ 68 h 80"/>
                    <a:gd name="T10" fmla="*/ 13 w 84"/>
                    <a:gd name="T11" fmla="*/ 25 h 80"/>
                    <a:gd name="T12" fmla="*/ 25 w 84"/>
                    <a:gd name="T13" fmla="*/ 13 h 80"/>
                    <a:gd name="T14" fmla="*/ 29 w 84"/>
                    <a:gd name="T15" fmla="*/ 12 h 80"/>
                    <a:gd name="T16" fmla="*/ 29 w 84"/>
                    <a:gd name="T17" fmla="*/ 0 h 80"/>
                    <a:gd name="T18" fmla="*/ 16 w 84"/>
                    <a:gd name="T19" fmla="*/ 5 h 80"/>
                    <a:gd name="T20" fmla="*/ 5 w 84"/>
                    <a:gd name="T21" fmla="*/ 16 h 80"/>
                    <a:gd name="T22" fmla="*/ 5 w 84"/>
                    <a:gd name="T23" fmla="*/ 33 h 80"/>
                    <a:gd name="T24" fmla="*/ 48 w 84"/>
                    <a:gd name="T25" fmla="*/ 77 h 80"/>
                    <a:gd name="T26" fmla="*/ 57 w 84"/>
                    <a:gd name="T27" fmla="*/ 80 h 80"/>
                    <a:gd name="T28" fmla="*/ 57 w 84"/>
                    <a:gd name="T29" fmla="*/ 80 h 80"/>
                    <a:gd name="T30" fmla="*/ 65 w 84"/>
                    <a:gd name="T31" fmla="*/ 77 h 80"/>
                    <a:gd name="T32" fmla="*/ 77 w 84"/>
                    <a:gd name="T33" fmla="*/ 65 h 80"/>
                    <a:gd name="T34" fmla="*/ 77 w 84"/>
                    <a:gd name="T35" fmla="*/ 39 h 80"/>
                    <a:gd name="T36" fmla="*/ 42 w 84"/>
                    <a:gd name="T37" fmla="*/ 5 h 80"/>
                    <a:gd name="T38" fmla="*/ 29 w 84"/>
                    <a:gd name="T39" fmla="*/ 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84" h="80">
                      <a:moveTo>
                        <a:pt x="29" y="12"/>
                      </a:moveTo>
                      <a:cubicBezTo>
                        <a:pt x="31" y="12"/>
                        <a:pt x="33" y="12"/>
                        <a:pt x="34" y="13"/>
                      </a:cubicBezTo>
                      <a:cubicBezTo>
                        <a:pt x="34" y="13"/>
                        <a:pt x="34" y="13"/>
                        <a:pt x="68" y="48"/>
                      </a:cubicBezTo>
                      <a:cubicBezTo>
                        <a:pt x="71" y="50"/>
                        <a:pt x="71" y="54"/>
                        <a:pt x="68" y="57"/>
                      </a:cubicBezTo>
                      <a:cubicBezTo>
                        <a:pt x="68" y="57"/>
                        <a:pt x="68" y="57"/>
                        <a:pt x="57" y="68"/>
                      </a:cubicBezTo>
                      <a:cubicBezTo>
                        <a:pt x="57" y="68"/>
                        <a:pt x="57" y="68"/>
                        <a:pt x="13" y="25"/>
                      </a:cubicBezTo>
                      <a:cubicBezTo>
                        <a:pt x="13" y="25"/>
                        <a:pt x="13" y="25"/>
                        <a:pt x="25" y="13"/>
                      </a:cubicBezTo>
                      <a:cubicBezTo>
                        <a:pt x="26" y="12"/>
                        <a:pt x="28" y="12"/>
                        <a:pt x="29" y="12"/>
                      </a:cubicBezTo>
                      <a:moveTo>
                        <a:pt x="29" y="0"/>
                      </a:moveTo>
                      <a:cubicBezTo>
                        <a:pt x="24" y="0"/>
                        <a:pt x="20" y="2"/>
                        <a:pt x="16" y="5"/>
                      </a:cubicBezTo>
                      <a:cubicBezTo>
                        <a:pt x="5" y="16"/>
                        <a:pt x="5" y="16"/>
                        <a:pt x="5" y="16"/>
                      </a:cubicBezTo>
                      <a:cubicBezTo>
                        <a:pt x="0" y="21"/>
                        <a:pt x="0" y="29"/>
                        <a:pt x="5" y="33"/>
                      </a:cubicBezTo>
                      <a:cubicBezTo>
                        <a:pt x="48" y="77"/>
                        <a:pt x="48" y="77"/>
                        <a:pt x="48" y="77"/>
                      </a:cubicBezTo>
                      <a:cubicBezTo>
                        <a:pt x="50" y="79"/>
                        <a:pt x="53" y="80"/>
                        <a:pt x="57" y="80"/>
                      </a:cubicBezTo>
                      <a:cubicBezTo>
                        <a:pt x="57" y="80"/>
                        <a:pt x="57" y="80"/>
                        <a:pt x="57" y="80"/>
                      </a:cubicBezTo>
                      <a:cubicBezTo>
                        <a:pt x="60" y="80"/>
                        <a:pt x="63" y="79"/>
                        <a:pt x="65" y="77"/>
                      </a:cubicBezTo>
                      <a:cubicBezTo>
                        <a:pt x="77" y="65"/>
                        <a:pt x="77" y="65"/>
                        <a:pt x="77" y="65"/>
                      </a:cubicBezTo>
                      <a:cubicBezTo>
                        <a:pt x="84" y="58"/>
                        <a:pt x="84" y="47"/>
                        <a:pt x="77" y="39"/>
                      </a:cubicBezTo>
                      <a:cubicBezTo>
                        <a:pt x="42" y="5"/>
                        <a:pt x="42" y="5"/>
                        <a:pt x="42" y="5"/>
                      </a:cubicBezTo>
                      <a:cubicBezTo>
                        <a:pt x="39" y="2"/>
                        <a:pt x="34" y="0"/>
                        <a:pt x="29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9" name="Freeform 51"/>
                <p:cNvSpPr>
                  <a:spLocks noEditPoints="1"/>
                </p:cNvSpPr>
                <p:nvPr/>
              </p:nvSpPr>
              <p:spPr bwMode="auto">
                <a:xfrm>
                  <a:off x="-123770" y="8724033"/>
                  <a:ext cx="742950" cy="528639"/>
                </a:xfrm>
                <a:custGeom>
                  <a:avLst/>
                  <a:gdLst>
                    <a:gd name="T0" fmla="*/ 12 w 198"/>
                    <a:gd name="T1" fmla="*/ 141 h 141"/>
                    <a:gd name="T2" fmla="*/ 8 w 198"/>
                    <a:gd name="T3" fmla="*/ 140 h 141"/>
                    <a:gd name="T4" fmla="*/ 3 w 198"/>
                    <a:gd name="T5" fmla="*/ 134 h 141"/>
                    <a:gd name="T6" fmla="*/ 1 w 198"/>
                    <a:gd name="T7" fmla="*/ 128 h 141"/>
                    <a:gd name="T8" fmla="*/ 14 w 198"/>
                    <a:gd name="T9" fmla="*/ 77 h 141"/>
                    <a:gd name="T10" fmla="*/ 15 w 198"/>
                    <a:gd name="T11" fmla="*/ 75 h 141"/>
                    <a:gd name="T12" fmla="*/ 88 w 198"/>
                    <a:gd name="T13" fmla="*/ 1 h 141"/>
                    <a:gd name="T14" fmla="*/ 92 w 198"/>
                    <a:gd name="T15" fmla="*/ 0 h 141"/>
                    <a:gd name="T16" fmla="*/ 92 w 198"/>
                    <a:gd name="T17" fmla="*/ 0 h 141"/>
                    <a:gd name="T18" fmla="*/ 97 w 198"/>
                    <a:gd name="T19" fmla="*/ 1 h 141"/>
                    <a:gd name="T20" fmla="*/ 103 w 198"/>
                    <a:gd name="T21" fmla="*/ 8 h 141"/>
                    <a:gd name="T22" fmla="*/ 105 w 198"/>
                    <a:gd name="T23" fmla="*/ 12 h 141"/>
                    <a:gd name="T24" fmla="*/ 109 w 198"/>
                    <a:gd name="T25" fmla="*/ 13 h 141"/>
                    <a:gd name="T26" fmla="*/ 116 w 198"/>
                    <a:gd name="T27" fmla="*/ 21 h 141"/>
                    <a:gd name="T28" fmla="*/ 117 w 198"/>
                    <a:gd name="T29" fmla="*/ 24 h 141"/>
                    <a:gd name="T30" fmla="*/ 121 w 198"/>
                    <a:gd name="T31" fmla="*/ 26 h 141"/>
                    <a:gd name="T32" fmla="*/ 128 w 198"/>
                    <a:gd name="T33" fmla="*/ 33 h 141"/>
                    <a:gd name="T34" fmla="*/ 130 w 198"/>
                    <a:gd name="T35" fmla="*/ 37 h 141"/>
                    <a:gd name="T36" fmla="*/ 133 w 198"/>
                    <a:gd name="T37" fmla="*/ 38 h 141"/>
                    <a:gd name="T38" fmla="*/ 140 w 198"/>
                    <a:gd name="T39" fmla="*/ 45 h 141"/>
                    <a:gd name="T40" fmla="*/ 142 w 198"/>
                    <a:gd name="T41" fmla="*/ 49 h 141"/>
                    <a:gd name="T42" fmla="*/ 140 w 198"/>
                    <a:gd name="T43" fmla="*/ 53 h 141"/>
                    <a:gd name="T44" fmla="*/ 124 w 198"/>
                    <a:gd name="T45" fmla="*/ 70 h 141"/>
                    <a:gd name="T46" fmla="*/ 192 w 198"/>
                    <a:gd name="T47" fmla="*/ 70 h 141"/>
                    <a:gd name="T48" fmla="*/ 198 w 198"/>
                    <a:gd name="T49" fmla="*/ 76 h 141"/>
                    <a:gd name="T50" fmla="*/ 198 w 198"/>
                    <a:gd name="T51" fmla="*/ 87 h 141"/>
                    <a:gd name="T52" fmla="*/ 192 w 198"/>
                    <a:gd name="T53" fmla="*/ 93 h 141"/>
                    <a:gd name="T54" fmla="*/ 107 w 198"/>
                    <a:gd name="T55" fmla="*/ 93 h 141"/>
                    <a:gd name="T56" fmla="*/ 103 w 198"/>
                    <a:gd name="T57" fmla="*/ 91 h 141"/>
                    <a:gd name="T58" fmla="*/ 67 w 198"/>
                    <a:gd name="T59" fmla="*/ 127 h 141"/>
                    <a:gd name="T60" fmla="*/ 64 w 198"/>
                    <a:gd name="T61" fmla="*/ 128 h 141"/>
                    <a:gd name="T62" fmla="*/ 14 w 198"/>
                    <a:gd name="T63" fmla="*/ 141 h 141"/>
                    <a:gd name="T64" fmla="*/ 12 w 198"/>
                    <a:gd name="T65" fmla="*/ 141 h 141"/>
                    <a:gd name="T66" fmla="*/ 23 w 198"/>
                    <a:gd name="T67" fmla="*/ 119 h 141"/>
                    <a:gd name="T68" fmla="*/ 45 w 198"/>
                    <a:gd name="T69" fmla="*/ 113 h 141"/>
                    <a:gd name="T70" fmla="*/ 29 w 198"/>
                    <a:gd name="T71" fmla="*/ 97 h 141"/>
                    <a:gd name="T72" fmla="*/ 23 w 198"/>
                    <a:gd name="T73" fmla="*/ 119 h 1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198" h="141">
                      <a:moveTo>
                        <a:pt x="12" y="141"/>
                      </a:moveTo>
                      <a:cubicBezTo>
                        <a:pt x="11" y="141"/>
                        <a:pt x="9" y="141"/>
                        <a:pt x="8" y="140"/>
                      </a:cubicBezTo>
                      <a:cubicBezTo>
                        <a:pt x="3" y="134"/>
                        <a:pt x="3" y="134"/>
                        <a:pt x="3" y="134"/>
                      </a:cubicBezTo>
                      <a:cubicBezTo>
                        <a:pt x="1" y="133"/>
                        <a:pt x="0" y="131"/>
                        <a:pt x="1" y="128"/>
                      </a:cubicBezTo>
                      <a:cubicBezTo>
                        <a:pt x="14" y="77"/>
                        <a:pt x="14" y="77"/>
                        <a:pt x="14" y="77"/>
                      </a:cubicBezTo>
                      <a:cubicBezTo>
                        <a:pt x="14" y="76"/>
                        <a:pt x="15" y="75"/>
                        <a:pt x="15" y="75"/>
                      </a:cubicBezTo>
                      <a:cubicBezTo>
                        <a:pt x="88" y="1"/>
                        <a:pt x="88" y="1"/>
                        <a:pt x="88" y="1"/>
                      </a:cubicBezTo>
                      <a:cubicBezTo>
                        <a:pt x="89" y="0"/>
                        <a:pt x="91" y="0"/>
                        <a:pt x="92" y="0"/>
                      </a:cubicBezTo>
                      <a:cubicBezTo>
                        <a:pt x="92" y="0"/>
                        <a:pt x="92" y="0"/>
                        <a:pt x="92" y="0"/>
                      </a:cubicBezTo>
                      <a:cubicBezTo>
                        <a:pt x="94" y="0"/>
                        <a:pt x="96" y="0"/>
                        <a:pt x="97" y="1"/>
                      </a:cubicBezTo>
                      <a:cubicBezTo>
                        <a:pt x="103" y="8"/>
                        <a:pt x="103" y="8"/>
                        <a:pt x="103" y="8"/>
                      </a:cubicBezTo>
                      <a:cubicBezTo>
                        <a:pt x="104" y="9"/>
                        <a:pt x="105" y="10"/>
                        <a:pt x="105" y="12"/>
                      </a:cubicBezTo>
                      <a:cubicBezTo>
                        <a:pt x="106" y="12"/>
                        <a:pt x="108" y="12"/>
                        <a:pt x="109" y="13"/>
                      </a:cubicBezTo>
                      <a:cubicBezTo>
                        <a:pt x="116" y="21"/>
                        <a:pt x="116" y="21"/>
                        <a:pt x="116" y="21"/>
                      </a:cubicBezTo>
                      <a:cubicBezTo>
                        <a:pt x="117" y="22"/>
                        <a:pt x="117" y="23"/>
                        <a:pt x="117" y="24"/>
                      </a:cubicBezTo>
                      <a:cubicBezTo>
                        <a:pt x="119" y="24"/>
                        <a:pt x="120" y="25"/>
                        <a:pt x="121" y="26"/>
                      </a:cubicBezTo>
                      <a:cubicBezTo>
                        <a:pt x="128" y="33"/>
                        <a:pt x="128" y="33"/>
                        <a:pt x="128" y="33"/>
                      </a:cubicBezTo>
                      <a:cubicBezTo>
                        <a:pt x="129" y="34"/>
                        <a:pt x="130" y="35"/>
                        <a:pt x="130" y="37"/>
                      </a:cubicBezTo>
                      <a:cubicBezTo>
                        <a:pt x="131" y="37"/>
                        <a:pt x="132" y="37"/>
                        <a:pt x="133" y="38"/>
                      </a:cubicBezTo>
                      <a:cubicBezTo>
                        <a:pt x="140" y="45"/>
                        <a:pt x="140" y="45"/>
                        <a:pt x="140" y="45"/>
                      </a:cubicBezTo>
                      <a:cubicBezTo>
                        <a:pt x="141" y="46"/>
                        <a:pt x="142" y="47"/>
                        <a:pt x="142" y="49"/>
                      </a:cubicBezTo>
                      <a:cubicBezTo>
                        <a:pt x="142" y="51"/>
                        <a:pt x="141" y="52"/>
                        <a:pt x="140" y="53"/>
                      </a:cubicBezTo>
                      <a:cubicBezTo>
                        <a:pt x="124" y="70"/>
                        <a:pt x="124" y="70"/>
                        <a:pt x="124" y="70"/>
                      </a:cubicBezTo>
                      <a:cubicBezTo>
                        <a:pt x="192" y="70"/>
                        <a:pt x="192" y="70"/>
                        <a:pt x="192" y="70"/>
                      </a:cubicBezTo>
                      <a:cubicBezTo>
                        <a:pt x="196" y="70"/>
                        <a:pt x="198" y="72"/>
                        <a:pt x="198" y="76"/>
                      </a:cubicBezTo>
                      <a:cubicBezTo>
                        <a:pt x="198" y="87"/>
                        <a:pt x="198" y="87"/>
                        <a:pt x="198" y="87"/>
                      </a:cubicBezTo>
                      <a:cubicBezTo>
                        <a:pt x="198" y="91"/>
                        <a:pt x="196" y="93"/>
                        <a:pt x="192" y="93"/>
                      </a:cubicBezTo>
                      <a:cubicBezTo>
                        <a:pt x="107" y="93"/>
                        <a:pt x="107" y="93"/>
                        <a:pt x="107" y="93"/>
                      </a:cubicBezTo>
                      <a:cubicBezTo>
                        <a:pt x="105" y="93"/>
                        <a:pt x="104" y="92"/>
                        <a:pt x="103" y="91"/>
                      </a:cubicBezTo>
                      <a:cubicBezTo>
                        <a:pt x="67" y="127"/>
                        <a:pt x="67" y="127"/>
                        <a:pt x="67" y="127"/>
                      </a:cubicBezTo>
                      <a:cubicBezTo>
                        <a:pt x="66" y="127"/>
                        <a:pt x="65" y="128"/>
                        <a:pt x="64" y="128"/>
                      </a:cubicBezTo>
                      <a:cubicBezTo>
                        <a:pt x="14" y="141"/>
                        <a:pt x="14" y="141"/>
                        <a:pt x="14" y="141"/>
                      </a:cubicBezTo>
                      <a:cubicBezTo>
                        <a:pt x="13" y="141"/>
                        <a:pt x="13" y="141"/>
                        <a:pt x="12" y="141"/>
                      </a:cubicBezTo>
                      <a:close/>
                      <a:moveTo>
                        <a:pt x="23" y="119"/>
                      </a:moveTo>
                      <a:cubicBezTo>
                        <a:pt x="45" y="113"/>
                        <a:pt x="45" y="113"/>
                        <a:pt x="45" y="113"/>
                      </a:cubicBezTo>
                      <a:cubicBezTo>
                        <a:pt x="29" y="97"/>
                        <a:pt x="29" y="97"/>
                        <a:pt x="29" y="97"/>
                      </a:cubicBezTo>
                      <a:lnTo>
                        <a:pt x="23" y="11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0" name="Freeform 52"/>
                <p:cNvSpPr>
                  <a:spLocks noEditPoints="1"/>
                </p:cNvSpPr>
                <p:nvPr/>
              </p:nvSpPr>
              <p:spPr bwMode="auto">
                <a:xfrm>
                  <a:off x="-145995" y="8701808"/>
                  <a:ext cx="787400" cy="573089"/>
                </a:xfrm>
                <a:custGeom>
                  <a:avLst/>
                  <a:gdLst>
                    <a:gd name="T0" fmla="*/ 98 w 210"/>
                    <a:gd name="T1" fmla="*/ 12 h 153"/>
                    <a:gd name="T2" fmla="*/ 105 w 210"/>
                    <a:gd name="T3" fmla="*/ 18 h 153"/>
                    <a:gd name="T4" fmla="*/ 37 w 210"/>
                    <a:gd name="T5" fmla="*/ 86 h 153"/>
                    <a:gd name="T6" fmla="*/ 43 w 210"/>
                    <a:gd name="T7" fmla="*/ 92 h 153"/>
                    <a:gd name="T8" fmla="*/ 110 w 210"/>
                    <a:gd name="T9" fmla="*/ 24 h 153"/>
                    <a:gd name="T10" fmla="*/ 118 w 210"/>
                    <a:gd name="T11" fmla="*/ 31 h 153"/>
                    <a:gd name="T12" fmla="*/ 50 w 210"/>
                    <a:gd name="T13" fmla="*/ 99 h 153"/>
                    <a:gd name="T14" fmla="*/ 55 w 210"/>
                    <a:gd name="T15" fmla="*/ 104 h 153"/>
                    <a:gd name="T16" fmla="*/ 123 w 210"/>
                    <a:gd name="T17" fmla="*/ 36 h 153"/>
                    <a:gd name="T18" fmla="*/ 130 w 210"/>
                    <a:gd name="T19" fmla="*/ 43 h 153"/>
                    <a:gd name="T20" fmla="*/ 62 w 210"/>
                    <a:gd name="T21" fmla="*/ 111 h 153"/>
                    <a:gd name="T22" fmla="*/ 68 w 210"/>
                    <a:gd name="T23" fmla="*/ 116 h 153"/>
                    <a:gd name="T24" fmla="*/ 135 w 210"/>
                    <a:gd name="T25" fmla="*/ 49 h 153"/>
                    <a:gd name="T26" fmla="*/ 142 w 210"/>
                    <a:gd name="T27" fmla="*/ 55 h 153"/>
                    <a:gd name="T28" fmla="*/ 115 w 210"/>
                    <a:gd name="T29" fmla="*/ 82 h 153"/>
                    <a:gd name="T30" fmla="*/ 198 w 210"/>
                    <a:gd name="T31" fmla="*/ 82 h 153"/>
                    <a:gd name="T32" fmla="*/ 198 w 210"/>
                    <a:gd name="T33" fmla="*/ 93 h 153"/>
                    <a:gd name="T34" fmla="*/ 113 w 210"/>
                    <a:gd name="T35" fmla="*/ 93 h 153"/>
                    <a:gd name="T36" fmla="*/ 113 w 210"/>
                    <a:gd name="T37" fmla="*/ 84 h 153"/>
                    <a:gd name="T38" fmla="*/ 69 w 210"/>
                    <a:gd name="T39" fmla="*/ 128 h 153"/>
                    <a:gd name="T40" fmla="*/ 18 w 210"/>
                    <a:gd name="T41" fmla="*/ 141 h 153"/>
                    <a:gd name="T42" fmla="*/ 13 w 210"/>
                    <a:gd name="T43" fmla="*/ 136 h 153"/>
                    <a:gd name="T44" fmla="*/ 26 w 210"/>
                    <a:gd name="T45" fmla="*/ 85 h 153"/>
                    <a:gd name="T46" fmla="*/ 98 w 210"/>
                    <a:gd name="T47" fmla="*/ 12 h 153"/>
                    <a:gd name="T48" fmla="*/ 21 w 210"/>
                    <a:gd name="T49" fmla="*/ 133 h 153"/>
                    <a:gd name="T50" fmla="*/ 62 w 210"/>
                    <a:gd name="T51" fmla="*/ 122 h 153"/>
                    <a:gd name="T52" fmla="*/ 32 w 210"/>
                    <a:gd name="T53" fmla="*/ 91 h 153"/>
                    <a:gd name="T54" fmla="*/ 21 w 210"/>
                    <a:gd name="T55" fmla="*/ 133 h 153"/>
                    <a:gd name="T56" fmla="*/ 98 w 210"/>
                    <a:gd name="T57" fmla="*/ 0 h 153"/>
                    <a:gd name="T58" fmla="*/ 98 w 210"/>
                    <a:gd name="T59" fmla="*/ 0 h 153"/>
                    <a:gd name="T60" fmla="*/ 90 w 210"/>
                    <a:gd name="T61" fmla="*/ 3 h 153"/>
                    <a:gd name="T62" fmla="*/ 17 w 210"/>
                    <a:gd name="T63" fmla="*/ 76 h 153"/>
                    <a:gd name="T64" fmla="*/ 14 w 210"/>
                    <a:gd name="T65" fmla="*/ 82 h 153"/>
                    <a:gd name="T66" fmla="*/ 1 w 210"/>
                    <a:gd name="T67" fmla="*/ 133 h 153"/>
                    <a:gd name="T68" fmla="*/ 4 w 210"/>
                    <a:gd name="T69" fmla="*/ 145 h 153"/>
                    <a:gd name="T70" fmla="*/ 10 w 210"/>
                    <a:gd name="T71" fmla="*/ 150 h 153"/>
                    <a:gd name="T72" fmla="*/ 18 w 210"/>
                    <a:gd name="T73" fmla="*/ 153 h 153"/>
                    <a:gd name="T74" fmla="*/ 21 w 210"/>
                    <a:gd name="T75" fmla="*/ 153 h 153"/>
                    <a:gd name="T76" fmla="*/ 72 w 210"/>
                    <a:gd name="T77" fmla="*/ 140 h 153"/>
                    <a:gd name="T78" fmla="*/ 77 w 210"/>
                    <a:gd name="T79" fmla="*/ 137 h 153"/>
                    <a:gd name="T80" fmla="*/ 109 w 210"/>
                    <a:gd name="T81" fmla="*/ 105 h 153"/>
                    <a:gd name="T82" fmla="*/ 113 w 210"/>
                    <a:gd name="T83" fmla="*/ 105 h 153"/>
                    <a:gd name="T84" fmla="*/ 198 w 210"/>
                    <a:gd name="T85" fmla="*/ 105 h 153"/>
                    <a:gd name="T86" fmla="*/ 210 w 210"/>
                    <a:gd name="T87" fmla="*/ 93 h 153"/>
                    <a:gd name="T88" fmla="*/ 210 w 210"/>
                    <a:gd name="T89" fmla="*/ 82 h 153"/>
                    <a:gd name="T90" fmla="*/ 198 w 210"/>
                    <a:gd name="T91" fmla="*/ 70 h 153"/>
                    <a:gd name="T92" fmla="*/ 144 w 210"/>
                    <a:gd name="T93" fmla="*/ 70 h 153"/>
                    <a:gd name="T94" fmla="*/ 150 w 210"/>
                    <a:gd name="T95" fmla="*/ 64 h 153"/>
                    <a:gd name="T96" fmla="*/ 154 w 210"/>
                    <a:gd name="T97" fmla="*/ 55 h 153"/>
                    <a:gd name="T98" fmla="*/ 150 w 210"/>
                    <a:gd name="T99" fmla="*/ 47 h 153"/>
                    <a:gd name="T100" fmla="*/ 144 w 210"/>
                    <a:gd name="T101" fmla="*/ 40 h 153"/>
                    <a:gd name="T102" fmla="*/ 140 w 210"/>
                    <a:gd name="T103" fmla="*/ 38 h 153"/>
                    <a:gd name="T104" fmla="*/ 138 w 210"/>
                    <a:gd name="T105" fmla="*/ 35 h 153"/>
                    <a:gd name="T106" fmla="*/ 131 w 210"/>
                    <a:gd name="T107" fmla="*/ 28 h 153"/>
                    <a:gd name="T108" fmla="*/ 128 w 210"/>
                    <a:gd name="T109" fmla="*/ 25 h 153"/>
                    <a:gd name="T110" fmla="*/ 126 w 210"/>
                    <a:gd name="T111" fmla="*/ 22 h 153"/>
                    <a:gd name="T112" fmla="*/ 119 w 210"/>
                    <a:gd name="T113" fmla="*/ 15 h 153"/>
                    <a:gd name="T114" fmla="*/ 116 w 210"/>
                    <a:gd name="T115" fmla="*/ 13 h 153"/>
                    <a:gd name="T116" fmla="*/ 113 w 210"/>
                    <a:gd name="T117" fmla="*/ 10 h 153"/>
                    <a:gd name="T118" fmla="*/ 107 w 210"/>
                    <a:gd name="T119" fmla="*/ 3 h 153"/>
                    <a:gd name="T120" fmla="*/ 98 w 210"/>
                    <a:gd name="T121" fmla="*/ 0 h 1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210" h="153">
                      <a:moveTo>
                        <a:pt x="98" y="12"/>
                      </a:moveTo>
                      <a:cubicBezTo>
                        <a:pt x="105" y="18"/>
                        <a:pt x="105" y="18"/>
                        <a:pt x="105" y="18"/>
                      </a:cubicBezTo>
                      <a:cubicBezTo>
                        <a:pt x="37" y="86"/>
                        <a:pt x="37" y="86"/>
                        <a:pt x="37" y="86"/>
                      </a:cubicBezTo>
                      <a:cubicBezTo>
                        <a:pt x="43" y="92"/>
                        <a:pt x="43" y="92"/>
                        <a:pt x="43" y="92"/>
                      </a:cubicBezTo>
                      <a:cubicBezTo>
                        <a:pt x="110" y="24"/>
                        <a:pt x="110" y="24"/>
                        <a:pt x="110" y="24"/>
                      </a:cubicBezTo>
                      <a:cubicBezTo>
                        <a:pt x="118" y="31"/>
                        <a:pt x="118" y="31"/>
                        <a:pt x="118" y="31"/>
                      </a:cubicBezTo>
                      <a:cubicBezTo>
                        <a:pt x="50" y="99"/>
                        <a:pt x="50" y="99"/>
                        <a:pt x="50" y="99"/>
                      </a:cubicBezTo>
                      <a:cubicBezTo>
                        <a:pt x="55" y="104"/>
                        <a:pt x="55" y="104"/>
                        <a:pt x="55" y="104"/>
                      </a:cubicBezTo>
                      <a:cubicBezTo>
                        <a:pt x="123" y="36"/>
                        <a:pt x="123" y="36"/>
                        <a:pt x="123" y="36"/>
                      </a:cubicBezTo>
                      <a:cubicBezTo>
                        <a:pt x="130" y="43"/>
                        <a:pt x="130" y="43"/>
                        <a:pt x="130" y="43"/>
                      </a:cubicBezTo>
                      <a:cubicBezTo>
                        <a:pt x="62" y="111"/>
                        <a:pt x="62" y="111"/>
                        <a:pt x="62" y="111"/>
                      </a:cubicBezTo>
                      <a:cubicBezTo>
                        <a:pt x="68" y="116"/>
                        <a:pt x="68" y="116"/>
                        <a:pt x="68" y="116"/>
                      </a:cubicBezTo>
                      <a:cubicBezTo>
                        <a:pt x="135" y="49"/>
                        <a:pt x="135" y="49"/>
                        <a:pt x="135" y="49"/>
                      </a:cubicBezTo>
                      <a:cubicBezTo>
                        <a:pt x="142" y="55"/>
                        <a:pt x="142" y="55"/>
                        <a:pt x="142" y="55"/>
                      </a:cubicBezTo>
                      <a:cubicBezTo>
                        <a:pt x="115" y="82"/>
                        <a:pt x="115" y="82"/>
                        <a:pt x="115" y="82"/>
                      </a:cubicBezTo>
                      <a:cubicBezTo>
                        <a:pt x="198" y="82"/>
                        <a:pt x="198" y="82"/>
                        <a:pt x="198" y="82"/>
                      </a:cubicBezTo>
                      <a:cubicBezTo>
                        <a:pt x="198" y="93"/>
                        <a:pt x="198" y="93"/>
                        <a:pt x="198" y="93"/>
                      </a:cubicBezTo>
                      <a:cubicBezTo>
                        <a:pt x="113" y="93"/>
                        <a:pt x="113" y="93"/>
                        <a:pt x="113" y="93"/>
                      </a:cubicBezTo>
                      <a:cubicBezTo>
                        <a:pt x="113" y="84"/>
                        <a:pt x="113" y="84"/>
                        <a:pt x="113" y="84"/>
                      </a:cubicBezTo>
                      <a:cubicBezTo>
                        <a:pt x="69" y="128"/>
                        <a:pt x="69" y="128"/>
                        <a:pt x="69" y="128"/>
                      </a:cubicBezTo>
                      <a:cubicBezTo>
                        <a:pt x="18" y="141"/>
                        <a:pt x="18" y="141"/>
                        <a:pt x="18" y="141"/>
                      </a:cubicBezTo>
                      <a:cubicBezTo>
                        <a:pt x="13" y="136"/>
                        <a:pt x="13" y="136"/>
                        <a:pt x="13" y="136"/>
                      </a:cubicBezTo>
                      <a:cubicBezTo>
                        <a:pt x="26" y="85"/>
                        <a:pt x="26" y="85"/>
                        <a:pt x="26" y="85"/>
                      </a:cubicBezTo>
                      <a:cubicBezTo>
                        <a:pt x="98" y="12"/>
                        <a:pt x="98" y="12"/>
                        <a:pt x="98" y="12"/>
                      </a:cubicBezTo>
                      <a:moveTo>
                        <a:pt x="21" y="133"/>
                      </a:moveTo>
                      <a:cubicBezTo>
                        <a:pt x="62" y="122"/>
                        <a:pt x="62" y="122"/>
                        <a:pt x="62" y="122"/>
                      </a:cubicBezTo>
                      <a:cubicBezTo>
                        <a:pt x="32" y="91"/>
                        <a:pt x="32" y="91"/>
                        <a:pt x="32" y="91"/>
                      </a:cubicBezTo>
                      <a:cubicBezTo>
                        <a:pt x="21" y="133"/>
                        <a:pt x="21" y="133"/>
                        <a:pt x="21" y="133"/>
                      </a:cubicBezTo>
                      <a:moveTo>
                        <a:pt x="98" y="0"/>
                      </a:moveTo>
                      <a:cubicBezTo>
                        <a:pt x="98" y="0"/>
                        <a:pt x="98" y="0"/>
                        <a:pt x="98" y="0"/>
                      </a:cubicBezTo>
                      <a:cubicBezTo>
                        <a:pt x="95" y="0"/>
                        <a:pt x="92" y="1"/>
                        <a:pt x="90" y="3"/>
                      </a:cubicBezTo>
                      <a:cubicBezTo>
                        <a:pt x="17" y="76"/>
                        <a:pt x="17" y="76"/>
                        <a:pt x="17" y="76"/>
                      </a:cubicBezTo>
                      <a:cubicBezTo>
                        <a:pt x="16" y="78"/>
                        <a:pt x="15" y="80"/>
                        <a:pt x="14" y="82"/>
                      </a:cubicBezTo>
                      <a:cubicBezTo>
                        <a:pt x="1" y="133"/>
                        <a:pt x="1" y="133"/>
                        <a:pt x="1" y="133"/>
                      </a:cubicBezTo>
                      <a:cubicBezTo>
                        <a:pt x="0" y="137"/>
                        <a:pt x="1" y="142"/>
                        <a:pt x="4" y="145"/>
                      </a:cubicBezTo>
                      <a:cubicBezTo>
                        <a:pt x="10" y="150"/>
                        <a:pt x="10" y="150"/>
                        <a:pt x="10" y="150"/>
                      </a:cubicBezTo>
                      <a:cubicBezTo>
                        <a:pt x="12" y="152"/>
                        <a:pt x="15" y="153"/>
                        <a:pt x="18" y="153"/>
                      </a:cubicBezTo>
                      <a:cubicBezTo>
                        <a:pt x="19" y="153"/>
                        <a:pt x="20" y="153"/>
                        <a:pt x="21" y="153"/>
                      </a:cubicBezTo>
                      <a:cubicBezTo>
                        <a:pt x="72" y="140"/>
                        <a:pt x="72" y="140"/>
                        <a:pt x="72" y="140"/>
                      </a:cubicBezTo>
                      <a:cubicBezTo>
                        <a:pt x="74" y="140"/>
                        <a:pt x="76" y="138"/>
                        <a:pt x="77" y="137"/>
                      </a:cubicBezTo>
                      <a:cubicBezTo>
                        <a:pt x="109" y="105"/>
                        <a:pt x="109" y="105"/>
                        <a:pt x="109" y="105"/>
                      </a:cubicBezTo>
                      <a:cubicBezTo>
                        <a:pt x="111" y="105"/>
                        <a:pt x="112" y="105"/>
                        <a:pt x="113" y="105"/>
                      </a:cubicBezTo>
                      <a:cubicBezTo>
                        <a:pt x="198" y="105"/>
                        <a:pt x="198" y="105"/>
                        <a:pt x="198" y="105"/>
                      </a:cubicBezTo>
                      <a:cubicBezTo>
                        <a:pt x="205" y="105"/>
                        <a:pt x="210" y="100"/>
                        <a:pt x="210" y="93"/>
                      </a:cubicBezTo>
                      <a:cubicBezTo>
                        <a:pt x="210" y="82"/>
                        <a:pt x="210" y="82"/>
                        <a:pt x="210" y="82"/>
                      </a:cubicBezTo>
                      <a:cubicBezTo>
                        <a:pt x="210" y="75"/>
                        <a:pt x="205" y="70"/>
                        <a:pt x="198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50" y="64"/>
                        <a:pt x="150" y="64"/>
                        <a:pt x="150" y="64"/>
                      </a:cubicBezTo>
                      <a:cubicBezTo>
                        <a:pt x="153" y="61"/>
                        <a:pt x="154" y="58"/>
                        <a:pt x="154" y="55"/>
                      </a:cubicBezTo>
                      <a:cubicBezTo>
                        <a:pt x="154" y="52"/>
                        <a:pt x="152" y="49"/>
                        <a:pt x="150" y="47"/>
                      </a:cubicBezTo>
                      <a:cubicBezTo>
                        <a:pt x="144" y="40"/>
                        <a:pt x="144" y="40"/>
                        <a:pt x="144" y="40"/>
                      </a:cubicBezTo>
                      <a:cubicBezTo>
                        <a:pt x="143" y="39"/>
                        <a:pt x="142" y="39"/>
                        <a:pt x="140" y="38"/>
                      </a:cubicBezTo>
                      <a:cubicBezTo>
                        <a:pt x="140" y="37"/>
                        <a:pt x="139" y="36"/>
                        <a:pt x="138" y="35"/>
                      </a:cubicBezTo>
                      <a:cubicBezTo>
                        <a:pt x="131" y="28"/>
                        <a:pt x="131" y="28"/>
                        <a:pt x="131" y="28"/>
                      </a:cubicBezTo>
                      <a:cubicBezTo>
                        <a:pt x="131" y="27"/>
                        <a:pt x="129" y="26"/>
                        <a:pt x="128" y="25"/>
                      </a:cubicBezTo>
                      <a:cubicBezTo>
                        <a:pt x="128" y="24"/>
                        <a:pt x="127" y="23"/>
                        <a:pt x="126" y="22"/>
                      </a:cubicBezTo>
                      <a:cubicBezTo>
                        <a:pt x="119" y="15"/>
                        <a:pt x="119" y="15"/>
                        <a:pt x="119" y="15"/>
                      </a:cubicBezTo>
                      <a:cubicBezTo>
                        <a:pt x="118" y="14"/>
                        <a:pt x="117" y="13"/>
                        <a:pt x="116" y="13"/>
                      </a:cubicBezTo>
                      <a:cubicBezTo>
                        <a:pt x="115" y="12"/>
                        <a:pt x="114" y="10"/>
                        <a:pt x="113" y="10"/>
                      </a:cubicBezTo>
                      <a:cubicBezTo>
                        <a:pt x="107" y="3"/>
                        <a:pt x="107" y="3"/>
                        <a:pt x="107" y="3"/>
                      </a:cubicBezTo>
                      <a:cubicBezTo>
                        <a:pt x="105" y="1"/>
                        <a:pt x="102" y="0"/>
                        <a:pt x="98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1" name="Rectangle 53"/>
                <p:cNvSpPr>
                  <a:spLocks noChangeArrowheads="1"/>
                </p:cNvSpPr>
                <p:nvPr/>
              </p:nvSpPr>
              <p:spPr bwMode="auto">
                <a:xfrm>
                  <a:off x="277868" y="9084396"/>
                  <a:ext cx="319088" cy="4445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2" name="Rectangle 54"/>
                <p:cNvSpPr>
                  <a:spLocks noChangeArrowheads="1"/>
                </p:cNvSpPr>
                <p:nvPr/>
              </p:nvSpPr>
              <p:spPr bwMode="auto">
                <a:xfrm>
                  <a:off x="277868" y="9159009"/>
                  <a:ext cx="319088" cy="4445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3" name="Freeform 55"/>
                <p:cNvSpPr>
                  <a:spLocks/>
                </p:cNvSpPr>
                <p:nvPr/>
              </p:nvSpPr>
              <p:spPr bwMode="auto">
                <a:xfrm>
                  <a:off x="239768" y="8674820"/>
                  <a:ext cx="217488" cy="214313"/>
                </a:xfrm>
                <a:custGeom>
                  <a:avLst/>
                  <a:gdLst>
                    <a:gd name="T0" fmla="*/ 55 w 58"/>
                    <a:gd name="T1" fmla="*/ 46 h 57"/>
                    <a:gd name="T2" fmla="*/ 55 w 58"/>
                    <a:gd name="T3" fmla="*/ 37 h 57"/>
                    <a:gd name="T4" fmla="*/ 21 w 58"/>
                    <a:gd name="T5" fmla="*/ 2 h 57"/>
                    <a:gd name="T6" fmla="*/ 12 w 58"/>
                    <a:gd name="T7" fmla="*/ 2 h 57"/>
                    <a:gd name="T8" fmla="*/ 0 w 58"/>
                    <a:gd name="T9" fmla="*/ 14 h 57"/>
                    <a:gd name="T10" fmla="*/ 44 w 58"/>
                    <a:gd name="T11" fmla="*/ 57 h 57"/>
                    <a:gd name="T12" fmla="*/ 55 w 58"/>
                    <a:gd name="T13" fmla="*/ 46 h 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8" h="57">
                      <a:moveTo>
                        <a:pt x="55" y="46"/>
                      </a:moveTo>
                      <a:cubicBezTo>
                        <a:pt x="58" y="43"/>
                        <a:pt x="58" y="39"/>
                        <a:pt x="55" y="37"/>
                      </a:cubicBezTo>
                      <a:cubicBezTo>
                        <a:pt x="21" y="2"/>
                        <a:pt x="21" y="2"/>
                        <a:pt x="21" y="2"/>
                      </a:cubicBezTo>
                      <a:cubicBezTo>
                        <a:pt x="18" y="0"/>
                        <a:pt x="14" y="0"/>
                        <a:pt x="12" y="2"/>
                      </a:cubicBezTo>
                      <a:cubicBezTo>
                        <a:pt x="0" y="14"/>
                        <a:pt x="0" y="14"/>
                        <a:pt x="0" y="14"/>
                      </a:cubicBezTo>
                      <a:cubicBezTo>
                        <a:pt x="44" y="57"/>
                        <a:pt x="44" y="57"/>
                        <a:pt x="44" y="57"/>
                      </a:cubicBezTo>
                      <a:cubicBezTo>
                        <a:pt x="55" y="46"/>
                        <a:pt x="55" y="46"/>
                        <a:pt x="55" y="4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4" name="Freeform 56"/>
                <p:cNvSpPr>
                  <a:spLocks noEditPoints="1"/>
                </p:cNvSpPr>
                <p:nvPr/>
              </p:nvSpPr>
              <p:spPr bwMode="auto">
                <a:xfrm>
                  <a:off x="-96782" y="8746258"/>
                  <a:ext cx="693738" cy="484189"/>
                </a:xfrm>
                <a:custGeom>
                  <a:avLst/>
                  <a:gdLst>
                    <a:gd name="T0" fmla="*/ 241 w 437"/>
                    <a:gd name="T1" fmla="*/ 166 h 305"/>
                    <a:gd name="T2" fmla="*/ 305 w 437"/>
                    <a:gd name="T3" fmla="*/ 102 h 305"/>
                    <a:gd name="T4" fmla="*/ 288 w 437"/>
                    <a:gd name="T5" fmla="*/ 88 h 305"/>
                    <a:gd name="T6" fmla="*/ 130 w 437"/>
                    <a:gd name="T7" fmla="*/ 246 h 305"/>
                    <a:gd name="T8" fmla="*/ 116 w 437"/>
                    <a:gd name="T9" fmla="*/ 234 h 305"/>
                    <a:gd name="T10" fmla="*/ 276 w 437"/>
                    <a:gd name="T11" fmla="*/ 74 h 305"/>
                    <a:gd name="T12" fmla="*/ 260 w 437"/>
                    <a:gd name="T13" fmla="*/ 57 h 305"/>
                    <a:gd name="T14" fmla="*/ 99 w 437"/>
                    <a:gd name="T15" fmla="*/ 218 h 305"/>
                    <a:gd name="T16" fmla="*/ 87 w 437"/>
                    <a:gd name="T17" fmla="*/ 206 h 305"/>
                    <a:gd name="T18" fmla="*/ 248 w 437"/>
                    <a:gd name="T19" fmla="*/ 45 h 305"/>
                    <a:gd name="T20" fmla="*/ 229 w 437"/>
                    <a:gd name="T21" fmla="*/ 29 h 305"/>
                    <a:gd name="T22" fmla="*/ 71 w 437"/>
                    <a:gd name="T23" fmla="*/ 189 h 305"/>
                    <a:gd name="T24" fmla="*/ 56 w 437"/>
                    <a:gd name="T25" fmla="*/ 175 h 305"/>
                    <a:gd name="T26" fmla="*/ 217 w 437"/>
                    <a:gd name="T27" fmla="*/ 14 h 305"/>
                    <a:gd name="T28" fmla="*/ 201 w 437"/>
                    <a:gd name="T29" fmla="*/ 0 h 305"/>
                    <a:gd name="T30" fmla="*/ 30 w 437"/>
                    <a:gd name="T31" fmla="*/ 173 h 305"/>
                    <a:gd name="T32" fmla="*/ 0 w 437"/>
                    <a:gd name="T33" fmla="*/ 293 h 305"/>
                    <a:gd name="T34" fmla="*/ 12 w 437"/>
                    <a:gd name="T35" fmla="*/ 305 h 305"/>
                    <a:gd name="T36" fmla="*/ 132 w 437"/>
                    <a:gd name="T37" fmla="*/ 274 h 305"/>
                    <a:gd name="T38" fmla="*/ 236 w 437"/>
                    <a:gd name="T39" fmla="*/ 170 h 305"/>
                    <a:gd name="T40" fmla="*/ 236 w 437"/>
                    <a:gd name="T41" fmla="*/ 192 h 305"/>
                    <a:gd name="T42" fmla="*/ 437 w 437"/>
                    <a:gd name="T43" fmla="*/ 192 h 305"/>
                    <a:gd name="T44" fmla="*/ 437 w 437"/>
                    <a:gd name="T45" fmla="*/ 166 h 305"/>
                    <a:gd name="T46" fmla="*/ 241 w 437"/>
                    <a:gd name="T47" fmla="*/ 166 h 305"/>
                    <a:gd name="T48" fmla="*/ 19 w 437"/>
                    <a:gd name="T49" fmla="*/ 286 h 305"/>
                    <a:gd name="T50" fmla="*/ 45 w 437"/>
                    <a:gd name="T51" fmla="*/ 187 h 305"/>
                    <a:gd name="T52" fmla="*/ 116 w 437"/>
                    <a:gd name="T53" fmla="*/ 260 h 305"/>
                    <a:gd name="T54" fmla="*/ 19 w 437"/>
                    <a:gd name="T55" fmla="*/ 286 h 3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437" h="305">
                      <a:moveTo>
                        <a:pt x="241" y="166"/>
                      </a:moveTo>
                      <a:lnTo>
                        <a:pt x="305" y="102"/>
                      </a:lnTo>
                      <a:lnTo>
                        <a:pt x="288" y="88"/>
                      </a:lnTo>
                      <a:lnTo>
                        <a:pt x="130" y="246"/>
                      </a:lnTo>
                      <a:lnTo>
                        <a:pt x="116" y="234"/>
                      </a:lnTo>
                      <a:lnTo>
                        <a:pt x="276" y="74"/>
                      </a:lnTo>
                      <a:lnTo>
                        <a:pt x="260" y="57"/>
                      </a:lnTo>
                      <a:lnTo>
                        <a:pt x="99" y="218"/>
                      </a:lnTo>
                      <a:lnTo>
                        <a:pt x="87" y="206"/>
                      </a:lnTo>
                      <a:lnTo>
                        <a:pt x="248" y="45"/>
                      </a:lnTo>
                      <a:lnTo>
                        <a:pt x="229" y="29"/>
                      </a:lnTo>
                      <a:lnTo>
                        <a:pt x="71" y="189"/>
                      </a:lnTo>
                      <a:lnTo>
                        <a:pt x="56" y="175"/>
                      </a:lnTo>
                      <a:lnTo>
                        <a:pt x="217" y="14"/>
                      </a:lnTo>
                      <a:lnTo>
                        <a:pt x="201" y="0"/>
                      </a:lnTo>
                      <a:lnTo>
                        <a:pt x="30" y="173"/>
                      </a:lnTo>
                      <a:lnTo>
                        <a:pt x="0" y="293"/>
                      </a:lnTo>
                      <a:lnTo>
                        <a:pt x="12" y="305"/>
                      </a:lnTo>
                      <a:lnTo>
                        <a:pt x="132" y="274"/>
                      </a:lnTo>
                      <a:lnTo>
                        <a:pt x="236" y="170"/>
                      </a:lnTo>
                      <a:lnTo>
                        <a:pt x="236" y="192"/>
                      </a:lnTo>
                      <a:lnTo>
                        <a:pt x="437" y="192"/>
                      </a:lnTo>
                      <a:lnTo>
                        <a:pt x="437" y="166"/>
                      </a:lnTo>
                      <a:lnTo>
                        <a:pt x="241" y="166"/>
                      </a:lnTo>
                      <a:close/>
                      <a:moveTo>
                        <a:pt x="19" y="286"/>
                      </a:moveTo>
                      <a:lnTo>
                        <a:pt x="45" y="187"/>
                      </a:lnTo>
                      <a:lnTo>
                        <a:pt x="116" y="260"/>
                      </a:lnTo>
                      <a:lnTo>
                        <a:pt x="19" y="28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p:grpSp>
        </p:grpSp>
      </p:grpSp>
      <p:grpSp>
        <p:nvGrpSpPr>
          <p:cNvPr id="74" name="Group 67"/>
          <p:cNvGrpSpPr/>
          <p:nvPr/>
        </p:nvGrpSpPr>
        <p:grpSpPr>
          <a:xfrm>
            <a:off x="908863" y="8705512"/>
            <a:ext cx="3510737" cy="1151911"/>
            <a:chOff x="1311958" y="3405486"/>
            <a:chExt cx="3557092" cy="1028748"/>
          </a:xfrm>
        </p:grpSpPr>
        <p:sp>
          <p:nvSpPr>
            <p:cNvPr id="75" name="Freeform 20"/>
            <p:cNvSpPr>
              <a:spLocks/>
            </p:cNvSpPr>
            <p:nvPr/>
          </p:nvSpPr>
          <p:spPr bwMode="auto">
            <a:xfrm rot="5400000">
              <a:off x="2967389" y="2625080"/>
              <a:ext cx="793395" cy="2582819"/>
            </a:xfrm>
            <a:prstGeom prst="round2SameRect">
              <a:avLst>
                <a:gd name="adj1" fmla="val 6498"/>
                <a:gd name="adj2" fmla="val 0"/>
              </a:avLst>
            </a:prstGeom>
            <a:solidFill>
              <a:schemeClr val="accent6">
                <a:lumMod val="75000"/>
              </a:schemeClr>
            </a:solidFill>
            <a:ln w="57150">
              <a:solidFill>
                <a:schemeClr val="accent6">
                  <a:lumMod val="75000"/>
                </a:schemeClr>
              </a:solidFill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1912738" y="3527166"/>
              <a:ext cx="2956312" cy="907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b="1">
                  <a:solidFill>
                    <a:schemeClr val="bg1"/>
                  </a:solidFill>
                  <a:latin typeface="Times New Roman" panose="02020603050405020304" pitchFamily="18" charset="0"/>
                  <a:ea typeface="Tahoma" pitchFamily="34" charset="0"/>
                  <a:cs typeface="Times New Roman" panose="02020603050405020304" pitchFamily="18" charset="0"/>
                </a:rPr>
                <a:t>Lời giải</a:t>
              </a:r>
              <a:r>
                <a:rPr lang="vi-VN" sz="6000" b="1">
                  <a:solidFill>
                    <a:schemeClr val="bg1"/>
                  </a:solidFill>
                  <a:latin typeface="Times New Roman" panose="02020603050405020304" pitchFamily="18" charset="0"/>
                  <a:ea typeface="Tahoma" pitchFamily="34" charset="0"/>
                  <a:cs typeface="Times New Roman" panose="02020603050405020304" pitchFamily="18" charset="0"/>
                </a:rPr>
                <a:t> </a:t>
              </a:r>
              <a:endPara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7" name="Group 70"/>
            <p:cNvGrpSpPr/>
            <p:nvPr/>
          </p:nvGrpSpPr>
          <p:grpSpPr>
            <a:xfrm>
              <a:off x="1311958" y="3405486"/>
              <a:ext cx="950173" cy="940513"/>
              <a:chOff x="1311958" y="3405486"/>
              <a:chExt cx="950173" cy="940513"/>
            </a:xfrm>
          </p:grpSpPr>
          <p:sp>
            <p:nvSpPr>
              <p:cNvPr id="78" name="Rectangle 77"/>
              <p:cNvSpPr/>
              <p:nvPr/>
            </p:nvSpPr>
            <p:spPr>
              <a:xfrm>
                <a:off x="1406975" y="3672018"/>
                <a:ext cx="596676" cy="5403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Freeform 13"/>
              <p:cNvSpPr>
                <a:spLocks noEditPoints="1"/>
              </p:cNvSpPr>
              <p:nvPr/>
            </p:nvSpPr>
            <p:spPr bwMode="auto">
              <a:xfrm>
                <a:off x="1311958" y="3581027"/>
                <a:ext cx="190035" cy="268948"/>
              </a:xfrm>
              <a:custGeom>
                <a:avLst/>
                <a:gdLst>
                  <a:gd name="T0" fmla="*/ 34 w 50"/>
                  <a:gd name="T1" fmla="*/ 16 h 71"/>
                  <a:gd name="T2" fmla="*/ 34 w 50"/>
                  <a:gd name="T3" fmla="*/ 55 h 71"/>
                  <a:gd name="T4" fmla="*/ 16 w 50"/>
                  <a:gd name="T5" fmla="*/ 55 h 71"/>
                  <a:gd name="T6" fmla="*/ 16 w 50"/>
                  <a:gd name="T7" fmla="*/ 16 h 71"/>
                  <a:gd name="T8" fmla="*/ 34 w 50"/>
                  <a:gd name="T9" fmla="*/ 16 h 71"/>
                  <a:gd name="T10" fmla="*/ 34 w 50"/>
                  <a:gd name="T11" fmla="*/ 0 h 71"/>
                  <a:gd name="T12" fmla="*/ 16 w 50"/>
                  <a:gd name="T13" fmla="*/ 0 h 71"/>
                  <a:gd name="T14" fmla="*/ 0 w 50"/>
                  <a:gd name="T15" fmla="*/ 16 h 71"/>
                  <a:gd name="T16" fmla="*/ 0 w 50"/>
                  <a:gd name="T17" fmla="*/ 55 h 71"/>
                  <a:gd name="T18" fmla="*/ 16 w 50"/>
                  <a:gd name="T19" fmla="*/ 71 h 71"/>
                  <a:gd name="T20" fmla="*/ 34 w 50"/>
                  <a:gd name="T21" fmla="*/ 71 h 71"/>
                  <a:gd name="T22" fmla="*/ 50 w 50"/>
                  <a:gd name="T23" fmla="*/ 55 h 71"/>
                  <a:gd name="T24" fmla="*/ 50 w 50"/>
                  <a:gd name="T25" fmla="*/ 16 h 71"/>
                  <a:gd name="T26" fmla="*/ 34 w 50"/>
                  <a:gd name="T2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1">
                    <a:moveTo>
                      <a:pt x="34" y="16"/>
                    </a:moveTo>
                    <a:cubicBezTo>
                      <a:pt x="34" y="55"/>
                      <a:pt x="34" y="55"/>
                      <a:pt x="34" y="55"/>
                    </a:cubicBezTo>
                    <a:cubicBezTo>
                      <a:pt x="16" y="55"/>
                      <a:pt x="16" y="55"/>
                      <a:pt x="16" y="5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64"/>
                      <a:pt x="7" y="71"/>
                      <a:pt x="16" y="71"/>
                    </a:cubicBezTo>
                    <a:cubicBezTo>
                      <a:pt x="34" y="71"/>
                      <a:pt x="34" y="71"/>
                      <a:pt x="34" y="71"/>
                    </a:cubicBezTo>
                    <a:cubicBezTo>
                      <a:pt x="43" y="71"/>
                      <a:pt x="50" y="64"/>
                      <a:pt x="50" y="55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14"/>
              <p:cNvSpPr>
                <a:spLocks noEditPoints="1"/>
              </p:cNvSpPr>
              <p:nvPr/>
            </p:nvSpPr>
            <p:spPr bwMode="auto">
              <a:xfrm>
                <a:off x="1311958" y="3581027"/>
                <a:ext cx="277000" cy="181983"/>
              </a:xfrm>
              <a:custGeom>
                <a:avLst/>
                <a:gdLst>
                  <a:gd name="T0" fmla="*/ 57 w 73"/>
                  <a:gd name="T1" fmla="*/ 16 h 48"/>
                  <a:gd name="T2" fmla="*/ 57 w 73"/>
                  <a:gd name="T3" fmla="*/ 32 h 48"/>
                  <a:gd name="T4" fmla="*/ 16 w 73"/>
                  <a:gd name="T5" fmla="*/ 32 h 48"/>
                  <a:gd name="T6" fmla="*/ 16 w 73"/>
                  <a:gd name="T7" fmla="*/ 16 h 48"/>
                  <a:gd name="T8" fmla="*/ 57 w 73"/>
                  <a:gd name="T9" fmla="*/ 16 h 48"/>
                  <a:gd name="T10" fmla="*/ 57 w 73"/>
                  <a:gd name="T11" fmla="*/ 0 h 48"/>
                  <a:gd name="T12" fmla="*/ 16 w 73"/>
                  <a:gd name="T13" fmla="*/ 0 h 48"/>
                  <a:gd name="T14" fmla="*/ 0 w 73"/>
                  <a:gd name="T15" fmla="*/ 16 h 48"/>
                  <a:gd name="T16" fmla="*/ 0 w 73"/>
                  <a:gd name="T17" fmla="*/ 32 h 48"/>
                  <a:gd name="T18" fmla="*/ 16 w 73"/>
                  <a:gd name="T19" fmla="*/ 48 h 48"/>
                  <a:gd name="T20" fmla="*/ 57 w 73"/>
                  <a:gd name="T21" fmla="*/ 48 h 48"/>
                  <a:gd name="T22" fmla="*/ 73 w 73"/>
                  <a:gd name="T23" fmla="*/ 32 h 48"/>
                  <a:gd name="T24" fmla="*/ 73 w 73"/>
                  <a:gd name="T25" fmla="*/ 16 h 48"/>
                  <a:gd name="T26" fmla="*/ 57 w 73"/>
                  <a:gd name="T27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" h="48">
                    <a:moveTo>
                      <a:pt x="57" y="16"/>
                    </a:moveTo>
                    <a:cubicBezTo>
                      <a:pt x="57" y="32"/>
                      <a:pt x="57" y="32"/>
                      <a:pt x="5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7" y="16"/>
                      <a:pt x="57" y="16"/>
                      <a:pt x="57" y="16"/>
                    </a:cubicBezTo>
                    <a:moveTo>
                      <a:pt x="57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41"/>
                      <a:pt x="7" y="48"/>
                      <a:pt x="16" y="48"/>
                    </a:cubicBezTo>
                    <a:cubicBezTo>
                      <a:pt x="57" y="48"/>
                      <a:pt x="57" y="48"/>
                      <a:pt x="57" y="48"/>
                    </a:cubicBezTo>
                    <a:cubicBezTo>
                      <a:pt x="66" y="48"/>
                      <a:pt x="73" y="41"/>
                      <a:pt x="73" y="32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7"/>
                      <a:pt x="66" y="0"/>
                      <a:pt x="57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15"/>
              <p:cNvSpPr>
                <a:spLocks noEditPoints="1"/>
              </p:cNvSpPr>
              <p:nvPr/>
            </p:nvSpPr>
            <p:spPr bwMode="auto">
              <a:xfrm>
                <a:off x="1563190" y="3581027"/>
                <a:ext cx="285052" cy="181983"/>
              </a:xfrm>
              <a:custGeom>
                <a:avLst/>
                <a:gdLst>
                  <a:gd name="T0" fmla="*/ 58 w 75"/>
                  <a:gd name="T1" fmla="*/ 16 h 48"/>
                  <a:gd name="T2" fmla="*/ 43 w 75"/>
                  <a:gd name="T3" fmla="*/ 32 h 48"/>
                  <a:gd name="T4" fmla="*/ 16 w 75"/>
                  <a:gd name="T5" fmla="*/ 32 h 48"/>
                  <a:gd name="T6" fmla="*/ 16 w 75"/>
                  <a:gd name="T7" fmla="*/ 16 h 48"/>
                  <a:gd name="T8" fmla="*/ 58 w 75"/>
                  <a:gd name="T9" fmla="*/ 16 h 48"/>
                  <a:gd name="T10" fmla="*/ 58 w 75"/>
                  <a:gd name="T11" fmla="*/ 0 h 48"/>
                  <a:gd name="T12" fmla="*/ 16 w 75"/>
                  <a:gd name="T13" fmla="*/ 0 h 48"/>
                  <a:gd name="T14" fmla="*/ 0 w 75"/>
                  <a:gd name="T15" fmla="*/ 16 h 48"/>
                  <a:gd name="T16" fmla="*/ 0 w 75"/>
                  <a:gd name="T17" fmla="*/ 32 h 48"/>
                  <a:gd name="T18" fmla="*/ 16 w 75"/>
                  <a:gd name="T19" fmla="*/ 48 h 48"/>
                  <a:gd name="T20" fmla="*/ 43 w 75"/>
                  <a:gd name="T21" fmla="*/ 48 h 48"/>
                  <a:gd name="T22" fmla="*/ 55 w 75"/>
                  <a:gd name="T23" fmla="*/ 43 h 48"/>
                  <a:gd name="T24" fmla="*/ 70 w 75"/>
                  <a:gd name="T25" fmla="*/ 26 h 48"/>
                  <a:gd name="T26" fmla="*/ 73 w 75"/>
                  <a:gd name="T27" fmla="*/ 9 h 48"/>
                  <a:gd name="T28" fmla="*/ 58 w 75"/>
                  <a:gd name="T29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5" h="48">
                    <a:moveTo>
                      <a:pt x="58" y="16"/>
                    </a:moveTo>
                    <a:cubicBezTo>
                      <a:pt x="43" y="32"/>
                      <a:pt x="43" y="32"/>
                      <a:pt x="43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8" y="16"/>
                      <a:pt x="58" y="16"/>
                      <a:pt x="58" y="16"/>
                    </a:cubicBezTo>
                    <a:moveTo>
                      <a:pt x="58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8" y="0"/>
                      <a:pt x="0" y="7"/>
                      <a:pt x="0" y="16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41"/>
                      <a:pt x="8" y="48"/>
                      <a:pt x="16" y="48"/>
                    </a:cubicBezTo>
                    <a:cubicBezTo>
                      <a:pt x="43" y="48"/>
                      <a:pt x="43" y="48"/>
                      <a:pt x="43" y="48"/>
                    </a:cubicBezTo>
                    <a:cubicBezTo>
                      <a:pt x="48" y="48"/>
                      <a:pt x="52" y="46"/>
                      <a:pt x="55" y="43"/>
                    </a:cubicBezTo>
                    <a:cubicBezTo>
                      <a:pt x="70" y="26"/>
                      <a:pt x="70" y="26"/>
                      <a:pt x="70" y="26"/>
                    </a:cubicBezTo>
                    <a:cubicBezTo>
                      <a:pt x="74" y="22"/>
                      <a:pt x="75" y="15"/>
                      <a:pt x="73" y="9"/>
                    </a:cubicBezTo>
                    <a:cubicBezTo>
                      <a:pt x="70" y="3"/>
                      <a:pt x="64" y="0"/>
                      <a:pt x="58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16"/>
              <p:cNvSpPr>
                <a:spLocks noEditPoints="1"/>
              </p:cNvSpPr>
              <p:nvPr/>
            </p:nvSpPr>
            <p:spPr bwMode="auto">
              <a:xfrm>
                <a:off x="1563190" y="4151132"/>
                <a:ext cx="280221" cy="194867"/>
              </a:xfrm>
              <a:custGeom>
                <a:avLst/>
                <a:gdLst>
                  <a:gd name="T0" fmla="*/ 58 w 74"/>
                  <a:gd name="T1" fmla="*/ 16 h 51"/>
                  <a:gd name="T2" fmla="*/ 58 w 74"/>
                  <a:gd name="T3" fmla="*/ 35 h 51"/>
                  <a:gd name="T4" fmla="*/ 16 w 74"/>
                  <a:gd name="T5" fmla="*/ 35 h 51"/>
                  <a:gd name="T6" fmla="*/ 16 w 74"/>
                  <a:gd name="T7" fmla="*/ 16 h 51"/>
                  <a:gd name="T8" fmla="*/ 58 w 74"/>
                  <a:gd name="T9" fmla="*/ 16 h 51"/>
                  <a:gd name="T10" fmla="*/ 58 w 74"/>
                  <a:gd name="T11" fmla="*/ 0 h 51"/>
                  <a:gd name="T12" fmla="*/ 16 w 74"/>
                  <a:gd name="T13" fmla="*/ 0 h 51"/>
                  <a:gd name="T14" fmla="*/ 0 w 74"/>
                  <a:gd name="T15" fmla="*/ 16 h 51"/>
                  <a:gd name="T16" fmla="*/ 0 w 74"/>
                  <a:gd name="T17" fmla="*/ 35 h 51"/>
                  <a:gd name="T18" fmla="*/ 16 w 74"/>
                  <a:gd name="T19" fmla="*/ 51 h 51"/>
                  <a:gd name="T20" fmla="*/ 58 w 74"/>
                  <a:gd name="T21" fmla="*/ 51 h 51"/>
                  <a:gd name="T22" fmla="*/ 74 w 74"/>
                  <a:gd name="T23" fmla="*/ 35 h 51"/>
                  <a:gd name="T24" fmla="*/ 74 w 74"/>
                  <a:gd name="T25" fmla="*/ 16 h 51"/>
                  <a:gd name="T26" fmla="*/ 58 w 74"/>
                  <a:gd name="T27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4" h="51">
                    <a:moveTo>
                      <a:pt x="58" y="16"/>
                    </a:moveTo>
                    <a:cubicBezTo>
                      <a:pt x="58" y="35"/>
                      <a:pt x="58" y="35"/>
                      <a:pt x="58" y="35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8" y="16"/>
                      <a:pt x="58" y="16"/>
                      <a:pt x="58" y="16"/>
                    </a:cubicBezTo>
                    <a:moveTo>
                      <a:pt x="58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8" y="0"/>
                      <a:pt x="0" y="7"/>
                      <a:pt x="0" y="1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43"/>
                      <a:pt x="8" y="51"/>
                      <a:pt x="16" y="51"/>
                    </a:cubicBezTo>
                    <a:cubicBezTo>
                      <a:pt x="58" y="51"/>
                      <a:pt x="58" y="51"/>
                      <a:pt x="58" y="51"/>
                    </a:cubicBezTo>
                    <a:cubicBezTo>
                      <a:pt x="67" y="51"/>
                      <a:pt x="74" y="43"/>
                      <a:pt x="74" y="35"/>
                    </a:cubicBezTo>
                    <a:cubicBezTo>
                      <a:pt x="74" y="16"/>
                      <a:pt x="74" y="16"/>
                      <a:pt x="74" y="16"/>
                    </a:cubicBezTo>
                    <a:cubicBezTo>
                      <a:pt x="74" y="7"/>
                      <a:pt x="67" y="0"/>
                      <a:pt x="58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17"/>
              <p:cNvSpPr>
                <a:spLocks noEditPoints="1"/>
              </p:cNvSpPr>
              <p:nvPr/>
            </p:nvSpPr>
            <p:spPr bwMode="auto">
              <a:xfrm>
                <a:off x="1311958" y="4064167"/>
                <a:ext cx="190035" cy="281832"/>
              </a:xfrm>
              <a:custGeom>
                <a:avLst/>
                <a:gdLst>
                  <a:gd name="T0" fmla="*/ 34 w 50"/>
                  <a:gd name="T1" fmla="*/ 16 h 74"/>
                  <a:gd name="T2" fmla="*/ 34 w 50"/>
                  <a:gd name="T3" fmla="*/ 58 h 74"/>
                  <a:gd name="T4" fmla="*/ 16 w 50"/>
                  <a:gd name="T5" fmla="*/ 58 h 74"/>
                  <a:gd name="T6" fmla="*/ 16 w 50"/>
                  <a:gd name="T7" fmla="*/ 16 h 74"/>
                  <a:gd name="T8" fmla="*/ 34 w 50"/>
                  <a:gd name="T9" fmla="*/ 16 h 74"/>
                  <a:gd name="T10" fmla="*/ 34 w 50"/>
                  <a:gd name="T11" fmla="*/ 0 h 74"/>
                  <a:gd name="T12" fmla="*/ 16 w 50"/>
                  <a:gd name="T13" fmla="*/ 0 h 74"/>
                  <a:gd name="T14" fmla="*/ 0 w 50"/>
                  <a:gd name="T15" fmla="*/ 16 h 74"/>
                  <a:gd name="T16" fmla="*/ 0 w 50"/>
                  <a:gd name="T17" fmla="*/ 58 h 74"/>
                  <a:gd name="T18" fmla="*/ 16 w 50"/>
                  <a:gd name="T19" fmla="*/ 74 h 74"/>
                  <a:gd name="T20" fmla="*/ 34 w 50"/>
                  <a:gd name="T21" fmla="*/ 74 h 74"/>
                  <a:gd name="T22" fmla="*/ 50 w 50"/>
                  <a:gd name="T23" fmla="*/ 58 h 74"/>
                  <a:gd name="T24" fmla="*/ 50 w 50"/>
                  <a:gd name="T25" fmla="*/ 16 h 74"/>
                  <a:gd name="T26" fmla="*/ 34 w 50"/>
                  <a:gd name="T27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4">
                    <a:moveTo>
                      <a:pt x="34" y="16"/>
                    </a:moveTo>
                    <a:cubicBezTo>
                      <a:pt x="34" y="58"/>
                      <a:pt x="34" y="58"/>
                      <a:pt x="34" y="58"/>
                    </a:cubicBezTo>
                    <a:cubicBezTo>
                      <a:pt x="16" y="58"/>
                      <a:pt x="16" y="58"/>
                      <a:pt x="16" y="58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66"/>
                      <a:pt x="7" y="74"/>
                      <a:pt x="16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43" y="74"/>
                      <a:pt x="50" y="66"/>
                      <a:pt x="50" y="58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18"/>
              <p:cNvSpPr>
                <a:spLocks noEditPoints="1"/>
              </p:cNvSpPr>
              <p:nvPr/>
            </p:nvSpPr>
            <p:spPr bwMode="auto">
              <a:xfrm>
                <a:off x="1311958" y="4151132"/>
                <a:ext cx="277000" cy="194867"/>
              </a:xfrm>
              <a:custGeom>
                <a:avLst/>
                <a:gdLst>
                  <a:gd name="T0" fmla="*/ 57 w 73"/>
                  <a:gd name="T1" fmla="*/ 16 h 51"/>
                  <a:gd name="T2" fmla="*/ 57 w 73"/>
                  <a:gd name="T3" fmla="*/ 35 h 51"/>
                  <a:gd name="T4" fmla="*/ 16 w 73"/>
                  <a:gd name="T5" fmla="*/ 35 h 51"/>
                  <a:gd name="T6" fmla="*/ 16 w 73"/>
                  <a:gd name="T7" fmla="*/ 16 h 51"/>
                  <a:gd name="T8" fmla="*/ 57 w 73"/>
                  <a:gd name="T9" fmla="*/ 16 h 51"/>
                  <a:gd name="T10" fmla="*/ 57 w 73"/>
                  <a:gd name="T11" fmla="*/ 0 h 51"/>
                  <a:gd name="T12" fmla="*/ 16 w 73"/>
                  <a:gd name="T13" fmla="*/ 0 h 51"/>
                  <a:gd name="T14" fmla="*/ 0 w 73"/>
                  <a:gd name="T15" fmla="*/ 16 h 51"/>
                  <a:gd name="T16" fmla="*/ 0 w 73"/>
                  <a:gd name="T17" fmla="*/ 35 h 51"/>
                  <a:gd name="T18" fmla="*/ 16 w 73"/>
                  <a:gd name="T19" fmla="*/ 51 h 51"/>
                  <a:gd name="T20" fmla="*/ 57 w 73"/>
                  <a:gd name="T21" fmla="*/ 51 h 51"/>
                  <a:gd name="T22" fmla="*/ 73 w 73"/>
                  <a:gd name="T23" fmla="*/ 35 h 51"/>
                  <a:gd name="T24" fmla="*/ 73 w 73"/>
                  <a:gd name="T25" fmla="*/ 16 h 51"/>
                  <a:gd name="T26" fmla="*/ 57 w 73"/>
                  <a:gd name="T27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" h="51">
                    <a:moveTo>
                      <a:pt x="57" y="16"/>
                    </a:moveTo>
                    <a:cubicBezTo>
                      <a:pt x="57" y="35"/>
                      <a:pt x="57" y="35"/>
                      <a:pt x="57" y="35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7" y="16"/>
                      <a:pt x="57" y="16"/>
                      <a:pt x="57" y="16"/>
                    </a:cubicBezTo>
                    <a:moveTo>
                      <a:pt x="57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43"/>
                      <a:pt x="7" y="51"/>
                      <a:pt x="16" y="51"/>
                    </a:cubicBezTo>
                    <a:cubicBezTo>
                      <a:pt x="57" y="51"/>
                      <a:pt x="57" y="51"/>
                      <a:pt x="57" y="51"/>
                    </a:cubicBezTo>
                    <a:cubicBezTo>
                      <a:pt x="66" y="51"/>
                      <a:pt x="73" y="43"/>
                      <a:pt x="73" y="35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7"/>
                      <a:pt x="66" y="0"/>
                      <a:pt x="57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19"/>
              <p:cNvSpPr>
                <a:spLocks noEditPoints="1"/>
              </p:cNvSpPr>
              <p:nvPr/>
            </p:nvSpPr>
            <p:spPr bwMode="auto">
              <a:xfrm>
                <a:off x="1311958" y="3820986"/>
                <a:ext cx="190035" cy="273779"/>
              </a:xfrm>
              <a:custGeom>
                <a:avLst/>
                <a:gdLst>
                  <a:gd name="T0" fmla="*/ 34 w 50"/>
                  <a:gd name="T1" fmla="*/ 16 h 72"/>
                  <a:gd name="T2" fmla="*/ 34 w 50"/>
                  <a:gd name="T3" fmla="*/ 56 h 72"/>
                  <a:gd name="T4" fmla="*/ 16 w 50"/>
                  <a:gd name="T5" fmla="*/ 56 h 72"/>
                  <a:gd name="T6" fmla="*/ 16 w 50"/>
                  <a:gd name="T7" fmla="*/ 16 h 72"/>
                  <a:gd name="T8" fmla="*/ 34 w 50"/>
                  <a:gd name="T9" fmla="*/ 16 h 72"/>
                  <a:gd name="T10" fmla="*/ 34 w 50"/>
                  <a:gd name="T11" fmla="*/ 0 h 72"/>
                  <a:gd name="T12" fmla="*/ 16 w 50"/>
                  <a:gd name="T13" fmla="*/ 0 h 72"/>
                  <a:gd name="T14" fmla="*/ 0 w 50"/>
                  <a:gd name="T15" fmla="*/ 16 h 72"/>
                  <a:gd name="T16" fmla="*/ 0 w 50"/>
                  <a:gd name="T17" fmla="*/ 56 h 72"/>
                  <a:gd name="T18" fmla="*/ 16 w 50"/>
                  <a:gd name="T19" fmla="*/ 72 h 72"/>
                  <a:gd name="T20" fmla="*/ 34 w 50"/>
                  <a:gd name="T21" fmla="*/ 72 h 72"/>
                  <a:gd name="T22" fmla="*/ 50 w 50"/>
                  <a:gd name="T23" fmla="*/ 56 h 72"/>
                  <a:gd name="T24" fmla="*/ 50 w 50"/>
                  <a:gd name="T25" fmla="*/ 16 h 72"/>
                  <a:gd name="T26" fmla="*/ 34 w 50"/>
                  <a:gd name="T27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2">
                    <a:moveTo>
                      <a:pt x="34" y="16"/>
                    </a:moveTo>
                    <a:cubicBezTo>
                      <a:pt x="34" y="56"/>
                      <a:pt x="34" y="56"/>
                      <a:pt x="34" y="56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65"/>
                      <a:pt x="7" y="72"/>
                      <a:pt x="16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43" y="72"/>
                      <a:pt x="50" y="65"/>
                      <a:pt x="50" y="56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20"/>
              <p:cNvSpPr>
                <a:spLocks noEditPoints="1"/>
              </p:cNvSpPr>
              <p:nvPr/>
            </p:nvSpPr>
            <p:spPr bwMode="auto">
              <a:xfrm>
                <a:off x="1907830" y="4064167"/>
                <a:ext cx="191645" cy="281832"/>
              </a:xfrm>
              <a:custGeom>
                <a:avLst/>
                <a:gdLst>
                  <a:gd name="T0" fmla="*/ 34 w 50"/>
                  <a:gd name="T1" fmla="*/ 16 h 74"/>
                  <a:gd name="T2" fmla="*/ 34 w 50"/>
                  <a:gd name="T3" fmla="*/ 58 h 74"/>
                  <a:gd name="T4" fmla="*/ 16 w 50"/>
                  <a:gd name="T5" fmla="*/ 58 h 74"/>
                  <a:gd name="T6" fmla="*/ 16 w 50"/>
                  <a:gd name="T7" fmla="*/ 16 h 74"/>
                  <a:gd name="T8" fmla="*/ 34 w 50"/>
                  <a:gd name="T9" fmla="*/ 16 h 74"/>
                  <a:gd name="T10" fmla="*/ 34 w 50"/>
                  <a:gd name="T11" fmla="*/ 0 h 74"/>
                  <a:gd name="T12" fmla="*/ 16 w 50"/>
                  <a:gd name="T13" fmla="*/ 0 h 74"/>
                  <a:gd name="T14" fmla="*/ 0 w 50"/>
                  <a:gd name="T15" fmla="*/ 16 h 74"/>
                  <a:gd name="T16" fmla="*/ 0 w 50"/>
                  <a:gd name="T17" fmla="*/ 58 h 74"/>
                  <a:gd name="T18" fmla="*/ 16 w 50"/>
                  <a:gd name="T19" fmla="*/ 74 h 74"/>
                  <a:gd name="T20" fmla="*/ 34 w 50"/>
                  <a:gd name="T21" fmla="*/ 74 h 74"/>
                  <a:gd name="T22" fmla="*/ 50 w 50"/>
                  <a:gd name="T23" fmla="*/ 58 h 74"/>
                  <a:gd name="T24" fmla="*/ 50 w 50"/>
                  <a:gd name="T25" fmla="*/ 16 h 74"/>
                  <a:gd name="T26" fmla="*/ 34 w 50"/>
                  <a:gd name="T27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4">
                    <a:moveTo>
                      <a:pt x="34" y="16"/>
                    </a:moveTo>
                    <a:cubicBezTo>
                      <a:pt x="34" y="58"/>
                      <a:pt x="34" y="58"/>
                      <a:pt x="34" y="58"/>
                    </a:cubicBezTo>
                    <a:cubicBezTo>
                      <a:pt x="16" y="58"/>
                      <a:pt x="16" y="58"/>
                      <a:pt x="16" y="58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66"/>
                      <a:pt x="7" y="74"/>
                      <a:pt x="16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43" y="74"/>
                      <a:pt x="50" y="66"/>
                      <a:pt x="50" y="58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21"/>
              <p:cNvSpPr>
                <a:spLocks noEditPoints="1"/>
              </p:cNvSpPr>
              <p:nvPr/>
            </p:nvSpPr>
            <p:spPr bwMode="auto">
              <a:xfrm>
                <a:off x="1820865" y="4151132"/>
                <a:ext cx="278610" cy="194867"/>
              </a:xfrm>
              <a:custGeom>
                <a:avLst/>
                <a:gdLst>
                  <a:gd name="T0" fmla="*/ 57 w 73"/>
                  <a:gd name="T1" fmla="*/ 16 h 51"/>
                  <a:gd name="T2" fmla="*/ 57 w 73"/>
                  <a:gd name="T3" fmla="*/ 35 h 51"/>
                  <a:gd name="T4" fmla="*/ 16 w 73"/>
                  <a:gd name="T5" fmla="*/ 35 h 51"/>
                  <a:gd name="T6" fmla="*/ 16 w 73"/>
                  <a:gd name="T7" fmla="*/ 16 h 51"/>
                  <a:gd name="T8" fmla="*/ 57 w 73"/>
                  <a:gd name="T9" fmla="*/ 16 h 51"/>
                  <a:gd name="T10" fmla="*/ 57 w 73"/>
                  <a:gd name="T11" fmla="*/ 0 h 51"/>
                  <a:gd name="T12" fmla="*/ 16 w 73"/>
                  <a:gd name="T13" fmla="*/ 0 h 51"/>
                  <a:gd name="T14" fmla="*/ 0 w 73"/>
                  <a:gd name="T15" fmla="*/ 16 h 51"/>
                  <a:gd name="T16" fmla="*/ 0 w 73"/>
                  <a:gd name="T17" fmla="*/ 35 h 51"/>
                  <a:gd name="T18" fmla="*/ 16 w 73"/>
                  <a:gd name="T19" fmla="*/ 51 h 51"/>
                  <a:gd name="T20" fmla="*/ 57 w 73"/>
                  <a:gd name="T21" fmla="*/ 51 h 51"/>
                  <a:gd name="T22" fmla="*/ 73 w 73"/>
                  <a:gd name="T23" fmla="*/ 35 h 51"/>
                  <a:gd name="T24" fmla="*/ 73 w 73"/>
                  <a:gd name="T25" fmla="*/ 16 h 51"/>
                  <a:gd name="T26" fmla="*/ 57 w 73"/>
                  <a:gd name="T27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" h="51">
                    <a:moveTo>
                      <a:pt x="57" y="16"/>
                    </a:moveTo>
                    <a:cubicBezTo>
                      <a:pt x="57" y="35"/>
                      <a:pt x="57" y="35"/>
                      <a:pt x="57" y="35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7" y="16"/>
                      <a:pt x="57" y="16"/>
                      <a:pt x="57" y="16"/>
                    </a:cubicBezTo>
                    <a:moveTo>
                      <a:pt x="57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43"/>
                      <a:pt x="7" y="51"/>
                      <a:pt x="16" y="51"/>
                    </a:cubicBezTo>
                    <a:cubicBezTo>
                      <a:pt x="57" y="51"/>
                      <a:pt x="57" y="51"/>
                      <a:pt x="57" y="51"/>
                    </a:cubicBezTo>
                    <a:cubicBezTo>
                      <a:pt x="66" y="51"/>
                      <a:pt x="73" y="43"/>
                      <a:pt x="73" y="35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7"/>
                      <a:pt x="66" y="0"/>
                      <a:pt x="57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22"/>
              <p:cNvSpPr>
                <a:spLocks noEditPoints="1"/>
              </p:cNvSpPr>
              <p:nvPr/>
            </p:nvSpPr>
            <p:spPr bwMode="auto">
              <a:xfrm>
                <a:off x="1907830" y="3820986"/>
                <a:ext cx="191645" cy="273779"/>
              </a:xfrm>
              <a:custGeom>
                <a:avLst/>
                <a:gdLst>
                  <a:gd name="T0" fmla="*/ 34 w 50"/>
                  <a:gd name="T1" fmla="*/ 16 h 72"/>
                  <a:gd name="T2" fmla="*/ 34 w 50"/>
                  <a:gd name="T3" fmla="*/ 56 h 72"/>
                  <a:gd name="T4" fmla="*/ 16 w 50"/>
                  <a:gd name="T5" fmla="*/ 56 h 72"/>
                  <a:gd name="T6" fmla="*/ 16 w 50"/>
                  <a:gd name="T7" fmla="*/ 16 h 72"/>
                  <a:gd name="T8" fmla="*/ 34 w 50"/>
                  <a:gd name="T9" fmla="*/ 16 h 72"/>
                  <a:gd name="T10" fmla="*/ 34 w 50"/>
                  <a:gd name="T11" fmla="*/ 0 h 72"/>
                  <a:gd name="T12" fmla="*/ 16 w 50"/>
                  <a:gd name="T13" fmla="*/ 0 h 72"/>
                  <a:gd name="T14" fmla="*/ 0 w 50"/>
                  <a:gd name="T15" fmla="*/ 16 h 72"/>
                  <a:gd name="T16" fmla="*/ 0 w 50"/>
                  <a:gd name="T17" fmla="*/ 56 h 72"/>
                  <a:gd name="T18" fmla="*/ 16 w 50"/>
                  <a:gd name="T19" fmla="*/ 72 h 72"/>
                  <a:gd name="T20" fmla="*/ 34 w 50"/>
                  <a:gd name="T21" fmla="*/ 72 h 72"/>
                  <a:gd name="T22" fmla="*/ 50 w 50"/>
                  <a:gd name="T23" fmla="*/ 56 h 72"/>
                  <a:gd name="T24" fmla="*/ 50 w 50"/>
                  <a:gd name="T25" fmla="*/ 16 h 72"/>
                  <a:gd name="T26" fmla="*/ 34 w 50"/>
                  <a:gd name="T27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2">
                    <a:moveTo>
                      <a:pt x="34" y="16"/>
                    </a:moveTo>
                    <a:cubicBezTo>
                      <a:pt x="34" y="56"/>
                      <a:pt x="34" y="56"/>
                      <a:pt x="34" y="56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65"/>
                      <a:pt x="7" y="72"/>
                      <a:pt x="16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43" y="72"/>
                      <a:pt x="50" y="65"/>
                      <a:pt x="50" y="56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23"/>
              <p:cNvSpPr>
                <a:spLocks noEditPoints="1"/>
              </p:cNvSpPr>
              <p:nvPr/>
            </p:nvSpPr>
            <p:spPr bwMode="auto">
              <a:xfrm>
                <a:off x="1661428" y="3405486"/>
                <a:ext cx="600703" cy="594262"/>
              </a:xfrm>
              <a:custGeom>
                <a:avLst/>
                <a:gdLst>
                  <a:gd name="T0" fmla="*/ 105 w 158"/>
                  <a:gd name="T1" fmla="*/ 16 h 156"/>
                  <a:gd name="T2" fmla="*/ 140 w 158"/>
                  <a:gd name="T3" fmla="*/ 56 h 156"/>
                  <a:gd name="T4" fmla="*/ 56 w 158"/>
                  <a:gd name="T5" fmla="*/ 140 h 156"/>
                  <a:gd name="T6" fmla="*/ 17 w 158"/>
                  <a:gd name="T7" fmla="*/ 99 h 156"/>
                  <a:gd name="T8" fmla="*/ 105 w 158"/>
                  <a:gd name="T9" fmla="*/ 16 h 156"/>
                  <a:gd name="T10" fmla="*/ 105 w 158"/>
                  <a:gd name="T11" fmla="*/ 0 h 156"/>
                  <a:gd name="T12" fmla="*/ 94 w 158"/>
                  <a:gd name="T13" fmla="*/ 5 h 156"/>
                  <a:gd name="T14" fmla="*/ 6 w 158"/>
                  <a:gd name="T15" fmla="*/ 87 h 156"/>
                  <a:gd name="T16" fmla="*/ 5 w 158"/>
                  <a:gd name="T17" fmla="*/ 109 h 156"/>
                  <a:gd name="T18" fmla="*/ 44 w 158"/>
                  <a:gd name="T19" fmla="*/ 151 h 156"/>
                  <a:gd name="T20" fmla="*/ 55 w 158"/>
                  <a:gd name="T21" fmla="*/ 156 h 156"/>
                  <a:gd name="T22" fmla="*/ 56 w 158"/>
                  <a:gd name="T23" fmla="*/ 156 h 156"/>
                  <a:gd name="T24" fmla="*/ 67 w 158"/>
                  <a:gd name="T25" fmla="*/ 152 h 156"/>
                  <a:gd name="T26" fmla="*/ 151 w 158"/>
                  <a:gd name="T27" fmla="*/ 67 h 156"/>
                  <a:gd name="T28" fmla="*/ 152 w 158"/>
                  <a:gd name="T29" fmla="*/ 45 h 156"/>
                  <a:gd name="T30" fmla="*/ 117 w 158"/>
                  <a:gd name="T31" fmla="*/ 6 h 156"/>
                  <a:gd name="T32" fmla="*/ 105 w 158"/>
                  <a:gd name="T33" fmla="*/ 0 h 156"/>
                  <a:gd name="T34" fmla="*/ 105 w 158"/>
                  <a:gd name="T35" fmla="*/ 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58" h="156">
                    <a:moveTo>
                      <a:pt x="105" y="16"/>
                    </a:moveTo>
                    <a:cubicBezTo>
                      <a:pt x="140" y="56"/>
                      <a:pt x="140" y="56"/>
                      <a:pt x="140" y="56"/>
                    </a:cubicBezTo>
                    <a:cubicBezTo>
                      <a:pt x="56" y="140"/>
                      <a:pt x="56" y="140"/>
                      <a:pt x="56" y="140"/>
                    </a:cubicBezTo>
                    <a:cubicBezTo>
                      <a:pt x="17" y="99"/>
                      <a:pt x="17" y="99"/>
                      <a:pt x="17" y="99"/>
                    </a:cubicBezTo>
                    <a:cubicBezTo>
                      <a:pt x="105" y="16"/>
                      <a:pt x="105" y="16"/>
                      <a:pt x="105" y="16"/>
                    </a:cubicBezTo>
                    <a:moveTo>
                      <a:pt x="105" y="0"/>
                    </a:moveTo>
                    <a:cubicBezTo>
                      <a:pt x="101" y="0"/>
                      <a:pt x="97" y="2"/>
                      <a:pt x="94" y="5"/>
                    </a:cubicBezTo>
                    <a:cubicBezTo>
                      <a:pt x="6" y="87"/>
                      <a:pt x="6" y="87"/>
                      <a:pt x="6" y="87"/>
                    </a:cubicBezTo>
                    <a:cubicBezTo>
                      <a:pt x="0" y="93"/>
                      <a:pt x="0" y="103"/>
                      <a:pt x="5" y="109"/>
                    </a:cubicBezTo>
                    <a:cubicBezTo>
                      <a:pt x="44" y="151"/>
                      <a:pt x="44" y="151"/>
                      <a:pt x="44" y="151"/>
                    </a:cubicBezTo>
                    <a:cubicBezTo>
                      <a:pt x="47" y="154"/>
                      <a:pt x="51" y="156"/>
                      <a:pt x="55" y="156"/>
                    </a:cubicBezTo>
                    <a:cubicBezTo>
                      <a:pt x="55" y="156"/>
                      <a:pt x="56" y="156"/>
                      <a:pt x="56" y="156"/>
                    </a:cubicBezTo>
                    <a:cubicBezTo>
                      <a:pt x="60" y="156"/>
                      <a:pt x="64" y="155"/>
                      <a:pt x="67" y="152"/>
                    </a:cubicBezTo>
                    <a:cubicBezTo>
                      <a:pt x="151" y="67"/>
                      <a:pt x="151" y="67"/>
                      <a:pt x="151" y="67"/>
                    </a:cubicBezTo>
                    <a:cubicBezTo>
                      <a:pt x="157" y="61"/>
                      <a:pt x="158" y="52"/>
                      <a:pt x="152" y="45"/>
                    </a:cubicBezTo>
                    <a:cubicBezTo>
                      <a:pt x="117" y="6"/>
                      <a:pt x="117" y="6"/>
                      <a:pt x="117" y="6"/>
                    </a:cubicBezTo>
                    <a:cubicBezTo>
                      <a:pt x="114" y="3"/>
                      <a:pt x="110" y="1"/>
                      <a:pt x="105" y="0"/>
                    </a:cubicBezTo>
                    <a:cubicBezTo>
                      <a:pt x="105" y="0"/>
                      <a:pt x="105" y="0"/>
                      <a:pt x="105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24"/>
              <p:cNvSpPr>
                <a:spLocks noEditPoints="1"/>
              </p:cNvSpPr>
              <p:nvPr/>
            </p:nvSpPr>
            <p:spPr bwMode="auto">
              <a:xfrm>
                <a:off x="1555138" y="3790388"/>
                <a:ext cx="318872" cy="293105"/>
              </a:xfrm>
              <a:custGeom>
                <a:avLst/>
                <a:gdLst>
                  <a:gd name="T0" fmla="*/ 32 w 84"/>
                  <a:gd name="T1" fmla="*/ 16 h 77"/>
                  <a:gd name="T2" fmla="*/ 67 w 84"/>
                  <a:gd name="T3" fmla="*/ 50 h 77"/>
                  <a:gd name="T4" fmla="*/ 17 w 84"/>
                  <a:gd name="T5" fmla="*/ 61 h 77"/>
                  <a:gd name="T6" fmla="*/ 32 w 84"/>
                  <a:gd name="T7" fmla="*/ 16 h 77"/>
                  <a:gd name="T8" fmla="*/ 32 w 84"/>
                  <a:gd name="T9" fmla="*/ 0 h 77"/>
                  <a:gd name="T10" fmla="*/ 28 w 84"/>
                  <a:gd name="T11" fmla="*/ 1 h 77"/>
                  <a:gd name="T12" fmla="*/ 17 w 84"/>
                  <a:gd name="T13" fmla="*/ 11 h 77"/>
                  <a:gd name="T14" fmla="*/ 2 w 84"/>
                  <a:gd name="T15" fmla="*/ 56 h 77"/>
                  <a:gd name="T16" fmla="*/ 5 w 84"/>
                  <a:gd name="T17" fmla="*/ 72 h 77"/>
                  <a:gd name="T18" fmla="*/ 17 w 84"/>
                  <a:gd name="T19" fmla="*/ 77 h 77"/>
                  <a:gd name="T20" fmla="*/ 20 w 84"/>
                  <a:gd name="T21" fmla="*/ 76 h 77"/>
                  <a:gd name="T22" fmla="*/ 71 w 84"/>
                  <a:gd name="T23" fmla="*/ 65 h 77"/>
                  <a:gd name="T24" fmla="*/ 83 w 84"/>
                  <a:gd name="T25" fmla="*/ 54 h 77"/>
                  <a:gd name="T26" fmla="*/ 78 w 84"/>
                  <a:gd name="T27" fmla="*/ 38 h 77"/>
                  <a:gd name="T28" fmla="*/ 43 w 84"/>
                  <a:gd name="T29" fmla="*/ 5 h 77"/>
                  <a:gd name="T30" fmla="*/ 32 w 84"/>
                  <a:gd name="T31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4" h="77">
                    <a:moveTo>
                      <a:pt x="32" y="16"/>
                    </a:moveTo>
                    <a:cubicBezTo>
                      <a:pt x="67" y="50"/>
                      <a:pt x="67" y="50"/>
                      <a:pt x="67" y="50"/>
                    </a:cubicBezTo>
                    <a:cubicBezTo>
                      <a:pt x="17" y="61"/>
                      <a:pt x="17" y="61"/>
                      <a:pt x="17" y="61"/>
                    </a:cubicBezTo>
                    <a:cubicBezTo>
                      <a:pt x="32" y="16"/>
                      <a:pt x="32" y="16"/>
                      <a:pt x="32" y="16"/>
                    </a:cubicBezTo>
                    <a:moveTo>
                      <a:pt x="32" y="0"/>
                    </a:moveTo>
                    <a:cubicBezTo>
                      <a:pt x="31" y="0"/>
                      <a:pt x="29" y="0"/>
                      <a:pt x="28" y="1"/>
                    </a:cubicBezTo>
                    <a:cubicBezTo>
                      <a:pt x="23" y="2"/>
                      <a:pt x="18" y="6"/>
                      <a:pt x="17" y="11"/>
                    </a:cubicBezTo>
                    <a:cubicBezTo>
                      <a:pt x="2" y="56"/>
                      <a:pt x="2" y="56"/>
                      <a:pt x="2" y="56"/>
                    </a:cubicBezTo>
                    <a:cubicBezTo>
                      <a:pt x="0" y="61"/>
                      <a:pt x="1" y="67"/>
                      <a:pt x="5" y="72"/>
                    </a:cubicBezTo>
                    <a:cubicBezTo>
                      <a:pt x="8" y="75"/>
                      <a:pt x="12" y="77"/>
                      <a:pt x="17" y="77"/>
                    </a:cubicBezTo>
                    <a:cubicBezTo>
                      <a:pt x="18" y="77"/>
                      <a:pt x="19" y="77"/>
                      <a:pt x="20" y="76"/>
                    </a:cubicBezTo>
                    <a:cubicBezTo>
                      <a:pt x="71" y="65"/>
                      <a:pt x="71" y="65"/>
                      <a:pt x="71" y="65"/>
                    </a:cubicBezTo>
                    <a:cubicBezTo>
                      <a:pt x="77" y="64"/>
                      <a:pt x="81" y="59"/>
                      <a:pt x="83" y="54"/>
                    </a:cubicBezTo>
                    <a:cubicBezTo>
                      <a:pt x="84" y="48"/>
                      <a:pt x="83" y="42"/>
                      <a:pt x="78" y="38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40" y="2"/>
                      <a:pt x="36" y="0"/>
                      <a:pt x="32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25"/>
              <p:cNvSpPr>
                <a:spLocks/>
              </p:cNvSpPr>
              <p:nvPr/>
            </p:nvSpPr>
            <p:spPr bwMode="auto">
              <a:xfrm>
                <a:off x="1371545" y="3642225"/>
                <a:ext cx="69249" cy="148163"/>
              </a:xfrm>
              <a:custGeom>
                <a:avLst/>
                <a:gdLst>
                  <a:gd name="T0" fmla="*/ 0 w 43"/>
                  <a:gd name="T1" fmla="*/ 0 h 92"/>
                  <a:gd name="T2" fmla="*/ 43 w 43"/>
                  <a:gd name="T3" fmla="*/ 0 h 92"/>
                  <a:gd name="T4" fmla="*/ 43 w 43"/>
                  <a:gd name="T5" fmla="*/ 92 h 92"/>
                  <a:gd name="T6" fmla="*/ 0 w 43"/>
                  <a:gd name="T7" fmla="*/ 92 h 92"/>
                  <a:gd name="T8" fmla="*/ 0 w 43"/>
                  <a:gd name="T9" fmla="*/ 0 h 92"/>
                  <a:gd name="T10" fmla="*/ 0 w 43"/>
                  <a:gd name="T11" fmla="*/ 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2">
                    <a:moveTo>
                      <a:pt x="0" y="0"/>
                    </a:moveTo>
                    <a:lnTo>
                      <a:pt x="43" y="0"/>
                    </a:lnTo>
                    <a:lnTo>
                      <a:pt x="43" y="92"/>
                    </a:lnTo>
                    <a:lnTo>
                      <a:pt x="0" y="9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26"/>
              <p:cNvSpPr>
                <a:spLocks/>
              </p:cNvSpPr>
              <p:nvPr/>
            </p:nvSpPr>
            <p:spPr bwMode="auto">
              <a:xfrm>
                <a:off x="1371545" y="3642225"/>
                <a:ext cx="156215" cy="59588"/>
              </a:xfrm>
              <a:custGeom>
                <a:avLst/>
                <a:gdLst>
                  <a:gd name="T0" fmla="*/ 0 w 97"/>
                  <a:gd name="T1" fmla="*/ 0 h 37"/>
                  <a:gd name="T2" fmla="*/ 97 w 97"/>
                  <a:gd name="T3" fmla="*/ 0 h 37"/>
                  <a:gd name="T4" fmla="*/ 97 w 97"/>
                  <a:gd name="T5" fmla="*/ 37 h 37"/>
                  <a:gd name="T6" fmla="*/ 0 w 97"/>
                  <a:gd name="T7" fmla="*/ 37 h 37"/>
                  <a:gd name="T8" fmla="*/ 0 w 97"/>
                  <a:gd name="T9" fmla="*/ 0 h 37"/>
                  <a:gd name="T10" fmla="*/ 0 w 97"/>
                  <a:gd name="T11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7" h="37">
                    <a:moveTo>
                      <a:pt x="0" y="0"/>
                    </a:moveTo>
                    <a:lnTo>
                      <a:pt x="97" y="0"/>
                    </a:lnTo>
                    <a:lnTo>
                      <a:pt x="97" y="37"/>
                    </a:lnTo>
                    <a:lnTo>
                      <a:pt x="0" y="37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27"/>
              <p:cNvSpPr>
                <a:spLocks/>
              </p:cNvSpPr>
              <p:nvPr/>
            </p:nvSpPr>
            <p:spPr bwMode="auto">
              <a:xfrm>
                <a:off x="1622777" y="3642225"/>
                <a:ext cx="161046" cy="59588"/>
              </a:xfrm>
              <a:custGeom>
                <a:avLst/>
                <a:gdLst>
                  <a:gd name="T0" fmla="*/ 0 w 100"/>
                  <a:gd name="T1" fmla="*/ 37 h 37"/>
                  <a:gd name="T2" fmla="*/ 0 w 100"/>
                  <a:gd name="T3" fmla="*/ 0 h 37"/>
                  <a:gd name="T4" fmla="*/ 100 w 100"/>
                  <a:gd name="T5" fmla="*/ 0 h 37"/>
                  <a:gd name="T6" fmla="*/ 64 w 100"/>
                  <a:gd name="T7" fmla="*/ 37 h 37"/>
                  <a:gd name="T8" fmla="*/ 0 w 100"/>
                  <a:gd name="T9" fmla="*/ 37 h 37"/>
                  <a:gd name="T10" fmla="*/ 0 w 100"/>
                  <a:gd name="T11" fmla="*/ 37 h 37"/>
                  <a:gd name="T12" fmla="*/ 0 w 100"/>
                  <a:gd name="T1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0" h="37">
                    <a:moveTo>
                      <a:pt x="0" y="37"/>
                    </a:moveTo>
                    <a:lnTo>
                      <a:pt x="0" y="0"/>
                    </a:lnTo>
                    <a:lnTo>
                      <a:pt x="100" y="0"/>
                    </a:lnTo>
                    <a:lnTo>
                      <a:pt x="64" y="37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Freeform 28"/>
              <p:cNvSpPr>
                <a:spLocks/>
              </p:cNvSpPr>
              <p:nvPr/>
            </p:nvSpPr>
            <p:spPr bwMode="auto">
              <a:xfrm>
                <a:off x="1622777" y="4212330"/>
                <a:ext cx="161046" cy="72471"/>
              </a:xfrm>
              <a:custGeom>
                <a:avLst/>
                <a:gdLst>
                  <a:gd name="T0" fmla="*/ 0 w 100"/>
                  <a:gd name="T1" fmla="*/ 0 h 45"/>
                  <a:gd name="T2" fmla="*/ 100 w 100"/>
                  <a:gd name="T3" fmla="*/ 0 h 45"/>
                  <a:gd name="T4" fmla="*/ 100 w 100"/>
                  <a:gd name="T5" fmla="*/ 45 h 45"/>
                  <a:gd name="T6" fmla="*/ 0 w 100"/>
                  <a:gd name="T7" fmla="*/ 45 h 45"/>
                  <a:gd name="T8" fmla="*/ 0 w 100"/>
                  <a:gd name="T9" fmla="*/ 0 h 45"/>
                  <a:gd name="T10" fmla="*/ 0 w 100"/>
                  <a:gd name="T11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0" h="45">
                    <a:moveTo>
                      <a:pt x="0" y="0"/>
                    </a:moveTo>
                    <a:lnTo>
                      <a:pt x="100" y="0"/>
                    </a:lnTo>
                    <a:lnTo>
                      <a:pt x="100" y="45"/>
                    </a:lnTo>
                    <a:lnTo>
                      <a:pt x="0" y="4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Freeform 29"/>
              <p:cNvSpPr>
                <a:spLocks/>
              </p:cNvSpPr>
              <p:nvPr/>
            </p:nvSpPr>
            <p:spPr bwMode="auto">
              <a:xfrm>
                <a:off x="1371545" y="4125365"/>
                <a:ext cx="69249" cy="159437"/>
              </a:xfrm>
              <a:custGeom>
                <a:avLst/>
                <a:gdLst>
                  <a:gd name="T0" fmla="*/ 0 w 43"/>
                  <a:gd name="T1" fmla="*/ 0 h 99"/>
                  <a:gd name="T2" fmla="*/ 43 w 43"/>
                  <a:gd name="T3" fmla="*/ 0 h 99"/>
                  <a:gd name="T4" fmla="*/ 43 w 43"/>
                  <a:gd name="T5" fmla="*/ 99 h 99"/>
                  <a:gd name="T6" fmla="*/ 0 w 43"/>
                  <a:gd name="T7" fmla="*/ 99 h 99"/>
                  <a:gd name="T8" fmla="*/ 0 w 43"/>
                  <a:gd name="T9" fmla="*/ 0 h 99"/>
                  <a:gd name="T10" fmla="*/ 0 w 43"/>
                  <a:gd name="T11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9">
                    <a:moveTo>
                      <a:pt x="0" y="0"/>
                    </a:moveTo>
                    <a:lnTo>
                      <a:pt x="43" y="0"/>
                    </a:lnTo>
                    <a:lnTo>
                      <a:pt x="43" y="99"/>
                    </a:lnTo>
                    <a:lnTo>
                      <a:pt x="0" y="99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30"/>
              <p:cNvSpPr>
                <a:spLocks/>
              </p:cNvSpPr>
              <p:nvPr/>
            </p:nvSpPr>
            <p:spPr bwMode="auto">
              <a:xfrm>
                <a:off x="1371545" y="4212330"/>
                <a:ext cx="156215" cy="72471"/>
              </a:xfrm>
              <a:custGeom>
                <a:avLst/>
                <a:gdLst>
                  <a:gd name="T0" fmla="*/ 0 w 97"/>
                  <a:gd name="T1" fmla="*/ 0 h 45"/>
                  <a:gd name="T2" fmla="*/ 97 w 97"/>
                  <a:gd name="T3" fmla="*/ 0 h 45"/>
                  <a:gd name="T4" fmla="*/ 97 w 97"/>
                  <a:gd name="T5" fmla="*/ 45 h 45"/>
                  <a:gd name="T6" fmla="*/ 0 w 97"/>
                  <a:gd name="T7" fmla="*/ 45 h 45"/>
                  <a:gd name="T8" fmla="*/ 0 w 97"/>
                  <a:gd name="T9" fmla="*/ 0 h 45"/>
                  <a:gd name="T10" fmla="*/ 0 w 97"/>
                  <a:gd name="T11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7" h="45">
                    <a:moveTo>
                      <a:pt x="0" y="0"/>
                    </a:moveTo>
                    <a:lnTo>
                      <a:pt x="97" y="0"/>
                    </a:lnTo>
                    <a:lnTo>
                      <a:pt x="97" y="45"/>
                    </a:lnTo>
                    <a:lnTo>
                      <a:pt x="0" y="4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Freeform 31"/>
              <p:cNvSpPr>
                <a:spLocks/>
              </p:cNvSpPr>
              <p:nvPr/>
            </p:nvSpPr>
            <p:spPr bwMode="auto">
              <a:xfrm>
                <a:off x="1371545" y="3880574"/>
                <a:ext cx="69249" cy="152995"/>
              </a:xfrm>
              <a:custGeom>
                <a:avLst/>
                <a:gdLst>
                  <a:gd name="T0" fmla="*/ 0 w 43"/>
                  <a:gd name="T1" fmla="*/ 0 h 95"/>
                  <a:gd name="T2" fmla="*/ 43 w 43"/>
                  <a:gd name="T3" fmla="*/ 0 h 95"/>
                  <a:gd name="T4" fmla="*/ 43 w 43"/>
                  <a:gd name="T5" fmla="*/ 95 h 95"/>
                  <a:gd name="T6" fmla="*/ 0 w 43"/>
                  <a:gd name="T7" fmla="*/ 95 h 95"/>
                  <a:gd name="T8" fmla="*/ 0 w 43"/>
                  <a:gd name="T9" fmla="*/ 0 h 95"/>
                  <a:gd name="T10" fmla="*/ 0 w 43"/>
                  <a:gd name="T11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5">
                    <a:moveTo>
                      <a:pt x="0" y="0"/>
                    </a:moveTo>
                    <a:lnTo>
                      <a:pt x="43" y="0"/>
                    </a:lnTo>
                    <a:lnTo>
                      <a:pt x="43" y="95"/>
                    </a:lnTo>
                    <a:lnTo>
                      <a:pt x="0" y="9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" name="Freeform 32"/>
              <p:cNvSpPr>
                <a:spLocks/>
              </p:cNvSpPr>
              <p:nvPr/>
            </p:nvSpPr>
            <p:spPr bwMode="auto">
              <a:xfrm>
                <a:off x="1969027" y="4125365"/>
                <a:ext cx="69249" cy="159437"/>
              </a:xfrm>
              <a:custGeom>
                <a:avLst/>
                <a:gdLst>
                  <a:gd name="T0" fmla="*/ 0 w 43"/>
                  <a:gd name="T1" fmla="*/ 0 h 99"/>
                  <a:gd name="T2" fmla="*/ 43 w 43"/>
                  <a:gd name="T3" fmla="*/ 0 h 99"/>
                  <a:gd name="T4" fmla="*/ 43 w 43"/>
                  <a:gd name="T5" fmla="*/ 99 h 99"/>
                  <a:gd name="T6" fmla="*/ 0 w 43"/>
                  <a:gd name="T7" fmla="*/ 99 h 99"/>
                  <a:gd name="T8" fmla="*/ 0 w 43"/>
                  <a:gd name="T9" fmla="*/ 0 h 99"/>
                  <a:gd name="T10" fmla="*/ 0 w 43"/>
                  <a:gd name="T11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9">
                    <a:moveTo>
                      <a:pt x="0" y="0"/>
                    </a:moveTo>
                    <a:lnTo>
                      <a:pt x="43" y="0"/>
                    </a:lnTo>
                    <a:lnTo>
                      <a:pt x="43" y="99"/>
                    </a:lnTo>
                    <a:lnTo>
                      <a:pt x="0" y="99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" name="Freeform 33"/>
              <p:cNvSpPr>
                <a:spLocks/>
              </p:cNvSpPr>
              <p:nvPr/>
            </p:nvSpPr>
            <p:spPr bwMode="auto">
              <a:xfrm>
                <a:off x="1882062" y="4212330"/>
                <a:ext cx="156215" cy="72471"/>
              </a:xfrm>
              <a:custGeom>
                <a:avLst/>
                <a:gdLst>
                  <a:gd name="T0" fmla="*/ 0 w 97"/>
                  <a:gd name="T1" fmla="*/ 0 h 45"/>
                  <a:gd name="T2" fmla="*/ 97 w 97"/>
                  <a:gd name="T3" fmla="*/ 0 h 45"/>
                  <a:gd name="T4" fmla="*/ 97 w 97"/>
                  <a:gd name="T5" fmla="*/ 45 h 45"/>
                  <a:gd name="T6" fmla="*/ 0 w 97"/>
                  <a:gd name="T7" fmla="*/ 45 h 45"/>
                  <a:gd name="T8" fmla="*/ 0 w 97"/>
                  <a:gd name="T9" fmla="*/ 0 h 45"/>
                  <a:gd name="T10" fmla="*/ 0 w 97"/>
                  <a:gd name="T11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7" h="45">
                    <a:moveTo>
                      <a:pt x="0" y="0"/>
                    </a:moveTo>
                    <a:lnTo>
                      <a:pt x="97" y="0"/>
                    </a:lnTo>
                    <a:lnTo>
                      <a:pt x="97" y="45"/>
                    </a:lnTo>
                    <a:lnTo>
                      <a:pt x="0" y="4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" name="Freeform 34"/>
              <p:cNvSpPr>
                <a:spLocks/>
              </p:cNvSpPr>
              <p:nvPr/>
            </p:nvSpPr>
            <p:spPr bwMode="auto">
              <a:xfrm>
                <a:off x="1969027" y="3880574"/>
                <a:ext cx="69249" cy="152995"/>
              </a:xfrm>
              <a:custGeom>
                <a:avLst/>
                <a:gdLst>
                  <a:gd name="T0" fmla="*/ 0 w 43"/>
                  <a:gd name="T1" fmla="*/ 0 h 95"/>
                  <a:gd name="T2" fmla="*/ 43 w 43"/>
                  <a:gd name="T3" fmla="*/ 0 h 95"/>
                  <a:gd name="T4" fmla="*/ 43 w 43"/>
                  <a:gd name="T5" fmla="*/ 95 h 95"/>
                  <a:gd name="T6" fmla="*/ 0 w 43"/>
                  <a:gd name="T7" fmla="*/ 95 h 95"/>
                  <a:gd name="T8" fmla="*/ 0 w 43"/>
                  <a:gd name="T9" fmla="*/ 0 h 95"/>
                  <a:gd name="T10" fmla="*/ 0 w 43"/>
                  <a:gd name="T11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5">
                    <a:moveTo>
                      <a:pt x="0" y="0"/>
                    </a:moveTo>
                    <a:lnTo>
                      <a:pt x="43" y="0"/>
                    </a:lnTo>
                    <a:lnTo>
                      <a:pt x="43" y="95"/>
                    </a:lnTo>
                    <a:lnTo>
                      <a:pt x="0" y="9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Freeform 35"/>
              <p:cNvSpPr>
                <a:spLocks/>
              </p:cNvSpPr>
              <p:nvPr/>
            </p:nvSpPr>
            <p:spPr bwMode="auto">
              <a:xfrm>
                <a:off x="1725847" y="3466684"/>
                <a:ext cx="468645" cy="471867"/>
              </a:xfrm>
              <a:custGeom>
                <a:avLst/>
                <a:gdLst>
                  <a:gd name="T0" fmla="*/ 208 w 291"/>
                  <a:gd name="T1" fmla="*/ 0 h 293"/>
                  <a:gd name="T2" fmla="*/ 0 w 291"/>
                  <a:gd name="T3" fmla="*/ 196 h 293"/>
                  <a:gd name="T4" fmla="*/ 92 w 291"/>
                  <a:gd name="T5" fmla="*/ 293 h 293"/>
                  <a:gd name="T6" fmla="*/ 291 w 291"/>
                  <a:gd name="T7" fmla="*/ 94 h 293"/>
                  <a:gd name="T8" fmla="*/ 208 w 291"/>
                  <a:gd name="T9" fmla="*/ 0 h 293"/>
                  <a:gd name="T10" fmla="*/ 208 w 291"/>
                  <a:gd name="T11" fmla="*/ 0 h 293"/>
                  <a:gd name="T12" fmla="*/ 208 w 291"/>
                  <a:gd name="T13" fmla="*/ 0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1" h="293">
                    <a:moveTo>
                      <a:pt x="208" y="0"/>
                    </a:moveTo>
                    <a:lnTo>
                      <a:pt x="0" y="196"/>
                    </a:lnTo>
                    <a:lnTo>
                      <a:pt x="92" y="293"/>
                    </a:lnTo>
                    <a:lnTo>
                      <a:pt x="291" y="94"/>
                    </a:lnTo>
                    <a:lnTo>
                      <a:pt x="208" y="0"/>
                    </a:lnTo>
                    <a:lnTo>
                      <a:pt x="208" y="0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Freeform 36"/>
              <p:cNvSpPr>
                <a:spLocks/>
              </p:cNvSpPr>
              <p:nvPr/>
            </p:nvSpPr>
            <p:spPr bwMode="auto">
              <a:xfrm>
                <a:off x="1619556" y="3849975"/>
                <a:ext cx="190035" cy="172320"/>
              </a:xfrm>
              <a:custGeom>
                <a:avLst/>
                <a:gdLst>
                  <a:gd name="T0" fmla="*/ 35 w 118"/>
                  <a:gd name="T1" fmla="*/ 0 h 107"/>
                  <a:gd name="T2" fmla="*/ 0 w 118"/>
                  <a:gd name="T3" fmla="*/ 107 h 107"/>
                  <a:gd name="T4" fmla="*/ 118 w 118"/>
                  <a:gd name="T5" fmla="*/ 81 h 107"/>
                  <a:gd name="T6" fmla="*/ 35 w 118"/>
                  <a:gd name="T7" fmla="*/ 0 h 107"/>
                  <a:gd name="T8" fmla="*/ 35 w 118"/>
                  <a:gd name="T9" fmla="*/ 0 h 107"/>
                  <a:gd name="T10" fmla="*/ 35 w 118"/>
                  <a:gd name="T11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8" h="107">
                    <a:moveTo>
                      <a:pt x="35" y="0"/>
                    </a:moveTo>
                    <a:lnTo>
                      <a:pt x="0" y="107"/>
                    </a:lnTo>
                    <a:lnTo>
                      <a:pt x="118" y="81"/>
                    </a:lnTo>
                    <a:lnTo>
                      <a:pt x="35" y="0"/>
                    </a:lnTo>
                    <a:lnTo>
                      <a:pt x="35" y="0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31D8C5E-B231-4646-BDD7-8D31A8726725}"/>
              </a:ext>
            </a:extLst>
          </p:cNvPr>
          <p:cNvSpPr txBox="1"/>
          <p:nvPr/>
        </p:nvSpPr>
        <p:spPr>
          <a:xfrm>
            <a:off x="1722569" y="2057400"/>
            <a:ext cx="22398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Bài 6</a:t>
            </a:r>
            <a:endParaRPr lang="en-US" sz="6000" b="1"/>
          </a:p>
        </p:txBody>
      </p:sp>
      <p:sp>
        <p:nvSpPr>
          <p:cNvPr id="103" name="Round Same Side Corner Rectangle 6">
            <a:extLst>
              <a:ext uri="{FF2B5EF4-FFF2-40B4-BE49-F238E27FC236}">
                <a16:creationId xmlns:a16="http://schemas.microsoft.com/office/drawing/2014/main" id="{434B2CEB-32A5-449F-AF7B-FDDE9B965241}"/>
              </a:ext>
            </a:extLst>
          </p:cNvPr>
          <p:cNvSpPr/>
          <p:nvPr/>
        </p:nvSpPr>
        <p:spPr>
          <a:xfrm flipV="1">
            <a:off x="7317560" y="1602363"/>
            <a:ext cx="9518389" cy="1099993"/>
          </a:xfrm>
          <a:prstGeom prst="round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4D90D6F-F210-4FDE-B2C0-A6665B648DA4}"/>
              </a:ext>
            </a:extLst>
          </p:cNvPr>
          <p:cNvSpPr txBox="1"/>
          <p:nvPr/>
        </p:nvSpPr>
        <p:spPr>
          <a:xfrm>
            <a:off x="8155532" y="1643824"/>
            <a:ext cx="82573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BÀI TẬP TRẮC NGHIỆM</a:t>
            </a:r>
            <a:endParaRPr lang="vi-VN" sz="5400" b="1" dirty="0">
              <a:solidFill>
                <a:schemeClr val="bg1"/>
              </a:solidFill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DC42956-B52A-4C08-A855-473D9AFE6CF9}"/>
              </a:ext>
            </a:extLst>
          </p:cNvPr>
          <p:cNvSpPr/>
          <p:nvPr/>
        </p:nvSpPr>
        <p:spPr>
          <a:xfrm>
            <a:off x="4114800" y="9396166"/>
            <a:ext cx="16942784" cy="18725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Aft>
                <a:spcPts val="0"/>
              </a:spcAft>
              <a:tabLst>
                <a:tab pos="180340" algn="l"/>
                <a:tab pos="288290" algn="l"/>
                <a:tab pos="467995" algn="l"/>
                <a:tab pos="540385" algn="l"/>
                <a:tab pos="648335" algn="l"/>
                <a:tab pos="1260475" algn="l"/>
                <a:tab pos="3780790" algn="l"/>
              </a:tabLst>
            </a:pPr>
            <a:r>
              <a:rPr lang="nl-NL" sz="5000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 D.</a:t>
            </a:r>
            <a:endParaRPr lang="en-US" sz="50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180340" algn="just">
              <a:lnSpc>
                <a:spcPct val="120000"/>
              </a:lnSpc>
              <a:spcAft>
                <a:spcPts val="0"/>
              </a:spcAft>
              <a:tabLst>
                <a:tab pos="180340" algn="l"/>
                <a:tab pos="288290" algn="l"/>
                <a:tab pos="467995" algn="l"/>
                <a:tab pos="540385" algn="l"/>
                <a:tab pos="648335" algn="l"/>
                <a:tab pos="1260475" algn="l"/>
                <a:tab pos="3780790" algn="l"/>
              </a:tabLst>
            </a:pPr>
            <a:r>
              <a:rPr lang="nl-NL" sz="5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</a:t>
            </a:r>
            <a:r>
              <a:rPr lang="nl-NL" sz="5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Bề lõm hướng xuống nên </a:t>
            </a:r>
            <a:endParaRPr lang="en-US" sz="50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Rectangle 12">
            <a:extLst>
              <a:ext uri="{FF2B5EF4-FFF2-40B4-BE49-F238E27FC236}">
                <a16:creationId xmlns:a16="http://schemas.microsoft.com/office/drawing/2014/main" id="{41186382-EF7E-4078-A91C-B21BE63D3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7086" y="11388607"/>
            <a:ext cx="11064247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180975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en-US" sz="5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</a:t>
            </a:r>
            <a:r>
              <a:rPr kumimoji="0" lang="nl-NL" altLang="en-US" sz="5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Hoàng độ đỉnh của parabol có tọa độ là </a:t>
            </a:r>
            <a:endParaRPr kumimoji="0" lang="nl-NL" altLang="en-US" sz="5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1258172A-88F9-4BC8-BC1E-00608B01C46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4393783" y="11049000"/>
          <a:ext cx="3179922" cy="1667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4" name="Equation" r:id="rId3" imgW="787320" imgH="393480" progId="Equation.DSMT4">
                  <p:embed/>
                </p:oleObj>
              </mc:Choice>
              <mc:Fallback>
                <p:oleObj name="Equation" r:id="rId3" imgW="787320" imgH="393480" progId="Equation.DSMT4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1258172A-88F9-4BC8-BC1E-00608B01C4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3783" y="11049000"/>
                        <a:ext cx="3179922" cy="166766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2CF35B73-34C6-4901-A159-75AE61A2FDA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2115800" y="10542808"/>
          <a:ext cx="1385455" cy="5426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5" name="Equation" r:id="rId5" imgW="1523880" imgH="596880" progId="Equation.DSMT4">
                  <p:embed/>
                </p:oleObj>
              </mc:Choice>
              <mc:Fallback>
                <p:oleObj name="Equation" r:id="rId5" imgW="1523880" imgH="59688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2CF35B73-34C6-4901-A159-75AE61A2FD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115800" y="10542808"/>
                        <a:ext cx="1385455" cy="5426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4B079BB-83BB-4117-A200-90D6F1B7B07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7720180" y="11508112"/>
          <a:ext cx="2169103" cy="554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6" name="Equation" r:id="rId7" imgW="2387520" imgH="609480" progId="Equation.DSMT4">
                  <p:embed/>
                </p:oleObj>
              </mc:Choice>
              <mc:Fallback>
                <p:oleObj name="Equation" r:id="rId7" imgW="2387520" imgH="60948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24B079BB-83BB-4117-A200-90D6F1B7B0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720180" y="11508112"/>
                        <a:ext cx="2169103" cy="5541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41038ED9-B430-4C2C-9110-8439540CCBC8}"/>
              </a:ext>
            </a:extLst>
          </p:cNvPr>
          <p:cNvSpPr/>
          <p:nvPr/>
        </p:nvSpPr>
        <p:spPr>
          <a:xfrm>
            <a:off x="3643666" y="12517806"/>
            <a:ext cx="13518444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sz="5000">
                <a:latin typeface="Times New Roman" panose="02020603050405020304" pitchFamily="18" charset="0"/>
                <a:ea typeface="Calibri" panose="020F0502020204030204" pitchFamily="34" charset="0"/>
              </a:rPr>
              <a:t>Parabol cắt trục tung tại điểm có tung độ dương nên</a:t>
            </a:r>
            <a:endParaRPr lang="en-US" sz="500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7445EC3-1C5E-4711-A7AA-9E46E6033D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8931025"/>
              </p:ext>
            </p:extLst>
          </p:nvPr>
        </p:nvGraphicFramePr>
        <p:xfrm>
          <a:off x="17319625" y="12623800"/>
          <a:ext cx="1471613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7" name="Equation" r:id="rId9" imgW="1473120" imgH="596880" progId="Equation.DSMT4">
                  <p:embed/>
                </p:oleObj>
              </mc:Choice>
              <mc:Fallback>
                <p:oleObj name="Equation" r:id="rId9" imgW="1473120" imgH="59688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B7445EC3-1C5E-4711-A7AA-9E46E6033D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319625" y="12623800"/>
                        <a:ext cx="1471613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EC1BF78F-F0D5-4C1D-B266-09475C8E0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1653" y="3048000"/>
            <a:ext cx="1436856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nl-NL" altLang="en-US" sz="6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 hàm số                             </a:t>
            </a:r>
            <a:r>
              <a:rPr lang="nl-NL" altLang="en-US" sz="6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có đồ thị như hình bên. </a:t>
            </a:r>
            <a:r>
              <a:rPr kumimoji="0" lang="nl-NL" altLang="en-US" sz="6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nl-NL" altLang="en-US" sz="6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A4C6EEBE-F8C0-4CB7-8601-A2FE89D37A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9477144"/>
              </p:ext>
            </p:extLst>
          </p:nvPr>
        </p:nvGraphicFramePr>
        <p:xfrm>
          <a:off x="5815987" y="2841973"/>
          <a:ext cx="5410304" cy="1283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8" name="Equation" r:id="rId11" imgW="1003300" imgH="254000" progId="Equation.DSMT4">
                  <p:embed/>
                </p:oleObj>
              </mc:Choice>
              <mc:Fallback>
                <p:oleObj name="Equation" r:id="rId11" imgW="1003300" imgH="2540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5987" y="2841973"/>
                        <a:ext cx="5410304" cy="128383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8674D53F-E5EC-4635-8F43-5A46C4479A8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3037" y="2796030"/>
            <a:ext cx="6666920" cy="560976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581CD39-E57E-4EEA-83E3-7153C2D7C397}"/>
              </a:ext>
            </a:extLst>
          </p:cNvPr>
          <p:cNvSpPr/>
          <p:nvPr/>
        </p:nvSpPr>
        <p:spPr>
          <a:xfrm>
            <a:off x="4953000" y="3865403"/>
            <a:ext cx="9886040" cy="11215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nl-NL" sz="6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Khẳng định nào sau đây đúng ?</a:t>
            </a:r>
            <a:endParaRPr lang="en-US" sz="60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BB80FB93-F244-4BDE-80B5-33971F7553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5051377"/>
              </p:ext>
            </p:extLst>
          </p:nvPr>
        </p:nvGraphicFramePr>
        <p:xfrm>
          <a:off x="1506220" y="5151991"/>
          <a:ext cx="6908644" cy="10752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9" name="Equation" r:id="rId14" imgW="1396800" imgH="203040" progId="Equation.DSMT4">
                  <p:embed/>
                </p:oleObj>
              </mc:Choice>
              <mc:Fallback>
                <p:oleObj name="Equation" r:id="rId14" imgW="13968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06220" y="5151991"/>
                        <a:ext cx="6908644" cy="10752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93A9E316-485F-4130-91BD-182F31639F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0206006"/>
              </p:ext>
            </p:extLst>
          </p:nvPr>
        </p:nvGraphicFramePr>
        <p:xfrm>
          <a:off x="9157496" y="5145129"/>
          <a:ext cx="6996904" cy="10270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0" name="Equation" r:id="rId16" imgW="1384200" imgH="203040" progId="Equation.DSMT4">
                  <p:embed/>
                </p:oleObj>
              </mc:Choice>
              <mc:Fallback>
                <p:oleObj name="Equation" r:id="rId16" imgW="13842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157496" y="5145129"/>
                        <a:ext cx="6996904" cy="10270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BD06CC14-389A-4841-9FFA-B6F9495215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6512286"/>
              </p:ext>
            </p:extLst>
          </p:nvPr>
        </p:nvGraphicFramePr>
        <p:xfrm>
          <a:off x="1535909" y="6821529"/>
          <a:ext cx="6996904" cy="10270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1" name="Equation" r:id="rId18" imgW="1384200" imgH="203040" progId="Equation.DSMT4">
                  <p:embed/>
                </p:oleObj>
              </mc:Choice>
              <mc:Fallback>
                <p:oleObj name="Equation" r:id="rId18" imgW="13842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35909" y="6821529"/>
                        <a:ext cx="6996904" cy="10270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1F758C75-8CDE-4854-94FB-0DB7BD6BBB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1970281"/>
              </p:ext>
            </p:extLst>
          </p:nvPr>
        </p:nvGraphicFramePr>
        <p:xfrm>
          <a:off x="9169507" y="6765207"/>
          <a:ext cx="7061093" cy="10270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2" name="Equation" r:id="rId20" imgW="1396800" imgH="203040" progId="Equation.DSMT4">
                  <p:embed/>
                </p:oleObj>
              </mc:Choice>
              <mc:Fallback>
                <p:oleObj name="Equation" r:id="rId20" imgW="13968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9169507" y="6765207"/>
                        <a:ext cx="7061093" cy="10270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26891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05001A8-F1AC-4436-829D-76F3665AC754}"/>
              </a:ext>
            </a:extLst>
          </p:cNvPr>
          <p:cNvSpPr/>
          <p:nvPr/>
        </p:nvSpPr>
        <p:spPr>
          <a:xfrm>
            <a:off x="936019" y="9277693"/>
            <a:ext cx="22666735" cy="428590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496498" y="2049730"/>
            <a:ext cx="23172879" cy="6497722"/>
            <a:chOff x="1076414" y="4403390"/>
            <a:chExt cx="23172879" cy="3784630"/>
          </a:xfrm>
        </p:grpSpPr>
        <p:grpSp>
          <p:nvGrpSpPr>
            <p:cNvPr id="45" name="Group 5"/>
            <p:cNvGrpSpPr/>
            <p:nvPr/>
          </p:nvGrpSpPr>
          <p:grpSpPr>
            <a:xfrm>
              <a:off x="1533269" y="4671091"/>
              <a:ext cx="22716024" cy="3516929"/>
              <a:chOff x="637542" y="1083939"/>
              <a:chExt cx="8945331" cy="1384631"/>
            </a:xfrm>
          </p:grpSpPr>
          <p:sp>
            <p:nvSpPr>
              <p:cNvPr id="65" name="Rounded Rectangle 64"/>
              <p:cNvSpPr/>
              <p:nvPr/>
            </p:nvSpPr>
            <p:spPr>
              <a:xfrm>
                <a:off x="637542" y="1083939"/>
                <a:ext cx="8945331" cy="1384631"/>
              </a:xfrm>
              <a:prstGeom prst="roundRect">
                <a:avLst>
                  <a:gd name="adj" fmla="val 4110"/>
                </a:avLst>
              </a:prstGeom>
              <a:solidFill>
                <a:srgbClr val="BEDCF4"/>
              </a:solidFill>
              <a:ln w="28575">
                <a:solidFill>
                  <a:srgbClr val="0999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18000" rIns="36000" bIns="18000" rtlCol="0" anchor="ctr"/>
              <a:lstStyle/>
              <a:p>
                <a:pPr algn="ctr"/>
                <a:endParaRPr lang="en-US" sz="460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1007731" y="1742814"/>
                <a:ext cx="7867095" cy="2429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ts val="4000"/>
                  </a:lnSpc>
                </a:pPr>
                <a:endParaRPr lang="en-US" sz="4600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p:grpSp>
        <p:grpSp>
          <p:nvGrpSpPr>
            <p:cNvPr id="46" name="Group 65"/>
            <p:cNvGrpSpPr/>
            <p:nvPr/>
          </p:nvGrpSpPr>
          <p:grpSpPr>
            <a:xfrm>
              <a:off x="1076414" y="4403390"/>
              <a:ext cx="3712331" cy="614700"/>
              <a:chOff x="166396" y="8780577"/>
              <a:chExt cx="3712331" cy="614700"/>
            </a:xfrm>
          </p:grpSpPr>
          <p:sp>
            <p:nvSpPr>
              <p:cNvPr id="50" name="Freeform 20"/>
              <p:cNvSpPr>
                <a:spLocks/>
              </p:cNvSpPr>
              <p:nvPr/>
            </p:nvSpPr>
            <p:spPr bwMode="auto">
              <a:xfrm>
                <a:off x="384522" y="8844503"/>
                <a:ext cx="3494205" cy="550774"/>
              </a:xfrm>
              <a:prstGeom prst="roundRect">
                <a:avLst/>
              </a:prstGeom>
              <a:solidFill>
                <a:srgbClr val="0072BC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US" sz="6000">
                    <a:solidFill>
                      <a:schemeClr val="bg1">
                        <a:lumMod val="95000"/>
                      </a:schemeClr>
                    </a:solidFill>
                    <a:latin typeface="Times New Roman" panose="02020603050405020304" pitchFamily="18" charset="0"/>
                    <a:ea typeface="Tahoma" pitchFamily="34" charset="0"/>
                    <a:cs typeface="Times New Roman" panose="02020603050405020304" pitchFamily="18" charset="0"/>
                  </a:rPr>
                  <a:t>    </a:t>
                </a:r>
              </a:p>
            </p:txBody>
          </p:sp>
          <p:grpSp>
            <p:nvGrpSpPr>
              <p:cNvPr id="51" name="Group 7"/>
              <p:cNvGrpSpPr/>
              <p:nvPr/>
            </p:nvGrpSpPr>
            <p:grpSpPr>
              <a:xfrm>
                <a:off x="166396" y="8780577"/>
                <a:ext cx="702538" cy="572229"/>
                <a:chOff x="-145995" y="8633545"/>
                <a:chExt cx="787401" cy="641352"/>
              </a:xfrm>
            </p:grpSpPr>
            <p:sp>
              <p:nvSpPr>
                <p:cNvPr id="53" name="Freeform 45"/>
                <p:cNvSpPr>
                  <a:spLocks/>
                </p:cNvSpPr>
                <p:nvPr/>
              </p:nvSpPr>
              <p:spPr bwMode="auto">
                <a:xfrm>
                  <a:off x="255643" y="9062171"/>
                  <a:ext cx="363538" cy="88900"/>
                </a:xfrm>
                <a:custGeom>
                  <a:avLst/>
                  <a:gdLst>
                    <a:gd name="T0" fmla="*/ 6 w 97"/>
                    <a:gd name="T1" fmla="*/ 24 h 24"/>
                    <a:gd name="T2" fmla="*/ 0 w 97"/>
                    <a:gd name="T3" fmla="*/ 18 h 24"/>
                    <a:gd name="T4" fmla="*/ 0 w 97"/>
                    <a:gd name="T5" fmla="*/ 6 h 24"/>
                    <a:gd name="T6" fmla="*/ 6 w 97"/>
                    <a:gd name="T7" fmla="*/ 0 h 24"/>
                    <a:gd name="T8" fmla="*/ 91 w 97"/>
                    <a:gd name="T9" fmla="*/ 0 h 24"/>
                    <a:gd name="T10" fmla="*/ 97 w 97"/>
                    <a:gd name="T11" fmla="*/ 6 h 24"/>
                    <a:gd name="T12" fmla="*/ 97 w 97"/>
                    <a:gd name="T13" fmla="*/ 18 h 24"/>
                    <a:gd name="T14" fmla="*/ 91 w 97"/>
                    <a:gd name="T15" fmla="*/ 24 h 24"/>
                    <a:gd name="T16" fmla="*/ 6 w 97"/>
                    <a:gd name="T17" fmla="*/ 2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7" h="24">
                      <a:moveTo>
                        <a:pt x="6" y="24"/>
                      </a:moveTo>
                      <a:cubicBezTo>
                        <a:pt x="3" y="24"/>
                        <a:pt x="0" y="21"/>
                        <a:pt x="0" y="18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95" y="0"/>
                        <a:pt x="97" y="3"/>
                        <a:pt x="97" y="6"/>
                      </a:cubicBezTo>
                      <a:cubicBezTo>
                        <a:pt x="97" y="18"/>
                        <a:pt x="97" y="18"/>
                        <a:pt x="97" y="18"/>
                      </a:cubicBezTo>
                      <a:cubicBezTo>
                        <a:pt x="97" y="21"/>
                        <a:pt x="95" y="24"/>
                        <a:pt x="91" y="24"/>
                      </a:cubicBezTo>
                      <a:lnTo>
                        <a:pt x="6" y="2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4" name="Freeform 46"/>
                <p:cNvSpPr>
                  <a:spLocks noEditPoints="1"/>
                </p:cNvSpPr>
                <p:nvPr/>
              </p:nvSpPr>
              <p:spPr bwMode="auto">
                <a:xfrm>
                  <a:off x="233418" y="9039946"/>
                  <a:ext cx="407988" cy="134938"/>
                </a:xfrm>
                <a:custGeom>
                  <a:avLst/>
                  <a:gdLst>
                    <a:gd name="T0" fmla="*/ 97 w 109"/>
                    <a:gd name="T1" fmla="*/ 12 h 36"/>
                    <a:gd name="T2" fmla="*/ 97 w 109"/>
                    <a:gd name="T3" fmla="*/ 24 h 36"/>
                    <a:gd name="T4" fmla="*/ 12 w 109"/>
                    <a:gd name="T5" fmla="*/ 24 h 36"/>
                    <a:gd name="T6" fmla="*/ 12 w 109"/>
                    <a:gd name="T7" fmla="*/ 12 h 36"/>
                    <a:gd name="T8" fmla="*/ 97 w 109"/>
                    <a:gd name="T9" fmla="*/ 12 h 36"/>
                    <a:gd name="T10" fmla="*/ 97 w 109"/>
                    <a:gd name="T11" fmla="*/ 0 h 36"/>
                    <a:gd name="T12" fmla="*/ 12 w 109"/>
                    <a:gd name="T13" fmla="*/ 0 h 36"/>
                    <a:gd name="T14" fmla="*/ 0 w 109"/>
                    <a:gd name="T15" fmla="*/ 12 h 36"/>
                    <a:gd name="T16" fmla="*/ 0 w 109"/>
                    <a:gd name="T17" fmla="*/ 24 h 36"/>
                    <a:gd name="T18" fmla="*/ 12 w 109"/>
                    <a:gd name="T19" fmla="*/ 36 h 36"/>
                    <a:gd name="T20" fmla="*/ 97 w 109"/>
                    <a:gd name="T21" fmla="*/ 36 h 36"/>
                    <a:gd name="T22" fmla="*/ 109 w 109"/>
                    <a:gd name="T23" fmla="*/ 24 h 36"/>
                    <a:gd name="T24" fmla="*/ 109 w 109"/>
                    <a:gd name="T25" fmla="*/ 12 h 36"/>
                    <a:gd name="T26" fmla="*/ 97 w 109"/>
                    <a:gd name="T27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09" h="36">
                      <a:moveTo>
                        <a:pt x="97" y="12"/>
                      </a:moveTo>
                      <a:cubicBezTo>
                        <a:pt x="97" y="24"/>
                        <a:pt x="97" y="24"/>
                        <a:pt x="97" y="24"/>
                      </a:cubicBezTo>
                      <a:cubicBezTo>
                        <a:pt x="12" y="24"/>
                        <a:pt x="12" y="24"/>
                        <a:pt x="12" y="24"/>
                      </a:cubicBezTo>
                      <a:cubicBezTo>
                        <a:pt x="12" y="12"/>
                        <a:pt x="12" y="12"/>
                        <a:pt x="12" y="12"/>
                      </a:cubicBezTo>
                      <a:cubicBezTo>
                        <a:pt x="97" y="12"/>
                        <a:pt x="97" y="12"/>
                        <a:pt x="97" y="12"/>
                      </a:cubicBezTo>
                      <a:moveTo>
                        <a:pt x="97" y="0"/>
                      </a:move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0" y="6"/>
                        <a:pt x="0" y="12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30"/>
                        <a:pt x="5" y="36"/>
                        <a:pt x="12" y="36"/>
                      </a:cubicBezTo>
                      <a:cubicBezTo>
                        <a:pt x="97" y="36"/>
                        <a:pt x="97" y="36"/>
                        <a:pt x="97" y="36"/>
                      </a:cubicBezTo>
                      <a:cubicBezTo>
                        <a:pt x="104" y="36"/>
                        <a:pt x="109" y="30"/>
                        <a:pt x="109" y="24"/>
                      </a:cubicBezTo>
                      <a:cubicBezTo>
                        <a:pt x="109" y="12"/>
                        <a:pt x="109" y="12"/>
                        <a:pt x="109" y="12"/>
                      </a:cubicBezTo>
                      <a:cubicBezTo>
                        <a:pt x="109" y="6"/>
                        <a:pt x="104" y="0"/>
                        <a:pt x="97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5" name="Freeform 47"/>
                <p:cNvSpPr>
                  <a:spLocks/>
                </p:cNvSpPr>
                <p:nvPr/>
              </p:nvSpPr>
              <p:spPr bwMode="auto">
                <a:xfrm>
                  <a:off x="255643" y="9136784"/>
                  <a:ext cx="363538" cy="90488"/>
                </a:xfrm>
                <a:custGeom>
                  <a:avLst/>
                  <a:gdLst>
                    <a:gd name="T0" fmla="*/ 6 w 97"/>
                    <a:gd name="T1" fmla="*/ 24 h 24"/>
                    <a:gd name="T2" fmla="*/ 0 w 97"/>
                    <a:gd name="T3" fmla="*/ 18 h 24"/>
                    <a:gd name="T4" fmla="*/ 0 w 97"/>
                    <a:gd name="T5" fmla="*/ 6 h 24"/>
                    <a:gd name="T6" fmla="*/ 6 w 97"/>
                    <a:gd name="T7" fmla="*/ 0 h 24"/>
                    <a:gd name="T8" fmla="*/ 91 w 97"/>
                    <a:gd name="T9" fmla="*/ 0 h 24"/>
                    <a:gd name="T10" fmla="*/ 97 w 97"/>
                    <a:gd name="T11" fmla="*/ 6 h 24"/>
                    <a:gd name="T12" fmla="*/ 97 w 97"/>
                    <a:gd name="T13" fmla="*/ 18 h 24"/>
                    <a:gd name="T14" fmla="*/ 91 w 97"/>
                    <a:gd name="T15" fmla="*/ 24 h 24"/>
                    <a:gd name="T16" fmla="*/ 6 w 97"/>
                    <a:gd name="T17" fmla="*/ 2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7" h="24">
                      <a:moveTo>
                        <a:pt x="6" y="24"/>
                      </a:moveTo>
                      <a:cubicBezTo>
                        <a:pt x="3" y="24"/>
                        <a:pt x="0" y="21"/>
                        <a:pt x="0" y="18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95" y="0"/>
                        <a:pt x="97" y="3"/>
                        <a:pt x="97" y="6"/>
                      </a:cubicBezTo>
                      <a:cubicBezTo>
                        <a:pt x="97" y="18"/>
                        <a:pt x="97" y="18"/>
                        <a:pt x="97" y="18"/>
                      </a:cubicBezTo>
                      <a:cubicBezTo>
                        <a:pt x="97" y="21"/>
                        <a:pt x="95" y="24"/>
                        <a:pt x="91" y="24"/>
                      </a:cubicBezTo>
                      <a:lnTo>
                        <a:pt x="6" y="2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6" name="Freeform 48"/>
                <p:cNvSpPr>
                  <a:spLocks noEditPoints="1"/>
                </p:cNvSpPr>
                <p:nvPr/>
              </p:nvSpPr>
              <p:spPr bwMode="auto">
                <a:xfrm>
                  <a:off x="233418" y="9114559"/>
                  <a:ext cx="407988" cy="134938"/>
                </a:xfrm>
                <a:custGeom>
                  <a:avLst/>
                  <a:gdLst>
                    <a:gd name="T0" fmla="*/ 97 w 109"/>
                    <a:gd name="T1" fmla="*/ 12 h 36"/>
                    <a:gd name="T2" fmla="*/ 97 w 109"/>
                    <a:gd name="T3" fmla="*/ 24 h 36"/>
                    <a:gd name="T4" fmla="*/ 12 w 109"/>
                    <a:gd name="T5" fmla="*/ 24 h 36"/>
                    <a:gd name="T6" fmla="*/ 12 w 109"/>
                    <a:gd name="T7" fmla="*/ 12 h 36"/>
                    <a:gd name="T8" fmla="*/ 97 w 109"/>
                    <a:gd name="T9" fmla="*/ 12 h 36"/>
                    <a:gd name="T10" fmla="*/ 97 w 109"/>
                    <a:gd name="T11" fmla="*/ 0 h 36"/>
                    <a:gd name="T12" fmla="*/ 12 w 109"/>
                    <a:gd name="T13" fmla="*/ 0 h 36"/>
                    <a:gd name="T14" fmla="*/ 0 w 109"/>
                    <a:gd name="T15" fmla="*/ 12 h 36"/>
                    <a:gd name="T16" fmla="*/ 0 w 109"/>
                    <a:gd name="T17" fmla="*/ 24 h 36"/>
                    <a:gd name="T18" fmla="*/ 12 w 109"/>
                    <a:gd name="T19" fmla="*/ 36 h 36"/>
                    <a:gd name="T20" fmla="*/ 97 w 109"/>
                    <a:gd name="T21" fmla="*/ 36 h 36"/>
                    <a:gd name="T22" fmla="*/ 109 w 109"/>
                    <a:gd name="T23" fmla="*/ 24 h 36"/>
                    <a:gd name="T24" fmla="*/ 109 w 109"/>
                    <a:gd name="T25" fmla="*/ 12 h 36"/>
                    <a:gd name="T26" fmla="*/ 97 w 109"/>
                    <a:gd name="T27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09" h="36">
                      <a:moveTo>
                        <a:pt x="97" y="12"/>
                      </a:moveTo>
                      <a:cubicBezTo>
                        <a:pt x="97" y="24"/>
                        <a:pt x="97" y="24"/>
                        <a:pt x="97" y="24"/>
                      </a:cubicBezTo>
                      <a:cubicBezTo>
                        <a:pt x="12" y="24"/>
                        <a:pt x="12" y="24"/>
                        <a:pt x="12" y="24"/>
                      </a:cubicBezTo>
                      <a:cubicBezTo>
                        <a:pt x="12" y="12"/>
                        <a:pt x="12" y="12"/>
                        <a:pt x="12" y="12"/>
                      </a:cubicBezTo>
                      <a:cubicBezTo>
                        <a:pt x="97" y="12"/>
                        <a:pt x="97" y="12"/>
                        <a:pt x="97" y="12"/>
                      </a:cubicBezTo>
                      <a:moveTo>
                        <a:pt x="97" y="0"/>
                      </a:move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0" y="6"/>
                        <a:pt x="0" y="12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31"/>
                        <a:pt x="5" y="36"/>
                        <a:pt x="12" y="36"/>
                      </a:cubicBezTo>
                      <a:cubicBezTo>
                        <a:pt x="97" y="36"/>
                        <a:pt x="97" y="36"/>
                        <a:pt x="97" y="36"/>
                      </a:cubicBezTo>
                      <a:cubicBezTo>
                        <a:pt x="104" y="36"/>
                        <a:pt x="109" y="31"/>
                        <a:pt x="109" y="24"/>
                      </a:cubicBezTo>
                      <a:cubicBezTo>
                        <a:pt x="109" y="12"/>
                        <a:pt x="109" y="12"/>
                        <a:pt x="109" y="12"/>
                      </a:cubicBezTo>
                      <a:cubicBezTo>
                        <a:pt x="109" y="6"/>
                        <a:pt x="104" y="0"/>
                        <a:pt x="97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7" name="Freeform 49"/>
                <p:cNvSpPr>
                  <a:spLocks/>
                </p:cNvSpPr>
                <p:nvPr/>
              </p:nvSpPr>
              <p:spPr bwMode="auto">
                <a:xfrm>
                  <a:off x="217543" y="8657358"/>
                  <a:ext cx="263525" cy="254000"/>
                </a:xfrm>
                <a:custGeom>
                  <a:avLst/>
                  <a:gdLst>
                    <a:gd name="T0" fmla="*/ 50 w 70"/>
                    <a:gd name="T1" fmla="*/ 68 h 68"/>
                    <a:gd name="T2" fmla="*/ 45 w 70"/>
                    <a:gd name="T3" fmla="*/ 67 h 68"/>
                    <a:gd name="T4" fmla="*/ 2 w 70"/>
                    <a:gd name="T5" fmla="*/ 23 h 68"/>
                    <a:gd name="T6" fmla="*/ 2 w 70"/>
                    <a:gd name="T7" fmla="*/ 15 h 68"/>
                    <a:gd name="T8" fmla="*/ 14 w 70"/>
                    <a:gd name="T9" fmla="*/ 3 h 68"/>
                    <a:gd name="T10" fmla="*/ 22 w 70"/>
                    <a:gd name="T11" fmla="*/ 0 h 68"/>
                    <a:gd name="T12" fmla="*/ 31 w 70"/>
                    <a:gd name="T13" fmla="*/ 3 h 68"/>
                    <a:gd name="T14" fmla="*/ 65 w 70"/>
                    <a:gd name="T15" fmla="*/ 38 h 68"/>
                    <a:gd name="T16" fmla="*/ 65 w 70"/>
                    <a:gd name="T17" fmla="*/ 55 h 68"/>
                    <a:gd name="T18" fmla="*/ 54 w 70"/>
                    <a:gd name="T19" fmla="*/ 67 h 68"/>
                    <a:gd name="T20" fmla="*/ 50 w 70"/>
                    <a:gd name="T21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0" h="68">
                      <a:moveTo>
                        <a:pt x="50" y="68"/>
                      </a:moveTo>
                      <a:cubicBezTo>
                        <a:pt x="48" y="68"/>
                        <a:pt x="47" y="68"/>
                        <a:pt x="45" y="67"/>
                      </a:cubicBezTo>
                      <a:cubicBezTo>
                        <a:pt x="2" y="23"/>
                        <a:pt x="2" y="23"/>
                        <a:pt x="2" y="23"/>
                      </a:cubicBezTo>
                      <a:cubicBezTo>
                        <a:pt x="0" y="21"/>
                        <a:pt x="0" y="17"/>
                        <a:pt x="2" y="15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6" y="1"/>
                        <a:pt x="19" y="0"/>
                        <a:pt x="22" y="0"/>
                      </a:cubicBezTo>
                      <a:cubicBezTo>
                        <a:pt x="26" y="0"/>
                        <a:pt x="29" y="1"/>
                        <a:pt x="31" y="3"/>
                      </a:cubicBezTo>
                      <a:cubicBezTo>
                        <a:pt x="65" y="38"/>
                        <a:pt x="65" y="38"/>
                        <a:pt x="65" y="38"/>
                      </a:cubicBezTo>
                      <a:cubicBezTo>
                        <a:pt x="70" y="42"/>
                        <a:pt x="70" y="50"/>
                        <a:pt x="65" y="55"/>
                      </a:cubicBezTo>
                      <a:cubicBezTo>
                        <a:pt x="54" y="67"/>
                        <a:pt x="54" y="67"/>
                        <a:pt x="54" y="67"/>
                      </a:cubicBezTo>
                      <a:cubicBezTo>
                        <a:pt x="53" y="68"/>
                        <a:pt x="51" y="68"/>
                        <a:pt x="50" y="6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8" name="Freeform 50"/>
                <p:cNvSpPr>
                  <a:spLocks noEditPoints="1"/>
                </p:cNvSpPr>
                <p:nvPr/>
              </p:nvSpPr>
              <p:spPr bwMode="auto">
                <a:xfrm>
                  <a:off x="192143" y="8633545"/>
                  <a:ext cx="314325" cy="300038"/>
                </a:xfrm>
                <a:custGeom>
                  <a:avLst/>
                  <a:gdLst>
                    <a:gd name="T0" fmla="*/ 29 w 84"/>
                    <a:gd name="T1" fmla="*/ 12 h 80"/>
                    <a:gd name="T2" fmla="*/ 34 w 84"/>
                    <a:gd name="T3" fmla="*/ 13 h 80"/>
                    <a:gd name="T4" fmla="*/ 68 w 84"/>
                    <a:gd name="T5" fmla="*/ 48 h 80"/>
                    <a:gd name="T6" fmla="*/ 68 w 84"/>
                    <a:gd name="T7" fmla="*/ 57 h 80"/>
                    <a:gd name="T8" fmla="*/ 57 w 84"/>
                    <a:gd name="T9" fmla="*/ 68 h 80"/>
                    <a:gd name="T10" fmla="*/ 13 w 84"/>
                    <a:gd name="T11" fmla="*/ 25 h 80"/>
                    <a:gd name="T12" fmla="*/ 25 w 84"/>
                    <a:gd name="T13" fmla="*/ 13 h 80"/>
                    <a:gd name="T14" fmla="*/ 29 w 84"/>
                    <a:gd name="T15" fmla="*/ 12 h 80"/>
                    <a:gd name="T16" fmla="*/ 29 w 84"/>
                    <a:gd name="T17" fmla="*/ 0 h 80"/>
                    <a:gd name="T18" fmla="*/ 16 w 84"/>
                    <a:gd name="T19" fmla="*/ 5 h 80"/>
                    <a:gd name="T20" fmla="*/ 5 w 84"/>
                    <a:gd name="T21" fmla="*/ 16 h 80"/>
                    <a:gd name="T22" fmla="*/ 5 w 84"/>
                    <a:gd name="T23" fmla="*/ 33 h 80"/>
                    <a:gd name="T24" fmla="*/ 48 w 84"/>
                    <a:gd name="T25" fmla="*/ 77 h 80"/>
                    <a:gd name="T26" fmla="*/ 57 w 84"/>
                    <a:gd name="T27" fmla="*/ 80 h 80"/>
                    <a:gd name="T28" fmla="*/ 57 w 84"/>
                    <a:gd name="T29" fmla="*/ 80 h 80"/>
                    <a:gd name="T30" fmla="*/ 65 w 84"/>
                    <a:gd name="T31" fmla="*/ 77 h 80"/>
                    <a:gd name="T32" fmla="*/ 77 w 84"/>
                    <a:gd name="T33" fmla="*/ 65 h 80"/>
                    <a:gd name="T34" fmla="*/ 77 w 84"/>
                    <a:gd name="T35" fmla="*/ 39 h 80"/>
                    <a:gd name="T36" fmla="*/ 42 w 84"/>
                    <a:gd name="T37" fmla="*/ 5 h 80"/>
                    <a:gd name="T38" fmla="*/ 29 w 84"/>
                    <a:gd name="T39" fmla="*/ 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84" h="80">
                      <a:moveTo>
                        <a:pt x="29" y="12"/>
                      </a:moveTo>
                      <a:cubicBezTo>
                        <a:pt x="31" y="12"/>
                        <a:pt x="33" y="12"/>
                        <a:pt x="34" y="13"/>
                      </a:cubicBezTo>
                      <a:cubicBezTo>
                        <a:pt x="34" y="13"/>
                        <a:pt x="34" y="13"/>
                        <a:pt x="68" y="48"/>
                      </a:cubicBezTo>
                      <a:cubicBezTo>
                        <a:pt x="71" y="50"/>
                        <a:pt x="71" y="54"/>
                        <a:pt x="68" y="57"/>
                      </a:cubicBezTo>
                      <a:cubicBezTo>
                        <a:pt x="68" y="57"/>
                        <a:pt x="68" y="57"/>
                        <a:pt x="57" y="68"/>
                      </a:cubicBezTo>
                      <a:cubicBezTo>
                        <a:pt x="57" y="68"/>
                        <a:pt x="57" y="68"/>
                        <a:pt x="13" y="25"/>
                      </a:cubicBezTo>
                      <a:cubicBezTo>
                        <a:pt x="13" y="25"/>
                        <a:pt x="13" y="25"/>
                        <a:pt x="25" y="13"/>
                      </a:cubicBezTo>
                      <a:cubicBezTo>
                        <a:pt x="26" y="12"/>
                        <a:pt x="28" y="12"/>
                        <a:pt x="29" y="12"/>
                      </a:cubicBezTo>
                      <a:moveTo>
                        <a:pt x="29" y="0"/>
                      </a:moveTo>
                      <a:cubicBezTo>
                        <a:pt x="24" y="0"/>
                        <a:pt x="20" y="2"/>
                        <a:pt x="16" y="5"/>
                      </a:cubicBezTo>
                      <a:cubicBezTo>
                        <a:pt x="5" y="16"/>
                        <a:pt x="5" y="16"/>
                        <a:pt x="5" y="16"/>
                      </a:cubicBezTo>
                      <a:cubicBezTo>
                        <a:pt x="0" y="21"/>
                        <a:pt x="0" y="29"/>
                        <a:pt x="5" y="33"/>
                      </a:cubicBezTo>
                      <a:cubicBezTo>
                        <a:pt x="48" y="77"/>
                        <a:pt x="48" y="77"/>
                        <a:pt x="48" y="77"/>
                      </a:cubicBezTo>
                      <a:cubicBezTo>
                        <a:pt x="50" y="79"/>
                        <a:pt x="53" y="80"/>
                        <a:pt x="57" y="80"/>
                      </a:cubicBezTo>
                      <a:cubicBezTo>
                        <a:pt x="57" y="80"/>
                        <a:pt x="57" y="80"/>
                        <a:pt x="57" y="80"/>
                      </a:cubicBezTo>
                      <a:cubicBezTo>
                        <a:pt x="60" y="80"/>
                        <a:pt x="63" y="79"/>
                        <a:pt x="65" y="77"/>
                      </a:cubicBezTo>
                      <a:cubicBezTo>
                        <a:pt x="77" y="65"/>
                        <a:pt x="77" y="65"/>
                        <a:pt x="77" y="65"/>
                      </a:cubicBezTo>
                      <a:cubicBezTo>
                        <a:pt x="84" y="58"/>
                        <a:pt x="84" y="47"/>
                        <a:pt x="77" y="39"/>
                      </a:cubicBezTo>
                      <a:cubicBezTo>
                        <a:pt x="42" y="5"/>
                        <a:pt x="42" y="5"/>
                        <a:pt x="42" y="5"/>
                      </a:cubicBezTo>
                      <a:cubicBezTo>
                        <a:pt x="39" y="2"/>
                        <a:pt x="34" y="0"/>
                        <a:pt x="29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9" name="Freeform 51"/>
                <p:cNvSpPr>
                  <a:spLocks noEditPoints="1"/>
                </p:cNvSpPr>
                <p:nvPr/>
              </p:nvSpPr>
              <p:spPr bwMode="auto">
                <a:xfrm>
                  <a:off x="-123770" y="8724033"/>
                  <a:ext cx="742950" cy="528639"/>
                </a:xfrm>
                <a:custGeom>
                  <a:avLst/>
                  <a:gdLst>
                    <a:gd name="T0" fmla="*/ 12 w 198"/>
                    <a:gd name="T1" fmla="*/ 141 h 141"/>
                    <a:gd name="T2" fmla="*/ 8 w 198"/>
                    <a:gd name="T3" fmla="*/ 140 h 141"/>
                    <a:gd name="T4" fmla="*/ 3 w 198"/>
                    <a:gd name="T5" fmla="*/ 134 h 141"/>
                    <a:gd name="T6" fmla="*/ 1 w 198"/>
                    <a:gd name="T7" fmla="*/ 128 h 141"/>
                    <a:gd name="T8" fmla="*/ 14 w 198"/>
                    <a:gd name="T9" fmla="*/ 77 h 141"/>
                    <a:gd name="T10" fmla="*/ 15 w 198"/>
                    <a:gd name="T11" fmla="*/ 75 h 141"/>
                    <a:gd name="T12" fmla="*/ 88 w 198"/>
                    <a:gd name="T13" fmla="*/ 1 h 141"/>
                    <a:gd name="T14" fmla="*/ 92 w 198"/>
                    <a:gd name="T15" fmla="*/ 0 h 141"/>
                    <a:gd name="T16" fmla="*/ 92 w 198"/>
                    <a:gd name="T17" fmla="*/ 0 h 141"/>
                    <a:gd name="T18" fmla="*/ 97 w 198"/>
                    <a:gd name="T19" fmla="*/ 1 h 141"/>
                    <a:gd name="T20" fmla="*/ 103 w 198"/>
                    <a:gd name="T21" fmla="*/ 8 h 141"/>
                    <a:gd name="T22" fmla="*/ 105 w 198"/>
                    <a:gd name="T23" fmla="*/ 12 h 141"/>
                    <a:gd name="T24" fmla="*/ 109 w 198"/>
                    <a:gd name="T25" fmla="*/ 13 h 141"/>
                    <a:gd name="T26" fmla="*/ 116 w 198"/>
                    <a:gd name="T27" fmla="*/ 21 h 141"/>
                    <a:gd name="T28" fmla="*/ 117 w 198"/>
                    <a:gd name="T29" fmla="*/ 24 h 141"/>
                    <a:gd name="T30" fmla="*/ 121 w 198"/>
                    <a:gd name="T31" fmla="*/ 26 h 141"/>
                    <a:gd name="T32" fmla="*/ 128 w 198"/>
                    <a:gd name="T33" fmla="*/ 33 h 141"/>
                    <a:gd name="T34" fmla="*/ 130 w 198"/>
                    <a:gd name="T35" fmla="*/ 37 h 141"/>
                    <a:gd name="T36" fmla="*/ 133 w 198"/>
                    <a:gd name="T37" fmla="*/ 38 h 141"/>
                    <a:gd name="T38" fmla="*/ 140 w 198"/>
                    <a:gd name="T39" fmla="*/ 45 h 141"/>
                    <a:gd name="T40" fmla="*/ 142 w 198"/>
                    <a:gd name="T41" fmla="*/ 49 h 141"/>
                    <a:gd name="T42" fmla="*/ 140 w 198"/>
                    <a:gd name="T43" fmla="*/ 53 h 141"/>
                    <a:gd name="T44" fmla="*/ 124 w 198"/>
                    <a:gd name="T45" fmla="*/ 70 h 141"/>
                    <a:gd name="T46" fmla="*/ 192 w 198"/>
                    <a:gd name="T47" fmla="*/ 70 h 141"/>
                    <a:gd name="T48" fmla="*/ 198 w 198"/>
                    <a:gd name="T49" fmla="*/ 76 h 141"/>
                    <a:gd name="T50" fmla="*/ 198 w 198"/>
                    <a:gd name="T51" fmla="*/ 87 h 141"/>
                    <a:gd name="T52" fmla="*/ 192 w 198"/>
                    <a:gd name="T53" fmla="*/ 93 h 141"/>
                    <a:gd name="T54" fmla="*/ 107 w 198"/>
                    <a:gd name="T55" fmla="*/ 93 h 141"/>
                    <a:gd name="T56" fmla="*/ 103 w 198"/>
                    <a:gd name="T57" fmla="*/ 91 h 141"/>
                    <a:gd name="T58" fmla="*/ 67 w 198"/>
                    <a:gd name="T59" fmla="*/ 127 h 141"/>
                    <a:gd name="T60" fmla="*/ 64 w 198"/>
                    <a:gd name="T61" fmla="*/ 128 h 141"/>
                    <a:gd name="T62" fmla="*/ 14 w 198"/>
                    <a:gd name="T63" fmla="*/ 141 h 141"/>
                    <a:gd name="T64" fmla="*/ 12 w 198"/>
                    <a:gd name="T65" fmla="*/ 141 h 141"/>
                    <a:gd name="T66" fmla="*/ 23 w 198"/>
                    <a:gd name="T67" fmla="*/ 119 h 141"/>
                    <a:gd name="T68" fmla="*/ 45 w 198"/>
                    <a:gd name="T69" fmla="*/ 113 h 141"/>
                    <a:gd name="T70" fmla="*/ 29 w 198"/>
                    <a:gd name="T71" fmla="*/ 97 h 141"/>
                    <a:gd name="T72" fmla="*/ 23 w 198"/>
                    <a:gd name="T73" fmla="*/ 119 h 1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198" h="141">
                      <a:moveTo>
                        <a:pt x="12" y="141"/>
                      </a:moveTo>
                      <a:cubicBezTo>
                        <a:pt x="11" y="141"/>
                        <a:pt x="9" y="141"/>
                        <a:pt x="8" y="140"/>
                      </a:cubicBezTo>
                      <a:cubicBezTo>
                        <a:pt x="3" y="134"/>
                        <a:pt x="3" y="134"/>
                        <a:pt x="3" y="134"/>
                      </a:cubicBezTo>
                      <a:cubicBezTo>
                        <a:pt x="1" y="133"/>
                        <a:pt x="0" y="131"/>
                        <a:pt x="1" y="128"/>
                      </a:cubicBezTo>
                      <a:cubicBezTo>
                        <a:pt x="14" y="77"/>
                        <a:pt x="14" y="77"/>
                        <a:pt x="14" y="77"/>
                      </a:cubicBezTo>
                      <a:cubicBezTo>
                        <a:pt x="14" y="76"/>
                        <a:pt x="15" y="75"/>
                        <a:pt x="15" y="75"/>
                      </a:cubicBezTo>
                      <a:cubicBezTo>
                        <a:pt x="88" y="1"/>
                        <a:pt x="88" y="1"/>
                        <a:pt x="88" y="1"/>
                      </a:cubicBezTo>
                      <a:cubicBezTo>
                        <a:pt x="89" y="0"/>
                        <a:pt x="91" y="0"/>
                        <a:pt x="92" y="0"/>
                      </a:cubicBezTo>
                      <a:cubicBezTo>
                        <a:pt x="92" y="0"/>
                        <a:pt x="92" y="0"/>
                        <a:pt x="92" y="0"/>
                      </a:cubicBezTo>
                      <a:cubicBezTo>
                        <a:pt x="94" y="0"/>
                        <a:pt x="96" y="0"/>
                        <a:pt x="97" y="1"/>
                      </a:cubicBezTo>
                      <a:cubicBezTo>
                        <a:pt x="103" y="8"/>
                        <a:pt x="103" y="8"/>
                        <a:pt x="103" y="8"/>
                      </a:cubicBezTo>
                      <a:cubicBezTo>
                        <a:pt x="104" y="9"/>
                        <a:pt x="105" y="10"/>
                        <a:pt x="105" y="12"/>
                      </a:cubicBezTo>
                      <a:cubicBezTo>
                        <a:pt x="106" y="12"/>
                        <a:pt x="108" y="12"/>
                        <a:pt x="109" y="13"/>
                      </a:cubicBezTo>
                      <a:cubicBezTo>
                        <a:pt x="116" y="21"/>
                        <a:pt x="116" y="21"/>
                        <a:pt x="116" y="21"/>
                      </a:cubicBezTo>
                      <a:cubicBezTo>
                        <a:pt x="117" y="22"/>
                        <a:pt x="117" y="23"/>
                        <a:pt x="117" y="24"/>
                      </a:cubicBezTo>
                      <a:cubicBezTo>
                        <a:pt x="119" y="24"/>
                        <a:pt x="120" y="25"/>
                        <a:pt x="121" y="26"/>
                      </a:cubicBezTo>
                      <a:cubicBezTo>
                        <a:pt x="128" y="33"/>
                        <a:pt x="128" y="33"/>
                        <a:pt x="128" y="33"/>
                      </a:cubicBezTo>
                      <a:cubicBezTo>
                        <a:pt x="129" y="34"/>
                        <a:pt x="130" y="35"/>
                        <a:pt x="130" y="37"/>
                      </a:cubicBezTo>
                      <a:cubicBezTo>
                        <a:pt x="131" y="37"/>
                        <a:pt x="132" y="37"/>
                        <a:pt x="133" y="38"/>
                      </a:cubicBezTo>
                      <a:cubicBezTo>
                        <a:pt x="140" y="45"/>
                        <a:pt x="140" y="45"/>
                        <a:pt x="140" y="45"/>
                      </a:cubicBezTo>
                      <a:cubicBezTo>
                        <a:pt x="141" y="46"/>
                        <a:pt x="142" y="47"/>
                        <a:pt x="142" y="49"/>
                      </a:cubicBezTo>
                      <a:cubicBezTo>
                        <a:pt x="142" y="51"/>
                        <a:pt x="141" y="52"/>
                        <a:pt x="140" y="53"/>
                      </a:cubicBezTo>
                      <a:cubicBezTo>
                        <a:pt x="124" y="70"/>
                        <a:pt x="124" y="70"/>
                        <a:pt x="124" y="70"/>
                      </a:cubicBezTo>
                      <a:cubicBezTo>
                        <a:pt x="192" y="70"/>
                        <a:pt x="192" y="70"/>
                        <a:pt x="192" y="70"/>
                      </a:cubicBezTo>
                      <a:cubicBezTo>
                        <a:pt x="196" y="70"/>
                        <a:pt x="198" y="72"/>
                        <a:pt x="198" y="76"/>
                      </a:cubicBezTo>
                      <a:cubicBezTo>
                        <a:pt x="198" y="87"/>
                        <a:pt x="198" y="87"/>
                        <a:pt x="198" y="87"/>
                      </a:cubicBezTo>
                      <a:cubicBezTo>
                        <a:pt x="198" y="91"/>
                        <a:pt x="196" y="93"/>
                        <a:pt x="192" y="93"/>
                      </a:cubicBezTo>
                      <a:cubicBezTo>
                        <a:pt x="107" y="93"/>
                        <a:pt x="107" y="93"/>
                        <a:pt x="107" y="93"/>
                      </a:cubicBezTo>
                      <a:cubicBezTo>
                        <a:pt x="105" y="93"/>
                        <a:pt x="104" y="92"/>
                        <a:pt x="103" y="91"/>
                      </a:cubicBezTo>
                      <a:cubicBezTo>
                        <a:pt x="67" y="127"/>
                        <a:pt x="67" y="127"/>
                        <a:pt x="67" y="127"/>
                      </a:cubicBezTo>
                      <a:cubicBezTo>
                        <a:pt x="66" y="127"/>
                        <a:pt x="65" y="128"/>
                        <a:pt x="64" y="128"/>
                      </a:cubicBezTo>
                      <a:cubicBezTo>
                        <a:pt x="14" y="141"/>
                        <a:pt x="14" y="141"/>
                        <a:pt x="14" y="141"/>
                      </a:cubicBezTo>
                      <a:cubicBezTo>
                        <a:pt x="13" y="141"/>
                        <a:pt x="13" y="141"/>
                        <a:pt x="12" y="141"/>
                      </a:cubicBezTo>
                      <a:close/>
                      <a:moveTo>
                        <a:pt x="23" y="119"/>
                      </a:moveTo>
                      <a:cubicBezTo>
                        <a:pt x="45" y="113"/>
                        <a:pt x="45" y="113"/>
                        <a:pt x="45" y="113"/>
                      </a:cubicBezTo>
                      <a:cubicBezTo>
                        <a:pt x="29" y="97"/>
                        <a:pt x="29" y="97"/>
                        <a:pt x="29" y="97"/>
                      </a:cubicBezTo>
                      <a:lnTo>
                        <a:pt x="23" y="11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0" name="Freeform 52"/>
                <p:cNvSpPr>
                  <a:spLocks noEditPoints="1"/>
                </p:cNvSpPr>
                <p:nvPr/>
              </p:nvSpPr>
              <p:spPr bwMode="auto">
                <a:xfrm>
                  <a:off x="-145995" y="8701808"/>
                  <a:ext cx="787400" cy="573089"/>
                </a:xfrm>
                <a:custGeom>
                  <a:avLst/>
                  <a:gdLst>
                    <a:gd name="T0" fmla="*/ 98 w 210"/>
                    <a:gd name="T1" fmla="*/ 12 h 153"/>
                    <a:gd name="T2" fmla="*/ 105 w 210"/>
                    <a:gd name="T3" fmla="*/ 18 h 153"/>
                    <a:gd name="T4" fmla="*/ 37 w 210"/>
                    <a:gd name="T5" fmla="*/ 86 h 153"/>
                    <a:gd name="T6" fmla="*/ 43 w 210"/>
                    <a:gd name="T7" fmla="*/ 92 h 153"/>
                    <a:gd name="T8" fmla="*/ 110 w 210"/>
                    <a:gd name="T9" fmla="*/ 24 h 153"/>
                    <a:gd name="T10" fmla="*/ 118 w 210"/>
                    <a:gd name="T11" fmla="*/ 31 h 153"/>
                    <a:gd name="T12" fmla="*/ 50 w 210"/>
                    <a:gd name="T13" fmla="*/ 99 h 153"/>
                    <a:gd name="T14" fmla="*/ 55 w 210"/>
                    <a:gd name="T15" fmla="*/ 104 h 153"/>
                    <a:gd name="T16" fmla="*/ 123 w 210"/>
                    <a:gd name="T17" fmla="*/ 36 h 153"/>
                    <a:gd name="T18" fmla="*/ 130 w 210"/>
                    <a:gd name="T19" fmla="*/ 43 h 153"/>
                    <a:gd name="T20" fmla="*/ 62 w 210"/>
                    <a:gd name="T21" fmla="*/ 111 h 153"/>
                    <a:gd name="T22" fmla="*/ 68 w 210"/>
                    <a:gd name="T23" fmla="*/ 116 h 153"/>
                    <a:gd name="T24" fmla="*/ 135 w 210"/>
                    <a:gd name="T25" fmla="*/ 49 h 153"/>
                    <a:gd name="T26" fmla="*/ 142 w 210"/>
                    <a:gd name="T27" fmla="*/ 55 h 153"/>
                    <a:gd name="T28" fmla="*/ 115 w 210"/>
                    <a:gd name="T29" fmla="*/ 82 h 153"/>
                    <a:gd name="T30" fmla="*/ 198 w 210"/>
                    <a:gd name="T31" fmla="*/ 82 h 153"/>
                    <a:gd name="T32" fmla="*/ 198 w 210"/>
                    <a:gd name="T33" fmla="*/ 93 h 153"/>
                    <a:gd name="T34" fmla="*/ 113 w 210"/>
                    <a:gd name="T35" fmla="*/ 93 h 153"/>
                    <a:gd name="T36" fmla="*/ 113 w 210"/>
                    <a:gd name="T37" fmla="*/ 84 h 153"/>
                    <a:gd name="T38" fmla="*/ 69 w 210"/>
                    <a:gd name="T39" fmla="*/ 128 h 153"/>
                    <a:gd name="T40" fmla="*/ 18 w 210"/>
                    <a:gd name="T41" fmla="*/ 141 h 153"/>
                    <a:gd name="T42" fmla="*/ 13 w 210"/>
                    <a:gd name="T43" fmla="*/ 136 h 153"/>
                    <a:gd name="T44" fmla="*/ 26 w 210"/>
                    <a:gd name="T45" fmla="*/ 85 h 153"/>
                    <a:gd name="T46" fmla="*/ 98 w 210"/>
                    <a:gd name="T47" fmla="*/ 12 h 153"/>
                    <a:gd name="T48" fmla="*/ 21 w 210"/>
                    <a:gd name="T49" fmla="*/ 133 h 153"/>
                    <a:gd name="T50" fmla="*/ 62 w 210"/>
                    <a:gd name="T51" fmla="*/ 122 h 153"/>
                    <a:gd name="T52" fmla="*/ 32 w 210"/>
                    <a:gd name="T53" fmla="*/ 91 h 153"/>
                    <a:gd name="T54" fmla="*/ 21 w 210"/>
                    <a:gd name="T55" fmla="*/ 133 h 153"/>
                    <a:gd name="T56" fmla="*/ 98 w 210"/>
                    <a:gd name="T57" fmla="*/ 0 h 153"/>
                    <a:gd name="T58" fmla="*/ 98 w 210"/>
                    <a:gd name="T59" fmla="*/ 0 h 153"/>
                    <a:gd name="T60" fmla="*/ 90 w 210"/>
                    <a:gd name="T61" fmla="*/ 3 h 153"/>
                    <a:gd name="T62" fmla="*/ 17 w 210"/>
                    <a:gd name="T63" fmla="*/ 76 h 153"/>
                    <a:gd name="T64" fmla="*/ 14 w 210"/>
                    <a:gd name="T65" fmla="*/ 82 h 153"/>
                    <a:gd name="T66" fmla="*/ 1 w 210"/>
                    <a:gd name="T67" fmla="*/ 133 h 153"/>
                    <a:gd name="T68" fmla="*/ 4 w 210"/>
                    <a:gd name="T69" fmla="*/ 145 h 153"/>
                    <a:gd name="T70" fmla="*/ 10 w 210"/>
                    <a:gd name="T71" fmla="*/ 150 h 153"/>
                    <a:gd name="T72" fmla="*/ 18 w 210"/>
                    <a:gd name="T73" fmla="*/ 153 h 153"/>
                    <a:gd name="T74" fmla="*/ 21 w 210"/>
                    <a:gd name="T75" fmla="*/ 153 h 153"/>
                    <a:gd name="T76" fmla="*/ 72 w 210"/>
                    <a:gd name="T77" fmla="*/ 140 h 153"/>
                    <a:gd name="T78" fmla="*/ 77 w 210"/>
                    <a:gd name="T79" fmla="*/ 137 h 153"/>
                    <a:gd name="T80" fmla="*/ 109 w 210"/>
                    <a:gd name="T81" fmla="*/ 105 h 153"/>
                    <a:gd name="T82" fmla="*/ 113 w 210"/>
                    <a:gd name="T83" fmla="*/ 105 h 153"/>
                    <a:gd name="T84" fmla="*/ 198 w 210"/>
                    <a:gd name="T85" fmla="*/ 105 h 153"/>
                    <a:gd name="T86" fmla="*/ 210 w 210"/>
                    <a:gd name="T87" fmla="*/ 93 h 153"/>
                    <a:gd name="T88" fmla="*/ 210 w 210"/>
                    <a:gd name="T89" fmla="*/ 82 h 153"/>
                    <a:gd name="T90" fmla="*/ 198 w 210"/>
                    <a:gd name="T91" fmla="*/ 70 h 153"/>
                    <a:gd name="T92" fmla="*/ 144 w 210"/>
                    <a:gd name="T93" fmla="*/ 70 h 153"/>
                    <a:gd name="T94" fmla="*/ 150 w 210"/>
                    <a:gd name="T95" fmla="*/ 64 h 153"/>
                    <a:gd name="T96" fmla="*/ 154 w 210"/>
                    <a:gd name="T97" fmla="*/ 55 h 153"/>
                    <a:gd name="T98" fmla="*/ 150 w 210"/>
                    <a:gd name="T99" fmla="*/ 47 h 153"/>
                    <a:gd name="T100" fmla="*/ 144 w 210"/>
                    <a:gd name="T101" fmla="*/ 40 h 153"/>
                    <a:gd name="T102" fmla="*/ 140 w 210"/>
                    <a:gd name="T103" fmla="*/ 38 h 153"/>
                    <a:gd name="T104" fmla="*/ 138 w 210"/>
                    <a:gd name="T105" fmla="*/ 35 h 153"/>
                    <a:gd name="T106" fmla="*/ 131 w 210"/>
                    <a:gd name="T107" fmla="*/ 28 h 153"/>
                    <a:gd name="T108" fmla="*/ 128 w 210"/>
                    <a:gd name="T109" fmla="*/ 25 h 153"/>
                    <a:gd name="T110" fmla="*/ 126 w 210"/>
                    <a:gd name="T111" fmla="*/ 22 h 153"/>
                    <a:gd name="T112" fmla="*/ 119 w 210"/>
                    <a:gd name="T113" fmla="*/ 15 h 153"/>
                    <a:gd name="T114" fmla="*/ 116 w 210"/>
                    <a:gd name="T115" fmla="*/ 13 h 153"/>
                    <a:gd name="T116" fmla="*/ 113 w 210"/>
                    <a:gd name="T117" fmla="*/ 10 h 153"/>
                    <a:gd name="T118" fmla="*/ 107 w 210"/>
                    <a:gd name="T119" fmla="*/ 3 h 153"/>
                    <a:gd name="T120" fmla="*/ 98 w 210"/>
                    <a:gd name="T121" fmla="*/ 0 h 1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210" h="153">
                      <a:moveTo>
                        <a:pt x="98" y="12"/>
                      </a:moveTo>
                      <a:cubicBezTo>
                        <a:pt x="105" y="18"/>
                        <a:pt x="105" y="18"/>
                        <a:pt x="105" y="18"/>
                      </a:cubicBezTo>
                      <a:cubicBezTo>
                        <a:pt x="37" y="86"/>
                        <a:pt x="37" y="86"/>
                        <a:pt x="37" y="86"/>
                      </a:cubicBezTo>
                      <a:cubicBezTo>
                        <a:pt x="43" y="92"/>
                        <a:pt x="43" y="92"/>
                        <a:pt x="43" y="92"/>
                      </a:cubicBezTo>
                      <a:cubicBezTo>
                        <a:pt x="110" y="24"/>
                        <a:pt x="110" y="24"/>
                        <a:pt x="110" y="24"/>
                      </a:cubicBezTo>
                      <a:cubicBezTo>
                        <a:pt x="118" y="31"/>
                        <a:pt x="118" y="31"/>
                        <a:pt x="118" y="31"/>
                      </a:cubicBezTo>
                      <a:cubicBezTo>
                        <a:pt x="50" y="99"/>
                        <a:pt x="50" y="99"/>
                        <a:pt x="50" y="99"/>
                      </a:cubicBezTo>
                      <a:cubicBezTo>
                        <a:pt x="55" y="104"/>
                        <a:pt x="55" y="104"/>
                        <a:pt x="55" y="104"/>
                      </a:cubicBezTo>
                      <a:cubicBezTo>
                        <a:pt x="123" y="36"/>
                        <a:pt x="123" y="36"/>
                        <a:pt x="123" y="36"/>
                      </a:cubicBezTo>
                      <a:cubicBezTo>
                        <a:pt x="130" y="43"/>
                        <a:pt x="130" y="43"/>
                        <a:pt x="130" y="43"/>
                      </a:cubicBezTo>
                      <a:cubicBezTo>
                        <a:pt x="62" y="111"/>
                        <a:pt x="62" y="111"/>
                        <a:pt x="62" y="111"/>
                      </a:cubicBezTo>
                      <a:cubicBezTo>
                        <a:pt x="68" y="116"/>
                        <a:pt x="68" y="116"/>
                        <a:pt x="68" y="116"/>
                      </a:cubicBezTo>
                      <a:cubicBezTo>
                        <a:pt x="135" y="49"/>
                        <a:pt x="135" y="49"/>
                        <a:pt x="135" y="49"/>
                      </a:cubicBezTo>
                      <a:cubicBezTo>
                        <a:pt x="142" y="55"/>
                        <a:pt x="142" y="55"/>
                        <a:pt x="142" y="55"/>
                      </a:cubicBezTo>
                      <a:cubicBezTo>
                        <a:pt x="115" y="82"/>
                        <a:pt x="115" y="82"/>
                        <a:pt x="115" y="82"/>
                      </a:cubicBezTo>
                      <a:cubicBezTo>
                        <a:pt x="198" y="82"/>
                        <a:pt x="198" y="82"/>
                        <a:pt x="198" y="82"/>
                      </a:cubicBezTo>
                      <a:cubicBezTo>
                        <a:pt x="198" y="93"/>
                        <a:pt x="198" y="93"/>
                        <a:pt x="198" y="93"/>
                      </a:cubicBezTo>
                      <a:cubicBezTo>
                        <a:pt x="113" y="93"/>
                        <a:pt x="113" y="93"/>
                        <a:pt x="113" y="93"/>
                      </a:cubicBezTo>
                      <a:cubicBezTo>
                        <a:pt x="113" y="84"/>
                        <a:pt x="113" y="84"/>
                        <a:pt x="113" y="84"/>
                      </a:cubicBezTo>
                      <a:cubicBezTo>
                        <a:pt x="69" y="128"/>
                        <a:pt x="69" y="128"/>
                        <a:pt x="69" y="128"/>
                      </a:cubicBezTo>
                      <a:cubicBezTo>
                        <a:pt x="18" y="141"/>
                        <a:pt x="18" y="141"/>
                        <a:pt x="18" y="141"/>
                      </a:cubicBezTo>
                      <a:cubicBezTo>
                        <a:pt x="13" y="136"/>
                        <a:pt x="13" y="136"/>
                        <a:pt x="13" y="136"/>
                      </a:cubicBezTo>
                      <a:cubicBezTo>
                        <a:pt x="26" y="85"/>
                        <a:pt x="26" y="85"/>
                        <a:pt x="26" y="85"/>
                      </a:cubicBezTo>
                      <a:cubicBezTo>
                        <a:pt x="98" y="12"/>
                        <a:pt x="98" y="12"/>
                        <a:pt x="98" y="12"/>
                      </a:cubicBezTo>
                      <a:moveTo>
                        <a:pt x="21" y="133"/>
                      </a:moveTo>
                      <a:cubicBezTo>
                        <a:pt x="62" y="122"/>
                        <a:pt x="62" y="122"/>
                        <a:pt x="62" y="122"/>
                      </a:cubicBezTo>
                      <a:cubicBezTo>
                        <a:pt x="32" y="91"/>
                        <a:pt x="32" y="91"/>
                        <a:pt x="32" y="91"/>
                      </a:cubicBezTo>
                      <a:cubicBezTo>
                        <a:pt x="21" y="133"/>
                        <a:pt x="21" y="133"/>
                        <a:pt x="21" y="133"/>
                      </a:cubicBezTo>
                      <a:moveTo>
                        <a:pt x="98" y="0"/>
                      </a:moveTo>
                      <a:cubicBezTo>
                        <a:pt x="98" y="0"/>
                        <a:pt x="98" y="0"/>
                        <a:pt x="98" y="0"/>
                      </a:cubicBezTo>
                      <a:cubicBezTo>
                        <a:pt x="95" y="0"/>
                        <a:pt x="92" y="1"/>
                        <a:pt x="90" y="3"/>
                      </a:cubicBezTo>
                      <a:cubicBezTo>
                        <a:pt x="17" y="76"/>
                        <a:pt x="17" y="76"/>
                        <a:pt x="17" y="76"/>
                      </a:cubicBezTo>
                      <a:cubicBezTo>
                        <a:pt x="16" y="78"/>
                        <a:pt x="15" y="80"/>
                        <a:pt x="14" y="82"/>
                      </a:cubicBezTo>
                      <a:cubicBezTo>
                        <a:pt x="1" y="133"/>
                        <a:pt x="1" y="133"/>
                        <a:pt x="1" y="133"/>
                      </a:cubicBezTo>
                      <a:cubicBezTo>
                        <a:pt x="0" y="137"/>
                        <a:pt x="1" y="142"/>
                        <a:pt x="4" y="145"/>
                      </a:cubicBezTo>
                      <a:cubicBezTo>
                        <a:pt x="10" y="150"/>
                        <a:pt x="10" y="150"/>
                        <a:pt x="10" y="150"/>
                      </a:cubicBezTo>
                      <a:cubicBezTo>
                        <a:pt x="12" y="152"/>
                        <a:pt x="15" y="153"/>
                        <a:pt x="18" y="153"/>
                      </a:cubicBezTo>
                      <a:cubicBezTo>
                        <a:pt x="19" y="153"/>
                        <a:pt x="20" y="153"/>
                        <a:pt x="21" y="153"/>
                      </a:cubicBezTo>
                      <a:cubicBezTo>
                        <a:pt x="72" y="140"/>
                        <a:pt x="72" y="140"/>
                        <a:pt x="72" y="140"/>
                      </a:cubicBezTo>
                      <a:cubicBezTo>
                        <a:pt x="74" y="140"/>
                        <a:pt x="76" y="138"/>
                        <a:pt x="77" y="137"/>
                      </a:cubicBezTo>
                      <a:cubicBezTo>
                        <a:pt x="109" y="105"/>
                        <a:pt x="109" y="105"/>
                        <a:pt x="109" y="105"/>
                      </a:cubicBezTo>
                      <a:cubicBezTo>
                        <a:pt x="111" y="105"/>
                        <a:pt x="112" y="105"/>
                        <a:pt x="113" y="105"/>
                      </a:cubicBezTo>
                      <a:cubicBezTo>
                        <a:pt x="198" y="105"/>
                        <a:pt x="198" y="105"/>
                        <a:pt x="198" y="105"/>
                      </a:cubicBezTo>
                      <a:cubicBezTo>
                        <a:pt x="205" y="105"/>
                        <a:pt x="210" y="100"/>
                        <a:pt x="210" y="93"/>
                      </a:cubicBezTo>
                      <a:cubicBezTo>
                        <a:pt x="210" y="82"/>
                        <a:pt x="210" y="82"/>
                        <a:pt x="210" y="82"/>
                      </a:cubicBezTo>
                      <a:cubicBezTo>
                        <a:pt x="210" y="75"/>
                        <a:pt x="205" y="70"/>
                        <a:pt x="198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50" y="64"/>
                        <a:pt x="150" y="64"/>
                        <a:pt x="150" y="64"/>
                      </a:cubicBezTo>
                      <a:cubicBezTo>
                        <a:pt x="153" y="61"/>
                        <a:pt x="154" y="58"/>
                        <a:pt x="154" y="55"/>
                      </a:cubicBezTo>
                      <a:cubicBezTo>
                        <a:pt x="154" y="52"/>
                        <a:pt x="152" y="49"/>
                        <a:pt x="150" y="47"/>
                      </a:cubicBezTo>
                      <a:cubicBezTo>
                        <a:pt x="144" y="40"/>
                        <a:pt x="144" y="40"/>
                        <a:pt x="144" y="40"/>
                      </a:cubicBezTo>
                      <a:cubicBezTo>
                        <a:pt x="143" y="39"/>
                        <a:pt x="142" y="39"/>
                        <a:pt x="140" y="38"/>
                      </a:cubicBezTo>
                      <a:cubicBezTo>
                        <a:pt x="140" y="37"/>
                        <a:pt x="139" y="36"/>
                        <a:pt x="138" y="35"/>
                      </a:cubicBezTo>
                      <a:cubicBezTo>
                        <a:pt x="131" y="28"/>
                        <a:pt x="131" y="28"/>
                        <a:pt x="131" y="28"/>
                      </a:cubicBezTo>
                      <a:cubicBezTo>
                        <a:pt x="131" y="27"/>
                        <a:pt x="129" y="26"/>
                        <a:pt x="128" y="25"/>
                      </a:cubicBezTo>
                      <a:cubicBezTo>
                        <a:pt x="128" y="24"/>
                        <a:pt x="127" y="23"/>
                        <a:pt x="126" y="22"/>
                      </a:cubicBezTo>
                      <a:cubicBezTo>
                        <a:pt x="119" y="15"/>
                        <a:pt x="119" y="15"/>
                        <a:pt x="119" y="15"/>
                      </a:cubicBezTo>
                      <a:cubicBezTo>
                        <a:pt x="118" y="14"/>
                        <a:pt x="117" y="13"/>
                        <a:pt x="116" y="13"/>
                      </a:cubicBezTo>
                      <a:cubicBezTo>
                        <a:pt x="115" y="12"/>
                        <a:pt x="114" y="10"/>
                        <a:pt x="113" y="10"/>
                      </a:cubicBezTo>
                      <a:cubicBezTo>
                        <a:pt x="107" y="3"/>
                        <a:pt x="107" y="3"/>
                        <a:pt x="107" y="3"/>
                      </a:cubicBezTo>
                      <a:cubicBezTo>
                        <a:pt x="105" y="1"/>
                        <a:pt x="102" y="0"/>
                        <a:pt x="98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1" name="Rectangle 53"/>
                <p:cNvSpPr>
                  <a:spLocks noChangeArrowheads="1"/>
                </p:cNvSpPr>
                <p:nvPr/>
              </p:nvSpPr>
              <p:spPr bwMode="auto">
                <a:xfrm>
                  <a:off x="277868" y="9084396"/>
                  <a:ext cx="319088" cy="4445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2" name="Rectangle 54"/>
                <p:cNvSpPr>
                  <a:spLocks noChangeArrowheads="1"/>
                </p:cNvSpPr>
                <p:nvPr/>
              </p:nvSpPr>
              <p:spPr bwMode="auto">
                <a:xfrm>
                  <a:off x="277868" y="9159009"/>
                  <a:ext cx="319088" cy="4445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3" name="Freeform 55"/>
                <p:cNvSpPr>
                  <a:spLocks/>
                </p:cNvSpPr>
                <p:nvPr/>
              </p:nvSpPr>
              <p:spPr bwMode="auto">
                <a:xfrm>
                  <a:off x="239768" y="8674820"/>
                  <a:ext cx="217488" cy="214313"/>
                </a:xfrm>
                <a:custGeom>
                  <a:avLst/>
                  <a:gdLst>
                    <a:gd name="T0" fmla="*/ 55 w 58"/>
                    <a:gd name="T1" fmla="*/ 46 h 57"/>
                    <a:gd name="T2" fmla="*/ 55 w 58"/>
                    <a:gd name="T3" fmla="*/ 37 h 57"/>
                    <a:gd name="T4" fmla="*/ 21 w 58"/>
                    <a:gd name="T5" fmla="*/ 2 h 57"/>
                    <a:gd name="T6" fmla="*/ 12 w 58"/>
                    <a:gd name="T7" fmla="*/ 2 h 57"/>
                    <a:gd name="T8" fmla="*/ 0 w 58"/>
                    <a:gd name="T9" fmla="*/ 14 h 57"/>
                    <a:gd name="T10" fmla="*/ 44 w 58"/>
                    <a:gd name="T11" fmla="*/ 57 h 57"/>
                    <a:gd name="T12" fmla="*/ 55 w 58"/>
                    <a:gd name="T13" fmla="*/ 46 h 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8" h="57">
                      <a:moveTo>
                        <a:pt x="55" y="46"/>
                      </a:moveTo>
                      <a:cubicBezTo>
                        <a:pt x="58" y="43"/>
                        <a:pt x="58" y="39"/>
                        <a:pt x="55" y="37"/>
                      </a:cubicBezTo>
                      <a:cubicBezTo>
                        <a:pt x="21" y="2"/>
                        <a:pt x="21" y="2"/>
                        <a:pt x="21" y="2"/>
                      </a:cubicBezTo>
                      <a:cubicBezTo>
                        <a:pt x="18" y="0"/>
                        <a:pt x="14" y="0"/>
                        <a:pt x="12" y="2"/>
                      </a:cubicBezTo>
                      <a:cubicBezTo>
                        <a:pt x="0" y="14"/>
                        <a:pt x="0" y="14"/>
                        <a:pt x="0" y="14"/>
                      </a:cubicBezTo>
                      <a:cubicBezTo>
                        <a:pt x="44" y="57"/>
                        <a:pt x="44" y="57"/>
                        <a:pt x="44" y="57"/>
                      </a:cubicBezTo>
                      <a:cubicBezTo>
                        <a:pt x="55" y="46"/>
                        <a:pt x="55" y="46"/>
                        <a:pt x="55" y="4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4" name="Freeform 56"/>
                <p:cNvSpPr>
                  <a:spLocks noEditPoints="1"/>
                </p:cNvSpPr>
                <p:nvPr/>
              </p:nvSpPr>
              <p:spPr bwMode="auto">
                <a:xfrm>
                  <a:off x="-96782" y="8746258"/>
                  <a:ext cx="693738" cy="484189"/>
                </a:xfrm>
                <a:custGeom>
                  <a:avLst/>
                  <a:gdLst>
                    <a:gd name="T0" fmla="*/ 241 w 437"/>
                    <a:gd name="T1" fmla="*/ 166 h 305"/>
                    <a:gd name="T2" fmla="*/ 305 w 437"/>
                    <a:gd name="T3" fmla="*/ 102 h 305"/>
                    <a:gd name="T4" fmla="*/ 288 w 437"/>
                    <a:gd name="T5" fmla="*/ 88 h 305"/>
                    <a:gd name="T6" fmla="*/ 130 w 437"/>
                    <a:gd name="T7" fmla="*/ 246 h 305"/>
                    <a:gd name="T8" fmla="*/ 116 w 437"/>
                    <a:gd name="T9" fmla="*/ 234 h 305"/>
                    <a:gd name="T10" fmla="*/ 276 w 437"/>
                    <a:gd name="T11" fmla="*/ 74 h 305"/>
                    <a:gd name="T12" fmla="*/ 260 w 437"/>
                    <a:gd name="T13" fmla="*/ 57 h 305"/>
                    <a:gd name="T14" fmla="*/ 99 w 437"/>
                    <a:gd name="T15" fmla="*/ 218 h 305"/>
                    <a:gd name="T16" fmla="*/ 87 w 437"/>
                    <a:gd name="T17" fmla="*/ 206 h 305"/>
                    <a:gd name="T18" fmla="*/ 248 w 437"/>
                    <a:gd name="T19" fmla="*/ 45 h 305"/>
                    <a:gd name="T20" fmla="*/ 229 w 437"/>
                    <a:gd name="T21" fmla="*/ 29 h 305"/>
                    <a:gd name="T22" fmla="*/ 71 w 437"/>
                    <a:gd name="T23" fmla="*/ 189 h 305"/>
                    <a:gd name="T24" fmla="*/ 56 w 437"/>
                    <a:gd name="T25" fmla="*/ 175 h 305"/>
                    <a:gd name="T26" fmla="*/ 217 w 437"/>
                    <a:gd name="T27" fmla="*/ 14 h 305"/>
                    <a:gd name="T28" fmla="*/ 201 w 437"/>
                    <a:gd name="T29" fmla="*/ 0 h 305"/>
                    <a:gd name="T30" fmla="*/ 30 w 437"/>
                    <a:gd name="T31" fmla="*/ 173 h 305"/>
                    <a:gd name="T32" fmla="*/ 0 w 437"/>
                    <a:gd name="T33" fmla="*/ 293 h 305"/>
                    <a:gd name="T34" fmla="*/ 12 w 437"/>
                    <a:gd name="T35" fmla="*/ 305 h 305"/>
                    <a:gd name="T36" fmla="*/ 132 w 437"/>
                    <a:gd name="T37" fmla="*/ 274 h 305"/>
                    <a:gd name="T38" fmla="*/ 236 w 437"/>
                    <a:gd name="T39" fmla="*/ 170 h 305"/>
                    <a:gd name="T40" fmla="*/ 236 w 437"/>
                    <a:gd name="T41" fmla="*/ 192 h 305"/>
                    <a:gd name="T42" fmla="*/ 437 w 437"/>
                    <a:gd name="T43" fmla="*/ 192 h 305"/>
                    <a:gd name="T44" fmla="*/ 437 w 437"/>
                    <a:gd name="T45" fmla="*/ 166 h 305"/>
                    <a:gd name="T46" fmla="*/ 241 w 437"/>
                    <a:gd name="T47" fmla="*/ 166 h 305"/>
                    <a:gd name="T48" fmla="*/ 19 w 437"/>
                    <a:gd name="T49" fmla="*/ 286 h 305"/>
                    <a:gd name="T50" fmla="*/ 45 w 437"/>
                    <a:gd name="T51" fmla="*/ 187 h 305"/>
                    <a:gd name="T52" fmla="*/ 116 w 437"/>
                    <a:gd name="T53" fmla="*/ 260 h 305"/>
                    <a:gd name="T54" fmla="*/ 19 w 437"/>
                    <a:gd name="T55" fmla="*/ 286 h 3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437" h="305">
                      <a:moveTo>
                        <a:pt x="241" y="166"/>
                      </a:moveTo>
                      <a:lnTo>
                        <a:pt x="305" y="102"/>
                      </a:lnTo>
                      <a:lnTo>
                        <a:pt x="288" y="88"/>
                      </a:lnTo>
                      <a:lnTo>
                        <a:pt x="130" y="246"/>
                      </a:lnTo>
                      <a:lnTo>
                        <a:pt x="116" y="234"/>
                      </a:lnTo>
                      <a:lnTo>
                        <a:pt x="276" y="74"/>
                      </a:lnTo>
                      <a:lnTo>
                        <a:pt x="260" y="57"/>
                      </a:lnTo>
                      <a:lnTo>
                        <a:pt x="99" y="218"/>
                      </a:lnTo>
                      <a:lnTo>
                        <a:pt x="87" y="206"/>
                      </a:lnTo>
                      <a:lnTo>
                        <a:pt x="248" y="45"/>
                      </a:lnTo>
                      <a:lnTo>
                        <a:pt x="229" y="29"/>
                      </a:lnTo>
                      <a:lnTo>
                        <a:pt x="71" y="189"/>
                      </a:lnTo>
                      <a:lnTo>
                        <a:pt x="56" y="175"/>
                      </a:lnTo>
                      <a:lnTo>
                        <a:pt x="217" y="14"/>
                      </a:lnTo>
                      <a:lnTo>
                        <a:pt x="201" y="0"/>
                      </a:lnTo>
                      <a:lnTo>
                        <a:pt x="30" y="173"/>
                      </a:lnTo>
                      <a:lnTo>
                        <a:pt x="0" y="293"/>
                      </a:lnTo>
                      <a:lnTo>
                        <a:pt x="12" y="305"/>
                      </a:lnTo>
                      <a:lnTo>
                        <a:pt x="132" y="274"/>
                      </a:lnTo>
                      <a:lnTo>
                        <a:pt x="236" y="170"/>
                      </a:lnTo>
                      <a:lnTo>
                        <a:pt x="236" y="192"/>
                      </a:lnTo>
                      <a:lnTo>
                        <a:pt x="437" y="192"/>
                      </a:lnTo>
                      <a:lnTo>
                        <a:pt x="437" y="166"/>
                      </a:lnTo>
                      <a:lnTo>
                        <a:pt x="241" y="166"/>
                      </a:lnTo>
                      <a:close/>
                      <a:moveTo>
                        <a:pt x="19" y="286"/>
                      </a:moveTo>
                      <a:lnTo>
                        <a:pt x="45" y="187"/>
                      </a:lnTo>
                      <a:lnTo>
                        <a:pt x="116" y="260"/>
                      </a:lnTo>
                      <a:lnTo>
                        <a:pt x="19" y="28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p:grpSp>
        </p:grpSp>
      </p:grpSp>
      <p:grpSp>
        <p:nvGrpSpPr>
          <p:cNvPr id="74" name="Group 67"/>
          <p:cNvGrpSpPr/>
          <p:nvPr/>
        </p:nvGrpSpPr>
        <p:grpSpPr>
          <a:xfrm>
            <a:off x="908863" y="8705512"/>
            <a:ext cx="3510737" cy="1151911"/>
            <a:chOff x="1311958" y="3405486"/>
            <a:chExt cx="3557092" cy="1028748"/>
          </a:xfrm>
        </p:grpSpPr>
        <p:sp>
          <p:nvSpPr>
            <p:cNvPr id="75" name="Freeform 20"/>
            <p:cNvSpPr>
              <a:spLocks/>
            </p:cNvSpPr>
            <p:nvPr/>
          </p:nvSpPr>
          <p:spPr bwMode="auto">
            <a:xfrm rot="5400000">
              <a:off x="2967389" y="2625080"/>
              <a:ext cx="793395" cy="2582819"/>
            </a:xfrm>
            <a:prstGeom prst="round2SameRect">
              <a:avLst>
                <a:gd name="adj1" fmla="val 6498"/>
                <a:gd name="adj2" fmla="val 0"/>
              </a:avLst>
            </a:prstGeom>
            <a:solidFill>
              <a:schemeClr val="accent6">
                <a:lumMod val="75000"/>
              </a:schemeClr>
            </a:solidFill>
            <a:ln w="57150">
              <a:solidFill>
                <a:schemeClr val="accent6">
                  <a:lumMod val="75000"/>
                </a:schemeClr>
              </a:solidFill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1912738" y="3527166"/>
              <a:ext cx="2956312" cy="907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b="1">
                  <a:solidFill>
                    <a:schemeClr val="bg1"/>
                  </a:solidFill>
                  <a:latin typeface="Times New Roman" panose="02020603050405020304" pitchFamily="18" charset="0"/>
                  <a:ea typeface="Tahoma" pitchFamily="34" charset="0"/>
                  <a:cs typeface="Times New Roman" panose="02020603050405020304" pitchFamily="18" charset="0"/>
                </a:rPr>
                <a:t>Lời giải</a:t>
              </a:r>
              <a:r>
                <a:rPr lang="vi-VN" sz="6000" b="1">
                  <a:solidFill>
                    <a:schemeClr val="bg1"/>
                  </a:solidFill>
                  <a:latin typeface="Times New Roman" panose="02020603050405020304" pitchFamily="18" charset="0"/>
                  <a:ea typeface="Tahoma" pitchFamily="34" charset="0"/>
                  <a:cs typeface="Times New Roman" panose="02020603050405020304" pitchFamily="18" charset="0"/>
                </a:rPr>
                <a:t> </a:t>
              </a:r>
              <a:endPara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7" name="Group 70"/>
            <p:cNvGrpSpPr/>
            <p:nvPr/>
          </p:nvGrpSpPr>
          <p:grpSpPr>
            <a:xfrm>
              <a:off x="1311958" y="3405486"/>
              <a:ext cx="950173" cy="940513"/>
              <a:chOff x="1311958" y="3405486"/>
              <a:chExt cx="950173" cy="940513"/>
            </a:xfrm>
          </p:grpSpPr>
          <p:sp>
            <p:nvSpPr>
              <p:cNvPr id="78" name="Rectangle 77"/>
              <p:cNvSpPr/>
              <p:nvPr/>
            </p:nvSpPr>
            <p:spPr>
              <a:xfrm>
                <a:off x="1406975" y="3672018"/>
                <a:ext cx="596676" cy="5403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Freeform 13"/>
              <p:cNvSpPr>
                <a:spLocks noEditPoints="1"/>
              </p:cNvSpPr>
              <p:nvPr/>
            </p:nvSpPr>
            <p:spPr bwMode="auto">
              <a:xfrm>
                <a:off x="1311958" y="3581027"/>
                <a:ext cx="190035" cy="268948"/>
              </a:xfrm>
              <a:custGeom>
                <a:avLst/>
                <a:gdLst>
                  <a:gd name="T0" fmla="*/ 34 w 50"/>
                  <a:gd name="T1" fmla="*/ 16 h 71"/>
                  <a:gd name="T2" fmla="*/ 34 w 50"/>
                  <a:gd name="T3" fmla="*/ 55 h 71"/>
                  <a:gd name="T4" fmla="*/ 16 w 50"/>
                  <a:gd name="T5" fmla="*/ 55 h 71"/>
                  <a:gd name="T6" fmla="*/ 16 w 50"/>
                  <a:gd name="T7" fmla="*/ 16 h 71"/>
                  <a:gd name="T8" fmla="*/ 34 w 50"/>
                  <a:gd name="T9" fmla="*/ 16 h 71"/>
                  <a:gd name="T10" fmla="*/ 34 w 50"/>
                  <a:gd name="T11" fmla="*/ 0 h 71"/>
                  <a:gd name="T12" fmla="*/ 16 w 50"/>
                  <a:gd name="T13" fmla="*/ 0 h 71"/>
                  <a:gd name="T14" fmla="*/ 0 w 50"/>
                  <a:gd name="T15" fmla="*/ 16 h 71"/>
                  <a:gd name="T16" fmla="*/ 0 w 50"/>
                  <a:gd name="T17" fmla="*/ 55 h 71"/>
                  <a:gd name="T18" fmla="*/ 16 w 50"/>
                  <a:gd name="T19" fmla="*/ 71 h 71"/>
                  <a:gd name="T20" fmla="*/ 34 w 50"/>
                  <a:gd name="T21" fmla="*/ 71 h 71"/>
                  <a:gd name="T22" fmla="*/ 50 w 50"/>
                  <a:gd name="T23" fmla="*/ 55 h 71"/>
                  <a:gd name="T24" fmla="*/ 50 w 50"/>
                  <a:gd name="T25" fmla="*/ 16 h 71"/>
                  <a:gd name="T26" fmla="*/ 34 w 50"/>
                  <a:gd name="T2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1">
                    <a:moveTo>
                      <a:pt x="34" y="16"/>
                    </a:moveTo>
                    <a:cubicBezTo>
                      <a:pt x="34" y="55"/>
                      <a:pt x="34" y="55"/>
                      <a:pt x="34" y="55"/>
                    </a:cubicBezTo>
                    <a:cubicBezTo>
                      <a:pt x="16" y="55"/>
                      <a:pt x="16" y="55"/>
                      <a:pt x="16" y="5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64"/>
                      <a:pt x="7" y="71"/>
                      <a:pt x="16" y="71"/>
                    </a:cubicBezTo>
                    <a:cubicBezTo>
                      <a:pt x="34" y="71"/>
                      <a:pt x="34" y="71"/>
                      <a:pt x="34" y="71"/>
                    </a:cubicBezTo>
                    <a:cubicBezTo>
                      <a:pt x="43" y="71"/>
                      <a:pt x="50" y="64"/>
                      <a:pt x="50" y="55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14"/>
              <p:cNvSpPr>
                <a:spLocks noEditPoints="1"/>
              </p:cNvSpPr>
              <p:nvPr/>
            </p:nvSpPr>
            <p:spPr bwMode="auto">
              <a:xfrm>
                <a:off x="1311958" y="3581027"/>
                <a:ext cx="277000" cy="181983"/>
              </a:xfrm>
              <a:custGeom>
                <a:avLst/>
                <a:gdLst>
                  <a:gd name="T0" fmla="*/ 57 w 73"/>
                  <a:gd name="T1" fmla="*/ 16 h 48"/>
                  <a:gd name="T2" fmla="*/ 57 w 73"/>
                  <a:gd name="T3" fmla="*/ 32 h 48"/>
                  <a:gd name="T4" fmla="*/ 16 w 73"/>
                  <a:gd name="T5" fmla="*/ 32 h 48"/>
                  <a:gd name="T6" fmla="*/ 16 w 73"/>
                  <a:gd name="T7" fmla="*/ 16 h 48"/>
                  <a:gd name="T8" fmla="*/ 57 w 73"/>
                  <a:gd name="T9" fmla="*/ 16 h 48"/>
                  <a:gd name="T10" fmla="*/ 57 w 73"/>
                  <a:gd name="T11" fmla="*/ 0 h 48"/>
                  <a:gd name="T12" fmla="*/ 16 w 73"/>
                  <a:gd name="T13" fmla="*/ 0 h 48"/>
                  <a:gd name="T14" fmla="*/ 0 w 73"/>
                  <a:gd name="T15" fmla="*/ 16 h 48"/>
                  <a:gd name="T16" fmla="*/ 0 w 73"/>
                  <a:gd name="T17" fmla="*/ 32 h 48"/>
                  <a:gd name="T18" fmla="*/ 16 w 73"/>
                  <a:gd name="T19" fmla="*/ 48 h 48"/>
                  <a:gd name="T20" fmla="*/ 57 w 73"/>
                  <a:gd name="T21" fmla="*/ 48 h 48"/>
                  <a:gd name="T22" fmla="*/ 73 w 73"/>
                  <a:gd name="T23" fmla="*/ 32 h 48"/>
                  <a:gd name="T24" fmla="*/ 73 w 73"/>
                  <a:gd name="T25" fmla="*/ 16 h 48"/>
                  <a:gd name="T26" fmla="*/ 57 w 73"/>
                  <a:gd name="T27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" h="48">
                    <a:moveTo>
                      <a:pt x="57" y="16"/>
                    </a:moveTo>
                    <a:cubicBezTo>
                      <a:pt x="57" y="32"/>
                      <a:pt x="57" y="32"/>
                      <a:pt x="5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7" y="16"/>
                      <a:pt x="57" y="16"/>
                      <a:pt x="57" y="16"/>
                    </a:cubicBezTo>
                    <a:moveTo>
                      <a:pt x="57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41"/>
                      <a:pt x="7" y="48"/>
                      <a:pt x="16" y="48"/>
                    </a:cubicBezTo>
                    <a:cubicBezTo>
                      <a:pt x="57" y="48"/>
                      <a:pt x="57" y="48"/>
                      <a:pt x="57" y="48"/>
                    </a:cubicBezTo>
                    <a:cubicBezTo>
                      <a:pt x="66" y="48"/>
                      <a:pt x="73" y="41"/>
                      <a:pt x="73" y="32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7"/>
                      <a:pt x="66" y="0"/>
                      <a:pt x="57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15"/>
              <p:cNvSpPr>
                <a:spLocks noEditPoints="1"/>
              </p:cNvSpPr>
              <p:nvPr/>
            </p:nvSpPr>
            <p:spPr bwMode="auto">
              <a:xfrm>
                <a:off x="1563190" y="3581027"/>
                <a:ext cx="285052" cy="181983"/>
              </a:xfrm>
              <a:custGeom>
                <a:avLst/>
                <a:gdLst>
                  <a:gd name="T0" fmla="*/ 58 w 75"/>
                  <a:gd name="T1" fmla="*/ 16 h 48"/>
                  <a:gd name="T2" fmla="*/ 43 w 75"/>
                  <a:gd name="T3" fmla="*/ 32 h 48"/>
                  <a:gd name="T4" fmla="*/ 16 w 75"/>
                  <a:gd name="T5" fmla="*/ 32 h 48"/>
                  <a:gd name="T6" fmla="*/ 16 w 75"/>
                  <a:gd name="T7" fmla="*/ 16 h 48"/>
                  <a:gd name="T8" fmla="*/ 58 w 75"/>
                  <a:gd name="T9" fmla="*/ 16 h 48"/>
                  <a:gd name="T10" fmla="*/ 58 w 75"/>
                  <a:gd name="T11" fmla="*/ 0 h 48"/>
                  <a:gd name="T12" fmla="*/ 16 w 75"/>
                  <a:gd name="T13" fmla="*/ 0 h 48"/>
                  <a:gd name="T14" fmla="*/ 0 w 75"/>
                  <a:gd name="T15" fmla="*/ 16 h 48"/>
                  <a:gd name="T16" fmla="*/ 0 w 75"/>
                  <a:gd name="T17" fmla="*/ 32 h 48"/>
                  <a:gd name="T18" fmla="*/ 16 w 75"/>
                  <a:gd name="T19" fmla="*/ 48 h 48"/>
                  <a:gd name="T20" fmla="*/ 43 w 75"/>
                  <a:gd name="T21" fmla="*/ 48 h 48"/>
                  <a:gd name="T22" fmla="*/ 55 w 75"/>
                  <a:gd name="T23" fmla="*/ 43 h 48"/>
                  <a:gd name="T24" fmla="*/ 70 w 75"/>
                  <a:gd name="T25" fmla="*/ 26 h 48"/>
                  <a:gd name="T26" fmla="*/ 73 w 75"/>
                  <a:gd name="T27" fmla="*/ 9 h 48"/>
                  <a:gd name="T28" fmla="*/ 58 w 75"/>
                  <a:gd name="T29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5" h="48">
                    <a:moveTo>
                      <a:pt x="58" y="16"/>
                    </a:moveTo>
                    <a:cubicBezTo>
                      <a:pt x="43" y="32"/>
                      <a:pt x="43" y="32"/>
                      <a:pt x="43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8" y="16"/>
                      <a:pt x="58" y="16"/>
                      <a:pt x="58" y="16"/>
                    </a:cubicBezTo>
                    <a:moveTo>
                      <a:pt x="58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8" y="0"/>
                      <a:pt x="0" y="7"/>
                      <a:pt x="0" y="16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41"/>
                      <a:pt x="8" y="48"/>
                      <a:pt x="16" y="48"/>
                    </a:cubicBezTo>
                    <a:cubicBezTo>
                      <a:pt x="43" y="48"/>
                      <a:pt x="43" y="48"/>
                      <a:pt x="43" y="48"/>
                    </a:cubicBezTo>
                    <a:cubicBezTo>
                      <a:pt x="48" y="48"/>
                      <a:pt x="52" y="46"/>
                      <a:pt x="55" y="43"/>
                    </a:cubicBezTo>
                    <a:cubicBezTo>
                      <a:pt x="70" y="26"/>
                      <a:pt x="70" y="26"/>
                      <a:pt x="70" y="26"/>
                    </a:cubicBezTo>
                    <a:cubicBezTo>
                      <a:pt x="74" y="22"/>
                      <a:pt x="75" y="15"/>
                      <a:pt x="73" y="9"/>
                    </a:cubicBezTo>
                    <a:cubicBezTo>
                      <a:pt x="70" y="3"/>
                      <a:pt x="64" y="0"/>
                      <a:pt x="58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16"/>
              <p:cNvSpPr>
                <a:spLocks noEditPoints="1"/>
              </p:cNvSpPr>
              <p:nvPr/>
            </p:nvSpPr>
            <p:spPr bwMode="auto">
              <a:xfrm>
                <a:off x="1563190" y="4151132"/>
                <a:ext cx="280221" cy="194867"/>
              </a:xfrm>
              <a:custGeom>
                <a:avLst/>
                <a:gdLst>
                  <a:gd name="T0" fmla="*/ 58 w 74"/>
                  <a:gd name="T1" fmla="*/ 16 h 51"/>
                  <a:gd name="T2" fmla="*/ 58 w 74"/>
                  <a:gd name="T3" fmla="*/ 35 h 51"/>
                  <a:gd name="T4" fmla="*/ 16 w 74"/>
                  <a:gd name="T5" fmla="*/ 35 h 51"/>
                  <a:gd name="T6" fmla="*/ 16 w 74"/>
                  <a:gd name="T7" fmla="*/ 16 h 51"/>
                  <a:gd name="T8" fmla="*/ 58 w 74"/>
                  <a:gd name="T9" fmla="*/ 16 h 51"/>
                  <a:gd name="T10" fmla="*/ 58 w 74"/>
                  <a:gd name="T11" fmla="*/ 0 h 51"/>
                  <a:gd name="T12" fmla="*/ 16 w 74"/>
                  <a:gd name="T13" fmla="*/ 0 h 51"/>
                  <a:gd name="T14" fmla="*/ 0 w 74"/>
                  <a:gd name="T15" fmla="*/ 16 h 51"/>
                  <a:gd name="T16" fmla="*/ 0 w 74"/>
                  <a:gd name="T17" fmla="*/ 35 h 51"/>
                  <a:gd name="T18" fmla="*/ 16 w 74"/>
                  <a:gd name="T19" fmla="*/ 51 h 51"/>
                  <a:gd name="T20" fmla="*/ 58 w 74"/>
                  <a:gd name="T21" fmla="*/ 51 h 51"/>
                  <a:gd name="T22" fmla="*/ 74 w 74"/>
                  <a:gd name="T23" fmla="*/ 35 h 51"/>
                  <a:gd name="T24" fmla="*/ 74 w 74"/>
                  <a:gd name="T25" fmla="*/ 16 h 51"/>
                  <a:gd name="T26" fmla="*/ 58 w 74"/>
                  <a:gd name="T27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4" h="51">
                    <a:moveTo>
                      <a:pt x="58" y="16"/>
                    </a:moveTo>
                    <a:cubicBezTo>
                      <a:pt x="58" y="35"/>
                      <a:pt x="58" y="35"/>
                      <a:pt x="58" y="35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8" y="16"/>
                      <a:pt x="58" y="16"/>
                      <a:pt x="58" y="16"/>
                    </a:cubicBezTo>
                    <a:moveTo>
                      <a:pt x="58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8" y="0"/>
                      <a:pt x="0" y="7"/>
                      <a:pt x="0" y="1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43"/>
                      <a:pt x="8" y="51"/>
                      <a:pt x="16" y="51"/>
                    </a:cubicBezTo>
                    <a:cubicBezTo>
                      <a:pt x="58" y="51"/>
                      <a:pt x="58" y="51"/>
                      <a:pt x="58" y="51"/>
                    </a:cubicBezTo>
                    <a:cubicBezTo>
                      <a:pt x="67" y="51"/>
                      <a:pt x="74" y="43"/>
                      <a:pt x="74" y="35"/>
                    </a:cubicBezTo>
                    <a:cubicBezTo>
                      <a:pt x="74" y="16"/>
                      <a:pt x="74" y="16"/>
                      <a:pt x="74" y="16"/>
                    </a:cubicBezTo>
                    <a:cubicBezTo>
                      <a:pt x="74" y="7"/>
                      <a:pt x="67" y="0"/>
                      <a:pt x="58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17"/>
              <p:cNvSpPr>
                <a:spLocks noEditPoints="1"/>
              </p:cNvSpPr>
              <p:nvPr/>
            </p:nvSpPr>
            <p:spPr bwMode="auto">
              <a:xfrm>
                <a:off x="1311958" y="4064167"/>
                <a:ext cx="190035" cy="281832"/>
              </a:xfrm>
              <a:custGeom>
                <a:avLst/>
                <a:gdLst>
                  <a:gd name="T0" fmla="*/ 34 w 50"/>
                  <a:gd name="T1" fmla="*/ 16 h 74"/>
                  <a:gd name="T2" fmla="*/ 34 w 50"/>
                  <a:gd name="T3" fmla="*/ 58 h 74"/>
                  <a:gd name="T4" fmla="*/ 16 w 50"/>
                  <a:gd name="T5" fmla="*/ 58 h 74"/>
                  <a:gd name="T6" fmla="*/ 16 w 50"/>
                  <a:gd name="T7" fmla="*/ 16 h 74"/>
                  <a:gd name="T8" fmla="*/ 34 w 50"/>
                  <a:gd name="T9" fmla="*/ 16 h 74"/>
                  <a:gd name="T10" fmla="*/ 34 w 50"/>
                  <a:gd name="T11" fmla="*/ 0 h 74"/>
                  <a:gd name="T12" fmla="*/ 16 w 50"/>
                  <a:gd name="T13" fmla="*/ 0 h 74"/>
                  <a:gd name="T14" fmla="*/ 0 w 50"/>
                  <a:gd name="T15" fmla="*/ 16 h 74"/>
                  <a:gd name="T16" fmla="*/ 0 w 50"/>
                  <a:gd name="T17" fmla="*/ 58 h 74"/>
                  <a:gd name="T18" fmla="*/ 16 w 50"/>
                  <a:gd name="T19" fmla="*/ 74 h 74"/>
                  <a:gd name="T20" fmla="*/ 34 w 50"/>
                  <a:gd name="T21" fmla="*/ 74 h 74"/>
                  <a:gd name="T22" fmla="*/ 50 w 50"/>
                  <a:gd name="T23" fmla="*/ 58 h 74"/>
                  <a:gd name="T24" fmla="*/ 50 w 50"/>
                  <a:gd name="T25" fmla="*/ 16 h 74"/>
                  <a:gd name="T26" fmla="*/ 34 w 50"/>
                  <a:gd name="T27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4">
                    <a:moveTo>
                      <a:pt x="34" y="16"/>
                    </a:moveTo>
                    <a:cubicBezTo>
                      <a:pt x="34" y="58"/>
                      <a:pt x="34" y="58"/>
                      <a:pt x="34" y="58"/>
                    </a:cubicBezTo>
                    <a:cubicBezTo>
                      <a:pt x="16" y="58"/>
                      <a:pt x="16" y="58"/>
                      <a:pt x="16" y="58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66"/>
                      <a:pt x="7" y="74"/>
                      <a:pt x="16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43" y="74"/>
                      <a:pt x="50" y="66"/>
                      <a:pt x="50" y="58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18"/>
              <p:cNvSpPr>
                <a:spLocks noEditPoints="1"/>
              </p:cNvSpPr>
              <p:nvPr/>
            </p:nvSpPr>
            <p:spPr bwMode="auto">
              <a:xfrm>
                <a:off x="1311958" y="4151132"/>
                <a:ext cx="277000" cy="194867"/>
              </a:xfrm>
              <a:custGeom>
                <a:avLst/>
                <a:gdLst>
                  <a:gd name="T0" fmla="*/ 57 w 73"/>
                  <a:gd name="T1" fmla="*/ 16 h 51"/>
                  <a:gd name="T2" fmla="*/ 57 w 73"/>
                  <a:gd name="T3" fmla="*/ 35 h 51"/>
                  <a:gd name="T4" fmla="*/ 16 w 73"/>
                  <a:gd name="T5" fmla="*/ 35 h 51"/>
                  <a:gd name="T6" fmla="*/ 16 w 73"/>
                  <a:gd name="T7" fmla="*/ 16 h 51"/>
                  <a:gd name="T8" fmla="*/ 57 w 73"/>
                  <a:gd name="T9" fmla="*/ 16 h 51"/>
                  <a:gd name="T10" fmla="*/ 57 w 73"/>
                  <a:gd name="T11" fmla="*/ 0 h 51"/>
                  <a:gd name="T12" fmla="*/ 16 w 73"/>
                  <a:gd name="T13" fmla="*/ 0 h 51"/>
                  <a:gd name="T14" fmla="*/ 0 w 73"/>
                  <a:gd name="T15" fmla="*/ 16 h 51"/>
                  <a:gd name="T16" fmla="*/ 0 w 73"/>
                  <a:gd name="T17" fmla="*/ 35 h 51"/>
                  <a:gd name="T18" fmla="*/ 16 w 73"/>
                  <a:gd name="T19" fmla="*/ 51 h 51"/>
                  <a:gd name="T20" fmla="*/ 57 w 73"/>
                  <a:gd name="T21" fmla="*/ 51 h 51"/>
                  <a:gd name="T22" fmla="*/ 73 w 73"/>
                  <a:gd name="T23" fmla="*/ 35 h 51"/>
                  <a:gd name="T24" fmla="*/ 73 w 73"/>
                  <a:gd name="T25" fmla="*/ 16 h 51"/>
                  <a:gd name="T26" fmla="*/ 57 w 73"/>
                  <a:gd name="T27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" h="51">
                    <a:moveTo>
                      <a:pt x="57" y="16"/>
                    </a:moveTo>
                    <a:cubicBezTo>
                      <a:pt x="57" y="35"/>
                      <a:pt x="57" y="35"/>
                      <a:pt x="57" y="35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7" y="16"/>
                      <a:pt x="57" y="16"/>
                      <a:pt x="57" y="16"/>
                    </a:cubicBezTo>
                    <a:moveTo>
                      <a:pt x="57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43"/>
                      <a:pt x="7" y="51"/>
                      <a:pt x="16" y="51"/>
                    </a:cubicBezTo>
                    <a:cubicBezTo>
                      <a:pt x="57" y="51"/>
                      <a:pt x="57" y="51"/>
                      <a:pt x="57" y="51"/>
                    </a:cubicBezTo>
                    <a:cubicBezTo>
                      <a:pt x="66" y="51"/>
                      <a:pt x="73" y="43"/>
                      <a:pt x="73" y="35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7"/>
                      <a:pt x="66" y="0"/>
                      <a:pt x="57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19"/>
              <p:cNvSpPr>
                <a:spLocks noEditPoints="1"/>
              </p:cNvSpPr>
              <p:nvPr/>
            </p:nvSpPr>
            <p:spPr bwMode="auto">
              <a:xfrm>
                <a:off x="1311958" y="3820986"/>
                <a:ext cx="190035" cy="273779"/>
              </a:xfrm>
              <a:custGeom>
                <a:avLst/>
                <a:gdLst>
                  <a:gd name="T0" fmla="*/ 34 w 50"/>
                  <a:gd name="T1" fmla="*/ 16 h 72"/>
                  <a:gd name="T2" fmla="*/ 34 w 50"/>
                  <a:gd name="T3" fmla="*/ 56 h 72"/>
                  <a:gd name="T4" fmla="*/ 16 w 50"/>
                  <a:gd name="T5" fmla="*/ 56 h 72"/>
                  <a:gd name="T6" fmla="*/ 16 w 50"/>
                  <a:gd name="T7" fmla="*/ 16 h 72"/>
                  <a:gd name="T8" fmla="*/ 34 w 50"/>
                  <a:gd name="T9" fmla="*/ 16 h 72"/>
                  <a:gd name="T10" fmla="*/ 34 w 50"/>
                  <a:gd name="T11" fmla="*/ 0 h 72"/>
                  <a:gd name="T12" fmla="*/ 16 w 50"/>
                  <a:gd name="T13" fmla="*/ 0 h 72"/>
                  <a:gd name="T14" fmla="*/ 0 w 50"/>
                  <a:gd name="T15" fmla="*/ 16 h 72"/>
                  <a:gd name="T16" fmla="*/ 0 w 50"/>
                  <a:gd name="T17" fmla="*/ 56 h 72"/>
                  <a:gd name="T18" fmla="*/ 16 w 50"/>
                  <a:gd name="T19" fmla="*/ 72 h 72"/>
                  <a:gd name="T20" fmla="*/ 34 w 50"/>
                  <a:gd name="T21" fmla="*/ 72 h 72"/>
                  <a:gd name="T22" fmla="*/ 50 w 50"/>
                  <a:gd name="T23" fmla="*/ 56 h 72"/>
                  <a:gd name="T24" fmla="*/ 50 w 50"/>
                  <a:gd name="T25" fmla="*/ 16 h 72"/>
                  <a:gd name="T26" fmla="*/ 34 w 50"/>
                  <a:gd name="T27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2">
                    <a:moveTo>
                      <a:pt x="34" y="16"/>
                    </a:moveTo>
                    <a:cubicBezTo>
                      <a:pt x="34" y="56"/>
                      <a:pt x="34" y="56"/>
                      <a:pt x="34" y="56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65"/>
                      <a:pt x="7" y="72"/>
                      <a:pt x="16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43" y="72"/>
                      <a:pt x="50" y="65"/>
                      <a:pt x="50" y="56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20"/>
              <p:cNvSpPr>
                <a:spLocks noEditPoints="1"/>
              </p:cNvSpPr>
              <p:nvPr/>
            </p:nvSpPr>
            <p:spPr bwMode="auto">
              <a:xfrm>
                <a:off x="1907830" y="4064167"/>
                <a:ext cx="191645" cy="281832"/>
              </a:xfrm>
              <a:custGeom>
                <a:avLst/>
                <a:gdLst>
                  <a:gd name="T0" fmla="*/ 34 w 50"/>
                  <a:gd name="T1" fmla="*/ 16 h 74"/>
                  <a:gd name="T2" fmla="*/ 34 w 50"/>
                  <a:gd name="T3" fmla="*/ 58 h 74"/>
                  <a:gd name="T4" fmla="*/ 16 w 50"/>
                  <a:gd name="T5" fmla="*/ 58 h 74"/>
                  <a:gd name="T6" fmla="*/ 16 w 50"/>
                  <a:gd name="T7" fmla="*/ 16 h 74"/>
                  <a:gd name="T8" fmla="*/ 34 w 50"/>
                  <a:gd name="T9" fmla="*/ 16 h 74"/>
                  <a:gd name="T10" fmla="*/ 34 w 50"/>
                  <a:gd name="T11" fmla="*/ 0 h 74"/>
                  <a:gd name="T12" fmla="*/ 16 w 50"/>
                  <a:gd name="T13" fmla="*/ 0 h 74"/>
                  <a:gd name="T14" fmla="*/ 0 w 50"/>
                  <a:gd name="T15" fmla="*/ 16 h 74"/>
                  <a:gd name="T16" fmla="*/ 0 w 50"/>
                  <a:gd name="T17" fmla="*/ 58 h 74"/>
                  <a:gd name="T18" fmla="*/ 16 w 50"/>
                  <a:gd name="T19" fmla="*/ 74 h 74"/>
                  <a:gd name="T20" fmla="*/ 34 w 50"/>
                  <a:gd name="T21" fmla="*/ 74 h 74"/>
                  <a:gd name="T22" fmla="*/ 50 w 50"/>
                  <a:gd name="T23" fmla="*/ 58 h 74"/>
                  <a:gd name="T24" fmla="*/ 50 w 50"/>
                  <a:gd name="T25" fmla="*/ 16 h 74"/>
                  <a:gd name="T26" fmla="*/ 34 w 50"/>
                  <a:gd name="T27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4">
                    <a:moveTo>
                      <a:pt x="34" y="16"/>
                    </a:moveTo>
                    <a:cubicBezTo>
                      <a:pt x="34" y="58"/>
                      <a:pt x="34" y="58"/>
                      <a:pt x="34" y="58"/>
                    </a:cubicBezTo>
                    <a:cubicBezTo>
                      <a:pt x="16" y="58"/>
                      <a:pt x="16" y="58"/>
                      <a:pt x="16" y="58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66"/>
                      <a:pt x="7" y="74"/>
                      <a:pt x="16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43" y="74"/>
                      <a:pt x="50" y="66"/>
                      <a:pt x="50" y="58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21"/>
              <p:cNvSpPr>
                <a:spLocks noEditPoints="1"/>
              </p:cNvSpPr>
              <p:nvPr/>
            </p:nvSpPr>
            <p:spPr bwMode="auto">
              <a:xfrm>
                <a:off x="1820865" y="4151132"/>
                <a:ext cx="278610" cy="194867"/>
              </a:xfrm>
              <a:custGeom>
                <a:avLst/>
                <a:gdLst>
                  <a:gd name="T0" fmla="*/ 57 w 73"/>
                  <a:gd name="T1" fmla="*/ 16 h 51"/>
                  <a:gd name="T2" fmla="*/ 57 w 73"/>
                  <a:gd name="T3" fmla="*/ 35 h 51"/>
                  <a:gd name="T4" fmla="*/ 16 w 73"/>
                  <a:gd name="T5" fmla="*/ 35 h 51"/>
                  <a:gd name="T6" fmla="*/ 16 w 73"/>
                  <a:gd name="T7" fmla="*/ 16 h 51"/>
                  <a:gd name="T8" fmla="*/ 57 w 73"/>
                  <a:gd name="T9" fmla="*/ 16 h 51"/>
                  <a:gd name="T10" fmla="*/ 57 w 73"/>
                  <a:gd name="T11" fmla="*/ 0 h 51"/>
                  <a:gd name="T12" fmla="*/ 16 w 73"/>
                  <a:gd name="T13" fmla="*/ 0 h 51"/>
                  <a:gd name="T14" fmla="*/ 0 w 73"/>
                  <a:gd name="T15" fmla="*/ 16 h 51"/>
                  <a:gd name="T16" fmla="*/ 0 w 73"/>
                  <a:gd name="T17" fmla="*/ 35 h 51"/>
                  <a:gd name="T18" fmla="*/ 16 w 73"/>
                  <a:gd name="T19" fmla="*/ 51 h 51"/>
                  <a:gd name="T20" fmla="*/ 57 w 73"/>
                  <a:gd name="T21" fmla="*/ 51 h 51"/>
                  <a:gd name="T22" fmla="*/ 73 w 73"/>
                  <a:gd name="T23" fmla="*/ 35 h 51"/>
                  <a:gd name="T24" fmla="*/ 73 w 73"/>
                  <a:gd name="T25" fmla="*/ 16 h 51"/>
                  <a:gd name="T26" fmla="*/ 57 w 73"/>
                  <a:gd name="T27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" h="51">
                    <a:moveTo>
                      <a:pt x="57" y="16"/>
                    </a:moveTo>
                    <a:cubicBezTo>
                      <a:pt x="57" y="35"/>
                      <a:pt x="57" y="35"/>
                      <a:pt x="57" y="35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7" y="16"/>
                      <a:pt x="57" y="16"/>
                      <a:pt x="57" y="16"/>
                    </a:cubicBezTo>
                    <a:moveTo>
                      <a:pt x="57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43"/>
                      <a:pt x="7" y="51"/>
                      <a:pt x="16" y="51"/>
                    </a:cubicBezTo>
                    <a:cubicBezTo>
                      <a:pt x="57" y="51"/>
                      <a:pt x="57" y="51"/>
                      <a:pt x="57" y="51"/>
                    </a:cubicBezTo>
                    <a:cubicBezTo>
                      <a:pt x="66" y="51"/>
                      <a:pt x="73" y="43"/>
                      <a:pt x="73" y="35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7"/>
                      <a:pt x="66" y="0"/>
                      <a:pt x="57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22"/>
              <p:cNvSpPr>
                <a:spLocks noEditPoints="1"/>
              </p:cNvSpPr>
              <p:nvPr/>
            </p:nvSpPr>
            <p:spPr bwMode="auto">
              <a:xfrm>
                <a:off x="1907830" y="3820986"/>
                <a:ext cx="191645" cy="273779"/>
              </a:xfrm>
              <a:custGeom>
                <a:avLst/>
                <a:gdLst>
                  <a:gd name="T0" fmla="*/ 34 w 50"/>
                  <a:gd name="T1" fmla="*/ 16 h 72"/>
                  <a:gd name="T2" fmla="*/ 34 w 50"/>
                  <a:gd name="T3" fmla="*/ 56 h 72"/>
                  <a:gd name="T4" fmla="*/ 16 w 50"/>
                  <a:gd name="T5" fmla="*/ 56 h 72"/>
                  <a:gd name="T6" fmla="*/ 16 w 50"/>
                  <a:gd name="T7" fmla="*/ 16 h 72"/>
                  <a:gd name="T8" fmla="*/ 34 w 50"/>
                  <a:gd name="T9" fmla="*/ 16 h 72"/>
                  <a:gd name="T10" fmla="*/ 34 w 50"/>
                  <a:gd name="T11" fmla="*/ 0 h 72"/>
                  <a:gd name="T12" fmla="*/ 16 w 50"/>
                  <a:gd name="T13" fmla="*/ 0 h 72"/>
                  <a:gd name="T14" fmla="*/ 0 w 50"/>
                  <a:gd name="T15" fmla="*/ 16 h 72"/>
                  <a:gd name="T16" fmla="*/ 0 w 50"/>
                  <a:gd name="T17" fmla="*/ 56 h 72"/>
                  <a:gd name="T18" fmla="*/ 16 w 50"/>
                  <a:gd name="T19" fmla="*/ 72 h 72"/>
                  <a:gd name="T20" fmla="*/ 34 w 50"/>
                  <a:gd name="T21" fmla="*/ 72 h 72"/>
                  <a:gd name="T22" fmla="*/ 50 w 50"/>
                  <a:gd name="T23" fmla="*/ 56 h 72"/>
                  <a:gd name="T24" fmla="*/ 50 w 50"/>
                  <a:gd name="T25" fmla="*/ 16 h 72"/>
                  <a:gd name="T26" fmla="*/ 34 w 50"/>
                  <a:gd name="T27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2">
                    <a:moveTo>
                      <a:pt x="34" y="16"/>
                    </a:moveTo>
                    <a:cubicBezTo>
                      <a:pt x="34" y="56"/>
                      <a:pt x="34" y="56"/>
                      <a:pt x="34" y="56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65"/>
                      <a:pt x="7" y="72"/>
                      <a:pt x="16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43" y="72"/>
                      <a:pt x="50" y="65"/>
                      <a:pt x="50" y="56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23"/>
              <p:cNvSpPr>
                <a:spLocks noEditPoints="1"/>
              </p:cNvSpPr>
              <p:nvPr/>
            </p:nvSpPr>
            <p:spPr bwMode="auto">
              <a:xfrm>
                <a:off x="1661428" y="3405486"/>
                <a:ext cx="600703" cy="594262"/>
              </a:xfrm>
              <a:custGeom>
                <a:avLst/>
                <a:gdLst>
                  <a:gd name="T0" fmla="*/ 105 w 158"/>
                  <a:gd name="T1" fmla="*/ 16 h 156"/>
                  <a:gd name="T2" fmla="*/ 140 w 158"/>
                  <a:gd name="T3" fmla="*/ 56 h 156"/>
                  <a:gd name="T4" fmla="*/ 56 w 158"/>
                  <a:gd name="T5" fmla="*/ 140 h 156"/>
                  <a:gd name="T6" fmla="*/ 17 w 158"/>
                  <a:gd name="T7" fmla="*/ 99 h 156"/>
                  <a:gd name="T8" fmla="*/ 105 w 158"/>
                  <a:gd name="T9" fmla="*/ 16 h 156"/>
                  <a:gd name="T10" fmla="*/ 105 w 158"/>
                  <a:gd name="T11" fmla="*/ 0 h 156"/>
                  <a:gd name="T12" fmla="*/ 94 w 158"/>
                  <a:gd name="T13" fmla="*/ 5 h 156"/>
                  <a:gd name="T14" fmla="*/ 6 w 158"/>
                  <a:gd name="T15" fmla="*/ 87 h 156"/>
                  <a:gd name="T16" fmla="*/ 5 w 158"/>
                  <a:gd name="T17" fmla="*/ 109 h 156"/>
                  <a:gd name="T18" fmla="*/ 44 w 158"/>
                  <a:gd name="T19" fmla="*/ 151 h 156"/>
                  <a:gd name="T20" fmla="*/ 55 w 158"/>
                  <a:gd name="T21" fmla="*/ 156 h 156"/>
                  <a:gd name="T22" fmla="*/ 56 w 158"/>
                  <a:gd name="T23" fmla="*/ 156 h 156"/>
                  <a:gd name="T24" fmla="*/ 67 w 158"/>
                  <a:gd name="T25" fmla="*/ 152 h 156"/>
                  <a:gd name="T26" fmla="*/ 151 w 158"/>
                  <a:gd name="T27" fmla="*/ 67 h 156"/>
                  <a:gd name="T28" fmla="*/ 152 w 158"/>
                  <a:gd name="T29" fmla="*/ 45 h 156"/>
                  <a:gd name="T30" fmla="*/ 117 w 158"/>
                  <a:gd name="T31" fmla="*/ 6 h 156"/>
                  <a:gd name="T32" fmla="*/ 105 w 158"/>
                  <a:gd name="T33" fmla="*/ 0 h 156"/>
                  <a:gd name="T34" fmla="*/ 105 w 158"/>
                  <a:gd name="T35" fmla="*/ 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58" h="156">
                    <a:moveTo>
                      <a:pt x="105" y="16"/>
                    </a:moveTo>
                    <a:cubicBezTo>
                      <a:pt x="140" y="56"/>
                      <a:pt x="140" y="56"/>
                      <a:pt x="140" y="56"/>
                    </a:cubicBezTo>
                    <a:cubicBezTo>
                      <a:pt x="56" y="140"/>
                      <a:pt x="56" y="140"/>
                      <a:pt x="56" y="140"/>
                    </a:cubicBezTo>
                    <a:cubicBezTo>
                      <a:pt x="17" y="99"/>
                      <a:pt x="17" y="99"/>
                      <a:pt x="17" y="99"/>
                    </a:cubicBezTo>
                    <a:cubicBezTo>
                      <a:pt x="105" y="16"/>
                      <a:pt x="105" y="16"/>
                      <a:pt x="105" y="16"/>
                    </a:cubicBezTo>
                    <a:moveTo>
                      <a:pt x="105" y="0"/>
                    </a:moveTo>
                    <a:cubicBezTo>
                      <a:pt x="101" y="0"/>
                      <a:pt x="97" y="2"/>
                      <a:pt x="94" y="5"/>
                    </a:cubicBezTo>
                    <a:cubicBezTo>
                      <a:pt x="6" y="87"/>
                      <a:pt x="6" y="87"/>
                      <a:pt x="6" y="87"/>
                    </a:cubicBezTo>
                    <a:cubicBezTo>
                      <a:pt x="0" y="93"/>
                      <a:pt x="0" y="103"/>
                      <a:pt x="5" y="109"/>
                    </a:cubicBezTo>
                    <a:cubicBezTo>
                      <a:pt x="44" y="151"/>
                      <a:pt x="44" y="151"/>
                      <a:pt x="44" y="151"/>
                    </a:cubicBezTo>
                    <a:cubicBezTo>
                      <a:pt x="47" y="154"/>
                      <a:pt x="51" y="156"/>
                      <a:pt x="55" y="156"/>
                    </a:cubicBezTo>
                    <a:cubicBezTo>
                      <a:pt x="55" y="156"/>
                      <a:pt x="56" y="156"/>
                      <a:pt x="56" y="156"/>
                    </a:cubicBezTo>
                    <a:cubicBezTo>
                      <a:pt x="60" y="156"/>
                      <a:pt x="64" y="155"/>
                      <a:pt x="67" y="152"/>
                    </a:cubicBezTo>
                    <a:cubicBezTo>
                      <a:pt x="151" y="67"/>
                      <a:pt x="151" y="67"/>
                      <a:pt x="151" y="67"/>
                    </a:cubicBezTo>
                    <a:cubicBezTo>
                      <a:pt x="157" y="61"/>
                      <a:pt x="158" y="52"/>
                      <a:pt x="152" y="45"/>
                    </a:cubicBezTo>
                    <a:cubicBezTo>
                      <a:pt x="117" y="6"/>
                      <a:pt x="117" y="6"/>
                      <a:pt x="117" y="6"/>
                    </a:cubicBezTo>
                    <a:cubicBezTo>
                      <a:pt x="114" y="3"/>
                      <a:pt x="110" y="1"/>
                      <a:pt x="105" y="0"/>
                    </a:cubicBezTo>
                    <a:cubicBezTo>
                      <a:pt x="105" y="0"/>
                      <a:pt x="105" y="0"/>
                      <a:pt x="105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24"/>
              <p:cNvSpPr>
                <a:spLocks noEditPoints="1"/>
              </p:cNvSpPr>
              <p:nvPr/>
            </p:nvSpPr>
            <p:spPr bwMode="auto">
              <a:xfrm>
                <a:off x="1555138" y="3790388"/>
                <a:ext cx="318872" cy="293105"/>
              </a:xfrm>
              <a:custGeom>
                <a:avLst/>
                <a:gdLst>
                  <a:gd name="T0" fmla="*/ 32 w 84"/>
                  <a:gd name="T1" fmla="*/ 16 h 77"/>
                  <a:gd name="T2" fmla="*/ 67 w 84"/>
                  <a:gd name="T3" fmla="*/ 50 h 77"/>
                  <a:gd name="T4" fmla="*/ 17 w 84"/>
                  <a:gd name="T5" fmla="*/ 61 h 77"/>
                  <a:gd name="T6" fmla="*/ 32 w 84"/>
                  <a:gd name="T7" fmla="*/ 16 h 77"/>
                  <a:gd name="T8" fmla="*/ 32 w 84"/>
                  <a:gd name="T9" fmla="*/ 0 h 77"/>
                  <a:gd name="T10" fmla="*/ 28 w 84"/>
                  <a:gd name="T11" fmla="*/ 1 h 77"/>
                  <a:gd name="T12" fmla="*/ 17 w 84"/>
                  <a:gd name="T13" fmla="*/ 11 h 77"/>
                  <a:gd name="T14" fmla="*/ 2 w 84"/>
                  <a:gd name="T15" fmla="*/ 56 h 77"/>
                  <a:gd name="T16" fmla="*/ 5 w 84"/>
                  <a:gd name="T17" fmla="*/ 72 h 77"/>
                  <a:gd name="T18" fmla="*/ 17 w 84"/>
                  <a:gd name="T19" fmla="*/ 77 h 77"/>
                  <a:gd name="T20" fmla="*/ 20 w 84"/>
                  <a:gd name="T21" fmla="*/ 76 h 77"/>
                  <a:gd name="T22" fmla="*/ 71 w 84"/>
                  <a:gd name="T23" fmla="*/ 65 h 77"/>
                  <a:gd name="T24" fmla="*/ 83 w 84"/>
                  <a:gd name="T25" fmla="*/ 54 h 77"/>
                  <a:gd name="T26" fmla="*/ 78 w 84"/>
                  <a:gd name="T27" fmla="*/ 38 h 77"/>
                  <a:gd name="T28" fmla="*/ 43 w 84"/>
                  <a:gd name="T29" fmla="*/ 5 h 77"/>
                  <a:gd name="T30" fmla="*/ 32 w 84"/>
                  <a:gd name="T31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4" h="77">
                    <a:moveTo>
                      <a:pt x="32" y="16"/>
                    </a:moveTo>
                    <a:cubicBezTo>
                      <a:pt x="67" y="50"/>
                      <a:pt x="67" y="50"/>
                      <a:pt x="67" y="50"/>
                    </a:cubicBezTo>
                    <a:cubicBezTo>
                      <a:pt x="17" y="61"/>
                      <a:pt x="17" y="61"/>
                      <a:pt x="17" y="61"/>
                    </a:cubicBezTo>
                    <a:cubicBezTo>
                      <a:pt x="32" y="16"/>
                      <a:pt x="32" y="16"/>
                      <a:pt x="32" y="16"/>
                    </a:cubicBezTo>
                    <a:moveTo>
                      <a:pt x="32" y="0"/>
                    </a:moveTo>
                    <a:cubicBezTo>
                      <a:pt x="31" y="0"/>
                      <a:pt x="29" y="0"/>
                      <a:pt x="28" y="1"/>
                    </a:cubicBezTo>
                    <a:cubicBezTo>
                      <a:pt x="23" y="2"/>
                      <a:pt x="18" y="6"/>
                      <a:pt x="17" y="11"/>
                    </a:cubicBezTo>
                    <a:cubicBezTo>
                      <a:pt x="2" y="56"/>
                      <a:pt x="2" y="56"/>
                      <a:pt x="2" y="56"/>
                    </a:cubicBezTo>
                    <a:cubicBezTo>
                      <a:pt x="0" y="61"/>
                      <a:pt x="1" y="67"/>
                      <a:pt x="5" y="72"/>
                    </a:cubicBezTo>
                    <a:cubicBezTo>
                      <a:pt x="8" y="75"/>
                      <a:pt x="12" y="77"/>
                      <a:pt x="17" y="77"/>
                    </a:cubicBezTo>
                    <a:cubicBezTo>
                      <a:pt x="18" y="77"/>
                      <a:pt x="19" y="77"/>
                      <a:pt x="20" y="76"/>
                    </a:cubicBezTo>
                    <a:cubicBezTo>
                      <a:pt x="71" y="65"/>
                      <a:pt x="71" y="65"/>
                      <a:pt x="71" y="65"/>
                    </a:cubicBezTo>
                    <a:cubicBezTo>
                      <a:pt x="77" y="64"/>
                      <a:pt x="81" y="59"/>
                      <a:pt x="83" y="54"/>
                    </a:cubicBezTo>
                    <a:cubicBezTo>
                      <a:pt x="84" y="48"/>
                      <a:pt x="83" y="42"/>
                      <a:pt x="78" y="38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40" y="2"/>
                      <a:pt x="36" y="0"/>
                      <a:pt x="32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25"/>
              <p:cNvSpPr>
                <a:spLocks/>
              </p:cNvSpPr>
              <p:nvPr/>
            </p:nvSpPr>
            <p:spPr bwMode="auto">
              <a:xfrm>
                <a:off x="1371545" y="3642225"/>
                <a:ext cx="69249" cy="148163"/>
              </a:xfrm>
              <a:custGeom>
                <a:avLst/>
                <a:gdLst>
                  <a:gd name="T0" fmla="*/ 0 w 43"/>
                  <a:gd name="T1" fmla="*/ 0 h 92"/>
                  <a:gd name="T2" fmla="*/ 43 w 43"/>
                  <a:gd name="T3" fmla="*/ 0 h 92"/>
                  <a:gd name="T4" fmla="*/ 43 w 43"/>
                  <a:gd name="T5" fmla="*/ 92 h 92"/>
                  <a:gd name="T6" fmla="*/ 0 w 43"/>
                  <a:gd name="T7" fmla="*/ 92 h 92"/>
                  <a:gd name="T8" fmla="*/ 0 w 43"/>
                  <a:gd name="T9" fmla="*/ 0 h 92"/>
                  <a:gd name="T10" fmla="*/ 0 w 43"/>
                  <a:gd name="T11" fmla="*/ 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2">
                    <a:moveTo>
                      <a:pt x="0" y="0"/>
                    </a:moveTo>
                    <a:lnTo>
                      <a:pt x="43" y="0"/>
                    </a:lnTo>
                    <a:lnTo>
                      <a:pt x="43" y="92"/>
                    </a:lnTo>
                    <a:lnTo>
                      <a:pt x="0" y="9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26"/>
              <p:cNvSpPr>
                <a:spLocks/>
              </p:cNvSpPr>
              <p:nvPr/>
            </p:nvSpPr>
            <p:spPr bwMode="auto">
              <a:xfrm>
                <a:off x="1371545" y="3642225"/>
                <a:ext cx="156215" cy="59588"/>
              </a:xfrm>
              <a:custGeom>
                <a:avLst/>
                <a:gdLst>
                  <a:gd name="T0" fmla="*/ 0 w 97"/>
                  <a:gd name="T1" fmla="*/ 0 h 37"/>
                  <a:gd name="T2" fmla="*/ 97 w 97"/>
                  <a:gd name="T3" fmla="*/ 0 h 37"/>
                  <a:gd name="T4" fmla="*/ 97 w 97"/>
                  <a:gd name="T5" fmla="*/ 37 h 37"/>
                  <a:gd name="T6" fmla="*/ 0 w 97"/>
                  <a:gd name="T7" fmla="*/ 37 h 37"/>
                  <a:gd name="T8" fmla="*/ 0 w 97"/>
                  <a:gd name="T9" fmla="*/ 0 h 37"/>
                  <a:gd name="T10" fmla="*/ 0 w 97"/>
                  <a:gd name="T11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7" h="37">
                    <a:moveTo>
                      <a:pt x="0" y="0"/>
                    </a:moveTo>
                    <a:lnTo>
                      <a:pt x="97" y="0"/>
                    </a:lnTo>
                    <a:lnTo>
                      <a:pt x="97" y="37"/>
                    </a:lnTo>
                    <a:lnTo>
                      <a:pt x="0" y="37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27"/>
              <p:cNvSpPr>
                <a:spLocks/>
              </p:cNvSpPr>
              <p:nvPr/>
            </p:nvSpPr>
            <p:spPr bwMode="auto">
              <a:xfrm>
                <a:off x="1622777" y="3642225"/>
                <a:ext cx="161046" cy="59588"/>
              </a:xfrm>
              <a:custGeom>
                <a:avLst/>
                <a:gdLst>
                  <a:gd name="T0" fmla="*/ 0 w 100"/>
                  <a:gd name="T1" fmla="*/ 37 h 37"/>
                  <a:gd name="T2" fmla="*/ 0 w 100"/>
                  <a:gd name="T3" fmla="*/ 0 h 37"/>
                  <a:gd name="T4" fmla="*/ 100 w 100"/>
                  <a:gd name="T5" fmla="*/ 0 h 37"/>
                  <a:gd name="T6" fmla="*/ 64 w 100"/>
                  <a:gd name="T7" fmla="*/ 37 h 37"/>
                  <a:gd name="T8" fmla="*/ 0 w 100"/>
                  <a:gd name="T9" fmla="*/ 37 h 37"/>
                  <a:gd name="T10" fmla="*/ 0 w 100"/>
                  <a:gd name="T11" fmla="*/ 37 h 37"/>
                  <a:gd name="T12" fmla="*/ 0 w 100"/>
                  <a:gd name="T1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0" h="37">
                    <a:moveTo>
                      <a:pt x="0" y="37"/>
                    </a:moveTo>
                    <a:lnTo>
                      <a:pt x="0" y="0"/>
                    </a:lnTo>
                    <a:lnTo>
                      <a:pt x="100" y="0"/>
                    </a:lnTo>
                    <a:lnTo>
                      <a:pt x="64" y="37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Freeform 28"/>
              <p:cNvSpPr>
                <a:spLocks/>
              </p:cNvSpPr>
              <p:nvPr/>
            </p:nvSpPr>
            <p:spPr bwMode="auto">
              <a:xfrm>
                <a:off x="1622777" y="4212330"/>
                <a:ext cx="161046" cy="72471"/>
              </a:xfrm>
              <a:custGeom>
                <a:avLst/>
                <a:gdLst>
                  <a:gd name="T0" fmla="*/ 0 w 100"/>
                  <a:gd name="T1" fmla="*/ 0 h 45"/>
                  <a:gd name="T2" fmla="*/ 100 w 100"/>
                  <a:gd name="T3" fmla="*/ 0 h 45"/>
                  <a:gd name="T4" fmla="*/ 100 w 100"/>
                  <a:gd name="T5" fmla="*/ 45 h 45"/>
                  <a:gd name="T6" fmla="*/ 0 w 100"/>
                  <a:gd name="T7" fmla="*/ 45 h 45"/>
                  <a:gd name="T8" fmla="*/ 0 w 100"/>
                  <a:gd name="T9" fmla="*/ 0 h 45"/>
                  <a:gd name="T10" fmla="*/ 0 w 100"/>
                  <a:gd name="T11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0" h="45">
                    <a:moveTo>
                      <a:pt x="0" y="0"/>
                    </a:moveTo>
                    <a:lnTo>
                      <a:pt x="100" y="0"/>
                    </a:lnTo>
                    <a:lnTo>
                      <a:pt x="100" y="45"/>
                    </a:lnTo>
                    <a:lnTo>
                      <a:pt x="0" y="4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Freeform 29"/>
              <p:cNvSpPr>
                <a:spLocks/>
              </p:cNvSpPr>
              <p:nvPr/>
            </p:nvSpPr>
            <p:spPr bwMode="auto">
              <a:xfrm>
                <a:off x="1371545" y="4125365"/>
                <a:ext cx="69249" cy="159437"/>
              </a:xfrm>
              <a:custGeom>
                <a:avLst/>
                <a:gdLst>
                  <a:gd name="T0" fmla="*/ 0 w 43"/>
                  <a:gd name="T1" fmla="*/ 0 h 99"/>
                  <a:gd name="T2" fmla="*/ 43 w 43"/>
                  <a:gd name="T3" fmla="*/ 0 h 99"/>
                  <a:gd name="T4" fmla="*/ 43 w 43"/>
                  <a:gd name="T5" fmla="*/ 99 h 99"/>
                  <a:gd name="T6" fmla="*/ 0 w 43"/>
                  <a:gd name="T7" fmla="*/ 99 h 99"/>
                  <a:gd name="T8" fmla="*/ 0 w 43"/>
                  <a:gd name="T9" fmla="*/ 0 h 99"/>
                  <a:gd name="T10" fmla="*/ 0 w 43"/>
                  <a:gd name="T11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9">
                    <a:moveTo>
                      <a:pt x="0" y="0"/>
                    </a:moveTo>
                    <a:lnTo>
                      <a:pt x="43" y="0"/>
                    </a:lnTo>
                    <a:lnTo>
                      <a:pt x="43" y="99"/>
                    </a:lnTo>
                    <a:lnTo>
                      <a:pt x="0" y="99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30"/>
              <p:cNvSpPr>
                <a:spLocks/>
              </p:cNvSpPr>
              <p:nvPr/>
            </p:nvSpPr>
            <p:spPr bwMode="auto">
              <a:xfrm>
                <a:off x="1371545" y="4212330"/>
                <a:ext cx="156215" cy="72471"/>
              </a:xfrm>
              <a:custGeom>
                <a:avLst/>
                <a:gdLst>
                  <a:gd name="T0" fmla="*/ 0 w 97"/>
                  <a:gd name="T1" fmla="*/ 0 h 45"/>
                  <a:gd name="T2" fmla="*/ 97 w 97"/>
                  <a:gd name="T3" fmla="*/ 0 h 45"/>
                  <a:gd name="T4" fmla="*/ 97 w 97"/>
                  <a:gd name="T5" fmla="*/ 45 h 45"/>
                  <a:gd name="T6" fmla="*/ 0 w 97"/>
                  <a:gd name="T7" fmla="*/ 45 h 45"/>
                  <a:gd name="T8" fmla="*/ 0 w 97"/>
                  <a:gd name="T9" fmla="*/ 0 h 45"/>
                  <a:gd name="T10" fmla="*/ 0 w 97"/>
                  <a:gd name="T11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7" h="45">
                    <a:moveTo>
                      <a:pt x="0" y="0"/>
                    </a:moveTo>
                    <a:lnTo>
                      <a:pt x="97" y="0"/>
                    </a:lnTo>
                    <a:lnTo>
                      <a:pt x="97" y="45"/>
                    </a:lnTo>
                    <a:lnTo>
                      <a:pt x="0" y="4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Freeform 31"/>
              <p:cNvSpPr>
                <a:spLocks/>
              </p:cNvSpPr>
              <p:nvPr/>
            </p:nvSpPr>
            <p:spPr bwMode="auto">
              <a:xfrm>
                <a:off x="1371545" y="3880574"/>
                <a:ext cx="69249" cy="152995"/>
              </a:xfrm>
              <a:custGeom>
                <a:avLst/>
                <a:gdLst>
                  <a:gd name="T0" fmla="*/ 0 w 43"/>
                  <a:gd name="T1" fmla="*/ 0 h 95"/>
                  <a:gd name="T2" fmla="*/ 43 w 43"/>
                  <a:gd name="T3" fmla="*/ 0 h 95"/>
                  <a:gd name="T4" fmla="*/ 43 w 43"/>
                  <a:gd name="T5" fmla="*/ 95 h 95"/>
                  <a:gd name="T6" fmla="*/ 0 w 43"/>
                  <a:gd name="T7" fmla="*/ 95 h 95"/>
                  <a:gd name="T8" fmla="*/ 0 w 43"/>
                  <a:gd name="T9" fmla="*/ 0 h 95"/>
                  <a:gd name="T10" fmla="*/ 0 w 43"/>
                  <a:gd name="T11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5">
                    <a:moveTo>
                      <a:pt x="0" y="0"/>
                    </a:moveTo>
                    <a:lnTo>
                      <a:pt x="43" y="0"/>
                    </a:lnTo>
                    <a:lnTo>
                      <a:pt x="43" y="95"/>
                    </a:lnTo>
                    <a:lnTo>
                      <a:pt x="0" y="9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" name="Freeform 32"/>
              <p:cNvSpPr>
                <a:spLocks/>
              </p:cNvSpPr>
              <p:nvPr/>
            </p:nvSpPr>
            <p:spPr bwMode="auto">
              <a:xfrm>
                <a:off x="1969027" y="4125365"/>
                <a:ext cx="69249" cy="159437"/>
              </a:xfrm>
              <a:custGeom>
                <a:avLst/>
                <a:gdLst>
                  <a:gd name="T0" fmla="*/ 0 w 43"/>
                  <a:gd name="T1" fmla="*/ 0 h 99"/>
                  <a:gd name="T2" fmla="*/ 43 w 43"/>
                  <a:gd name="T3" fmla="*/ 0 h 99"/>
                  <a:gd name="T4" fmla="*/ 43 w 43"/>
                  <a:gd name="T5" fmla="*/ 99 h 99"/>
                  <a:gd name="T6" fmla="*/ 0 w 43"/>
                  <a:gd name="T7" fmla="*/ 99 h 99"/>
                  <a:gd name="T8" fmla="*/ 0 w 43"/>
                  <a:gd name="T9" fmla="*/ 0 h 99"/>
                  <a:gd name="T10" fmla="*/ 0 w 43"/>
                  <a:gd name="T11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9">
                    <a:moveTo>
                      <a:pt x="0" y="0"/>
                    </a:moveTo>
                    <a:lnTo>
                      <a:pt x="43" y="0"/>
                    </a:lnTo>
                    <a:lnTo>
                      <a:pt x="43" y="99"/>
                    </a:lnTo>
                    <a:lnTo>
                      <a:pt x="0" y="99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" name="Freeform 33"/>
              <p:cNvSpPr>
                <a:spLocks/>
              </p:cNvSpPr>
              <p:nvPr/>
            </p:nvSpPr>
            <p:spPr bwMode="auto">
              <a:xfrm>
                <a:off x="1882062" y="4212330"/>
                <a:ext cx="156215" cy="72471"/>
              </a:xfrm>
              <a:custGeom>
                <a:avLst/>
                <a:gdLst>
                  <a:gd name="T0" fmla="*/ 0 w 97"/>
                  <a:gd name="T1" fmla="*/ 0 h 45"/>
                  <a:gd name="T2" fmla="*/ 97 w 97"/>
                  <a:gd name="T3" fmla="*/ 0 h 45"/>
                  <a:gd name="T4" fmla="*/ 97 w 97"/>
                  <a:gd name="T5" fmla="*/ 45 h 45"/>
                  <a:gd name="T6" fmla="*/ 0 w 97"/>
                  <a:gd name="T7" fmla="*/ 45 h 45"/>
                  <a:gd name="T8" fmla="*/ 0 w 97"/>
                  <a:gd name="T9" fmla="*/ 0 h 45"/>
                  <a:gd name="T10" fmla="*/ 0 w 97"/>
                  <a:gd name="T11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7" h="45">
                    <a:moveTo>
                      <a:pt x="0" y="0"/>
                    </a:moveTo>
                    <a:lnTo>
                      <a:pt x="97" y="0"/>
                    </a:lnTo>
                    <a:lnTo>
                      <a:pt x="97" y="45"/>
                    </a:lnTo>
                    <a:lnTo>
                      <a:pt x="0" y="4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" name="Freeform 34"/>
              <p:cNvSpPr>
                <a:spLocks/>
              </p:cNvSpPr>
              <p:nvPr/>
            </p:nvSpPr>
            <p:spPr bwMode="auto">
              <a:xfrm>
                <a:off x="1969027" y="3880574"/>
                <a:ext cx="69249" cy="152995"/>
              </a:xfrm>
              <a:custGeom>
                <a:avLst/>
                <a:gdLst>
                  <a:gd name="T0" fmla="*/ 0 w 43"/>
                  <a:gd name="T1" fmla="*/ 0 h 95"/>
                  <a:gd name="T2" fmla="*/ 43 w 43"/>
                  <a:gd name="T3" fmla="*/ 0 h 95"/>
                  <a:gd name="T4" fmla="*/ 43 w 43"/>
                  <a:gd name="T5" fmla="*/ 95 h 95"/>
                  <a:gd name="T6" fmla="*/ 0 w 43"/>
                  <a:gd name="T7" fmla="*/ 95 h 95"/>
                  <a:gd name="T8" fmla="*/ 0 w 43"/>
                  <a:gd name="T9" fmla="*/ 0 h 95"/>
                  <a:gd name="T10" fmla="*/ 0 w 43"/>
                  <a:gd name="T11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5">
                    <a:moveTo>
                      <a:pt x="0" y="0"/>
                    </a:moveTo>
                    <a:lnTo>
                      <a:pt x="43" y="0"/>
                    </a:lnTo>
                    <a:lnTo>
                      <a:pt x="43" y="95"/>
                    </a:lnTo>
                    <a:lnTo>
                      <a:pt x="0" y="9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Freeform 35"/>
              <p:cNvSpPr>
                <a:spLocks/>
              </p:cNvSpPr>
              <p:nvPr/>
            </p:nvSpPr>
            <p:spPr bwMode="auto">
              <a:xfrm>
                <a:off x="1725847" y="3466684"/>
                <a:ext cx="468645" cy="471867"/>
              </a:xfrm>
              <a:custGeom>
                <a:avLst/>
                <a:gdLst>
                  <a:gd name="T0" fmla="*/ 208 w 291"/>
                  <a:gd name="T1" fmla="*/ 0 h 293"/>
                  <a:gd name="T2" fmla="*/ 0 w 291"/>
                  <a:gd name="T3" fmla="*/ 196 h 293"/>
                  <a:gd name="T4" fmla="*/ 92 w 291"/>
                  <a:gd name="T5" fmla="*/ 293 h 293"/>
                  <a:gd name="T6" fmla="*/ 291 w 291"/>
                  <a:gd name="T7" fmla="*/ 94 h 293"/>
                  <a:gd name="T8" fmla="*/ 208 w 291"/>
                  <a:gd name="T9" fmla="*/ 0 h 293"/>
                  <a:gd name="T10" fmla="*/ 208 w 291"/>
                  <a:gd name="T11" fmla="*/ 0 h 293"/>
                  <a:gd name="T12" fmla="*/ 208 w 291"/>
                  <a:gd name="T13" fmla="*/ 0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1" h="293">
                    <a:moveTo>
                      <a:pt x="208" y="0"/>
                    </a:moveTo>
                    <a:lnTo>
                      <a:pt x="0" y="196"/>
                    </a:lnTo>
                    <a:lnTo>
                      <a:pt x="92" y="293"/>
                    </a:lnTo>
                    <a:lnTo>
                      <a:pt x="291" y="94"/>
                    </a:lnTo>
                    <a:lnTo>
                      <a:pt x="208" y="0"/>
                    </a:lnTo>
                    <a:lnTo>
                      <a:pt x="208" y="0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Freeform 36"/>
              <p:cNvSpPr>
                <a:spLocks/>
              </p:cNvSpPr>
              <p:nvPr/>
            </p:nvSpPr>
            <p:spPr bwMode="auto">
              <a:xfrm>
                <a:off x="1619556" y="3849975"/>
                <a:ext cx="190035" cy="172320"/>
              </a:xfrm>
              <a:custGeom>
                <a:avLst/>
                <a:gdLst>
                  <a:gd name="T0" fmla="*/ 35 w 118"/>
                  <a:gd name="T1" fmla="*/ 0 h 107"/>
                  <a:gd name="T2" fmla="*/ 0 w 118"/>
                  <a:gd name="T3" fmla="*/ 107 h 107"/>
                  <a:gd name="T4" fmla="*/ 118 w 118"/>
                  <a:gd name="T5" fmla="*/ 81 h 107"/>
                  <a:gd name="T6" fmla="*/ 35 w 118"/>
                  <a:gd name="T7" fmla="*/ 0 h 107"/>
                  <a:gd name="T8" fmla="*/ 35 w 118"/>
                  <a:gd name="T9" fmla="*/ 0 h 107"/>
                  <a:gd name="T10" fmla="*/ 35 w 118"/>
                  <a:gd name="T11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8" h="107">
                    <a:moveTo>
                      <a:pt x="35" y="0"/>
                    </a:moveTo>
                    <a:lnTo>
                      <a:pt x="0" y="107"/>
                    </a:lnTo>
                    <a:lnTo>
                      <a:pt x="118" y="81"/>
                    </a:lnTo>
                    <a:lnTo>
                      <a:pt x="35" y="0"/>
                    </a:lnTo>
                    <a:lnTo>
                      <a:pt x="35" y="0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31D8C5E-B231-4646-BDD7-8D31A8726725}"/>
              </a:ext>
            </a:extLst>
          </p:cNvPr>
          <p:cNvSpPr txBox="1"/>
          <p:nvPr/>
        </p:nvSpPr>
        <p:spPr>
          <a:xfrm>
            <a:off x="1722569" y="2057400"/>
            <a:ext cx="22398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Bài 7</a:t>
            </a:r>
            <a:endParaRPr lang="en-US" sz="6000" b="1"/>
          </a:p>
        </p:txBody>
      </p:sp>
      <p:sp>
        <p:nvSpPr>
          <p:cNvPr id="103" name="Round Same Side Corner Rectangle 6">
            <a:extLst>
              <a:ext uri="{FF2B5EF4-FFF2-40B4-BE49-F238E27FC236}">
                <a16:creationId xmlns:a16="http://schemas.microsoft.com/office/drawing/2014/main" id="{434B2CEB-32A5-449F-AF7B-FDDE9B965241}"/>
              </a:ext>
            </a:extLst>
          </p:cNvPr>
          <p:cNvSpPr/>
          <p:nvPr/>
        </p:nvSpPr>
        <p:spPr>
          <a:xfrm flipV="1">
            <a:off x="7317560" y="1602363"/>
            <a:ext cx="9518389" cy="1099993"/>
          </a:xfrm>
          <a:prstGeom prst="round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4D90D6F-F210-4FDE-B2C0-A6665B648DA4}"/>
              </a:ext>
            </a:extLst>
          </p:cNvPr>
          <p:cNvSpPr txBox="1"/>
          <p:nvPr/>
        </p:nvSpPr>
        <p:spPr>
          <a:xfrm>
            <a:off x="8155532" y="1643824"/>
            <a:ext cx="82573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BÀI TẬP TRẮC NGHIỆM</a:t>
            </a:r>
            <a:endParaRPr lang="vi-VN" sz="5400" b="1" dirty="0">
              <a:solidFill>
                <a:schemeClr val="bg1"/>
              </a:solidFill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DC42956-B52A-4C08-A855-473D9AFE6CF9}"/>
              </a:ext>
            </a:extLst>
          </p:cNvPr>
          <p:cNvSpPr/>
          <p:nvPr/>
        </p:nvSpPr>
        <p:spPr>
          <a:xfrm>
            <a:off x="4621816" y="9396166"/>
            <a:ext cx="16942784" cy="18725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Aft>
                <a:spcPts val="0"/>
              </a:spcAft>
              <a:tabLst>
                <a:tab pos="180340" algn="l"/>
                <a:tab pos="288290" algn="l"/>
                <a:tab pos="467995" algn="l"/>
                <a:tab pos="540385" algn="l"/>
                <a:tab pos="648335" algn="l"/>
                <a:tab pos="1260475" algn="l"/>
                <a:tab pos="3780790" algn="l"/>
              </a:tabLst>
            </a:pPr>
            <a:r>
              <a:rPr lang="nl-NL" sz="5000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 A.</a:t>
            </a:r>
            <a:endParaRPr lang="en-US" sz="50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180340" algn="just">
              <a:lnSpc>
                <a:spcPct val="120000"/>
              </a:lnSpc>
              <a:spcAft>
                <a:spcPts val="0"/>
              </a:spcAft>
              <a:tabLst>
                <a:tab pos="180340" algn="l"/>
                <a:tab pos="288290" algn="l"/>
                <a:tab pos="467995" algn="l"/>
                <a:tab pos="540385" algn="l"/>
                <a:tab pos="648335" algn="l"/>
                <a:tab pos="1260475" algn="l"/>
                <a:tab pos="3780790" algn="l"/>
              </a:tabLst>
            </a:pPr>
            <a:r>
              <a:rPr lang="nl-NL" sz="5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 có </a:t>
            </a:r>
            <a:endParaRPr lang="en-US" sz="50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887E27-D3AE-430F-A297-8AD04335AF97}"/>
              </a:ext>
            </a:extLst>
          </p:cNvPr>
          <p:cNvSpPr/>
          <p:nvPr/>
        </p:nvSpPr>
        <p:spPr>
          <a:xfrm>
            <a:off x="1066800" y="2819400"/>
            <a:ext cx="22716024" cy="2696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parabol                                      biết rằng (P) đi qua điểm M(0;4)</a:t>
            </a:r>
          </a:p>
          <a:p>
            <a:pPr>
              <a:lnSpc>
                <a:spcPct val="150000"/>
              </a:lnSpc>
            </a:pPr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</a:rPr>
              <a:t>Và có trục đối xứng </a:t>
            </a:r>
            <a:r>
              <a:rPr lang="en-US" sz="60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</a:rPr>
              <a:t> = 1  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A0F83A09-E044-4B40-91D9-D10E70F893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4911608"/>
              </p:ext>
            </p:extLst>
          </p:nvPr>
        </p:nvGraphicFramePr>
        <p:xfrm>
          <a:off x="6530010" y="2896481"/>
          <a:ext cx="6836432" cy="14443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2" name="Equation" r:id="rId3" imgW="1351894" imgH="286250" progId="Equation.DSMT4">
                  <p:embed/>
                </p:oleObj>
              </mc:Choice>
              <mc:Fallback>
                <p:oleObj name="Equation" r:id="rId3" imgW="1351894" imgH="28625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30010" y="2896481"/>
                        <a:ext cx="6836432" cy="14443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03DA4980-026F-49A9-92DC-72AE85C807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1975551"/>
              </p:ext>
            </p:extLst>
          </p:nvPr>
        </p:nvGraphicFramePr>
        <p:xfrm>
          <a:off x="4868863" y="5467350"/>
          <a:ext cx="5835650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3" name="Equation" r:id="rId5" imgW="1269720" imgH="253800" progId="Equation.DSMT4">
                  <p:embed/>
                </p:oleObj>
              </mc:Choice>
              <mc:Fallback>
                <p:oleObj name="Equation" r:id="rId5" imgW="126972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68863" y="5467350"/>
                        <a:ext cx="5835650" cy="1166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F962893A-0901-42A8-B347-6F21259FAF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7996923"/>
              </p:ext>
            </p:extLst>
          </p:nvPr>
        </p:nvGraphicFramePr>
        <p:xfrm>
          <a:off x="13514388" y="5380038"/>
          <a:ext cx="5778500" cy="1166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4" name="Equation" r:id="rId7" imgW="1257120" imgH="253800" progId="Equation.DSMT4">
                  <p:embed/>
                </p:oleObj>
              </mc:Choice>
              <mc:Fallback>
                <p:oleObj name="Equation" r:id="rId7" imgW="125712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514388" y="5380038"/>
                        <a:ext cx="5778500" cy="1166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C1B187BE-C723-4761-8ED4-610E4219CB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6614062"/>
              </p:ext>
            </p:extLst>
          </p:nvPr>
        </p:nvGraphicFramePr>
        <p:xfrm>
          <a:off x="4926013" y="6751638"/>
          <a:ext cx="5719762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5" name="Equation" r:id="rId9" imgW="1244520" imgH="253800" progId="Equation.DSMT4">
                  <p:embed/>
                </p:oleObj>
              </mc:Choice>
              <mc:Fallback>
                <p:oleObj name="Equation" r:id="rId9" imgW="124452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926013" y="6751638"/>
                        <a:ext cx="5719762" cy="1168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BB5BFD83-C74A-470F-B936-E1D7710637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716890"/>
              </p:ext>
            </p:extLst>
          </p:nvPr>
        </p:nvGraphicFramePr>
        <p:xfrm>
          <a:off x="13639800" y="6650038"/>
          <a:ext cx="5486400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6" name="Equation" r:id="rId11" imgW="1193760" imgH="253800" progId="Equation.DSMT4">
                  <p:embed/>
                </p:oleObj>
              </mc:Choice>
              <mc:Fallback>
                <p:oleObj name="Equation" r:id="rId11" imgW="11937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639800" y="6650038"/>
                        <a:ext cx="5486400" cy="1165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81AA8C6A-CE25-4B6A-841F-6B477C308E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3406374"/>
              </p:ext>
            </p:extLst>
          </p:nvPr>
        </p:nvGraphicFramePr>
        <p:xfrm>
          <a:off x="7046844" y="10021956"/>
          <a:ext cx="6595712" cy="14443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7" name="Equation" r:id="rId13" imgW="1304396" imgH="286250" progId="Equation.DSMT4">
                  <p:embed/>
                </p:oleObj>
              </mc:Choice>
              <mc:Fallback>
                <p:oleObj name="Equation" r:id="rId13" imgW="1304396" imgH="28625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046844" y="10021956"/>
                        <a:ext cx="6595712" cy="14443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374C5B0C-D745-4266-934E-6BC947B76A9D}"/>
              </a:ext>
            </a:extLst>
          </p:cNvPr>
          <p:cNvSpPr/>
          <p:nvPr/>
        </p:nvSpPr>
        <p:spPr>
          <a:xfrm>
            <a:off x="4868863" y="11540750"/>
            <a:ext cx="3982052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sz="5000">
                <a:latin typeface="Times New Roman" panose="02020603050405020304" pitchFamily="18" charset="0"/>
                <a:ea typeface="Calibri" panose="020F0502020204030204" pitchFamily="34" charset="0"/>
              </a:rPr>
              <a:t>Trục đối xứng </a:t>
            </a:r>
            <a:endParaRPr lang="en-US" sz="5000"/>
          </a:p>
        </p:txBody>
      </p:sp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BF5BF45C-FD48-41FF-9E79-2C0626BA7B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5144967"/>
              </p:ext>
            </p:extLst>
          </p:nvPr>
        </p:nvGraphicFramePr>
        <p:xfrm>
          <a:off x="8720262" y="11171087"/>
          <a:ext cx="6214938" cy="1794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8" name="Equation" r:id="rId15" imgW="1351894" imgH="391160" progId="Equation.DSMT4">
                  <p:embed/>
                </p:oleObj>
              </mc:Choice>
              <mc:Fallback>
                <p:oleObj name="Equation" r:id="rId15" imgW="1351894" imgH="391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720262" y="11171087"/>
                        <a:ext cx="6214938" cy="17944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005757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05001A8-F1AC-4436-829D-76F3665AC754}"/>
              </a:ext>
            </a:extLst>
          </p:cNvPr>
          <p:cNvSpPr/>
          <p:nvPr/>
        </p:nvSpPr>
        <p:spPr>
          <a:xfrm>
            <a:off x="1000804" y="8710263"/>
            <a:ext cx="22666735" cy="500573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496498" y="2049730"/>
            <a:ext cx="23172879" cy="6271402"/>
            <a:chOff x="1076414" y="4403390"/>
            <a:chExt cx="23172879" cy="3565438"/>
          </a:xfrm>
        </p:grpSpPr>
        <p:grpSp>
          <p:nvGrpSpPr>
            <p:cNvPr id="45" name="Group 5"/>
            <p:cNvGrpSpPr/>
            <p:nvPr/>
          </p:nvGrpSpPr>
          <p:grpSpPr>
            <a:xfrm>
              <a:off x="1533269" y="4671091"/>
              <a:ext cx="22716024" cy="3297737"/>
              <a:chOff x="637542" y="1083939"/>
              <a:chExt cx="8945331" cy="1298334"/>
            </a:xfrm>
          </p:grpSpPr>
          <p:sp>
            <p:nvSpPr>
              <p:cNvPr id="65" name="Rounded Rectangle 64"/>
              <p:cNvSpPr/>
              <p:nvPr/>
            </p:nvSpPr>
            <p:spPr>
              <a:xfrm>
                <a:off x="637542" y="1083939"/>
                <a:ext cx="8945331" cy="1298334"/>
              </a:xfrm>
              <a:prstGeom prst="roundRect">
                <a:avLst>
                  <a:gd name="adj" fmla="val 4110"/>
                </a:avLst>
              </a:prstGeom>
              <a:solidFill>
                <a:srgbClr val="BEDCF4"/>
              </a:solidFill>
              <a:ln w="28575">
                <a:solidFill>
                  <a:srgbClr val="0999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18000" rIns="36000" bIns="18000" rtlCol="0" anchor="ctr"/>
              <a:lstStyle/>
              <a:p>
                <a:pPr algn="ctr"/>
                <a:endParaRPr lang="en-US" sz="460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1007731" y="1742814"/>
                <a:ext cx="7867095" cy="2429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ts val="4000"/>
                  </a:lnSpc>
                </a:pPr>
                <a:endParaRPr lang="en-US" sz="4600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p:grpSp>
        <p:grpSp>
          <p:nvGrpSpPr>
            <p:cNvPr id="46" name="Group 65"/>
            <p:cNvGrpSpPr/>
            <p:nvPr/>
          </p:nvGrpSpPr>
          <p:grpSpPr>
            <a:xfrm>
              <a:off x="1076414" y="4403390"/>
              <a:ext cx="3712331" cy="614700"/>
              <a:chOff x="166396" y="8780577"/>
              <a:chExt cx="3712331" cy="614700"/>
            </a:xfrm>
          </p:grpSpPr>
          <p:sp>
            <p:nvSpPr>
              <p:cNvPr id="50" name="Freeform 20"/>
              <p:cNvSpPr>
                <a:spLocks/>
              </p:cNvSpPr>
              <p:nvPr/>
            </p:nvSpPr>
            <p:spPr bwMode="auto">
              <a:xfrm>
                <a:off x="384522" y="8844503"/>
                <a:ext cx="3494205" cy="550774"/>
              </a:xfrm>
              <a:prstGeom prst="roundRect">
                <a:avLst/>
              </a:prstGeom>
              <a:solidFill>
                <a:srgbClr val="0072BC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US" sz="6000">
                    <a:solidFill>
                      <a:schemeClr val="bg1">
                        <a:lumMod val="95000"/>
                      </a:schemeClr>
                    </a:solidFill>
                    <a:latin typeface="Times New Roman" panose="02020603050405020304" pitchFamily="18" charset="0"/>
                    <a:ea typeface="Tahoma" pitchFamily="34" charset="0"/>
                    <a:cs typeface="Times New Roman" panose="02020603050405020304" pitchFamily="18" charset="0"/>
                  </a:rPr>
                  <a:t>    </a:t>
                </a:r>
              </a:p>
            </p:txBody>
          </p:sp>
          <p:grpSp>
            <p:nvGrpSpPr>
              <p:cNvPr id="51" name="Group 7"/>
              <p:cNvGrpSpPr/>
              <p:nvPr/>
            </p:nvGrpSpPr>
            <p:grpSpPr>
              <a:xfrm>
                <a:off x="166396" y="8780577"/>
                <a:ext cx="702538" cy="572229"/>
                <a:chOff x="-145995" y="8633545"/>
                <a:chExt cx="787401" cy="641352"/>
              </a:xfrm>
            </p:grpSpPr>
            <p:sp>
              <p:nvSpPr>
                <p:cNvPr id="53" name="Freeform 45"/>
                <p:cNvSpPr>
                  <a:spLocks/>
                </p:cNvSpPr>
                <p:nvPr/>
              </p:nvSpPr>
              <p:spPr bwMode="auto">
                <a:xfrm>
                  <a:off x="255643" y="9062171"/>
                  <a:ext cx="363538" cy="88900"/>
                </a:xfrm>
                <a:custGeom>
                  <a:avLst/>
                  <a:gdLst>
                    <a:gd name="T0" fmla="*/ 6 w 97"/>
                    <a:gd name="T1" fmla="*/ 24 h 24"/>
                    <a:gd name="T2" fmla="*/ 0 w 97"/>
                    <a:gd name="T3" fmla="*/ 18 h 24"/>
                    <a:gd name="T4" fmla="*/ 0 w 97"/>
                    <a:gd name="T5" fmla="*/ 6 h 24"/>
                    <a:gd name="T6" fmla="*/ 6 w 97"/>
                    <a:gd name="T7" fmla="*/ 0 h 24"/>
                    <a:gd name="T8" fmla="*/ 91 w 97"/>
                    <a:gd name="T9" fmla="*/ 0 h 24"/>
                    <a:gd name="T10" fmla="*/ 97 w 97"/>
                    <a:gd name="T11" fmla="*/ 6 h 24"/>
                    <a:gd name="T12" fmla="*/ 97 w 97"/>
                    <a:gd name="T13" fmla="*/ 18 h 24"/>
                    <a:gd name="T14" fmla="*/ 91 w 97"/>
                    <a:gd name="T15" fmla="*/ 24 h 24"/>
                    <a:gd name="T16" fmla="*/ 6 w 97"/>
                    <a:gd name="T17" fmla="*/ 2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7" h="24">
                      <a:moveTo>
                        <a:pt x="6" y="24"/>
                      </a:moveTo>
                      <a:cubicBezTo>
                        <a:pt x="3" y="24"/>
                        <a:pt x="0" y="21"/>
                        <a:pt x="0" y="18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95" y="0"/>
                        <a:pt x="97" y="3"/>
                        <a:pt x="97" y="6"/>
                      </a:cubicBezTo>
                      <a:cubicBezTo>
                        <a:pt x="97" y="18"/>
                        <a:pt x="97" y="18"/>
                        <a:pt x="97" y="18"/>
                      </a:cubicBezTo>
                      <a:cubicBezTo>
                        <a:pt x="97" y="21"/>
                        <a:pt x="95" y="24"/>
                        <a:pt x="91" y="24"/>
                      </a:cubicBezTo>
                      <a:lnTo>
                        <a:pt x="6" y="2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4" name="Freeform 46"/>
                <p:cNvSpPr>
                  <a:spLocks noEditPoints="1"/>
                </p:cNvSpPr>
                <p:nvPr/>
              </p:nvSpPr>
              <p:spPr bwMode="auto">
                <a:xfrm>
                  <a:off x="233418" y="9039946"/>
                  <a:ext cx="407988" cy="134938"/>
                </a:xfrm>
                <a:custGeom>
                  <a:avLst/>
                  <a:gdLst>
                    <a:gd name="T0" fmla="*/ 97 w 109"/>
                    <a:gd name="T1" fmla="*/ 12 h 36"/>
                    <a:gd name="T2" fmla="*/ 97 w 109"/>
                    <a:gd name="T3" fmla="*/ 24 h 36"/>
                    <a:gd name="T4" fmla="*/ 12 w 109"/>
                    <a:gd name="T5" fmla="*/ 24 h 36"/>
                    <a:gd name="T6" fmla="*/ 12 w 109"/>
                    <a:gd name="T7" fmla="*/ 12 h 36"/>
                    <a:gd name="T8" fmla="*/ 97 w 109"/>
                    <a:gd name="T9" fmla="*/ 12 h 36"/>
                    <a:gd name="T10" fmla="*/ 97 w 109"/>
                    <a:gd name="T11" fmla="*/ 0 h 36"/>
                    <a:gd name="T12" fmla="*/ 12 w 109"/>
                    <a:gd name="T13" fmla="*/ 0 h 36"/>
                    <a:gd name="T14" fmla="*/ 0 w 109"/>
                    <a:gd name="T15" fmla="*/ 12 h 36"/>
                    <a:gd name="T16" fmla="*/ 0 w 109"/>
                    <a:gd name="T17" fmla="*/ 24 h 36"/>
                    <a:gd name="T18" fmla="*/ 12 w 109"/>
                    <a:gd name="T19" fmla="*/ 36 h 36"/>
                    <a:gd name="T20" fmla="*/ 97 w 109"/>
                    <a:gd name="T21" fmla="*/ 36 h 36"/>
                    <a:gd name="T22" fmla="*/ 109 w 109"/>
                    <a:gd name="T23" fmla="*/ 24 h 36"/>
                    <a:gd name="T24" fmla="*/ 109 w 109"/>
                    <a:gd name="T25" fmla="*/ 12 h 36"/>
                    <a:gd name="T26" fmla="*/ 97 w 109"/>
                    <a:gd name="T27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09" h="36">
                      <a:moveTo>
                        <a:pt x="97" y="12"/>
                      </a:moveTo>
                      <a:cubicBezTo>
                        <a:pt x="97" y="24"/>
                        <a:pt x="97" y="24"/>
                        <a:pt x="97" y="24"/>
                      </a:cubicBezTo>
                      <a:cubicBezTo>
                        <a:pt x="12" y="24"/>
                        <a:pt x="12" y="24"/>
                        <a:pt x="12" y="24"/>
                      </a:cubicBezTo>
                      <a:cubicBezTo>
                        <a:pt x="12" y="12"/>
                        <a:pt x="12" y="12"/>
                        <a:pt x="12" y="12"/>
                      </a:cubicBezTo>
                      <a:cubicBezTo>
                        <a:pt x="97" y="12"/>
                        <a:pt x="97" y="12"/>
                        <a:pt x="97" y="12"/>
                      </a:cubicBezTo>
                      <a:moveTo>
                        <a:pt x="97" y="0"/>
                      </a:move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0" y="6"/>
                        <a:pt x="0" y="12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30"/>
                        <a:pt x="5" y="36"/>
                        <a:pt x="12" y="36"/>
                      </a:cubicBezTo>
                      <a:cubicBezTo>
                        <a:pt x="97" y="36"/>
                        <a:pt x="97" y="36"/>
                        <a:pt x="97" y="36"/>
                      </a:cubicBezTo>
                      <a:cubicBezTo>
                        <a:pt x="104" y="36"/>
                        <a:pt x="109" y="30"/>
                        <a:pt x="109" y="24"/>
                      </a:cubicBezTo>
                      <a:cubicBezTo>
                        <a:pt x="109" y="12"/>
                        <a:pt x="109" y="12"/>
                        <a:pt x="109" y="12"/>
                      </a:cubicBezTo>
                      <a:cubicBezTo>
                        <a:pt x="109" y="6"/>
                        <a:pt x="104" y="0"/>
                        <a:pt x="97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5" name="Freeform 47"/>
                <p:cNvSpPr>
                  <a:spLocks/>
                </p:cNvSpPr>
                <p:nvPr/>
              </p:nvSpPr>
              <p:spPr bwMode="auto">
                <a:xfrm>
                  <a:off x="255643" y="9136784"/>
                  <a:ext cx="363538" cy="90488"/>
                </a:xfrm>
                <a:custGeom>
                  <a:avLst/>
                  <a:gdLst>
                    <a:gd name="T0" fmla="*/ 6 w 97"/>
                    <a:gd name="T1" fmla="*/ 24 h 24"/>
                    <a:gd name="T2" fmla="*/ 0 w 97"/>
                    <a:gd name="T3" fmla="*/ 18 h 24"/>
                    <a:gd name="T4" fmla="*/ 0 w 97"/>
                    <a:gd name="T5" fmla="*/ 6 h 24"/>
                    <a:gd name="T6" fmla="*/ 6 w 97"/>
                    <a:gd name="T7" fmla="*/ 0 h 24"/>
                    <a:gd name="T8" fmla="*/ 91 w 97"/>
                    <a:gd name="T9" fmla="*/ 0 h 24"/>
                    <a:gd name="T10" fmla="*/ 97 w 97"/>
                    <a:gd name="T11" fmla="*/ 6 h 24"/>
                    <a:gd name="T12" fmla="*/ 97 w 97"/>
                    <a:gd name="T13" fmla="*/ 18 h 24"/>
                    <a:gd name="T14" fmla="*/ 91 w 97"/>
                    <a:gd name="T15" fmla="*/ 24 h 24"/>
                    <a:gd name="T16" fmla="*/ 6 w 97"/>
                    <a:gd name="T17" fmla="*/ 2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7" h="24">
                      <a:moveTo>
                        <a:pt x="6" y="24"/>
                      </a:moveTo>
                      <a:cubicBezTo>
                        <a:pt x="3" y="24"/>
                        <a:pt x="0" y="21"/>
                        <a:pt x="0" y="18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95" y="0"/>
                        <a:pt x="97" y="3"/>
                        <a:pt x="97" y="6"/>
                      </a:cubicBezTo>
                      <a:cubicBezTo>
                        <a:pt x="97" y="18"/>
                        <a:pt x="97" y="18"/>
                        <a:pt x="97" y="18"/>
                      </a:cubicBezTo>
                      <a:cubicBezTo>
                        <a:pt x="97" y="21"/>
                        <a:pt x="95" y="24"/>
                        <a:pt x="91" y="24"/>
                      </a:cubicBezTo>
                      <a:lnTo>
                        <a:pt x="6" y="2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6" name="Freeform 48"/>
                <p:cNvSpPr>
                  <a:spLocks noEditPoints="1"/>
                </p:cNvSpPr>
                <p:nvPr/>
              </p:nvSpPr>
              <p:spPr bwMode="auto">
                <a:xfrm>
                  <a:off x="233418" y="9114559"/>
                  <a:ext cx="407988" cy="134938"/>
                </a:xfrm>
                <a:custGeom>
                  <a:avLst/>
                  <a:gdLst>
                    <a:gd name="T0" fmla="*/ 97 w 109"/>
                    <a:gd name="T1" fmla="*/ 12 h 36"/>
                    <a:gd name="T2" fmla="*/ 97 w 109"/>
                    <a:gd name="T3" fmla="*/ 24 h 36"/>
                    <a:gd name="T4" fmla="*/ 12 w 109"/>
                    <a:gd name="T5" fmla="*/ 24 h 36"/>
                    <a:gd name="T6" fmla="*/ 12 w 109"/>
                    <a:gd name="T7" fmla="*/ 12 h 36"/>
                    <a:gd name="T8" fmla="*/ 97 w 109"/>
                    <a:gd name="T9" fmla="*/ 12 h 36"/>
                    <a:gd name="T10" fmla="*/ 97 w 109"/>
                    <a:gd name="T11" fmla="*/ 0 h 36"/>
                    <a:gd name="T12" fmla="*/ 12 w 109"/>
                    <a:gd name="T13" fmla="*/ 0 h 36"/>
                    <a:gd name="T14" fmla="*/ 0 w 109"/>
                    <a:gd name="T15" fmla="*/ 12 h 36"/>
                    <a:gd name="T16" fmla="*/ 0 w 109"/>
                    <a:gd name="T17" fmla="*/ 24 h 36"/>
                    <a:gd name="T18" fmla="*/ 12 w 109"/>
                    <a:gd name="T19" fmla="*/ 36 h 36"/>
                    <a:gd name="T20" fmla="*/ 97 w 109"/>
                    <a:gd name="T21" fmla="*/ 36 h 36"/>
                    <a:gd name="T22" fmla="*/ 109 w 109"/>
                    <a:gd name="T23" fmla="*/ 24 h 36"/>
                    <a:gd name="T24" fmla="*/ 109 w 109"/>
                    <a:gd name="T25" fmla="*/ 12 h 36"/>
                    <a:gd name="T26" fmla="*/ 97 w 109"/>
                    <a:gd name="T27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09" h="36">
                      <a:moveTo>
                        <a:pt x="97" y="12"/>
                      </a:moveTo>
                      <a:cubicBezTo>
                        <a:pt x="97" y="24"/>
                        <a:pt x="97" y="24"/>
                        <a:pt x="97" y="24"/>
                      </a:cubicBezTo>
                      <a:cubicBezTo>
                        <a:pt x="12" y="24"/>
                        <a:pt x="12" y="24"/>
                        <a:pt x="12" y="24"/>
                      </a:cubicBezTo>
                      <a:cubicBezTo>
                        <a:pt x="12" y="12"/>
                        <a:pt x="12" y="12"/>
                        <a:pt x="12" y="12"/>
                      </a:cubicBezTo>
                      <a:cubicBezTo>
                        <a:pt x="97" y="12"/>
                        <a:pt x="97" y="12"/>
                        <a:pt x="97" y="12"/>
                      </a:cubicBezTo>
                      <a:moveTo>
                        <a:pt x="97" y="0"/>
                      </a:move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0" y="6"/>
                        <a:pt x="0" y="12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31"/>
                        <a:pt x="5" y="36"/>
                        <a:pt x="12" y="36"/>
                      </a:cubicBezTo>
                      <a:cubicBezTo>
                        <a:pt x="97" y="36"/>
                        <a:pt x="97" y="36"/>
                        <a:pt x="97" y="36"/>
                      </a:cubicBezTo>
                      <a:cubicBezTo>
                        <a:pt x="104" y="36"/>
                        <a:pt x="109" y="31"/>
                        <a:pt x="109" y="24"/>
                      </a:cubicBezTo>
                      <a:cubicBezTo>
                        <a:pt x="109" y="12"/>
                        <a:pt x="109" y="12"/>
                        <a:pt x="109" y="12"/>
                      </a:cubicBezTo>
                      <a:cubicBezTo>
                        <a:pt x="109" y="6"/>
                        <a:pt x="104" y="0"/>
                        <a:pt x="97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7" name="Freeform 49"/>
                <p:cNvSpPr>
                  <a:spLocks/>
                </p:cNvSpPr>
                <p:nvPr/>
              </p:nvSpPr>
              <p:spPr bwMode="auto">
                <a:xfrm>
                  <a:off x="217543" y="8657358"/>
                  <a:ext cx="263525" cy="254000"/>
                </a:xfrm>
                <a:custGeom>
                  <a:avLst/>
                  <a:gdLst>
                    <a:gd name="T0" fmla="*/ 50 w 70"/>
                    <a:gd name="T1" fmla="*/ 68 h 68"/>
                    <a:gd name="T2" fmla="*/ 45 w 70"/>
                    <a:gd name="T3" fmla="*/ 67 h 68"/>
                    <a:gd name="T4" fmla="*/ 2 w 70"/>
                    <a:gd name="T5" fmla="*/ 23 h 68"/>
                    <a:gd name="T6" fmla="*/ 2 w 70"/>
                    <a:gd name="T7" fmla="*/ 15 h 68"/>
                    <a:gd name="T8" fmla="*/ 14 w 70"/>
                    <a:gd name="T9" fmla="*/ 3 h 68"/>
                    <a:gd name="T10" fmla="*/ 22 w 70"/>
                    <a:gd name="T11" fmla="*/ 0 h 68"/>
                    <a:gd name="T12" fmla="*/ 31 w 70"/>
                    <a:gd name="T13" fmla="*/ 3 h 68"/>
                    <a:gd name="T14" fmla="*/ 65 w 70"/>
                    <a:gd name="T15" fmla="*/ 38 h 68"/>
                    <a:gd name="T16" fmla="*/ 65 w 70"/>
                    <a:gd name="T17" fmla="*/ 55 h 68"/>
                    <a:gd name="T18" fmla="*/ 54 w 70"/>
                    <a:gd name="T19" fmla="*/ 67 h 68"/>
                    <a:gd name="T20" fmla="*/ 50 w 70"/>
                    <a:gd name="T21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0" h="68">
                      <a:moveTo>
                        <a:pt x="50" y="68"/>
                      </a:moveTo>
                      <a:cubicBezTo>
                        <a:pt x="48" y="68"/>
                        <a:pt x="47" y="68"/>
                        <a:pt x="45" y="67"/>
                      </a:cubicBezTo>
                      <a:cubicBezTo>
                        <a:pt x="2" y="23"/>
                        <a:pt x="2" y="23"/>
                        <a:pt x="2" y="23"/>
                      </a:cubicBezTo>
                      <a:cubicBezTo>
                        <a:pt x="0" y="21"/>
                        <a:pt x="0" y="17"/>
                        <a:pt x="2" y="15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6" y="1"/>
                        <a:pt x="19" y="0"/>
                        <a:pt x="22" y="0"/>
                      </a:cubicBezTo>
                      <a:cubicBezTo>
                        <a:pt x="26" y="0"/>
                        <a:pt x="29" y="1"/>
                        <a:pt x="31" y="3"/>
                      </a:cubicBezTo>
                      <a:cubicBezTo>
                        <a:pt x="65" y="38"/>
                        <a:pt x="65" y="38"/>
                        <a:pt x="65" y="38"/>
                      </a:cubicBezTo>
                      <a:cubicBezTo>
                        <a:pt x="70" y="42"/>
                        <a:pt x="70" y="50"/>
                        <a:pt x="65" y="55"/>
                      </a:cubicBezTo>
                      <a:cubicBezTo>
                        <a:pt x="54" y="67"/>
                        <a:pt x="54" y="67"/>
                        <a:pt x="54" y="67"/>
                      </a:cubicBezTo>
                      <a:cubicBezTo>
                        <a:pt x="53" y="68"/>
                        <a:pt x="51" y="68"/>
                        <a:pt x="50" y="6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8" name="Freeform 50"/>
                <p:cNvSpPr>
                  <a:spLocks noEditPoints="1"/>
                </p:cNvSpPr>
                <p:nvPr/>
              </p:nvSpPr>
              <p:spPr bwMode="auto">
                <a:xfrm>
                  <a:off x="192143" y="8633545"/>
                  <a:ext cx="314325" cy="300038"/>
                </a:xfrm>
                <a:custGeom>
                  <a:avLst/>
                  <a:gdLst>
                    <a:gd name="T0" fmla="*/ 29 w 84"/>
                    <a:gd name="T1" fmla="*/ 12 h 80"/>
                    <a:gd name="T2" fmla="*/ 34 w 84"/>
                    <a:gd name="T3" fmla="*/ 13 h 80"/>
                    <a:gd name="T4" fmla="*/ 68 w 84"/>
                    <a:gd name="T5" fmla="*/ 48 h 80"/>
                    <a:gd name="T6" fmla="*/ 68 w 84"/>
                    <a:gd name="T7" fmla="*/ 57 h 80"/>
                    <a:gd name="T8" fmla="*/ 57 w 84"/>
                    <a:gd name="T9" fmla="*/ 68 h 80"/>
                    <a:gd name="T10" fmla="*/ 13 w 84"/>
                    <a:gd name="T11" fmla="*/ 25 h 80"/>
                    <a:gd name="T12" fmla="*/ 25 w 84"/>
                    <a:gd name="T13" fmla="*/ 13 h 80"/>
                    <a:gd name="T14" fmla="*/ 29 w 84"/>
                    <a:gd name="T15" fmla="*/ 12 h 80"/>
                    <a:gd name="T16" fmla="*/ 29 w 84"/>
                    <a:gd name="T17" fmla="*/ 0 h 80"/>
                    <a:gd name="T18" fmla="*/ 16 w 84"/>
                    <a:gd name="T19" fmla="*/ 5 h 80"/>
                    <a:gd name="T20" fmla="*/ 5 w 84"/>
                    <a:gd name="T21" fmla="*/ 16 h 80"/>
                    <a:gd name="T22" fmla="*/ 5 w 84"/>
                    <a:gd name="T23" fmla="*/ 33 h 80"/>
                    <a:gd name="T24" fmla="*/ 48 w 84"/>
                    <a:gd name="T25" fmla="*/ 77 h 80"/>
                    <a:gd name="T26" fmla="*/ 57 w 84"/>
                    <a:gd name="T27" fmla="*/ 80 h 80"/>
                    <a:gd name="T28" fmla="*/ 57 w 84"/>
                    <a:gd name="T29" fmla="*/ 80 h 80"/>
                    <a:gd name="T30" fmla="*/ 65 w 84"/>
                    <a:gd name="T31" fmla="*/ 77 h 80"/>
                    <a:gd name="T32" fmla="*/ 77 w 84"/>
                    <a:gd name="T33" fmla="*/ 65 h 80"/>
                    <a:gd name="T34" fmla="*/ 77 w 84"/>
                    <a:gd name="T35" fmla="*/ 39 h 80"/>
                    <a:gd name="T36" fmla="*/ 42 w 84"/>
                    <a:gd name="T37" fmla="*/ 5 h 80"/>
                    <a:gd name="T38" fmla="*/ 29 w 84"/>
                    <a:gd name="T39" fmla="*/ 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84" h="80">
                      <a:moveTo>
                        <a:pt x="29" y="12"/>
                      </a:moveTo>
                      <a:cubicBezTo>
                        <a:pt x="31" y="12"/>
                        <a:pt x="33" y="12"/>
                        <a:pt x="34" y="13"/>
                      </a:cubicBezTo>
                      <a:cubicBezTo>
                        <a:pt x="34" y="13"/>
                        <a:pt x="34" y="13"/>
                        <a:pt x="68" y="48"/>
                      </a:cubicBezTo>
                      <a:cubicBezTo>
                        <a:pt x="71" y="50"/>
                        <a:pt x="71" y="54"/>
                        <a:pt x="68" y="57"/>
                      </a:cubicBezTo>
                      <a:cubicBezTo>
                        <a:pt x="68" y="57"/>
                        <a:pt x="68" y="57"/>
                        <a:pt x="57" y="68"/>
                      </a:cubicBezTo>
                      <a:cubicBezTo>
                        <a:pt x="57" y="68"/>
                        <a:pt x="57" y="68"/>
                        <a:pt x="13" y="25"/>
                      </a:cubicBezTo>
                      <a:cubicBezTo>
                        <a:pt x="13" y="25"/>
                        <a:pt x="13" y="25"/>
                        <a:pt x="25" y="13"/>
                      </a:cubicBezTo>
                      <a:cubicBezTo>
                        <a:pt x="26" y="12"/>
                        <a:pt x="28" y="12"/>
                        <a:pt x="29" y="12"/>
                      </a:cubicBezTo>
                      <a:moveTo>
                        <a:pt x="29" y="0"/>
                      </a:moveTo>
                      <a:cubicBezTo>
                        <a:pt x="24" y="0"/>
                        <a:pt x="20" y="2"/>
                        <a:pt x="16" y="5"/>
                      </a:cubicBezTo>
                      <a:cubicBezTo>
                        <a:pt x="5" y="16"/>
                        <a:pt x="5" y="16"/>
                        <a:pt x="5" y="16"/>
                      </a:cubicBezTo>
                      <a:cubicBezTo>
                        <a:pt x="0" y="21"/>
                        <a:pt x="0" y="29"/>
                        <a:pt x="5" y="33"/>
                      </a:cubicBezTo>
                      <a:cubicBezTo>
                        <a:pt x="48" y="77"/>
                        <a:pt x="48" y="77"/>
                        <a:pt x="48" y="77"/>
                      </a:cubicBezTo>
                      <a:cubicBezTo>
                        <a:pt x="50" y="79"/>
                        <a:pt x="53" y="80"/>
                        <a:pt x="57" y="80"/>
                      </a:cubicBezTo>
                      <a:cubicBezTo>
                        <a:pt x="57" y="80"/>
                        <a:pt x="57" y="80"/>
                        <a:pt x="57" y="80"/>
                      </a:cubicBezTo>
                      <a:cubicBezTo>
                        <a:pt x="60" y="80"/>
                        <a:pt x="63" y="79"/>
                        <a:pt x="65" y="77"/>
                      </a:cubicBezTo>
                      <a:cubicBezTo>
                        <a:pt x="77" y="65"/>
                        <a:pt x="77" y="65"/>
                        <a:pt x="77" y="65"/>
                      </a:cubicBezTo>
                      <a:cubicBezTo>
                        <a:pt x="84" y="58"/>
                        <a:pt x="84" y="47"/>
                        <a:pt x="77" y="39"/>
                      </a:cubicBezTo>
                      <a:cubicBezTo>
                        <a:pt x="42" y="5"/>
                        <a:pt x="42" y="5"/>
                        <a:pt x="42" y="5"/>
                      </a:cubicBezTo>
                      <a:cubicBezTo>
                        <a:pt x="39" y="2"/>
                        <a:pt x="34" y="0"/>
                        <a:pt x="29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59" name="Freeform 51"/>
                <p:cNvSpPr>
                  <a:spLocks noEditPoints="1"/>
                </p:cNvSpPr>
                <p:nvPr/>
              </p:nvSpPr>
              <p:spPr bwMode="auto">
                <a:xfrm>
                  <a:off x="-123770" y="8724033"/>
                  <a:ext cx="742950" cy="528639"/>
                </a:xfrm>
                <a:custGeom>
                  <a:avLst/>
                  <a:gdLst>
                    <a:gd name="T0" fmla="*/ 12 w 198"/>
                    <a:gd name="T1" fmla="*/ 141 h 141"/>
                    <a:gd name="T2" fmla="*/ 8 w 198"/>
                    <a:gd name="T3" fmla="*/ 140 h 141"/>
                    <a:gd name="T4" fmla="*/ 3 w 198"/>
                    <a:gd name="T5" fmla="*/ 134 h 141"/>
                    <a:gd name="T6" fmla="*/ 1 w 198"/>
                    <a:gd name="T7" fmla="*/ 128 h 141"/>
                    <a:gd name="T8" fmla="*/ 14 w 198"/>
                    <a:gd name="T9" fmla="*/ 77 h 141"/>
                    <a:gd name="T10" fmla="*/ 15 w 198"/>
                    <a:gd name="T11" fmla="*/ 75 h 141"/>
                    <a:gd name="T12" fmla="*/ 88 w 198"/>
                    <a:gd name="T13" fmla="*/ 1 h 141"/>
                    <a:gd name="T14" fmla="*/ 92 w 198"/>
                    <a:gd name="T15" fmla="*/ 0 h 141"/>
                    <a:gd name="T16" fmla="*/ 92 w 198"/>
                    <a:gd name="T17" fmla="*/ 0 h 141"/>
                    <a:gd name="T18" fmla="*/ 97 w 198"/>
                    <a:gd name="T19" fmla="*/ 1 h 141"/>
                    <a:gd name="T20" fmla="*/ 103 w 198"/>
                    <a:gd name="T21" fmla="*/ 8 h 141"/>
                    <a:gd name="T22" fmla="*/ 105 w 198"/>
                    <a:gd name="T23" fmla="*/ 12 h 141"/>
                    <a:gd name="T24" fmla="*/ 109 w 198"/>
                    <a:gd name="T25" fmla="*/ 13 h 141"/>
                    <a:gd name="T26" fmla="*/ 116 w 198"/>
                    <a:gd name="T27" fmla="*/ 21 h 141"/>
                    <a:gd name="T28" fmla="*/ 117 w 198"/>
                    <a:gd name="T29" fmla="*/ 24 h 141"/>
                    <a:gd name="T30" fmla="*/ 121 w 198"/>
                    <a:gd name="T31" fmla="*/ 26 h 141"/>
                    <a:gd name="T32" fmla="*/ 128 w 198"/>
                    <a:gd name="T33" fmla="*/ 33 h 141"/>
                    <a:gd name="T34" fmla="*/ 130 w 198"/>
                    <a:gd name="T35" fmla="*/ 37 h 141"/>
                    <a:gd name="T36" fmla="*/ 133 w 198"/>
                    <a:gd name="T37" fmla="*/ 38 h 141"/>
                    <a:gd name="T38" fmla="*/ 140 w 198"/>
                    <a:gd name="T39" fmla="*/ 45 h 141"/>
                    <a:gd name="T40" fmla="*/ 142 w 198"/>
                    <a:gd name="T41" fmla="*/ 49 h 141"/>
                    <a:gd name="T42" fmla="*/ 140 w 198"/>
                    <a:gd name="T43" fmla="*/ 53 h 141"/>
                    <a:gd name="T44" fmla="*/ 124 w 198"/>
                    <a:gd name="T45" fmla="*/ 70 h 141"/>
                    <a:gd name="T46" fmla="*/ 192 w 198"/>
                    <a:gd name="T47" fmla="*/ 70 h 141"/>
                    <a:gd name="T48" fmla="*/ 198 w 198"/>
                    <a:gd name="T49" fmla="*/ 76 h 141"/>
                    <a:gd name="T50" fmla="*/ 198 w 198"/>
                    <a:gd name="T51" fmla="*/ 87 h 141"/>
                    <a:gd name="T52" fmla="*/ 192 w 198"/>
                    <a:gd name="T53" fmla="*/ 93 h 141"/>
                    <a:gd name="T54" fmla="*/ 107 w 198"/>
                    <a:gd name="T55" fmla="*/ 93 h 141"/>
                    <a:gd name="T56" fmla="*/ 103 w 198"/>
                    <a:gd name="T57" fmla="*/ 91 h 141"/>
                    <a:gd name="T58" fmla="*/ 67 w 198"/>
                    <a:gd name="T59" fmla="*/ 127 h 141"/>
                    <a:gd name="T60" fmla="*/ 64 w 198"/>
                    <a:gd name="T61" fmla="*/ 128 h 141"/>
                    <a:gd name="T62" fmla="*/ 14 w 198"/>
                    <a:gd name="T63" fmla="*/ 141 h 141"/>
                    <a:gd name="T64" fmla="*/ 12 w 198"/>
                    <a:gd name="T65" fmla="*/ 141 h 141"/>
                    <a:gd name="T66" fmla="*/ 23 w 198"/>
                    <a:gd name="T67" fmla="*/ 119 h 141"/>
                    <a:gd name="T68" fmla="*/ 45 w 198"/>
                    <a:gd name="T69" fmla="*/ 113 h 141"/>
                    <a:gd name="T70" fmla="*/ 29 w 198"/>
                    <a:gd name="T71" fmla="*/ 97 h 141"/>
                    <a:gd name="T72" fmla="*/ 23 w 198"/>
                    <a:gd name="T73" fmla="*/ 119 h 1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198" h="141">
                      <a:moveTo>
                        <a:pt x="12" y="141"/>
                      </a:moveTo>
                      <a:cubicBezTo>
                        <a:pt x="11" y="141"/>
                        <a:pt x="9" y="141"/>
                        <a:pt x="8" y="140"/>
                      </a:cubicBezTo>
                      <a:cubicBezTo>
                        <a:pt x="3" y="134"/>
                        <a:pt x="3" y="134"/>
                        <a:pt x="3" y="134"/>
                      </a:cubicBezTo>
                      <a:cubicBezTo>
                        <a:pt x="1" y="133"/>
                        <a:pt x="0" y="131"/>
                        <a:pt x="1" y="128"/>
                      </a:cubicBezTo>
                      <a:cubicBezTo>
                        <a:pt x="14" y="77"/>
                        <a:pt x="14" y="77"/>
                        <a:pt x="14" y="77"/>
                      </a:cubicBezTo>
                      <a:cubicBezTo>
                        <a:pt x="14" y="76"/>
                        <a:pt x="15" y="75"/>
                        <a:pt x="15" y="75"/>
                      </a:cubicBezTo>
                      <a:cubicBezTo>
                        <a:pt x="88" y="1"/>
                        <a:pt x="88" y="1"/>
                        <a:pt x="88" y="1"/>
                      </a:cubicBezTo>
                      <a:cubicBezTo>
                        <a:pt x="89" y="0"/>
                        <a:pt x="91" y="0"/>
                        <a:pt x="92" y="0"/>
                      </a:cubicBezTo>
                      <a:cubicBezTo>
                        <a:pt x="92" y="0"/>
                        <a:pt x="92" y="0"/>
                        <a:pt x="92" y="0"/>
                      </a:cubicBezTo>
                      <a:cubicBezTo>
                        <a:pt x="94" y="0"/>
                        <a:pt x="96" y="0"/>
                        <a:pt x="97" y="1"/>
                      </a:cubicBezTo>
                      <a:cubicBezTo>
                        <a:pt x="103" y="8"/>
                        <a:pt x="103" y="8"/>
                        <a:pt x="103" y="8"/>
                      </a:cubicBezTo>
                      <a:cubicBezTo>
                        <a:pt x="104" y="9"/>
                        <a:pt x="105" y="10"/>
                        <a:pt x="105" y="12"/>
                      </a:cubicBezTo>
                      <a:cubicBezTo>
                        <a:pt x="106" y="12"/>
                        <a:pt x="108" y="12"/>
                        <a:pt x="109" y="13"/>
                      </a:cubicBezTo>
                      <a:cubicBezTo>
                        <a:pt x="116" y="21"/>
                        <a:pt x="116" y="21"/>
                        <a:pt x="116" y="21"/>
                      </a:cubicBezTo>
                      <a:cubicBezTo>
                        <a:pt x="117" y="22"/>
                        <a:pt x="117" y="23"/>
                        <a:pt x="117" y="24"/>
                      </a:cubicBezTo>
                      <a:cubicBezTo>
                        <a:pt x="119" y="24"/>
                        <a:pt x="120" y="25"/>
                        <a:pt x="121" y="26"/>
                      </a:cubicBezTo>
                      <a:cubicBezTo>
                        <a:pt x="128" y="33"/>
                        <a:pt x="128" y="33"/>
                        <a:pt x="128" y="33"/>
                      </a:cubicBezTo>
                      <a:cubicBezTo>
                        <a:pt x="129" y="34"/>
                        <a:pt x="130" y="35"/>
                        <a:pt x="130" y="37"/>
                      </a:cubicBezTo>
                      <a:cubicBezTo>
                        <a:pt x="131" y="37"/>
                        <a:pt x="132" y="37"/>
                        <a:pt x="133" y="38"/>
                      </a:cubicBezTo>
                      <a:cubicBezTo>
                        <a:pt x="140" y="45"/>
                        <a:pt x="140" y="45"/>
                        <a:pt x="140" y="45"/>
                      </a:cubicBezTo>
                      <a:cubicBezTo>
                        <a:pt x="141" y="46"/>
                        <a:pt x="142" y="47"/>
                        <a:pt x="142" y="49"/>
                      </a:cubicBezTo>
                      <a:cubicBezTo>
                        <a:pt x="142" y="51"/>
                        <a:pt x="141" y="52"/>
                        <a:pt x="140" y="53"/>
                      </a:cubicBezTo>
                      <a:cubicBezTo>
                        <a:pt x="124" y="70"/>
                        <a:pt x="124" y="70"/>
                        <a:pt x="124" y="70"/>
                      </a:cubicBezTo>
                      <a:cubicBezTo>
                        <a:pt x="192" y="70"/>
                        <a:pt x="192" y="70"/>
                        <a:pt x="192" y="70"/>
                      </a:cubicBezTo>
                      <a:cubicBezTo>
                        <a:pt x="196" y="70"/>
                        <a:pt x="198" y="72"/>
                        <a:pt x="198" y="76"/>
                      </a:cubicBezTo>
                      <a:cubicBezTo>
                        <a:pt x="198" y="87"/>
                        <a:pt x="198" y="87"/>
                        <a:pt x="198" y="87"/>
                      </a:cubicBezTo>
                      <a:cubicBezTo>
                        <a:pt x="198" y="91"/>
                        <a:pt x="196" y="93"/>
                        <a:pt x="192" y="93"/>
                      </a:cubicBezTo>
                      <a:cubicBezTo>
                        <a:pt x="107" y="93"/>
                        <a:pt x="107" y="93"/>
                        <a:pt x="107" y="93"/>
                      </a:cubicBezTo>
                      <a:cubicBezTo>
                        <a:pt x="105" y="93"/>
                        <a:pt x="104" y="92"/>
                        <a:pt x="103" y="91"/>
                      </a:cubicBezTo>
                      <a:cubicBezTo>
                        <a:pt x="67" y="127"/>
                        <a:pt x="67" y="127"/>
                        <a:pt x="67" y="127"/>
                      </a:cubicBezTo>
                      <a:cubicBezTo>
                        <a:pt x="66" y="127"/>
                        <a:pt x="65" y="128"/>
                        <a:pt x="64" y="128"/>
                      </a:cubicBezTo>
                      <a:cubicBezTo>
                        <a:pt x="14" y="141"/>
                        <a:pt x="14" y="141"/>
                        <a:pt x="14" y="141"/>
                      </a:cubicBezTo>
                      <a:cubicBezTo>
                        <a:pt x="13" y="141"/>
                        <a:pt x="13" y="141"/>
                        <a:pt x="12" y="141"/>
                      </a:cubicBezTo>
                      <a:close/>
                      <a:moveTo>
                        <a:pt x="23" y="119"/>
                      </a:moveTo>
                      <a:cubicBezTo>
                        <a:pt x="45" y="113"/>
                        <a:pt x="45" y="113"/>
                        <a:pt x="45" y="113"/>
                      </a:cubicBezTo>
                      <a:cubicBezTo>
                        <a:pt x="29" y="97"/>
                        <a:pt x="29" y="97"/>
                        <a:pt x="29" y="97"/>
                      </a:cubicBezTo>
                      <a:lnTo>
                        <a:pt x="23" y="11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0" name="Freeform 52"/>
                <p:cNvSpPr>
                  <a:spLocks noEditPoints="1"/>
                </p:cNvSpPr>
                <p:nvPr/>
              </p:nvSpPr>
              <p:spPr bwMode="auto">
                <a:xfrm>
                  <a:off x="-145995" y="8701808"/>
                  <a:ext cx="787400" cy="573089"/>
                </a:xfrm>
                <a:custGeom>
                  <a:avLst/>
                  <a:gdLst>
                    <a:gd name="T0" fmla="*/ 98 w 210"/>
                    <a:gd name="T1" fmla="*/ 12 h 153"/>
                    <a:gd name="T2" fmla="*/ 105 w 210"/>
                    <a:gd name="T3" fmla="*/ 18 h 153"/>
                    <a:gd name="T4" fmla="*/ 37 w 210"/>
                    <a:gd name="T5" fmla="*/ 86 h 153"/>
                    <a:gd name="T6" fmla="*/ 43 w 210"/>
                    <a:gd name="T7" fmla="*/ 92 h 153"/>
                    <a:gd name="T8" fmla="*/ 110 w 210"/>
                    <a:gd name="T9" fmla="*/ 24 h 153"/>
                    <a:gd name="T10" fmla="*/ 118 w 210"/>
                    <a:gd name="T11" fmla="*/ 31 h 153"/>
                    <a:gd name="T12" fmla="*/ 50 w 210"/>
                    <a:gd name="T13" fmla="*/ 99 h 153"/>
                    <a:gd name="T14" fmla="*/ 55 w 210"/>
                    <a:gd name="T15" fmla="*/ 104 h 153"/>
                    <a:gd name="T16" fmla="*/ 123 w 210"/>
                    <a:gd name="T17" fmla="*/ 36 h 153"/>
                    <a:gd name="T18" fmla="*/ 130 w 210"/>
                    <a:gd name="T19" fmla="*/ 43 h 153"/>
                    <a:gd name="T20" fmla="*/ 62 w 210"/>
                    <a:gd name="T21" fmla="*/ 111 h 153"/>
                    <a:gd name="T22" fmla="*/ 68 w 210"/>
                    <a:gd name="T23" fmla="*/ 116 h 153"/>
                    <a:gd name="T24" fmla="*/ 135 w 210"/>
                    <a:gd name="T25" fmla="*/ 49 h 153"/>
                    <a:gd name="T26" fmla="*/ 142 w 210"/>
                    <a:gd name="T27" fmla="*/ 55 h 153"/>
                    <a:gd name="T28" fmla="*/ 115 w 210"/>
                    <a:gd name="T29" fmla="*/ 82 h 153"/>
                    <a:gd name="T30" fmla="*/ 198 w 210"/>
                    <a:gd name="T31" fmla="*/ 82 h 153"/>
                    <a:gd name="T32" fmla="*/ 198 w 210"/>
                    <a:gd name="T33" fmla="*/ 93 h 153"/>
                    <a:gd name="T34" fmla="*/ 113 w 210"/>
                    <a:gd name="T35" fmla="*/ 93 h 153"/>
                    <a:gd name="T36" fmla="*/ 113 w 210"/>
                    <a:gd name="T37" fmla="*/ 84 h 153"/>
                    <a:gd name="T38" fmla="*/ 69 w 210"/>
                    <a:gd name="T39" fmla="*/ 128 h 153"/>
                    <a:gd name="T40" fmla="*/ 18 w 210"/>
                    <a:gd name="T41" fmla="*/ 141 h 153"/>
                    <a:gd name="T42" fmla="*/ 13 w 210"/>
                    <a:gd name="T43" fmla="*/ 136 h 153"/>
                    <a:gd name="T44" fmla="*/ 26 w 210"/>
                    <a:gd name="T45" fmla="*/ 85 h 153"/>
                    <a:gd name="T46" fmla="*/ 98 w 210"/>
                    <a:gd name="T47" fmla="*/ 12 h 153"/>
                    <a:gd name="T48" fmla="*/ 21 w 210"/>
                    <a:gd name="T49" fmla="*/ 133 h 153"/>
                    <a:gd name="T50" fmla="*/ 62 w 210"/>
                    <a:gd name="T51" fmla="*/ 122 h 153"/>
                    <a:gd name="T52" fmla="*/ 32 w 210"/>
                    <a:gd name="T53" fmla="*/ 91 h 153"/>
                    <a:gd name="T54" fmla="*/ 21 w 210"/>
                    <a:gd name="T55" fmla="*/ 133 h 153"/>
                    <a:gd name="T56" fmla="*/ 98 w 210"/>
                    <a:gd name="T57" fmla="*/ 0 h 153"/>
                    <a:gd name="T58" fmla="*/ 98 w 210"/>
                    <a:gd name="T59" fmla="*/ 0 h 153"/>
                    <a:gd name="T60" fmla="*/ 90 w 210"/>
                    <a:gd name="T61" fmla="*/ 3 h 153"/>
                    <a:gd name="T62" fmla="*/ 17 w 210"/>
                    <a:gd name="T63" fmla="*/ 76 h 153"/>
                    <a:gd name="T64" fmla="*/ 14 w 210"/>
                    <a:gd name="T65" fmla="*/ 82 h 153"/>
                    <a:gd name="T66" fmla="*/ 1 w 210"/>
                    <a:gd name="T67" fmla="*/ 133 h 153"/>
                    <a:gd name="T68" fmla="*/ 4 w 210"/>
                    <a:gd name="T69" fmla="*/ 145 h 153"/>
                    <a:gd name="T70" fmla="*/ 10 w 210"/>
                    <a:gd name="T71" fmla="*/ 150 h 153"/>
                    <a:gd name="T72" fmla="*/ 18 w 210"/>
                    <a:gd name="T73" fmla="*/ 153 h 153"/>
                    <a:gd name="T74" fmla="*/ 21 w 210"/>
                    <a:gd name="T75" fmla="*/ 153 h 153"/>
                    <a:gd name="T76" fmla="*/ 72 w 210"/>
                    <a:gd name="T77" fmla="*/ 140 h 153"/>
                    <a:gd name="T78" fmla="*/ 77 w 210"/>
                    <a:gd name="T79" fmla="*/ 137 h 153"/>
                    <a:gd name="T80" fmla="*/ 109 w 210"/>
                    <a:gd name="T81" fmla="*/ 105 h 153"/>
                    <a:gd name="T82" fmla="*/ 113 w 210"/>
                    <a:gd name="T83" fmla="*/ 105 h 153"/>
                    <a:gd name="T84" fmla="*/ 198 w 210"/>
                    <a:gd name="T85" fmla="*/ 105 h 153"/>
                    <a:gd name="T86" fmla="*/ 210 w 210"/>
                    <a:gd name="T87" fmla="*/ 93 h 153"/>
                    <a:gd name="T88" fmla="*/ 210 w 210"/>
                    <a:gd name="T89" fmla="*/ 82 h 153"/>
                    <a:gd name="T90" fmla="*/ 198 w 210"/>
                    <a:gd name="T91" fmla="*/ 70 h 153"/>
                    <a:gd name="T92" fmla="*/ 144 w 210"/>
                    <a:gd name="T93" fmla="*/ 70 h 153"/>
                    <a:gd name="T94" fmla="*/ 150 w 210"/>
                    <a:gd name="T95" fmla="*/ 64 h 153"/>
                    <a:gd name="T96" fmla="*/ 154 w 210"/>
                    <a:gd name="T97" fmla="*/ 55 h 153"/>
                    <a:gd name="T98" fmla="*/ 150 w 210"/>
                    <a:gd name="T99" fmla="*/ 47 h 153"/>
                    <a:gd name="T100" fmla="*/ 144 w 210"/>
                    <a:gd name="T101" fmla="*/ 40 h 153"/>
                    <a:gd name="T102" fmla="*/ 140 w 210"/>
                    <a:gd name="T103" fmla="*/ 38 h 153"/>
                    <a:gd name="T104" fmla="*/ 138 w 210"/>
                    <a:gd name="T105" fmla="*/ 35 h 153"/>
                    <a:gd name="T106" fmla="*/ 131 w 210"/>
                    <a:gd name="T107" fmla="*/ 28 h 153"/>
                    <a:gd name="T108" fmla="*/ 128 w 210"/>
                    <a:gd name="T109" fmla="*/ 25 h 153"/>
                    <a:gd name="T110" fmla="*/ 126 w 210"/>
                    <a:gd name="T111" fmla="*/ 22 h 153"/>
                    <a:gd name="T112" fmla="*/ 119 w 210"/>
                    <a:gd name="T113" fmla="*/ 15 h 153"/>
                    <a:gd name="T114" fmla="*/ 116 w 210"/>
                    <a:gd name="T115" fmla="*/ 13 h 153"/>
                    <a:gd name="T116" fmla="*/ 113 w 210"/>
                    <a:gd name="T117" fmla="*/ 10 h 153"/>
                    <a:gd name="T118" fmla="*/ 107 w 210"/>
                    <a:gd name="T119" fmla="*/ 3 h 153"/>
                    <a:gd name="T120" fmla="*/ 98 w 210"/>
                    <a:gd name="T121" fmla="*/ 0 h 1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210" h="153">
                      <a:moveTo>
                        <a:pt x="98" y="12"/>
                      </a:moveTo>
                      <a:cubicBezTo>
                        <a:pt x="105" y="18"/>
                        <a:pt x="105" y="18"/>
                        <a:pt x="105" y="18"/>
                      </a:cubicBezTo>
                      <a:cubicBezTo>
                        <a:pt x="37" y="86"/>
                        <a:pt x="37" y="86"/>
                        <a:pt x="37" y="86"/>
                      </a:cubicBezTo>
                      <a:cubicBezTo>
                        <a:pt x="43" y="92"/>
                        <a:pt x="43" y="92"/>
                        <a:pt x="43" y="92"/>
                      </a:cubicBezTo>
                      <a:cubicBezTo>
                        <a:pt x="110" y="24"/>
                        <a:pt x="110" y="24"/>
                        <a:pt x="110" y="24"/>
                      </a:cubicBezTo>
                      <a:cubicBezTo>
                        <a:pt x="118" y="31"/>
                        <a:pt x="118" y="31"/>
                        <a:pt x="118" y="31"/>
                      </a:cubicBezTo>
                      <a:cubicBezTo>
                        <a:pt x="50" y="99"/>
                        <a:pt x="50" y="99"/>
                        <a:pt x="50" y="99"/>
                      </a:cubicBezTo>
                      <a:cubicBezTo>
                        <a:pt x="55" y="104"/>
                        <a:pt x="55" y="104"/>
                        <a:pt x="55" y="104"/>
                      </a:cubicBezTo>
                      <a:cubicBezTo>
                        <a:pt x="123" y="36"/>
                        <a:pt x="123" y="36"/>
                        <a:pt x="123" y="36"/>
                      </a:cubicBezTo>
                      <a:cubicBezTo>
                        <a:pt x="130" y="43"/>
                        <a:pt x="130" y="43"/>
                        <a:pt x="130" y="43"/>
                      </a:cubicBezTo>
                      <a:cubicBezTo>
                        <a:pt x="62" y="111"/>
                        <a:pt x="62" y="111"/>
                        <a:pt x="62" y="111"/>
                      </a:cubicBezTo>
                      <a:cubicBezTo>
                        <a:pt x="68" y="116"/>
                        <a:pt x="68" y="116"/>
                        <a:pt x="68" y="116"/>
                      </a:cubicBezTo>
                      <a:cubicBezTo>
                        <a:pt x="135" y="49"/>
                        <a:pt x="135" y="49"/>
                        <a:pt x="135" y="49"/>
                      </a:cubicBezTo>
                      <a:cubicBezTo>
                        <a:pt x="142" y="55"/>
                        <a:pt x="142" y="55"/>
                        <a:pt x="142" y="55"/>
                      </a:cubicBezTo>
                      <a:cubicBezTo>
                        <a:pt x="115" y="82"/>
                        <a:pt x="115" y="82"/>
                        <a:pt x="115" y="82"/>
                      </a:cubicBezTo>
                      <a:cubicBezTo>
                        <a:pt x="198" y="82"/>
                        <a:pt x="198" y="82"/>
                        <a:pt x="198" y="82"/>
                      </a:cubicBezTo>
                      <a:cubicBezTo>
                        <a:pt x="198" y="93"/>
                        <a:pt x="198" y="93"/>
                        <a:pt x="198" y="93"/>
                      </a:cubicBezTo>
                      <a:cubicBezTo>
                        <a:pt x="113" y="93"/>
                        <a:pt x="113" y="93"/>
                        <a:pt x="113" y="93"/>
                      </a:cubicBezTo>
                      <a:cubicBezTo>
                        <a:pt x="113" y="84"/>
                        <a:pt x="113" y="84"/>
                        <a:pt x="113" y="84"/>
                      </a:cubicBezTo>
                      <a:cubicBezTo>
                        <a:pt x="69" y="128"/>
                        <a:pt x="69" y="128"/>
                        <a:pt x="69" y="128"/>
                      </a:cubicBezTo>
                      <a:cubicBezTo>
                        <a:pt x="18" y="141"/>
                        <a:pt x="18" y="141"/>
                        <a:pt x="18" y="141"/>
                      </a:cubicBezTo>
                      <a:cubicBezTo>
                        <a:pt x="13" y="136"/>
                        <a:pt x="13" y="136"/>
                        <a:pt x="13" y="136"/>
                      </a:cubicBezTo>
                      <a:cubicBezTo>
                        <a:pt x="26" y="85"/>
                        <a:pt x="26" y="85"/>
                        <a:pt x="26" y="85"/>
                      </a:cubicBezTo>
                      <a:cubicBezTo>
                        <a:pt x="98" y="12"/>
                        <a:pt x="98" y="12"/>
                        <a:pt x="98" y="12"/>
                      </a:cubicBezTo>
                      <a:moveTo>
                        <a:pt x="21" y="133"/>
                      </a:moveTo>
                      <a:cubicBezTo>
                        <a:pt x="62" y="122"/>
                        <a:pt x="62" y="122"/>
                        <a:pt x="62" y="122"/>
                      </a:cubicBezTo>
                      <a:cubicBezTo>
                        <a:pt x="32" y="91"/>
                        <a:pt x="32" y="91"/>
                        <a:pt x="32" y="91"/>
                      </a:cubicBezTo>
                      <a:cubicBezTo>
                        <a:pt x="21" y="133"/>
                        <a:pt x="21" y="133"/>
                        <a:pt x="21" y="133"/>
                      </a:cubicBezTo>
                      <a:moveTo>
                        <a:pt x="98" y="0"/>
                      </a:moveTo>
                      <a:cubicBezTo>
                        <a:pt x="98" y="0"/>
                        <a:pt x="98" y="0"/>
                        <a:pt x="98" y="0"/>
                      </a:cubicBezTo>
                      <a:cubicBezTo>
                        <a:pt x="95" y="0"/>
                        <a:pt x="92" y="1"/>
                        <a:pt x="90" y="3"/>
                      </a:cubicBezTo>
                      <a:cubicBezTo>
                        <a:pt x="17" y="76"/>
                        <a:pt x="17" y="76"/>
                        <a:pt x="17" y="76"/>
                      </a:cubicBezTo>
                      <a:cubicBezTo>
                        <a:pt x="16" y="78"/>
                        <a:pt x="15" y="80"/>
                        <a:pt x="14" y="82"/>
                      </a:cubicBezTo>
                      <a:cubicBezTo>
                        <a:pt x="1" y="133"/>
                        <a:pt x="1" y="133"/>
                        <a:pt x="1" y="133"/>
                      </a:cubicBezTo>
                      <a:cubicBezTo>
                        <a:pt x="0" y="137"/>
                        <a:pt x="1" y="142"/>
                        <a:pt x="4" y="145"/>
                      </a:cubicBezTo>
                      <a:cubicBezTo>
                        <a:pt x="10" y="150"/>
                        <a:pt x="10" y="150"/>
                        <a:pt x="10" y="150"/>
                      </a:cubicBezTo>
                      <a:cubicBezTo>
                        <a:pt x="12" y="152"/>
                        <a:pt x="15" y="153"/>
                        <a:pt x="18" y="153"/>
                      </a:cubicBezTo>
                      <a:cubicBezTo>
                        <a:pt x="19" y="153"/>
                        <a:pt x="20" y="153"/>
                        <a:pt x="21" y="153"/>
                      </a:cubicBezTo>
                      <a:cubicBezTo>
                        <a:pt x="72" y="140"/>
                        <a:pt x="72" y="140"/>
                        <a:pt x="72" y="140"/>
                      </a:cubicBezTo>
                      <a:cubicBezTo>
                        <a:pt x="74" y="140"/>
                        <a:pt x="76" y="138"/>
                        <a:pt x="77" y="137"/>
                      </a:cubicBezTo>
                      <a:cubicBezTo>
                        <a:pt x="109" y="105"/>
                        <a:pt x="109" y="105"/>
                        <a:pt x="109" y="105"/>
                      </a:cubicBezTo>
                      <a:cubicBezTo>
                        <a:pt x="111" y="105"/>
                        <a:pt x="112" y="105"/>
                        <a:pt x="113" y="105"/>
                      </a:cubicBezTo>
                      <a:cubicBezTo>
                        <a:pt x="198" y="105"/>
                        <a:pt x="198" y="105"/>
                        <a:pt x="198" y="105"/>
                      </a:cubicBezTo>
                      <a:cubicBezTo>
                        <a:pt x="205" y="105"/>
                        <a:pt x="210" y="100"/>
                        <a:pt x="210" y="93"/>
                      </a:cubicBezTo>
                      <a:cubicBezTo>
                        <a:pt x="210" y="82"/>
                        <a:pt x="210" y="82"/>
                        <a:pt x="210" y="82"/>
                      </a:cubicBezTo>
                      <a:cubicBezTo>
                        <a:pt x="210" y="75"/>
                        <a:pt x="205" y="70"/>
                        <a:pt x="198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50" y="64"/>
                        <a:pt x="150" y="64"/>
                        <a:pt x="150" y="64"/>
                      </a:cubicBezTo>
                      <a:cubicBezTo>
                        <a:pt x="153" y="61"/>
                        <a:pt x="154" y="58"/>
                        <a:pt x="154" y="55"/>
                      </a:cubicBezTo>
                      <a:cubicBezTo>
                        <a:pt x="154" y="52"/>
                        <a:pt x="152" y="49"/>
                        <a:pt x="150" y="47"/>
                      </a:cubicBezTo>
                      <a:cubicBezTo>
                        <a:pt x="144" y="40"/>
                        <a:pt x="144" y="40"/>
                        <a:pt x="144" y="40"/>
                      </a:cubicBezTo>
                      <a:cubicBezTo>
                        <a:pt x="143" y="39"/>
                        <a:pt x="142" y="39"/>
                        <a:pt x="140" y="38"/>
                      </a:cubicBezTo>
                      <a:cubicBezTo>
                        <a:pt x="140" y="37"/>
                        <a:pt x="139" y="36"/>
                        <a:pt x="138" y="35"/>
                      </a:cubicBezTo>
                      <a:cubicBezTo>
                        <a:pt x="131" y="28"/>
                        <a:pt x="131" y="28"/>
                        <a:pt x="131" y="28"/>
                      </a:cubicBezTo>
                      <a:cubicBezTo>
                        <a:pt x="131" y="27"/>
                        <a:pt x="129" y="26"/>
                        <a:pt x="128" y="25"/>
                      </a:cubicBezTo>
                      <a:cubicBezTo>
                        <a:pt x="128" y="24"/>
                        <a:pt x="127" y="23"/>
                        <a:pt x="126" y="22"/>
                      </a:cubicBezTo>
                      <a:cubicBezTo>
                        <a:pt x="119" y="15"/>
                        <a:pt x="119" y="15"/>
                        <a:pt x="119" y="15"/>
                      </a:cubicBezTo>
                      <a:cubicBezTo>
                        <a:pt x="118" y="14"/>
                        <a:pt x="117" y="13"/>
                        <a:pt x="116" y="13"/>
                      </a:cubicBezTo>
                      <a:cubicBezTo>
                        <a:pt x="115" y="12"/>
                        <a:pt x="114" y="10"/>
                        <a:pt x="113" y="10"/>
                      </a:cubicBezTo>
                      <a:cubicBezTo>
                        <a:pt x="107" y="3"/>
                        <a:pt x="107" y="3"/>
                        <a:pt x="107" y="3"/>
                      </a:cubicBezTo>
                      <a:cubicBezTo>
                        <a:pt x="105" y="1"/>
                        <a:pt x="102" y="0"/>
                        <a:pt x="98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1" name="Rectangle 53"/>
                <p:cNvSpPr>
                  <a:spLocks noChangeArrowheads="1"/>
                </p:cNvSpPr>
                <p:nvPr/>
              </p:nvSpPr>
              <p:spPr bwMode="auto">
                <a:xfrm>
                  <a:off x="277868" y="9084396"/>
                  <a:ext cx="319088" cy="4445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2" name="Rectangle 54"/>
                <p:cNvSpPr>
                  <a:spLocks noChangeArrowheads="1"/>
                </p:cNvSpPr>
                <p:nvPr/>
              </p:nvSpPr>
              <p:spPr bwMode="auto">
                <a:xfrm>
                  <a:off x="277868" y="9159009"/>
                  <a:ext cx="319088" cy="4445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3" name="Freeform 55"/>
                <p:cNvSpPr>
                  <a:spLocks/>
                </p:cNvSpPr>
                <p:nvPr/>
              </p:nvSpPr>
              <p:spPr bwMode="auto">
                <a:xfrm>
                  <a:off x="239768" y="8674820"/>
                  <a:ext cx="217488" cy="214313"/>
                </a:xfrm>
                <a:custGeom>
                  <a:avLst/>
                  <a:gdLst>
                    <a:gd name="T0" fmla="*/ 55 w 58"/>
                    <a:gd name="T1" fmla="*/ 46 h 57"/>
                    <a:gd name="T2" fmla="*/ 55 w 58"/>
                    <a:gd name="T3" fmla="*/ 37 h 57"/>
                    <a:gd name="T4" fmla="*/ 21 w 58"/>
                    <a:gd name="T5" fmla="*/ 2 h 57"/>
                    <a:gd name="T6" fmla="*/ 12 w 58"/>
                    <a:gd name="T7" fmla="*/ 2 h 57"/>
                    <a:gd name="T8" fmla="*/ 0 w 58"/>
                    <a:gd name="T9" fmla="*/ 14 h 57"/>
                    <a:gd name="T10" fmla="*/ 44 w 58"/>
                    <a:gd name="T11" fmla="*/ 57 h 57"/>
                    <a:gd name="T12" fmla="*/ 55 w 58"/>
                    <a:gd name="T13" fmla="*/ 46 h 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8" h="57">
                      <a:moveTo>
                        <a:pt x="55" y="46"/>
                      </a:moveTo>
                      <a:cubicBezTo>
                        <a:pt x="58" y="43"/>
                        <a:pt x="58" y="39"/>
                        <a:pt x="55" y="37"/>
                      </a:cubicBezTo>
                      <a:cubicBezTo>
                        <a:pt x="21" y="2"/>
                        <a:pt x="21" y="2"/>
                        <a:pt x="21" y="2"/>
                      </a:cubicBezTo>
                      <a:cubicBezTo>
                        <a:pt x="18" y="0"/>
                        <a:pt x="14" y="0"/>
                        <a:pt x="12" y="2"/>
                      </a:cubicBezTo>
                      <a:cubicBezTo>
                        <a:pt x="0" y="14"/>
                        <a:pt x="0" y="14"/>
                        <a:pt x="0" y="14"/>
                      </a:cubicBezTo>
                      <a:cubicBezTo>
                        <a:pt x="44" y="57"/>
                        <a:pt x="44" y="57"/>
                        <a:pt x="44" y="57"/>
                      </a:cubicBezTo>
                      <a:cubicBezTo>
                        <a:pt x="55" y="46"/>
                        <a:pt x="55" y="46"/>
                        <a:pt x="55" y="4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64" name="Freeform 56"/>
                <p:cNvSpPr>
                  <a:spLocks noEditPoints="1"/>
                </p:cNvSpPr>
                <p:nvPr/>
              </p:nvSpPr>
              <p:spPr bwMode="auto">
                <a:xfrm>
                  <a:off x="-96782" y="8746258"/>
                  <a:ext cx="693738" cy="484189"/>
                </a:xfrm>
                <a:custGeom>
                  <a:avLst/>
                  <a:gdLst>
                    <a:gd name="T0" fmla="*/ 241 w 437"/>
                    <a:gd name="T1" fmla="*/ 166 h 305"/>
                    <a:gd name="T2" fmla="*/ 305 w 437"/>
                    <a:gd name="T3" fmla="*/ 102 h 305"/>
                    <a:gd name="T4" fmla="*/ 288 w 437"/>
                    <a:gd name="T5" fmla="*/ 88 h 305"/>
                    <a:gd name="T6" fmla="*/ 130 w 437"/>
                    <a:gd name="T7" fmla="*/ 246 h 305"/>
                    <a:gd name="T8" fmla="*/ 116 w 437"/>
                    <a:gd name="T9" fmla="*/ 234 h 305"/>
                    <a:gd name="T10" fmla="*/ 276 w 437"/>
                    <a:gd name="T11" fmla="*/ 74 h 305"/>
                    <a:gd name="T12" fmla="*/ 260 w 437"/>
                    <a:gd name="T13" fmla="*/ 57 h 305"/>
                    <a:gd name="T14" fmla="*/ 99 w 437"/>
                    <a:gd name="T15" fmla="*/ 218 h 305"/>
                    <a:gd name="T16" fmla="*/ 87 w 437"/>
                    <a:gd name="T17" fmla="*/ 206 h 305"/>
                    <a:gd name="T18" fmla="*/ 248 w 437"/>
                    <a:gd name="T19" fmla="*/ 45 h 305"/>
                    <a:gd name="T20" fmla="*/ 229 w 437"/>
                    <a:gd name="T21" fmla="*/ 29 h 305"/>
                    <a:gd name="T22" fmla="*/ 71 w 437"/>
                    <a:gd name="T23" fmla="*/ 189 h 305"/>
                    <a:gd name="T24" fmla="*/ 56 w 437"/>
                    <a:gd name="T25" fmla="*/ 175 h 305"/>
                    <a:gd name="T26" fmla="*/ 217 w 437"/>
                    <a:gd name="T27" fmla="*/ 14 h 305"/>
                    <a:gd name="T28" fmla="*/ 201 w 437"/>
                    <a:gd name="T29" fmla="*/ 0 h 305"/>
                    <a:gd name="T30" fmla="*/ 30 w 437"/>
                    <a:gd name="T31" fmla="*/ 173 h 305"/>
                    <a:gd name="T32" fmla="*/ 0 w 437"/>
                    <a:gd name="T33" fmla="*/ 293 h 305"/>
                    <a:gd name="T34" fmla="*/ 12 w 437"/>
                    <a:gd name="T35" fmla="*/ 305 h 305"/>
                    <a:gd name="T36" fmla="*/ 132 w 437"/>
                    <a:gd name="T37" fmla="*/ 274 h 305"/>
                    <a:gd name="T38" fmla="*/ 236 w 437"/>
                    <a:gd name="T39" fmla="*/ 170 h 305"/>
                    <a:gd name="T40" fmla="*/ 236 w 437"/>
                    <a:gd name="T41" fmla="*/ 192 h 305"/>
                    <a:gd name="T42" fmla="*/ 437 w 437"/>
                    <a:gd name="T43" fmla="*/ 192 h 305"/>
                    <a:gd name="T44" fmla="*/ 437 w 437"/>
                    <a:gd name="T45" fmla="*/ 166 h 305"/>
                    <a:gd name="T46" fmla="*/ 241 w 437"/>
                    <a:gd name="T47" fmla="*/ 166 h 305"/>
                    <a:gd name="T48" fmla="*/ 19 w 437"/>
                    <a:gd name="T49" fmla="*/ 286 h 305"/>
                    <a:gd name="T50" fmla="*/ 45 w 437"/>
                    <a:gd name="T51" fmla="*/ 187 h 305"/>
                    <a:gd name="T52" fmla="*/ 116 w 437"/>
                    <a:gd name="T53" fmla="*/ 260 h 305"/>
                    <a:gd name="T54" fmla="*/ 19 w 437"/>
                    <a:gd name="T55" fmla="*/ 286 h 3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437" h="305">
                      <a:moveTo>
                        <a:pt x="241" y="166"/>
                      </a:moveTo>
                      <a:lnTo>
                        <a:pt x="305" y="102"/>
                      </a:lnTo>
                      <a:lnTo>
                        <a:pt x="288" y="88"/>
                      </a:lnTo>
                      <a:lnTo>
                        <a:pt x="130" y="246"/>
                      </a:lnTo>
                      <a:lnTo>
                        <a:pt x="116" y="234"/>
                      </a:lnTo>
                      <a:lnTo>
                        <a:pt x="276" y="74"/>
                      </a:lnTo>
                      <a:lnTo>
                        <a:pt x="260" y="57"/>
                      </a:lnTo>
                      <a:lnTo>
                        <a:pt x="99" y="218"/>
                      </a:lnTo>
                      <a:lnTo>
                        <a:pt x="87" y="206"/>
                      </a:lnTo>
                      <a:lnTo>
                        <a:pt x="248" y="45"/>
                      </a:lnTo>
                      <a:lnTo>
                        <a:pt x="229" y="29"/>
                      </a:lnTo>
                      <a:lnTo>
                        <a:pt x="71" y="189"/>
                      </a:lnTo>
                      <a:lnTo>
                        <a:pt x="56" y="175"/>
                      </a:lnTo>
                      <a:lnTo>
                        <a:pt x="217" y="14"/>
                      </a:lnTo>
                      <a:lnTo>
                        <a:pt x="201" y="0"/>
                      </a:lnTo>
                      <a:lnTo>
                        <a:pt x="30" y="173"/>
                      </a:lnTo>
                      <a:lnTo>
                        <a:pt x="0" y="293"/>
                      </a:lnTo>
                      <a:lnTo>
                        <a:pt x="12" y="305"/>
                      </a:lnTo>
                      <a:lnTo>
                        <a:pt x="132" y="274"/>
                      </a:lnTo>
                      <a:lnTo>
                        <a:pt x="236" y="170"/>
                      </a:lnTo>
                      <a:lnTo>
                        <a:pt x="236" y="192"/>
                      </a:lnTo>
                      <a:lnTo>
                        <a:pt x="437" y="192"/>
                      </a:lnTo>
                      <a:lnTo>
                        <a:pt x="437" y="166"/>
                      </a:lnTo>
                      <a:lnTo>
                        <a:pt x="241" y="166"/>
                      </a:lnTo>
                      <a:close/>
                      <a:moveTo>
                        <a:pt x="19" y="286"/>
                      </a:moveTo>
                      <a:lnTo>
                        <a:pt x="45" y="187"/>
                      </a:lnTo>
                      <a:lnTo>
                        <a:pt x="116" y="260"/>
                      </a:lnTo>
                      <a:lnTo>
                        <a:pt x="19" y="28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p:grpSp>
        </p:grpSp>
      </p:grpSp>
      <p:grpSp>
        <p:nvGrpSpPr>
          <p:cNvPr id="74" name="Group 67"/>
          <p:cNvGrpSpPr/>
          <p:nvPr/>
        </p:nvGrpSpPr>
        <p:grpSpPr>
          <a:xfrm>
            <a:off x="908863" y="8305800"/>
            <a:ext cx="3510737" cy="1151911"/>
            <a:chOff x="1311958" y="3405486"/>
            <a:chExt cx="3557092" cy="1028748"/>
          </a:xfrm>
        </p:grpSpPr>
        <p:sp>
          <p:nvSpPr>
            <p:cNvPr id="75" name="Freeform 20"/>
            <p:cNvSpPr>
              <a:spLocks/>
            </p:cNvSpPr>
            <p:nvPr/>
          </p:nvSpPr>
          <p:spPr bwMode="auto">
            <a:xfrm rot="5400000">
              <a:off x="2967389" y="2625080"/>
              <a:ext cx="793395" cy="2582819"/>
            </a:xfrm>
            <a:prstGeom prst="round2SameRect">
              <a:avLst>
                <a:gd name="adj1" fmla="val 6498"/>
                <a:gd name="adj2" fmla="val 0"/>
              </a:avLst>
            </a:prstGeom>
            <a:solidFill>
              <a:schemeClr val="accent6">
                <a:lumMod val="75000"/>
              </a:schemeClr>
            </a:solidFill>
            <a:ln w="57150">
              <a:solidFill>
                <a:schemeClr val="accent6">
                  <a:lumMod val="75000"/>
                </a:schemeClr>
              </a:solidFill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1912738" y="3527166"/>
              <a:ext cx="2956312" cy="907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b="1">
                  <a:solidFill>
                    <a:schemeClr val="bg1"/>
                  </a:solidFill>
                  <a:latin typeface="Times New Roman" panose="02020603050405020304" pitchFamily="18" charset="0"/>
                  <a:ea typeface="Tahoma" pitchFamily="34" charset="0"/>
                  <a:cs typeface="Times New Roman" panose="02020603050405020304" pitchFamily="18" charset="0"/>
                </a:rPr>
                <a:t>Lời giải</a:t>
              </a:r>
              <a:r>
                <a:rPr lang="vi-VN" sz="6000" b="1">
                  <a:solidFill>
                    <a:schemeClr val="bg1"/>
                  </a:solidFill>
                  <a:latin typeface="Times New Roman" panose="02020603050405020304" pitchFamily="18" charset="0"/>
                  <a:ea typeface="Tahoma" pitchFamily="34" charset="0"/>
                  <a:cs typeface="Times New Roman" panose="02020603050405020304" pitchFamily="18" charset="0"/>
                </a:rPr>
                <a:t> </a:t>
              </a:r>
              <a:endPara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7" name="Group 70"/>
            <p:cNvGrpSpPr/>
            <p:nvPr/>
          </p:nvGrpSpPr>
          <p:grpSpPr>
            <a:xfrm>
              <a:off x="1311958" y="3405486"/>
              <a:ext cx="950173" cy="940513"/>
              <a:chOff x="1311958" y="3405486"/>
              <a:chExt cx="950173" cy="940513"/>
            </a:xfrm>
          </p:grpSpPr>
          <p:sp>
            <p:nvSpPr>
              <p:cNvPr id="78" name="Rectangle 77"/>
              <p:cNvSpPr/>
              <p:nvPr/>
            </p:nvSpPr>
            <p:spPr>
              <a:xfrm>
                <a:off x="1406975" y="3672018"/>
                <a:ext cx="596676" cy="5403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Freeform 13"/>
              <p:cNvSpPr>
                <a:spLocks noEditPoints="1"/>
              </p:cNvSpPr>
              <p:nvPr/>
            </p:nvSpPr>
            <p:spPr bwMode="auto">
              <a:xfrm>
                <a:off x="1311958" y="3581027"/>
                <a:ext cx="190035" cy="268948"/>
              </a:xfrm>
              <a:custGeom>
                <a:avLst/>
                <a:gdLst>
                  <a:gd name="T0" fmla="*/ 34 w 50"/>
                  <a:gd name="T1" fmla="*/ 16 h 71"/>
                  <a:gd name="T2" fmla="*/ 34 w 50"/>
                  <a:gd name="T3" fmla="*/ 55 h 71"/>
                  <a:gd name="T4" fmla="*/ 16 w 50"/>
                  <a:gd name="T5" fmla="*/ 55 h 71"/>
                  <a:gd name="T6" fmla="*/ 16 w 50"/>
                  <a:gd name="T7" fmla="*/ 16 h 71"/>
                  <a:gd name="T8" fmla="*/ 34 w 50"/>
                  <a:gd name="T9" fmla="*/ 16 h 71"/>
                  <a:gd name="T10" fmla="*/ 34 w 50"/>
                  <a:gd name="T11" fmla="*/ 0 h 71"/>
                  <a:gd name="T12" fmla="*/ 16 w 50"/>
                  <a:gd name="T13" fmla="*/ 0 h 71"/>
                  <a:gd name="T14" fmla="*/ 0 w 50"/>
                  <a:gd name="T15" fmla="*/ 16 h 71"/>
                  <a:gd name="T16" fmla="*/ 0 w 50"/>
                  <a:gd name="T17" fmla="*/ 55 h 71"/>
                  <a:gd name="T18" fmla="*/ 16 w 50"/>
                  <a:gd name="T19" fmla="*/ 71 h 71"/>
                  <a:gd name="T20" fmla="*/ 34 w 50"/>
                  <a:gd name="T21" fmla="*/ 71 h 71"/>
                  <a:gd name="T22" fmla="*/ 50 w 50"/>
                  <a:gd name="T23" fmla="*/ 55 h 71"/>
                  <a:gd name="T24" fmla="*/ 50 w 50"/>
                  <a:gd name="T25" fmla="*/ 16 h 71"/>
                  <a:gd name="T26" fmla="*/ 34 w 50"/>
                  <a:gd name="T2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1">
                    <a:moveTo>
                      <a:pt x="34" y="16"/>
                    </a:moveTo>
                    <a:cubicBezTo>
                      <a:pt x="34" y="55"/>
                      <a:pt x="34" y="55"/>
                      <a:pt x="34" y="55"/>
                    </a:cubicBezTo>
                    <a:cubicBezTo>
                      <a:pt x="16" y="55"/>
                      <a:pt x="16" y="55"/>
                      <a:pt x="16" y="5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64"/>
                      <a:pt x="7" y="71"/>
                      <a:pt x="16" y="71"/>
                    </a:cubicBezTo>
                    <a:cubicBezTo>
                      <a:pt x="34" y="71"/>
                      <a:pt x="34" y="71"/>
                      <a:pt x="34" y="71"/>
                    </a:cubicBezTo>
                    <a:cubicBezTo>
                      <a:pt x="43" y="71"/>
                      <a:pt x="50" y="64"/>
                      <a:pt x="50" y="55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14"/>
              <p:cNvSpPr>
                <a:spLocks noEditPoints="1"/>
              </p:cNvSpPr>
              <p:nvPr/>
            </p:nvSpPr>
            <p:spPr bwMode="auto">
              <a:xfrm>
                <a:off x="1311958" y="3581027"/>
                <a:ext cx="277000" cy="181983"/>
              </a:xfrm>
              <a:custGeom>
                <a:avLst/>
                <a:gdLst>
                  <a:gd name="T0" fmla="*/ 57 w 73"/>
                  <a:gd name="T1" fmla="*/ 16 h 48"/>
                  <a:gd name="T2" fmla="*/ 57 w 73"/>
                  <a:gd name="T3" fmla="*/ 32 h 48"/>
                  <a:gd name="T4" fmla="*/ 16 w 73"/>
                  <a:gd name="T5" fmla="*/ 32 h 48"/>
                  <a:gd name="T6" fmla="*/ 16 w 73"/>
                  <a:gd name="T7" fmla="*/ 16 h 48"/>
                  <a:gd name="T8" fmla="*/ 57 w 73"/>
                  <a:gd name="T9" fmla="*/ 16 h 48"/>
                  <a:gd name="T10" fmla="*/ 57 w 73"/>
                  <a:gd name="T11" fmla="*/ 0 h 48"/>
                  <a:gd name="T12" fmla="*/ 16 w 73"/>
                  <a:gd name="T13" fmla="*/ 0 h 48"/>
                  <a:gd name="T14" fmla="*/ 0 w 73"/>
                  <a:gd name="T15" fmla="*/ 16 h 48"/>
                  <a:gd name="T16" fmla="*/ 0 w 73"/>
                  <a:gd name="T17" fmla="*/ 32 h 48"/>
                  <a:gd name="T18" fmla="*/ 16 w 73"/>
                  <a:gd name="T19" fmla="*/ 48 h 48"/>
                  <a:gd name="T20" fmla="*/ 57 w 73"/>
                  <a:gd name="T21" fmla="*/ 48 h 48"/>
                  <a:gd name="T22" fmla="*/ 73 w 73"/>
                  <a:gd name="T23" fmla="*/ 32 h 48"/>
                  <a:gd name="T24" fmla="*/ 73 w 73"/>
                  <a:gd name="T25" fmla="*/ 16 h 48"/>
                  <a:gd name="T26" fmla="*/ 57 w 73"/>
                  <a:gd name="T27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" h="48">
                    <a:moveTo>
                      <a:pt x="57" y="16"/>
                    </a:moveTo>
                    <a:cubicBezTo>
                      <a:pt x="57" y="32"/>
                      <a:pt x="57" y="32"/>
                      <a:pt x="5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7" y="16"/>
                      <a:pt x="57" y="16"/>
                      <a:pt x="57" y="16"/>
                    </a:cubicBezTo>
                    <a:moveTo>
                      <a:pt x="57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41"/>
                      <a:pt x="7" y="48"/>
                      <a:pt x="16" y="48"/>
                    </a:cubicBezTo>
                    <a:cubicBezTo>
                      <a:pt x="57" y="48"/>
                      <a:pt x="57" y="48"/>
                      <a:pt x="57" y="48"/>
                    </a:cubicBezTo>
                    <a:cubicBezTo>
                      <a:pt x="66" y="48"/>
                      <a:pt x="73" y="41"/>
                      <a:pt x="73" y="32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7"/>
                      <a:pt x="66" y="0"/>
                      <a:pt x="57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15"/>
              <p:cNvSpPr>
                <a:spLocks noEditPoints="1"/>
              </p:cNvSpPr>
              <p:nvPr/>
            </p:nvSpPr>
            <p:spPr bwMode="auto">
              <a:xfrm>
                <a:off x="1563190" y="3581027"/>
                <a:ext cx="285052" cy="181983"/>
              </a:xfrm>
              <a:custGeom>
                <a:avLst/>
                <a:gdLst>
                  <a:gd name="T0" fmla="*/ 58 w 75"/>
                  <a:gd name="T1" fmla="*/ 16 h 48"/>
                  <a:gd name="T2" fmla="*/ 43 w 75"/>
                  <a:gd name="T3" fmla="*/ 32 h 48"/>
                  <a:gd name="T4" fmla="*/ 16 w 75"/>
                  <a:gd name="T5" fmla="*/ 32 h 48"/>
                  <a:gd name="T6" fmla="*/ 16 w 75"/>
                  <a:gd name="T7" fmla="*/ 16 h 48"/>
                  <a:gd name="T8" fmla="*/ 58 w 75"/>
                  <a:gd name="T9" fmla="*/ 16 h 48"/>
                  <a:gd name="T10" fmla="*/ 58 w 75"/>
                  <a:gd name="T11" fmla="*/ 0 h 48"/>
                  <a:gd name="T12" fmla="*/ 16 w 75"/>
                  <a:gd name="T13" fmla="*/ 0 h 48"/>
                  <a:gd name="T14" fmla="*/ 0 w 75"/>
                  <a:gd name="T15" fmla="*/ 16 h 48"/>
                  <a:gd name="T16" fmla="*/ 0 w 75"/>
                  <a:gd name="T17" fmla="*/ 32 h 48"/>
                  <a:gd name="T18" fmla="*/ 16 w 75"/>
                  <a:gd name="T19" fmla="*/ 48 h 48"/>
                  <a:gd name="T20" fmla="*/ 43 w 75"/>
                  <a:gd name="T21" fmla="*/ 48 h 48"/>
                  <a:gd name="T22" fmla="*/ 55 w 75"/>
                  <a:gd name="T23" fmla="*/ 43 h 48"/>
                  <a:gd name="T24" fmla="*/ 70 w 75"/>
                  <a:gd name="T25" fmla="*/ 26 h 48"/>
                  <a:gd name="T26" fmla="*/ 73 w 75"/>
                  <a:gd name="T27" fmla="*/ 9 h 48"/>
                  <a:gd name="T28" fmla="*/ 58 w 75"/>
                  <a:gd name="T29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5" h="48">
                    <a:moveTo>
                      <a:pt x="58" y="16"/>
                    </a:moveTo>
                    <a:cubicBezTo>
                      <a:pt x="43" y="32"/>
                      <a:pt x="43" y="32"/>
                      <a:pt x="43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8" y="16"/>
                      <a:pt x="58" y="16"/>
                      <a:pt x="58" y="16"/>
                    </a:cubicBezTo>
                    <a:moveTo>
                      <a:pt x="58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8" y="0"/>
                      <a:pt x="0" y="7"/>
                      <a:pt x="0" y="16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41"/>
                      <a:pt x="8" y="48"/>
                      <a:pt x="16" y="48"/>
                    </a:cubicBezTo>
                    <a:cubicBezTo>
                      <a:pt x="43" y="48"/>
                      <a:pt x="43" y="48"/>
                      <a:pt x="43" y="48"/>
                    </a:cubicBezTo>
                    <a:cubicBezTo>
                      <a:pt x="48" y="48"/>
                      <a:pt x="52" y="46"/>
                      <a:pt x="55" y="43"/>
                    </a:cubicBezTo>
                    <a:cubicBezTo>
                      <a:pt x="70" y="26"/>
                      <a:pt x="70" y="26"/>
                      <a:pt x="70" y="26"/>
                    </a:cubicBezTo>
                    <a:cubicBezTo>
                      <a:pt x="74" y="22"/>
                      <a:pt x="75" y="15"/>
                      <a:pt x="73" y="9"/>
                    </a:cubicBezTo>
                    <a:cubicBezTo>
                      <a:pt x="70" y="3"/>
                      <a:pt x="64" y="0"/>
                      <a:pt x="58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16"/>
              <p:cNvSpPr>
                <a:spLocks noEditPoints="1"/>
              </p:cNvSpPr>
              <p:nvPr/>
            </p:nvSpPr>
            <p:spPr bwMode="auto">
              <a:xfrm>
                <a:off x="1563190" y="4151132"/>
                <a:ext cx="280221" cy="194867"/>
              </a:xfrm>
              <a:custGeom>
                <a:avLst/>
                <a:gdLst>
                  <a:gd name="T0" fmla="*/ 58 w 74"/>
                  <a:gd name="T1" fmla="*/ 16 h 51"/>
                  <a:gd name="T2" fmla="*/ 58 w 74"/>
                  <a:gd name="T3" fmla="*/ 35 h 51"/>
                  <a:gd name="T4" fmla="*/ 16 w 74"/>
                  <a:gd name="T5" fmla="*/ 35 h 51"/>
                  <a:gd name="T6" fmla="*/ 16 w 74"/>
                  <a:gd name="T7" fmla="*/ 16 h 51"/>
                  <a:gd name="T8" fmla="*/ 58 w 74"/>
                  <a:gd name="T9" fmla="*/ 16 h 51"/>
                  <a:gd name="T10" fmla="*/ 58 w 74"/>
                  <a:gd name="T11" fmla="*/ 0 h 51"/>
                  <a:gd name="T12" fmla="*/ 16 w 74"/>
                  <a:gd name="T13" fmla="*/ 0 h 51"/>
                  <a:gd name="T14" fmla="*/ 0 w 74"/>
                  <a:gd name="T15" fmla="*/ 16 h 51"/>
                  <a:gd name="T16" fmla="*/ 0 w 74"/>
                  <a:gd name="T17" fmla="*/ 35 h 51"/>
                  <a:gd name="T18" fmla="*/ 16 w 74"/>
                  <a:gd name="T19" fmla="*/ 51 h 51"/>
                  <a:gd name="T20" fmla="*/ 58 w 74"/>
                  <a:gd name="T21" fmla="*/ 51 h 51"/>
                  <a:gd name="T22" fmla="*/ 74 w 74"/>
                  <a:gd name="T23" fmla="*/ 35 h 51"/>
                  <a:gd name="T24" fmla="*/ 74 w 74"/>
                  <a:gd name="T25" fmla="*/ 16 h 51"/>
                  <a:gd name="T26" fmla="*/ 58 w 74"/>
                  <a:gd name="T27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4" h="51">
                    <a:moveTo>
                      <a:pt x="58" y="16"/>
                    </a:moveTo>
                    <a:cubicBezTo>
                      <a:pt x="58" y="35"/>
                      <a:pt x="58" y="35"/>
                      <a:pt x="58" y="35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8" y="16"/>
                      <a:pt x="58" y="16"/>
                      <a:pt x="58" y="16"/>
                    </a:cubicBezTo>
                    <a:moveTo>
                      <a:pt x="58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8" y="0"/>
                      <a:pt x="0" y="7"/>
                      <a:pt x="0" y="1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43"/>
                      <a:pt x="8" y="51"/>
                      <a:pt x="16" y="51"/>
                    </a:cubicBezTo>
                    <a:cubicBezTo>
                      <a:pt x="58" y="51"/>
                      <a:pt x="58" y="51"/>
                      <a:pt x="58" y="51"/>
                    </a:cubicBezTo>
                    <a:cubicBezTo>
                      <a:pt x="67" y="51"/>
                      <a:pt x="74" y="43"/>
                      <a:pt x="74" y="35"/>
                    </a:cubicBezTo>
                    <a:cubicBezTo>
                      <a:pt x="74" y="16"/>
                      <a:pt x="74" y="16"/>
                      <a:pt x="74" y="16"/>
                    </a:cubicBezTo>
                    <a:cubicBezTo>
                      <a:pt x="74" y="7"/>
                      <a:pt x="67" y="0"/>
                      <a:pt x="58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17"/>
              <p:cNvSpPr>
                <a:spLocks noEditPoints="1"/>
              </p:cNvSpPr>
              <p:nvPr/>
            </p:nvSpPr>
            <p:spPr bwMode="auto">
              <a:xfrm>
                <a:off x="1311958" y="4064167"/>
                <a:ext cx="190035" cy="281832"/>
              </a:xfrm>
              <a:custGeom>
                <a:avLst/>
                <a:gdLst>
                  <a:gd name="T0" fmla="*/ 34 w 50"/>
                  <a:gd name="T1" fmla="*/ 16 h 74"/>
                  <a:gd name="T2" fmla="*/ 34 w 50"/>
                  <a:gd name="T3" fmla="*/ 58 h 74"/>
                  <a:gd name="T4" fmla="*/ 16 w 50"/>
                  <a:gd name="T5" fmla="*/ 58 h 74"/>
                  <a:gd name="T6" fmla="*/ 16 w 50"/>
                  <a:gd name="T7" fmla="*/ 16 h 74"/>
                  <a:gd name="T8" fmla="*/ 34 w 50"/>
                  <a:gd name="T9" fmla="*/ 16 h 74"/>
                  <a:gd name="T10" fmla="*/ 34 w 50"/>
                  <a:gd name="T11" fmla="*/ 0 h 74"/>
                  <a:gd name="T12" fmla="*/ 16 w 50"/>
                  <a:gd name="T13" fmla="*/ 0 h 74"/>
                  <a:gd name="T14" fmla="*/ 0 w 50"/>
                  <a:gd name="T15" fmla="*/ 16 h 74"/>
                  <a:gd name="T16" fmla="*/ 0 w 50"/>
                  <a:gd name="T17" fmla="*/ 58 h 74"/>
                  <a:gd name="T18" fmla="*/ 16 w 50"/>
                  <a:gd name="T19" fmla="*/ 74 h 74"/>
                  <a:gd name="T20" fmla="*/ 34 w 50"/>
                  <a:gd name="T21" fmla="*/ 74 h 74"/>
                  <a:gd name="T22" fmla="*/ 50 w 50"/>
                  <a:gd name="T23" fmla="*/ 58 h 74"/>
                  <a:gd name="T24" fmla="*/ 50 w 50"/>
                  <a:gd name="T25" fmla="*/ 16 h 74"/>
                  <a:gd name="T26" fmla="*/ 34 w 50"/>
                  <a:gd name="T27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4">
                    <a:moveTo>
                      <a:pt x="34" y="16"/>
                    </a:moveTo>
                    <a:cubicBezTo>
                      <a:pt x="34" y="58"/>
                      <a:pt x="34" y="58"/>
                      <a:pt x="34" y="58"/>
                    </a:cubicBezTo>
                    <a:cubicBezTo>
                      <a:pt x="16" y="58"/>
                      <a:pt x="16" y="58"/>
                      <a:pt x="16" y="58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66"/>
                      <a:pt x="7" y="74"/>
                      <a:pt x="16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43" y="74"/>
                      <a:pt x="50" y="66"/>
                      <a:pt x="50" y="58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18"/>
              <p:cNvSpPr>
                <a:spLocks noEditPoints="1"/>
              </p:cNvSpPr>
              <p:nvPr/>
            </p:nvSpPr>
            <p:spPr bwMode="auto">
              <a:xfrm>
                <a:off x="1311958" y="4151132"/>
                <a:ext cx="277000" cy="194867"/>
              </a:xfrm>
              <a:custGeom>
                <a:avLst/>
                <a:gdLst>
                  <a:gd name="T0" fmla="*/ 57 w 73"/>
                  <a:gd name="T1" fmla="*/ 16 h 51"/>
                  <a:gd name="T2" fmla="*/ 57 w 73"/>
                  <a:gd name="T3" fmla="*/ 35 h 51"/>
                  <a:gd name="T4" fmla="*/ 16 w 73"/>
                  <a:gd name="T5" fmla="*/ 35 h 51"/>
                  <a:gd name="T6" fmla="*/ 16 w 73"/>
                  <a:gd name="T7" fmla="*/ 16 h 51"/>
                  <a:gd name="T8" fmla="*/ 57 w 73"/>
                  <a:gd name="T9" fmla="*/ 16 h 51"/>
                  <a:gd name="T10" fmla="*/ 57 w 73"/>
                  <a:gd name="T11" fmla="*/ 0 h 51"/>
                  <a:gd name="T12" fmla="*/ 16 w 73"/>
                  <a:gd name="T13" fmla="*/ 0 h 51"/>
                  <a:gd name="T14" fmla="*/ 0 w 73"/>
                  <a:gd name="T15" fmla="*/ 16 h 51"/>
                  <a:gd name="T16" fmla="*/ 0 w 73"/>
                  <a:gd name="T17" fmla="*/ 35 h 51"/>
                  <a:gd name="T18" fmla="*/ 16 w 73"/>
                  <a:gd name="T19" fmla="*/ 51 h 51"/>
                  <a:gd name="T20" fmla="*/ 57 w 73"/>
                  <a:gd name="T21" fmla="*/ 51 h 51"/>
                  <a:gd name="T22" fmla="*/ 73 w 73"/>
                  <a:gd name="T23" fmla="*/ 35 h 51"/>
                  <a:gd name="T24" fmla="*/ 73 w 73"/>
                  <a:gd name="T25" fmla="*/ 16 h 51"/>
                  <a:gd name="T26" fmla="*/ 57 w 73"/>
                  <a:gd name="T27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" h="51">
                    <a:moveTo>
                      <a:pt x="57" y="16"/>
                    </a:moveTo>
                    <a:cubicBezTo>
                      <a:pt x="57" y="35"/>
                      <a:pt x="57" y="35"/>
                      <a:pt x="57" y="35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7" y="16"/>
                      <a:pt x="57" y="16"/>
                      <a:pt x="57" y="16"/>
                    </a:cubicBezTo>
                    <a:moveTo>
                      <a:pt x="57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43"/>
                      <a:pt x="7" y="51"/>
                      <a:pt x="16" y="51"/>
                    </a:cubicBezTo>
                    <a:cubicBezTo>
                      <a:pt x="57" y="51"/>
                      <a:pt x="57" y="51"/>
                      <a:pt x="57" y="51"/>
                    </a:cubicBezTo>
                    <a:cubicBezTo>
                      <a:pt x="66" y="51"/>
                      <a:pt x="73" y="43"/>
                      <a:pt x="73" y="35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7"/>
                      <a:pt x="66" y="0"/>
                      <a:pt x="57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19"/>
              <p:cNvSpPr>
                <a:spLocks noEditPoints="1"/>
              </p:cNvSpPr>
              <p:nvPr/>
            </p:nvSpPr>
            <p:spPr bwMode="auto">
              <a:xfrm>
                <a:off x="1311958" y="3820986"/>
                <a:ext cx="190035" cy="273779"/>
              </a:xfrm>
              <a:custGeom>
                <a:avLst/>
                <a:gdLst>
                  <a:gd name="T0" fmla="*/ 34 w 50"/>
                  <a:gd name="T1" fmla="*/ 16 h 72"/>
                  <a:gd name="T2" fmla="*/ 34 w 50"/>
                  <a:gd name="T3" fmla="*/ 56 h 72"/>
                  <a:gd name="T4" fmla="*/ 16 w 50"/>
                  <a:gd name="T5" fmla="*/ 56 h 72"/>
                  <a:gd name="T6" fmla="*/ 16 w 50"/>
                  <a:gd name="T7" fmla="*/ 16 h 72"/>
                  <a:gd name="T8" fmla="*/ 34 w 50"/>
                  <a:gd name="T9" fmla="*/ 16 h 72"/>
                  <a:gd name="T10" fmla="*/ 34 w 50"/>
                  <a:gd name="T11" fmla="*/ 0 h 72"/>
                  <a:gd name="T12" fmla="*/ 16 w 50"/>
                  <a:gd name="T13" fmla="*/ 0 h 72"/>
                  <a:gd name="T14" fmla="*/ 0 w 50"/>
                  <a:gd name="T15" fmla="*/ 16 h 72"/>
                  <a:gd name="T16" fmla="*/ 0 w 50"/>
                  <a:gd name="T17" fmla="*/ 56 h 72"/>
                  <a:gd name="T18" fmla="*/ 16 w 50"/>
                  <a:gd name="T19" fmla="*/ 72 h 72"/>
                  <a:gd name="T20" fmla="*/ 34 w 50"/>
                  <a:gd name="T21" fmla="*/ 72 h 72"/>
                  <a:gd name="T22" fmla="*/ 50 w 50"/>
                  <a:gd name="T23" fmla="*/ 56 h 72"/>
                  <a:gd name="T24" fmla="*/ 50 w 50"/>
                  <a:gd name="T25" fmla="*/ 16 h 72"/>
                  <a:gd name="T26" fmla="*/ 34 w 50"/>
                  <a:gd name="T27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2">
                    <a:moveTo>
                      <a:pt x="34" y="16"/>
                    </a:moveTo>
                    <a:cubicBezTo>
                      <a:pt x="34" y="56"/>
                      <a:pt x="34" y="56"/>
                      <a:pt x="34" y="56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65"/>
                      <a:pt x="7" y="72"/>
                      <a:pt x="16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43" y="72"/>
                      <a:pt x="50" y="65"/>
                      <a:pt x="50" y="56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20"/>
              <p:cNvSpPr>
                <a:spLocks noEditPoints="1"/>
              </p:cNvSpPr>
              <p:nvPr/>
            </p:nvSpPr>
            <p:spPr bwMode="auto">
              <a:xfrm>
                <a:off x="1907830" y="4064167"/>
                <a:ext cx="191645" cy="281832"/>
              </a:xfrm>
              <a:custGeom>
                <a:avLst/>
                <a:gdLst>
                  <a:gd name="T0" fmla="*/ 34 w 50"/>
                  <a:gd name="T1" fmla="*/ 16 h 74"/>
                  <a:gd name="T2" fmla="*/ 34 w 50"/>
                  <a:gd name="T3" fmla="*/ 58 h 74"/>
                  <a:gd name="T4" fmla="*/ 16 w 50"/>
                  <a:gd name="T5" fmla="*/ 58 h 74"/>
                  <a:gd name="T6" fmla="*/ 16 w 50"/>
                  <a:gd name="T7" fmla="*/ 16 h 74"/>
                  <a:gd name="T8" fmla="*/ 34 w 50"/>
                  <a:gd name="T9" fmla="*/ 16 h 74"/>
                  <a:gd name="T10" fmla="*/ 34 w 50"/>
                  <a:gd name="T11" fmla="*/ 0 h 74"/>
                  <a:gd name="T12" fmla="*/ 16 w 50"/>
                  <a:gd name="T13" fmla="*/ 0 h 74"/>
                  <a:gd name="T14" fmla="*/ 0 w 50"/>
                  <a:gd name="T15" fmla="*/ 16 h 74"/>
                  <a:gd name="T16" fmla="*/ 0 w 50"/>
                  <a:gd name="T17" fmla="*/ 58 h 74"/>
                  <a:gd name="T18" fmla="*/ 16 w 50"/>
                  <a:gd name="T19" fmla="*/ 74 h 74"/>
                  <a:gd name="T20" fmla="*/ 34 w 50"/>
                  <a:gd name="T21" fmla="*/ 74 h 74"/>
                  <a:gd name="T22" fmla="*/ 50 w 50"/>
                  <a:gd name="T23" fmla="*/ 58 h 74"/>
                  <a:gd name="T24" fmla="*/ 50 w 50"/>
                  <a:gd name="T25" fmla="*/ 16 h 74"/>
                  <a:gd name="T26" fmla="*/ 34 w 50"/>
                  <a:gd name="T27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4">
                    <a:moveTo>
                      <a:pt x="34" y="16"/>
                    </a:moveTo>
                    <a:cubicBezTo>
                      <a:pt x="34" y="58"/>
                      <a:pt x="34" y="58"/>
                      <a:pt x="34" y="58"/>
                    </a:cubicBezTo>
                    <a:cubicBezTo>
                      <a:pt x="16" y="58"/>
                      <a:pt x="16" y="58"/>
                      <a:pt x="16" y="58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66"/>
                      <a:pt x="7" y="74"/>
                      <a:pt x="16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43" y="74"/>
                      <a:pt x="50" y="66"/>
                      <a:pt x="50" y="58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21"/>
              <p:cNvSpPr>
                <a:spLocks noEditPoints="1"/>
              </p:cNvSpPr>
              <p:nvPr/>
            </p:nvSpPr>
            <p:spPr bwMode="auto">
              <a:xfrm>
                <a:off x="1820865" y="4151132"/>
                <a:ext cx="278610" cy="194867"/>
              </a:xfrm>
              <a:custGeom>
                <a:avLst/>
                <a:gdLst>
                  <a:gd name="T0" fmla="*/ 57 w 73"/>
                  <a:gd name="T1" fmla="*/ 16 h 51"/>
                  <a:gd name="T2" fmla="*/ 57 w 73"/>
                  <a:gd name="T3" fmla="*/ 35 h 51"/>
                  <a:gd name="T4" fmla="*/ 16 w 73"/>
                  <a:gd name="T5" fmla="*/ 35 h 51"/>
                  <a:gd name="T6" fmla="*/ 16 w 73"/>
                  <a:gd name="T7" fmla="*/ 16 h 51"/>
                  <a:gd name="T8" fmla="*/ 57 w 73"/>
                  <a:gd name="T9" fmla="*/ 16 h 51"/>
                  <a:gd name="T10" fmla="*/ 57 w 73"/>
                  <a:gd name="T11" fmla="*/ 0 h 51"/>
                  <a:gd name="T12" fmla="*/ 16 w 73"/>
                  <a:gd name="T13" fmla="*/ 0 h 51"/>
                  <a:gd name="T14" fmla="*/ 0 w 73"/>
                  <a:gd name="T15" fmla="*/ 16 h 51"/>
                  <a:gd name="T16" fmla="*/ 0 w 73"/>
                  <a:gd name="T17" fmla="*/ 35 h 51"/>
                  <a:gd name="T18" fmla="*/ 16 w 73"/>
                  <a:gd name="T19" fmla="*/ 51 h 51"/>
                  <a:gd name="T20" fmla="*/ 57 w 73"/>
                  <a:gd name="T21" fmla="*/ 51 h 51"/>
                  <a:gd name="T22" fmla="*/ 73 w 73"/>
                  <a:gd name="T23" fmla="*/ 35 h 51"/>
                  <a:gd name="T24" fmla="*/ 73 w 73"/>
                  <a:gd name="T25" fmla="*/ 16 h 51"/>
                  <a:gd name="T26" fmla="*/ 57 w 73"/>
                  <a:gd name="T27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" h="51">
                    <a:moveTo>
                      <a:pt x="57" y="16"/>
                    </a:moveTo>
                    <a:cubicBezTo>
                      <a:pt x="57" y="35"/>
                      <a:pt x="57" y="35"/>
                      <a:pt x="57" y="35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57" y="16"/>
                      <a:pt x="57" y="16"/>
                      <a:pt x="57" y="16"/>
                    </a:cubicBezTo>
                    <a:moveTo>
                      <a:pt x="57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43"/>
                      <a:pt x="7" y="51"/>
                      <a:pt x="16" y="51"/>
                    </a:cubicBezTo>
                    <a:cubicBezTo>
                      <a:pt x="57" y="51"/>
                      <a:pt x="57" y="51"/>
                      <a:pt x="57" y="51"/>
                    </a:cubicBezTo>
                    <a:cubicBezTo>
                      <a:pt x="66" y="51"/>
                      <a:pt x="73" y="43"/>
                      <a:pt x="73" y="35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7"/>
                      <a:pt x="66" y="0"/>
                      <a:pt x="57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22"/>
              <p:cNvSpPr>
                <a:spLocks noEditPoints="1"/>
              </p:cNvSpPr>
              <p:nvPr/>
            </p:nvSpPr>
            <p:spPr bwMode="auto">
              <a:xfrm>
                <a:off x="1907830" y="3820986"/>
                <a:ext cx="191645" cy="273779"/>
              </a:xfrm>
              <a:custGeom>
                <a:avLst/>
                <a:gdLst>
                  <a:gd name="T0" fmla="*/ 34 w 50"/>
                  <a:gd name="T1" fmla="*/ 16 h 72"/>
                  <a:gd name="T2" fmla="*/ 34 w 50"/>
                  <a:gd name="T3" fmla="*/ 56 h 72"/>
                  <a:gd name="T4" fmla="*/ 16 w 50"/>
                  <a:gd name="T5" fmla="*/ 56 h 72"/>
                  <a:gd name="T6" fmla="*/ 16 w 50"/>
                  <a:gd name="T7" fmla="*/ 16 h 72"/>
                  <a:gd name="T8" fmla="*/ 34 w 50"/>
                  <a:gd name="T9" fmla="*/ 16 h 72"/>
                  <a:gd name="T10" fmla="*/ 34 w 50"/>
                  <a:gd name="T11" fmla="*/ 0 h 72"/>
                  <a:gd name="T12" fmla="*/ 16 w 50"/>
                  <a:gd name="T13" fmla="*/ 0 h 72"/>
                  <a:gd name="T14" fmla="*/ 0 w 50"/>
                  <a:gd name="T15" fmla="*/ 16 h 72"/>
                  <a:gd name="T16" fmla="*/ 0 w 50"/>
                  <a:gd name="T17" fmla="*/ 56 h 72"/>
                  <a:gd name="T18" fmla="*/ 16 w 50"/>
                  <a:gd name="T19" fmla="*/ 72 h 72"/>
                  <a:gd name="T20" fmla="*/ 34 w 50"/>
                  <a:gd name="T21" fmla="*/ 72 h 72"/>
                  <a:gd name="T22" fmla="*/ 50 w 50"/>
                  <a:gd name="T23" fmla="*/ 56 h 72"/>
                  <a:gd name="T24" fmla="*/ 50 w 50"/>
                  <a:gd name="T25" fmla="*/ 16 h 72"/>
                  <a:gd name="T26" fmla="*/ 34 w 50"/>
                  <a:gd name="T27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2">
                    <a:moveTo>
                      <a:pt x="34" y="16"/>
                    </a:moveTo>
                    <a:cubicBezTo>
                      <a:pt x="34" y="56"/>
                      <a:pt x="34" y="56"/>
                      <a:pt x="34" y="56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4" y="16"/>
                      <a:pt x="34" y="16"/>
                      <a:pt x="34" y="16"/>
                    </a:cubicBezTo>
                    <a:moveTo>
                      <a:pt x="3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65"/>
                      <a:pt x="7" y="72"/>
                      <a:pt x="16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43" y="72"/>
                      <a:pt x="50" y="65"/>
                      <a:pt x="50" y="56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7"/>
                      <a:pt x="43" y="0"/>
                      <a:pt x="34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23"/>
              <p:cNvSpPr>
                <a:spLocks noEditPoints="1"/>
              </p:cNvSpPr>
              <p:nvPr/>
            </p:nvSpPr>
            <p:spPr bwMode="auto">
              <a:xfrm>
                <a:off x="1661428" y="3405486"/>
                <a:ext cx="600703" cy="594262"/>
              </a:xfrm>
              <a:custGeom>
                <a:avLst/>
                <a:gdLst>
                  <a:gd name="T0" fmla="*/ 105 w 158"/>
                  <a:gd name="T1" fmla="*/ 16 h 156"/>
                  <a:gd name="T2" fmla="*/ 140 w 158"/>
                  <a:gd name="T3" fmla="*/ 56 h 156"/>
                  <a:gd name="T4" fmla="*/ 56 w 158"/>
                  <a:gd name="T5" fmla="*/ 140 h 156"/>
                  <a:gd name="T6" fmla="*/ 17 w 158"/>
                  <a:gd name="T7" fmla="*/ 99 h 156"/>
                  <a:gd name="T8" fmla="*/ 105 w 158"/>
                  <a:gd name="T9" fmla="*/ 16 h 156"/>
                  <a:gd name="T10" fmla="*/ 105 w 158"/>
                  <a:gd name="T11" fmla="*/ 0 h 156"/>
                  <a:gd name="T12" fmla="*/ 94 w 158"/>
                  <a:gd name="T13" fmla="*/ 5 h 156"/>
                  <a:gd name="T14" fmla="*/ 6 w 158"/>
                  <a:gd name="T15" fmla="*/ 87 h 156"/>
                  <a:gd name="T16" fmla="*/ 5 w 158"/>
                  <a:gd name="T17" fmla="*/ 109 h 156"/>
                  <a:gd name="T18" fmla="*/ 44 w 158"/>
                  <a:gd name="T19" fmla="*/ 151 h 156"/>
                  <a:gd name="T20" fmla="*/ 55 w 158"/>
                  <a:gd name="T21" fmla="*/ 156 h 156"/>
                  <a:gd name="T22" fmla="*/ 56 w 158"/>
                  <a:gd name="T23" fmla="*/ 156 h 156"/>
                  <a:gd name="T24" fmla="*/ 67 w 158"/>
                  <a:gd name="T25" fmla="*/ 152 h 156"/>
                  <a:gd name="T26" fmla="*/ 151 w 158"/>
                  <a:gd name="T27" fmla="*/ 67 h 156"/>
                  <a:gd name="T28" fmla="*/ 152 w 158"/>
                  <a:gd name="T29" fmla="*/ 45 h 156"/>
                  <a:gd name="T30" fmla="*/ 117 w 158"/>
                  <a:gd name="T31" fmla="*/ 6 h 156"/>
                  <a:gd name="T32" fmla="*/ 105 w 158"/>
                  <a:gd name="T33" fmla="*/ 0 h 156"/>
                  <a:gd name="T34" fmla="*/ 105 w 158"/>
                  <a:gd name="T35" fmla="*/ 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58" h="156">
                    <a:moveTo>
                      <a:pt x="105" y="16"/>
                    </a:moveTo>
                    <a:cubicBezTo>
                      <a:pt x="140" y="56"/>
                      <a:pt x="140" y="56"/>
                      <a:pt x="140" y="56"/>
                    </a:cubicBezTo>
                    <a:cubicBezTo>
                      <a:pt x="56" y="140"/>
                      <a:pt x="56" y="140"/>
                      <a:pt x="56" y="140"/>
                    </a:cubicBezTo>
                    <a:cubicBezTo>
                      <a:pt x="17" y="99"/>
                      <a:pt x="17" y="99"/>
                      <a:pt x="17" y="99"/>
                    </a:cubicBezTo>
                    <a:cubicBezTo>
                      <a:pt x="105" y="16"/>
                      <a:pt x="105" y="16"/>
                      <a:pt x="105" y="16"/>
                    </a:cubicBezTo>
                    <a:moveTo>
                      <a:pt x="105" y="0"/>
                    </a:moveTo>
                    <a:cubicBezTo>
                      <a:pt x="101" y="0"/>
                      <a:pt x="97" y="2"/>
                      <a:pt x="94" y="5"/>
                    </a:cubicBezTo>
                    <a:cubicBezTo>
                      <a:pt x="6" y="87"/>
                      <a:pt x="6" y="87"/>
                      <a:pt x="6" y="87"/>
                    </a:cubicBezTo>
                    <a:cubicBezTo>
                      <a:pt x="0" y="93"/>
                      <a:pt x="0" y="103"/>
                      <a:pt x="5" y="109"/>
                    </a:cubicBezTo>
                    <a:cubicBezTo>
                      <a:pt x="44" y="151"/>
                      <a:pt x="44" y="151"/>
                      <a:pt x="44" y="151"/>
                    </a:cubicBezTo>
                    <a:cubicBezTo>
                      <a:pt x="47" y="154"/>
                      <a:pt x="51" y="156"/>
                      <a:pt x="55" y="156"/>
                    </a:cubicBezTo>
                    <a:cubicBezTo>
                      <a:pt x="55" y="156"/>
                      <a:pt x="56" y="156"/>
                      <a:pt x="56" y="156"/>
                    </a:cubicBezTo>
                    <a:cubicBezTo>
                      <a:pt x="60" y="156"/>
                      <a:pt x="64" y="155"/>
                      <a:pt x="67" y="152"/>
                    </a:cubicBezTo>
                    <a:cubicBezTo>
                      <a:pt x="151" y="67"/>
                      <a:pt x="151" y="67"/>
                      <a:pt x="151" y="67"/>
                    </a:cubicBezTo>
                    <a:cubicBezTo>
                      <a:pt x="157" y="61"/>
                      <a:pt x="158" y="52"/>
                      <a:pt x="152" y="45"/>
                    </a:cubicBezTo>
                    <a:cubicBezTo>
                      <a:pt x="117" y="6"/>
                      <a:pt x="117" y="6"/>
                      <a:pt x="117" y="6"/>
                    </a:cubicBezTo>
                    <a:cubicBezTo>
                      <a:pt x="114" y="3"/>
                      <a:pt x="110" y="1"/>
                      <a:pt x="105" y="0"/>
                    </a:cubicBezTo>
                    <a:cubicBezTo>
                      <a:pt x="105" y="0"/>
                      <a:pt x="105" y="0"/>
                      <a:pt x="105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24"/>
              <p:cNvSpPr>
                <a:spLocks noEditPoints="1"/>
              </p:cNvSpPr>
              <p:nvPr/>
            </p:nvSpPr>
            <p:spPr bwMode="auto">
              <a:xfrm>
                <a:off x="1555138" y="3790388"/>
                <a:ext cx="318872" cy="293105"/>
              </a:xfrm>
              <a:custGeom>
                <a:avLst/>
                <a:gdLst>
                  <a:gd name="T0" fmla="*/ 32 w 84"/>
                  <a:gd name="T1" fmla="*/ 16 h 77"/>
                  <a:gd name="T2" fmla="*/ 67 w 84"/>
                  <a:gd name="T3" fmla="*/ 50 h 77"/>
                  <a:gd name="T4" fmla="*/ 17 w 84"/>
                  <a:gd name="T5" fmla="*/ 61 h 77"/>
                  <a:gd name="T6" fmla="*/ 32 w 84"/>
                  <a:gd name="T7" fmla="*/ 16 h 77"/>
                  <a:gd name="T8" fmla="*/ 32 w 84"/>
                  <a:gd name="T9" fmla="*/ 0 h 77"/>
                  <a:gd name="T10" fmla="*/ 28 w 84"/>
                  <a:gd name="T11" fmla="*/ 1 h 77"/>
                  <a:gd name="T12" fmla="*/ 17 w 84"/>
                  <a:gd name="T13" fmla="*/ 11 h 77"/>
                  <a:gd name="T14" fmla="*/ 2 w 84"/>
                  <a:gd name="T15" fmla="*/ 56 h 77"/>
                  <a:gd name="T16" fmla="*/ 5 w 84"/>
                  <a:gd name="T17" fmla="*/ 72 h 77"/>
                  <a:gd name="T18" fmla="*/ 17 w 84"/>
                  <a:gd name="T19" fmla="*/ 77 h 77"/>
                  <a:gd name="T20" fmla="*/ 20 w 84"/>
                  <a:gd name="T21" fmla="*/ 76 h 77"/>
                  <a:gd name="T22" fmla="*/ 71 w 84"/>
                  <a:gd name="T23" fmla="*/ 65 h 77"/>
                  <a:gd name="T24" fmla="*/ 83 w 84"/>
                  <a:gd name="T25" fmla="*/ 54 h 77"/>
                  <a:gd name="T26" fmla="*/ 78 w 84"/>
                  <a:gd name="T27" fmla="*/ 38 h 77"/>
                  <a:gd name="T28" fmla="*/ 43 w 84"/>
                  <a:gd name="T29" fmla="*/ 5 h 77"/>
                  <a:gd name="T30" fmla="*/ 32 w 84"/>
                  <a:gd name="T31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4" h="77">
                    <a:moveTo>
                      <a:pt x="32" y="16"/>
                    </a:moveTo>
                    <a:cubicBezTo>
                      <a:pt x="67" y="50"/>
                      <a:pt x="67" y="50"/>
                      <a:pt x="67" y="50"/>
                    </a:cubicBezTo>
                    <a:cubicBezTo>
                      <a:pt x="17" y="61"/>
                      <a:pt x="17" y="61"/>
                      <a:pt x="17" y="61"/>
                    </a:cubicBezTo>
                    <a:cubicBezTo>
                      <a:pt x="32" y="16"/>
                      <a:pt x="32" y="16"/>
                      <a:pt x="32" y="16"/>
                    </a:cubicBezTo>
                    <a:moveTo>
                      <a:pt x="32" y="0"/>
                    </a:moveTo>
                    <a:cubicBezTo>
                      <a:pt x="31" y="0"/>
                      <a:pt x="29" y="0"/>
                      <a:pt x="28" y="1"/>
                    </a:cubicBezTo>
                    <a:cubicBezTo>
                      <a:pt x="23" y="2"/>
                      <a:pt x="18" y="6"/>
                      <a:pt x="17" y="11"/>
                    </a:cubicBezTo>
                    <a:cubicBezTo>
                      <a:pt x="2" y="56"/>
                      <a:pt x="2" y="56"/>
                      <a:pt x="2" y="56"/>
                    </a:cubicBezTo>
                    <a:cubicBezTo>
                      <a:pt x="0" y="61"/>
                      <a:pt x="1" y="67"/>
                      <a:pt x="5" y="72"/>
                    </a:cubicBezTo>
                    <a:cubicBezTo>
                      <a:pt x="8" y="75"/>
                      <a:pt x="12" y="77"/>
                      <a:pt x="17" y="77"/>
                    </a:cubicBezTo>
                    <a:cubicBezTo>
                      <a:pt x="18" y="77"/>
                      <a:pt x="19" y="77"/>
                      <a:pt x="20" y="76"/>
                    </a:cubicBezTo>
                    <a:cubicBezTo>
                      <a:pt x="71" y="65"/>
                      <a:pt x="71" y="65"/>
                      <a:pt x="71" y="65"/>
                    </a:cubicBezTo>
                    <a:cubicBezTo>
                      <a:pt x="77" y="64"/>
                      <a:pt x="81" y="59"/>
                      <a:pt x="83" y="54"/>
                    </a:cubicBezTo>
                    <a:cubicBezTo>
                      <a:pt x="84" y="48"/>
                      <a:pt x="83" y="42"/>
                      <a:pt x="78" y="38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40" y="2"/>
                      <a:pt x="36" y="0"/>
                      <a:pt x="32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25"/>
              <p:cNvSpPr>
                <a:spLocks/>
              </p:cNvSpPr>
              <p:nvPr/>
            </p:nvSpPr>
            <p:spPr bwMode="auto">
              <a:xfrm>
                <a:off x="1371545" y="3642225"/>
                <a:ext cx="69249" cy="148163"/>
              </a:xfrm>
              <a:custGeom>
                <a:avLst/>
                <a:gdLst>
                  <a:gd name="T0" fmla="*/ 0 w 43"/>
                  <a:gd name="T1" fmla="*/ 0 h 92"/>
                  <a:gd name="T2" fmla="*/ 43 w 43"/>
                  <a:gd name="T3" fmla="*/ 0 h 92"/>
                  <a:gd name="T4" fmla="*/ 43 w 43"/>
                  <a:gd name="T5" fmla="*/ 92 h 92"/>
                  <a:gd name="T6" fmla="*/ 0 w 43"/>
                  <a:gd name="T7" fmla="*/ 92 h 92"/>
                  <a:gd name="T8" fmla="*/ 0 w 43"/>
                  <a:gd name="T9" fmla="*/ 0 h 92"/>
                  <a:gd name="T10" fmla="*/ 0 w 43"/>
                  <a:gd name="T11" fmla="*/ 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2">
                    <a:moveTo>
                      <a:pt x="0" y="0"/>
                    </a:moveTo>
                    <a:lnTo>
                      <a:pt x="43" y="0"/>
                    </a:lnTo>
                    <a:lnTo>
                      <a:pt x="43" y="92"/>
                    </a:lnTo>
                    <a:lnTo>
                      <a:pt x="0" y="9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26"/>
              <p:cNvSpPr>
                <a:spLocks/>
              </p:cNvSpPr>
              <p:nvPr/>
            </p:nvSpPr>
            <p:spPr bwMode="auto">
              <a:xfrm>
                <a:off x="1371545" y="3642225"/>
                <a:ext cx="156215" cy="59588"/>
              </a:xfrm>
              <a:custGeom>
                <a:avLst/>
                <a:gdLst>
                  <a:gd name="T0" fmla="*/ 0 w 97"/>
                  <a:gd name="T1" fmla="*/ 0 h 37"/>
                  <a:gd name="T2" fmla="*/ 97 w 97"/>
                  <a:gd name="T3" fmla="*/ 0 h 37"/>
                  <a:gd name="T4" fmla="*/ 97 w 97"/>
                  <a:gd name="T5" fmla="*/ 37 h 37"/>
                  <a:gd name="T6" fmla="*/ 0 w 97"/>
                  <a:gd name="T7" fmla="*/ 37 h 37"/>
                  <a:gd name="T8" fmla="*/ 0 w 97"/>
                  <a:gd name="T9" fmla="*/ 0 h 37"/>
                  <a:gd name="T10" fmla="*/ 0 w 97"/>
                  <a:gd name="T11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7" h="37">
                    <a:moveTo>
                      <a:pt x="0" y="0"/>
                    </a:moveTo>
                    <a:lnTo>
                      <a:pt x="97" y="0"/>
                    </a:lnTo>
                    <a:lnTo>
                      <a:pt x="97" y="37"/>
                    </a:lnTo>
                    <a:lnTo>
                      <a:pt x="0" y="37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27"/>
              <p:cNvSpPr>
                <a:spLocks/>
              </p:cNvSpPr>
              <p:nvPr/>
            </p:nvSpPr>
            <p:spPr bwMode="auto">
              <a:xfrm>
                <a:off x="1622777" y="3642225"/>
                <a:ext cx="161046" cy="59588"/>
              </a:xfrm>
              <a:custGeom>
                <a:avLst/>
                <a:gdLst>
                  <a:gd name="T0" fmla="*/ 0 w 100"/>
                  <a:gd name="T1" fmla="*/ 37 h 37"/>
                  <a:gd name="T2" fmla="*/ 0 w 100"/>
                  <a:gd name="T3" fmla="*/ 0 h 37"/>
                  <a:gd name="T4" fmla="*/ 100 w 100"/>
                  <a:gd name="T5" fmla="*/ 0 h 37"/>
                  <a:gd name="T6" fmla="*/ 64 w 100"/>
                  <a:gd name="T7" fmla="*/ 37 h 37"/>
                  <a:gd name="T8" fmla="*/ 0 w 100"/>
                  <a:gd name="T9" fmla="*/ 37 h 37"/>
                  <a:gd name="T10" fmla="*/ 0 w 100"/>
                  <a:gd name="T11" fmla="*/ 37 h 37"/>
                  <a:gd name="T12" fmla="*/ 0 w 100"/>
                  <a:gd name="T1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0" h="37">
                    <a:moveTo>
                      <a:pt x="0" y="37"/>
                    </a:moveTo>
                    <a:lnTo>
                      <a:pt x="0" y="0"/>
                    </a:lnTo>
                    <a:lnTo>
                      <a:pt x="100" y="0"/>
                    </a:lnTo>
                    <a:lnTo>
                      <a:pt x="64" y="37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Freeform 28"/>
              <p:cNvSpPr>
                <a:spLocks/>
              </p:cNvSpPr>
              <p:nvPr/>
            </p:nvSpPr>
            <p:spPr bwMode="auto">
              <a:xfrm>
                <a:off x="1622777" y="4212330"/>
                <a:ext cx="161046" cy="72471"/>
              </a:xfrm>
              <a:custGeom>
                <a:avLst/>
                <a:gdLst>
                  <a:gd name="T0" fmla="*/ 0 w 100"/>
                  <a:gd name="T1" fmla="*/ 0 h 45"/>
                  <a:gd name="T2" fmla="*/ 100 w 100"/>
                  <a:gd name="T3" fmla="*/ 0 h 45"/>
                  <a:gd name="T4" fmla="*/ 100 w 100"/>
                  <a:gd name="T5" fmla="*/ 45 h 45"/>
                  <a:gd name="T6" fmla="*/ 0 w 100"/>
                  <a:gd name="T7" fmla="*/ 45 h 45"/>
                  <a:gd name="T8" fmla="*/ 0 w 100"/>
                  <a:gd name="T9" fmla="*/ 0 h 45"/>
                  <a:gd name="T10" fmla="*/ 0 w 100"/>
                  <a:gd name="T11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0" h="45">
                    <a:moveTo>
                      <a:pt x="0" y="0"/>
                    </a:moveTo>
                    <a:lnTo>
                      <a:pt x="100" y="0"/>
                    </a:lnTo>
                    <a:lnTo>
                      <a:pt x="100" y="45"/>
                    </a:lnTo>
                    <a:lnTo>
                      <a:pt x="0" y="4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Freeform 29"/>
              <p:cNvSpPr>
                <a:spLocks/>
              </p:cNvSpPr>
              <p:nvPr/>
            </p:nvSpPr>
            <p:spPr bwMode="auto">
              <a:xfrm>
                <a:off x="1371545" y="4125365"/>
                <a:ext cx="69249" cy="159437"/>
              </a:xfrm>
              <a:custGeom>
                <a:avLst/>
                <a:gdLst>
                  <a:gd name="T0" fmla="*/ 0 w 43"/>
                  <a:gd name="T1" fmla="*/ 0 h 99"/>
                  <a:gd name="T2" fmla="*/ 43 w 43"/>
                  <a:gd name="T3" fmla="*/ 0 h 99"/>
                  <a:gd name="T4" fmla="*/ 43 w 43"/>
                  <a:gd name="T5" fmla="*/ 99 h 99"/>
                  <a:gd name="T6" fmla="*/ 0 w 43"/>
                  <a:gd name="T7" fmla="*/ 99 h 99"/>
                  <a:gd name="T8" fmla="*/ 0 w 43"/>
                  <a:gd name="T9" fmla="*/ 0 h 99"/>
                  <a:gd name="T10" fmla="*/ 0 w 43"/>
                  <a:gd name="T11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9">
                    <a:moveTo>
                      <a:pt x="0" y="0"/>
                    </a:moveTo>
                    <a:lnTo>
                      <a:pt x="43" y="0"/>
                    </a:lnTo>
                    <a:lnTo>
                      <a:pt x="43" y="99"/>
                    </a:lnTo>
                    <a:lnTo>
                      <a:pt x="0" y="99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30"/>
              <p:cNvSpPr>
                <a:spLocks/>
              </p:cNvSpPr>
              <p:nvPr/>
            </p:nvSpPr>
            <p:spPr bwMode="auto">
              <a:xfrm>
                <a:off x="1371545" y="4212330"/>
                <a:ext cx="156215" cy="72471"/>
              </a:xfrm>
              <a:custGeom>
                <a:avLst/>
                <a:gdLst>
                  <a:gd name="T0" fmla="*/ 0 w 97"/>
                  <a:gd name="T1" fmla="*/ 0 h 45"/>
                  <a:gd name="T2" fmla="*/ 97 w 97"/>
                  <a:gd name="T3" fmla="*/ 0 h 45"/>
                  <a:gd name="T4" fmla="*/ 97 w 97"/>
                  <a:gd name="T5" fmla="*/ 45 h 45"/>
                  <a:gd name="T6" fmla="*/ 0 w 97"/>
                  <a:gd name="T7" fmla="*/ 45 h 45"/>
                  <a:gd name="T8" fmla="*/ 0 w 97"/>
                  <a:gd name="T9" fmla="*/ 0 h 45"/>
                  <a:gd name="T10" fmla="*/ 0 w 97"/>
                  <a:gd name="T11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7" h="45">
                    <a:moveTo>
                      <a:pt x="0" y="0"/>
                    </a:moveTo>
                    <a:lnTo>
                      <a:pt x="97" y="0"/>
                    </a:lnTo>
                    <a:lnTo>
                      <a:pt x="97" y="45"/>
                    </a:lnTo>
                    <a:lnTo>
                      <a:pt x="0" y="4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Freeform 31"/>
              <p:cNvSpPr>
                <a:spLocks/>
              </p:cNvSpPr>
              <p:nvPr/>
            </p:nvSpPr>
            <p:spPr bwMode="auto">
              <a:xfrm>
                <a:off x="1371545" y="3880574"/>
                <a:ext cx="69249" cy="152995"/>
              </a:xfrm>
              <a:custGeom>
                <a:avLst/>
                <a:gdLst>
                  <a:gd name="T0" fmla="*/ 0 w 43"/>
                  <a:gd name="T1" fmla="*/ 0 h 95"/>
                  <a:gd name="T2" fmla="*/ 43 w 43"/>
                  <a:gd name="T3" fmla="*/ 0 h 95"/>
                  <a:gd name="T4" fmla="*/ 43 w 43"/>
                  <a:gd name="T5" fmla="*/ 95 h 95"/>
                  <a:gd name="T6" fmla="*/ 0 w 43"/>
                  <a:gd name="T7" fmla="*/ 95 h 95"/>
                  <a:gd name="T8" fmla="*/ 0 w 43"/>
                  <a:gd name="T9" fmla="*/ 0 h 95"/>
                  <a:gd name="T10" fmla="*/ 0 w 43"/>
                  <a:gd name="T11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5">
                    <a:moveTo>
                      <a:pt x="0" y="0"/>
                    </a:moveTo>
                    <a:lnTo>
                      <a:pt x="43" y="0"/>
                    </a:lnTo>
                    <a:lnTo>
                      <a:pt x="43" y="95"/>
                    </a:lnTo>
                    <a:lnTo>
                      <a:pt x="0" y="9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" name="Freeform 32"/>
              <p:cNvSpPr>
                <a:spLocks/>
              </p:cNvSpPr>
              <p:nvPr/>
            </p:nvSpPr>
            <p:spPr bwMode="auto">
              <a:xfrm>
                <a:off x="1969027" y="4125365"/>
                <a:ext cx="69249" cy="159437"/>
              </a:xfrm>
              <a:custGeom>
                <a:avLst/>
                <a:gdLst>
                  <a:gd name="T0" fmla="*/ 0 w 43"/>
                  <a:gd name="T1" fmla="*/ 0 h 99"/>
                  <a:gd name="T2" fmla="*/ 43 w 43"/>
                  <a:gd name="T3" fmla="*/ 0 h 99"/>
                  <a:gd name="T4" fmla="*/ 43 w 43"/>
                  <a:gd name="T5" fmla="*/ 99 h 99"/>
                  <a:gd name="T6" fmla="*/ 0 w 43"/>
                  <a:gd name="T7" fmla="*/ 99 h 99"/>
                  <a:gd name="T8" fmla="*/ 0 w 43"/>
                  <a:gd name="T9" fmla="*/ 0 h 99"/>
                  <a:gd name="T10" fmla="*/ 0 w 43"/>
                  <a:gd name="T11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9">
                    <a:moveTo>
                      <a:pt x="0" y="0"/>
                    </a:moveTo>
                    <a:lnTo>
                      <a:pt x="43" y="0"/>
                    </a:lnTo>
                    <a:lnTo>
                      <a:pt x="43" y="99"/>
                    </a:lnTo>
                    <a:lnTo>
                      <a:pt x="0" y="99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" name="Freeform 33"/>
              <p:cNvSpPr>
                <a:spLocks/>
              </p:cNvSpPr>
              <p:nvPr/>
            </p:nvSpPr>
            <p:spPr bwMode="auto">
              <a:xfrm>
                <a:off x="1882062" y="4212330"/>
                <a:ext cx="156215" cy="72471"/>
              </a:xfrm>
              <a:custGeom>
                <a:avLst/>
                <a:gdLst>
                  <a:gd name="T0" fmla="*/ 0 w 97"/>
                  <a:gd name="T1" fmla="*/ 0 h 45"/>
                  <a:gd name="T2" fmla="*/ 97 w 97"/>
                  <a:gd name="T3" fmla="*/ 0 h 45"/>
                  <a:gd name="T4" fmla="*/ 97 w 97"/>
                  <a:gd name="T5" fmla="*/ 45 h 45"/>
                  <a:gd name="T6" fmla="*/ 0 w 97"/>
                  <a:gd name="T7" fmla="*/ 45 h 45"/>
                  <a:gd name="T8" fmla="*/ 0 w 97"/>
                  <a:gd name="T9" fmla="*/ 0 h 45"/>
                  <a:gd name="T10" fmla="*/ 0 w 97"/>
                  <a:gd name="T11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7" h="45">
                    <a:moveTo>
                      <a:pt x="0" y="0"/>
                    </a:moveTo>
                    <a:lnTo>
                      <a:pt x="97" y="0"/>
                    </a:lnTo>
                    <a:lnTo>
                      <a:pt x="97" y="45"/>
                    </a:lnTo>
                    <a:lnTo>
                      <a:pt x="0" y="4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" name="Freeform 34"/>
              <p:cNvSpPr>
                <a:spLocks/>
              </p:cNvSpPr>
              <p:nvPr/>
            </p:nvSpPr>
            <p:spPr bwMode="auto">
              <a:xfrm>
                <a:off x="1969027" y="3880574"/>
                <a:ext cx="69249" cy="152995"/>
              </a:xfrm>
              <a:custGeom>
                <a:avLst/>
                <a:gdLst>
                  <a:gd name="T0" fmla="*/ 0 w 43"/>
                  <a:gd name="T1" fmla="*/ 0 h 95"/>
                  <a:gd name="T2" fmla="*/ 43 w 43"/>
                  <a:gd name="T3" fmla="*/ 0 h 95"/>
                  <a:gd name="T4" fmla="*/ 43 w 43"/>
                  <a:gd name="T5" fmla="*/ 95 h 95"/>
                  <a:gd name="T6" fmla="*/ 0 w 43"/>
                  <a:gd name="T7" fmla="*/ 95 h 95"/>
                  <a:gd name="T8" fmla="*/ 0 w 43"/>
                  <a:gd name="T9" fmla="*/ 0 h 95"/>
                  <a:gd name="T10" fmla="*/ 0 w 43"/>
                  <a:gd name="T11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95">
                    <a:moveTo>
                      <a:pt x="0" y="0"/>
                    </a:moveTo>
                    <a:lnTo>
                      <a:pt x="43" y="0"/>
                    </a:lnTo>
                    <a:lnTo>
                      <a:pt x="43" y="95"/>
                    </a:lnTo>
                    <a:lnTo>
                      <a:pt x="0" y="9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Freeform 35"/>
              <p:cNvSpPr>
                <a:spLocks/>
              </p:cNvSpPr>
              <p:nvPr/>
            </p:nvSpPr>
            <p:spPr bwMode="auto">
              <a:xfrm>
                <a:off x="1725847" y="3466684"/>
                <a:ext cx="468645" cy="471867"/>
              </a:xfrm>
              <a:custGeom>
                <a:avLst/>
                <a:gdLst>
                  <a:gd name="T0" fmla="*/ 208 w 291"/>
                  <a:gd name="T1" fmla="*/ 0 h 293"/>
                  <a:gd name="T2" fmla="*/ 0 w 291"/>
                  <a:gd name="T3" fmla="*/ 196 h 293"/>
                  <a:gd name="T4" fmla="*/ 92 w 291"/>
                  <a:gd name="T5" fmla="*/ 293 h 293"/>
                  <a:gd name="T6" fmla="*/ 291 w 291"/>
                  <a:gd name="T7" fmla="*/ 94 h 293"/>
                  <a:gd name="T8" fmla="*/ 208 w 291"/>
                  <a:gd name="T9" fmla="*/ 0 h 293"/>
                  <a:gd name="T10" fmla="*/ 208 w 291"/>
                  <a:gd name="T11" fmla="*/ 0 h 293"/>
                  <a:gd name="T12" fmla="*/ 208 w 291"/>
                  <a:gd name="T13" fmla="*/ 0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1" h="293">
                    <a:moveTo>
                      <a:pt x="208" y="0"/>
                    </a:moveTo>
                    <a:lnTo>
                      <a:pt x="0" y="196"/>
                    </a:lnTo>
                    <a:lnTo>
                      <a:pt x="92" y="293"/>
                    </a:lnTo>
                    <a:lnTo>
                      <a:pt x="291" y="94"/>
                    </a:lnTo>
                    <a:lnTo>
                      <a:pt x="208" y="0"/>
                    </a:lnTo>
                    <a:lnTo>
                      <a:pt x="208" y="0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Freeform 36"/>
              <p:cNvSpPr>
                <a:spLocks/>
              </p:cNvSpPr>
              <p:nvPr/>
            </p:nvSpPr>
            <p:spPr bwMode="auto">
              <a:xfrm>
                <a:off x="1619556" y="3849975"/>
                <a:ext cx="190035" cy="172320"/>
              </a:xfrm>
              <a:custGeom>
                <a:avLst/>
                <a:gdLst>
                  <a:gd name="T0" fmla="*/ 35 w 118"/>
                  <a:gd name="T1" fmla="*/ 0 h 107"/>
                  <a:gd name="T2" fmla="*/ 0 w 118"/>
                  <a:gd name="T3" fmla="*/ 107 h 107"/>
                  <a:gd name="T4" fmla="*/ 118 w 118"/>
                  <a:gd name="T5" fmla="*/ 81 h 107"/>
                  <a:gd name="T6" fmla="*/ 35 w 118"/>
                  <a:gd name="T7" fmla="*/ 0 h 107"/>
                  <a:gd name="T8" fmla="*/ 35 w 118"/>
                  <a:gd name="T9" fmla="*/ 0 h 107"/>
                  <a:gd name="T10" fmla="*/ 35 w 118"/>
                  <a:gd name="T11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8" h="107">
                    <a:moveTo>
                      <a:pt x="35" y="0"/>
                    </a:moveTo>
                    <a:lnTo>
                      <a:pt x="0" y="107"/>
                    </a:lnTo>
                    <a:lnTo>
                      <a:pt x="118" y="81"/>
                    </a:lnTo>
                    <a:lnTo>
                      <a:pt x="35" y="0"/>
                    </a:lnTo>
                    <a:lnTo>
                      <a:pt x="35" y="0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31D8C5E-B231-4646-BDD7-8D31A8726725}"/>
              </a:ext>
            </a:extLst>
          </p:cNvPr>
          <p:cNvSpPr txBox="1"/>
          <p:nvPr/>
        </p:nvSpPr>
        <p:spPr>
          <a:xfrm>
            <a:off x="1722569" y="2057400"/>
            <a:ext cx="22398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Bài 8</a:t>
            </a:r>
            <a:endParaRPr lang="en-US" sz="6000" b="1"/>
          </a:p>
        </p:txBody>
      </p:sp>
      <p:sp>
        <p:nvSpPr>
          <p:cNvPr id="103" name="Round Same Side Corner Rectangle 6">
            <a:extLst>
              <a:ext uri="{FF2B5EF4-FFF2-40B4-BE49-F238E27FC236}">
                <a16:creationId xmlns:a16="http://schemas.microsoft.com/office/drawing/2014/main" id="{434B2CEB-32A5-449F-AF7B-FDDE9B965241}"/>
              </a:ext>
            </a:extLst>
          </p:cNvPr>
          <p:cNvSpPr/>
          <p:nvPr/>
        </p:nvSpPr>
        <p:spPr>
          <a:xfrm flipV="1">
            <a:off x="7317560" y="1602363"/>
            <a:ext cx="9518389" cy="1099993"/>
          </a:xfrm>
          <a:prstGeom prst="round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4D90D6F-F210-4FDE-B2C0-A6665B648DA4}"/>
              </a:ext>
            </a:extLst>
          </p:cNvPr>
          <p:cNvSpPr txBox="1"/>
          <p:nvPr/>
        </p:nvSpPr>
        <p:spPr>
          <a:xfrm>
            <a:off x="8155532" y="1643824"/>
            <a:ext cx="82573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BÀI TẬP TRẮC NGHIỆM</a:t>
            </a:r>
            <a:endParaRPr lang="vi-VN" sz="5400" b="1" dirty="0">
              <a:solidFill>
                <a:schemeClr val="bg1"/>
              </a:solidFill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DC42956-B52A-4C08-A855-473D9AFE6CF9}"/>
              </a:ext>
            </a:extLst>
          </p:cNvPr>
          <p:cNvSpPr/>
          <p:nvPr/>
        </p:nvSpPr>
        <p:spPr>
          <a:xfrm>
            <a:off x="4417658" y="8610600"/>
            <a:ext cx="19661542" cy="1939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Aft>
                <a:spcPts val="0"/>
              </a:spcAft>
              <a:tabLst>
                <a:tab pos="180340" algn="l"/>
                <a:tab pos="288290" algn="l"/>
                <a:tab pos="467995" algn="l"/>
                <a:tab pos="540385" algn="l"/>
                <a:tab pos="648335" algn="l"/>
                <a:tab pos="1260475" algn="l"/>
                <a:tab pos="3780790" algn="l"/>
              </a:tabLst>
            </a:pPr>
            <a:r>
              <a:rPr lang="nl-NL" sz="5000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 C.</a:t>
            </a:r>
            <a:endParaRPr lang="en-US" sz="5000" b="1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0"/>
              </a:spcAft>
              <a:tabLst>
                <a:tab pos="180340" algn="l"/>
                <a:tab pos="288290" algn="l"/>
                <a:tab pos="467995" algn="l"/>
                <a:tab pos="540385" algn="l"/>
                <a:tab pos="648335" algn="l"/>
                <a:tab pos="1260475" algn="l"/>
                <a:tab pos="3780790" algn="l"/>
              </a:tabLst>
            </a:pPr>
            <a:r>
              <a:rPr lang="en-US" sz="5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Vì (P)</a:t>
            </a:r>
            <a:r>
              <a:rPr lang="nl-NL" sz="5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>
                <a:latin typeface="Times New Roman" panose="02020603050405020304" pitchFamily="18" charset="0"/>
                <a:cs typeface="Times New Roman" panose="02020603050405020304" pitchFamily="18" charset="0"/>
              </a:rPr>
              <a:t>đi qua điểm M(</a:t>
            </a:r>
            <a:r>
              <a:rPr lang="en-US" sz="5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1</a:t>
            </a:r>
            <a:r>
              <a:rPr lang="en-US" sz="5400">
                <a:latin typeface="Times New Roman" panose="02020603050405020304" pitchFamily="18" charset="0"/>
                <a:cs typeface="Times New Roman" panose="02020603050405020304" pitchFamily="18" charset="0"/>
              </a:rPr>
              <a:t>;6) và có tung độ đỉnh bằng      , ta có hệ </a:t>
            </a:r>
            <a:endParaRPr lang="en-US" sz="50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887E27-D3AE-430F-A297-8AD04335AF97}"/>
              </a:ext>
            </a:extLst>
          </p:cNvPr>
          <p:cNvSpPr/>
          <p:nvPr/>
        </p:nvSpPr>
        <p:spPr>
          <a:xfrm>
            <a:off x="1066800" y="2819400"/>
            <a:ext cx="22716024" cy="2696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</a:rPr>
              <a:t>Biết rằng                                                  đi qua điểm M(</a:t>
            </a:r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1</a:t>
            </a:r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</a:rPr>
              <a:t>;6) và có tung độ đỉnh bằng        . Tính tích T = </a:t>
            </a:r>
            <a:r>
              <a:rPr lang="en-US" sz="6000" i="1">
                <a:latin typeface="Times New Roman" panose="02020603050405020304" pitchFamily="18" charset="0"/>
                <a:cs typeface="Times New Roman" panose="02020603050405020304" pitchFamily="18" charset="0"/>
              </a:rPr>
              <a:t>ab.</a:t>
            </a:r>
            <a:endParaRPr lang="en-US" sz="6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A0F83A09-E044-4B40-91D9-D10E70F893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0052097"/>
              </p:ext>
            </p:extLst>
          </p:nvPr>
        </p:nvGraphicFramePr>
        <p:xfrm>
          <a:off x="4016375" y="2947988"/>
          <a:ext cx="9242425" cy="1411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4" name="Equation" r:id="rId3" imgW="1828800" imgH="279360" progId="Equation.DSMT4">
                  <p:embed/>
                </p:oleObj>
              </mc:Choice>
              <mc:Fallback>
                <p:oleObj name="Equation" r:id="rId3" imgW="1828800" imgH="27936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A0F83A09-E044-4B40-91D9-D10E70F893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16375" y="2947988"/>
                        <a:ext cx="9242425" cy="1411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D5433FBE-A8AF-40C2-9348-268CB1D765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6489108"/>
              </p:ext>
            </p:extLst>
          </p:nvPr>
        </p:nvGraphicFramePr>
        <p:xfrm>
          <a:off x="5410200" y="4191000"/>
          <a:ext cx="1016000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5" name="Equation" r:id="rId5" imgW="1015920" imgH="1714320" progId="Equation.DSMT4">
                  <p:embed/>
                </p:oleObj>
              </mc:Choice>
              <mc:Fallback>
                <p:oleObj name="Equation" r:id="rId5" imgW="1015920" imgH="1714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10200" y="4191000"/>
                        <a:ext cx="1016000" cy="171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C58BB7A-74DA-4A7F-B9EC-EEA1F64A8331}"/>
              </a:ext>
            </a:extLst>
          </p:cNvPr>
          <p:cNvSpPr txBox="1"/>
          <p:nvPr/>
        </p:nvSpPr>
        <p:spPr>
          <a:xfrm>
            <a:off x="5255440" y="5912355"/>
            <a:ext cx="37361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</a:rPr>
              <a:t>A.  T =</a:t>
            </a:r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3</a:t>
            </a:r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86D0225-0BF4-4CD0-862B-670EC21F2937}"/>
              </a:ext>
            </a:extLst>
          </p:cNvPr>
          <p:cNvSpPr txBox="1"/>
          <p:nvPr/>
        </p:nvSpPr>
        <p:spPr>
          <a:xfrm>
            <a:off x="14097000" y="5918537"/>
            <a:ext cx="37361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</a:rPr>
              <a:t>B.  T =</a:t>
            </a:r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2</a:t>
            </a:r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8061877-8353-4359-817E-71DEB25642CC}"/>
              </a:ext>
            </a:extLst>
          </p:cNvPr>
          <p:cNvSpPr txBox="1"/>
          <p:nvPr/>
        </p:nvSpPr>
        <p:spPr>
          <a:xfrm>
            <a:off x="5288570" y="7305469"/>
            <a:ext cx="37361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</a:rPr>
              <a:t>C.  T =</a:t>
            </a:r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192</a:t>
            </a:r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22A1A17-35C6-4CFD-9CB4-523D5044F775}"/>
              </a:ext>
            </a:extLst>
          </p:cNvPr>
          <p:cNvSpPr txBox="1"/>
          <p:nvPr/>
        </p:nvSpPr>
        <p:spPr>
          <a:xfrm>
            <a:off x="14097000" y="7255196"/>
            <a:ext cx="37361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</a:rPr>
              <a:t>D.  T =</a:t>
            </a:r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28</a:t>
            </a:r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E9E966E4-8214-4A47-8D94-AE0C5F5520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747465"/>
              </p:ext>
            </p:extLst>
          </p:nvPr>
        </p:nvGraphicFramePr>
        <p:xfrm>
          <a:off x="18745200" y="9479658"/>
          <a:ext cx="839669" cy="1416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6" name="Equation" r:id="rId7" imgW="1016529" imgH="1714615" progId="Equation.DSMT4">
                  <p:embed/>
                </p:oleObj>
              </mc:Choice>
              <mc:Fallback>
                <p:oleObj name="Equation" r:id="rId7" imgW="1016529" imgH="171461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745200" y="9479658"/>
                        <a:ext cx="839669" cy="14169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F1993F79-862C-42A1-86D3-1C0EDF419F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9927995"/>
              </p:ext>
            </p:extLst>
          </p:nvPr>
        </p:nvGraphicFramePr>
        <p:xfrm>
          <a:off x="5800541" y="10649512"/>
          <a:ext cx="3231292" cy="25078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7" name="Equation" r:id="rId9" imgW="850680" imgH="660240" progId="Equation.DSMT4">
                  <p:embed/>
                </p:oleObj>
              </mc:Choice>
              <mc:Fallback>
                <p:oleObj name="Equation" r:id="rId9" imgW="850680" imgH="660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00541" y="10649512"/>
                        <a:ext cx="3231292" cy="25078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540B26A2-7678-4C70-824B-DC11C0790F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2190178"/>
              </p:ext>
            </p:extLst>
          </p:nvPr>
        </p:nvGraphicFramePr>
        <p:xfrm>
          <a:off x="9610535" y="11114256"/>
          <a:ext cx="2466219" cy="1578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8" name="Equation" r:id="rId11" imgW="713909" imgH="457855" progId="Equation.DSMT4">
                  <p:embed/>
                </p:oleObj>
              </mc:Choice>
              <mc:Fallback>
                <p:oleObj name="Equation" r:id="rId11" imgW="713909" imgH="45785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610535" y="11114256"/>
                        <a:ext cx="2466219" cy="15783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8B97C295-1CAD-4350-A477-D53019540EA4}"/>
              </a:ext>
            </a:extLst>
          </p:cNvPr>
          <p:cNvSpPr txBox="1"/>
          <p:nvPr/>
        </p:nvSpPr>
        <p:spPr>
          <a:xfrm>
            <a:off x="12344399" y="11430000"/>
            <a:ext cx="3231291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(nhận) hoặc </a:t>
            </a:r>
          </a:p>
        </p:txBody>
      </p:sp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8BC296ED-4BC9-4EB4-B3AE-49C912D9F4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3039472"/>
              </p:ext>
            </p:extLst>
          </p:nvPr>
        </p:nvGraphicFramePr>
        <p:xfrm>
          <a:off x="15242266" y="11035336"/>
          <a:ext cx="1989419" cy="17362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9" name="Equation" r:id="rId13" imgW="523558" imgH="457855" progId="Equation.DSMT4">
                  <p:embed/>
                </p:oleObj>
              </mc:Choice>
              <mc:Fallback>
                <p:oleObj name="Equation" r:id="rId13" imgW="523558" imgH="45785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242266" y="11035336"/>
                        <a:ext cx="1989419" cy="17362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" name="TextBox 103">
            <a:extLst>
              <a:ext uri="{FF2B5EF4-FFF2-40B4-BE49-F238E27FC236}">
                <a16:creationId xmlns:a16="http://schemas.microsoft.com/office/drawing/2014/main" id="{9642C029-E254-4BEA-A2B2-0A4CF2F432C7}"/>
              </a:ext>
            </a:extLst>
          </p:cNvPr>
          <p:cNvSpPr txBox="1"/>
          <p:nvPr/>
        </p:nvSpPr>
        <p:spPr>
          <a:xfrm>
            <a:off x="17549388" y="11365615"/>
            <a:ext cx="3231291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Loại </a:t>
            </a:r>
          </a:p>
        </p:txBody>
      </p:sp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08B21156-3300-4F64-B9ED-B88C4F0EEF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6667433"/>
              </p:ext>
            </p:extLst>
          </p:nvPr>
        </p:nvGraphicFramePr>
        <p:xfrm>
          <a:off x="10236517" y="13121342"/>
          <a:ext cx="4095418" cy="627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0" name="Equation" r:id="rId15" imgW="1304396" imgH="200447" progId="Equation.DSMT4">
                  <p:embed/>
                </p:oleObj>
              </mc:Choice>
              <mc:Fallback>
                <p:oleObj name="Equation" r:id="rId15" imgW="1304396" imgH="20044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236517" y="13121342"/>
                        <a:ext cx="4095418" cy="627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3665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8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7&quot;/&gt;&lt;/object&gt;&lt;object type=&quot;3&quot; unique_id=&quot;10004&quot;&gt;&lt;property id=&quot;20148&quot; value=&quot;5&quot;/&gt;&lt;property id=&quot;20300&quot; value=&quot;Slide 2&quot;/&gt;&lt;property id=&quot;20307&quot; value=&quot;258&quot;/&gt;&lt;/object&gt;&lt;object type=&quot;3&quot; unique_id=&quot;10005&quot;&gt;&lt;property id=&quot;20148&quot; value=&quot;5&quot;/&gt;&lt;property id=&quot;20300&quot; value=&quot;Slide 3&quot;/&gt;&lt;property id=&quot;20307&quot; value=&quot;259&quot;/&gt;&lt;/object&gt;&lt;object type=&quot;3&quot; unique_id=&quot;10006&quot;&gt;&lt;property id=&quot;20148&quot; value=&quot;5&quot;/&gt;&lt;property id=&quot;20300&quot; value=&quot;Slide 4&quot;/&gt;&lt;property id=&quot;20307&quot; value=&quot;260&quot;/&gt;&lt;/object&gt;&lt;object type=&quot;3&quot; unique_id=&quot;10007&quot;&gt;&lt;property id=&quot;20148&quot; value=&quot;5&quot;/&gt;&lt;property id=&quot;20300&quot; value=&quot;Slide 5&quot;/&gt;&lt;property id=&quot;20307&quot; value=&quot;262&quot;/&gt;&lt;/object&gt;&lt;object type=&quot;3&quot; unique_id=&quot;10008&quot;&gt;&lt;property id=&quot;20148&quot; value=&quot;5&quot;/&gt;&lt;property id=&quot;20300&quot; value=&quot;Slide 6&quot;/&gt;&lt;property id=&quot;20307&quot; value=&quot;263&quot;/&gt;&lt;/object&gt;&lt;object type=&quot;3&quot; unique_id=&quot;10009&quot;&gt;&lt;property id=&quot;20148&quot; value=&quot;5&quot;/&gt;&lt;property id=&quot;20300&quot; value=&quot;Slide 7&quot;/&gt;&lt;property id=&quot;20307&quot; value=&quot;264&quot;/&gt;&lt;/object&gt;&lt;object type=&quot;3&quot; unique_id=&quot;10010&quot;&gt;&lt;property id=&quot;20148&quot; value=&quot;5&quot;/&gt;&lt;property id=&quot;20300&quot; value=&quot;Slide 8&quot;/&gt;&lt;property id=&quot;20307&quot; value=&quot;265&quot;/&gt;&lt;/object&gt;&lt;object type=&quot;3&quot; unique_id=&quot;10011&quot;&gt;&lt;property id=&quot;20148&quot; value=&quot;5&quot;/&gt;&lt;property id=&quot;20300&quot; value=&quot;Slide 9&quot;/&gt;&lt;property id=&quot;20307&quot; value=&quot;266&quot;/&gt;&lt;/object&gt;&lt;object type=&quot;3&quot; unique_id=&quot;10012&quot;&gt;&lt;property id=&quot;20148&quot; value=&quot;5&quot;/&gt;&lt;property id=&quot;20300&quot; value=&quot;Slide 10&quot;/&gt;&lt;property id=&quot;20307&quot; value=&quot;267&quot;/&gt;&lt;/object&gt;&lt;object type=&quot;3&quot; unique_id=&quot;10013&quot;&gt;&lt;property id=&quot;20148&quot; value=&quot;5&quot;/&gt;&lt;property id=&quot;20300&quot; value=&quot;Slide 11&quot;/&gt;&lt;property id=&quot;20307&quot; value=&quot;269&quot;/&gt;&lt;/object&gt;&lt;object type=&quot;3&quot; unique_id=&quot;10014&quot;&gt;&lt;property id=&quot;20148&quot; value=&quot;5&quot;/&gt;&lt;property id=&quot;20300&quot; value=&quot;Slide 12&quot;/&gt;&lt;property id=&quot;20307&quot; value=&quot;270&quot;/&gt;&lt;/object&gt;&lt;object type=&quot;3&quot; unique_id=&quot;10015&quot;&gt;&lt;property id=&quot;20148&quot; value=&quot;5&quot;/&gt;&lt;property id=&quot;20300&quot; value=&quot;Slide 13&quot;/&gt;&lt;property id=&quot;20307&quot; value=&quot;274&quot;/&gt;&lt;/object&gt;&lt;object type=&quot;3&quot; unique_id=&quot;10016&quot;&gt;&lt;property id=&quot;20148&quot; value=&quot;5&quot;/&gt;&lt;property id=&quot;20300&quot; value=&quot;Slide 14&quot;/&gt;&lt;property id=&quot;20307&quot; value=&quot;275&quot;/&gt;&lt;/object&gt;&lt;object type=&quot;3&quot; unique_id=&quot;10017&quot;&gt;&lt;property id=&quot;20148&quot; value=&quot;5&quot;/&gt;&lt;property id=&quot;20300&quot; value=&quot;Slide 15&quot;/&gt;&lt;property id=&quot;20307&quot; value=&quot;276&quot;/&gt;&lt;/object&gt;&lt;object type=&quot;3&quot; unique_id=&quot;10018&quot;&gt;&lt;property id=&quot;20148&quot; value=&quot;5&quot;/&gt;&lt;property id=&quot;20300&quot; value=&quot;Slide 16&quot;/&gt;&lt;property id=&quot;20307&quot; value=&quot;277&quot;/&gt;&lt;/object&gt;&lt;object type=&quot;3&quot; unique_id=&quot;10019&quot;&gt;&lt;property id=&quot;20148&quot; value=&quot;5&quot;/&gt;&lt;property id=&quot;20300&quot; value=&quot;Slide 17&quot;/&gt;&lt;property id=&quot;20307&quot; value=&quot;271&quot;/&gt;&lt;/object&gt;&lt;object type=&quot;3&quot; unique_id=&quot;10020&quot;&gt;&lt;property id=&quot;20148&quot; value=&quot;5&quot;/&gt;&lt;property id=&quot;20300&quot; value=&quot;Slide 18&quot;/&gt;&lt;property id=&quot;20307&quot; value=&quot;278&quot;/&gt;&lt;/object&gt;&lt;object type=&quot;3&quot; unique_id=&quot;10021&quot;&gt;&lt;property id=&quot;20148&quot; value=&quot;5&quot;/&gt;&lt;property id=&quot;20300&quot; value=&quot;Slide 19&quot;/&gt;&lt;property id=&quot;20307&quot; value=&quot;279&quot;/&gt;&lt;/object&gt;&lt;object type=&quot;3&quot; unique_id=&quot;10022&quot;&gt;&lt;property id=&quot;20148&quot; value=&quot;5&quot;/&gt;&lt;property id=&quot;20300&quot; value=&quot;Slide 20&quot;/&gt;&lt;property id=&quot;20307&quot; value=&quot;272&quot;/&gt;&lt;/object&gt;&lt;object type=&quot;3&quot; unique_id=&quot;10023&quot;&gt;&lt;property id=&quot;20148&quot; value=&quot;5&quot;/&gt;&lt;property id=&quot;20300&quot; value=&quot;Slide 21&quot;/&gt;&lt;property id=&quot;20307&quot; value=&quot;273&quot;/&gt;&lt;/object&gt;&lt;object type=&quot;3&quot; unique_id=&quot;10024&quot;&gt;&lt;property id=&quot;20148&quot; value=&quot;5&quot;/&gt;&lt;property id=&quot;20300&quot; value=&quot;Slide 22&quot;/&gt;&lt;property id=&quot;20307&quot; value=&quot;268&quot;/&gt;&lt;/object&gt;&lt;object type=&quot;3&quot; unique_id=&quot;10025&quot;&gt;&lt;property id=&quot;20148&quot; value=&quot;5&quot;/&gt;&lt;property id=&quot;20300&quot; value=&quot;Slide 23&quot;/&gt;&lt;property id=&quot;20307&quot; value=&quot;280&quot;/&gt;&lt;/object&gt;&lt;object type=&quot;3&quot; unique_id=&quot;10026&quot;&gt;&lt;property id=&quot;20148&quot; value=&quot;5&quot;/&gt;&lt;property id=&quot;20300&quot; value=&quot;Slide 24&quot;/&gt;&lt;property id=&quot;20307&quot; value=&quot;281&quot;/&gt;&lt;/object&gt;&lt;object type=&quot;3&quot; unique_id=&quot;10027&quot;&gt;&lt;property id=&quot;20148&quot; value=&quot;5&quot;/&gt;&lt;property id=&quot;20300&quot; value=&quot;Slide 25&quot;/&gt;&lt;property id=&quot;20307&quot; value=&quot;282&quot;/&gt;&lt;/object&gt;&lt;/object&gt;&lt;object type=&quot;8&quot; unique_id=&quot;10056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7783</TotalTime>
  <Words>1196</Words>
  <Application>Microsoft Office PowerPoint</Application>
  <PresentationFormat>Custom</PresentationFormat>
  <Paragraphs>217</Paragraphs>
  <Slides>31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44" baseType="lpstr">
      <vt:lpstr>Yu Gothic UI Semilight</vt:lpstr>
      <vt:lpstr>.VnTifani HeavyH</vt:lpstr>
      <vt:lpstr>Arial</vt:lpstr>
      <vt:lpstr>Calibri</vt:lpstr>
      <vt:lpstr>Calibri Light</vt:lpstr>
      <vt:lpstr>Symbol</vt:lpstr>
      <vt:lpstr>Tahoma</vt:lpstr>
      <vt:lpstr>Times New Roman</vt:lpstr>
      <vt:lpstr>Wingdings</vt:lpstr>
      <vt:lpstr>Office Theme</vt:lpstr>
      <vt:lpstr>1_Office Theme</vt:lpstr>
      <vt:lpstr>Equation</vt:lpstr>
      <vt:lpstr>MathType 7.0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LENOVO</dc:creator>
  <cp:lastModifiedBy>Bùi Thị Huế</cp:lastModifiedBy>
  <cp:revision>415</cp:revision>
  <dcterms:created xsi:type="dcterms:W3CDTF">2013-08-31T11:42:51Z</dcterms:created>
  <dcterms:modified xsi:type="dcterms:W3CDTF">2022-06-28T10:13:00Z</dcterms:modified>
</cp:coreProperties>
</file>