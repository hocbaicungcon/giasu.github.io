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av" ContentType="audio/wav"/>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1"/>
  </p:sldMasterIdLst>
  <p:notesMasterIdLst>
    <p:notesMasterId r:id="rId25"/>
  </p:notesMasterIdLst>
  <p:sldIdLst>
    <p:sldId id="375" r:id="rId2"/>
    <p:sldId id="374" r:id="rId3"/>
    <p:sldId id="347" r:id="rId4"/>
    <p:sldId id="348" r:id="rId5"/>
    <p:sldId id="294" r:id="rId6"/>
    <p:sldId id="396" r:id="rId7"/>
    <p:sldId id="394" r:id="rId8"/>
    <p:sldId id="390" r:id="rId9"/>
    <p:sldId id="399" r:id="rId10"/>
    <p:sldId id="398" r:id="rId11"/>
    <p:sldId id="401" r:id="rId12"/>
    <p:sldId id="351" r:id="rId13"/>
    <p:sldId id="391" r:id="rId14"/>
    <p:sldId id="379" r:id="rId15"/>
    <p:sldId id="380" r:id="rId16"/>
    <p:sldId id="381" r:id="rId17"/>
    <p:sldId id="400" r:id="rId18"/>
    <p:sldId id="384" r:id="rId19"/>
    <p:sldId id="393" r:id="rId20"/>
    <p:sldId id="387" r:id="rId21"/>
    <p:sldId id="388" r:id="rId22"/>
    <p:sldId id="389" r:id="rId23"/>
    <p:sldId id="334" r:id="rId24"/>
  </p:sldIdLst>
  <p:sldSz cx="9144000" cy="5143500" type="screen16x9"/>
  <p:notesSz cx="6858000" cy="9144000"/>
  <p:embeddedFontLst>
    <p:embeddedFont>
      <p:font typeface="Comfortaa SemiBold" charset="0"/>
      <p:regular r:id="rId26"/>
      <p:bold r:id="rId27"/>
    </p:embeddedFont>
    <p:embeddedFont>
      <p:font typeface="Mali Medium" charset="-34"/>
      <p:regular r:id="rId28"/>
      <p:bold r:id="rId29"/>
      <p:italic r:id="rId30"/>
      <p:boldItalic r:id="rId31"/>
    </p:embeddedFont>
    <p:embeddedFont>
      <p:font typeface="Single Day" charset="-127"/>
      <p:regular r:id="rId32"/>
    </p:embeddedFont>
    <p:embeddedFont>
      <p:font typeface="Comfortaa Light" charset="0"/>
      <p:regular r:id="rId33"/>
      <p:bold r:id="rId34"/>
    </p:embeddedFont>
    <p:embeddedFont>
      <p:font typeface="Calibri" pitchFamily="34" charset="0"/>
      <p:regular r:id="rId35"/>
      <p:bold r:id="rId36"/>
      <p:italic r:id="rId37"/>
      <p:boldItalic r:id="rId38"/>
    </p:embeddedFont>
    <p:embeddedFont>
      <p:font typeface="Comfortaa Medium"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5D7"/>
    <a:srgbClr val="82B5E3"/>
    <a:srgbClr val="FFF4D4"/>
    <a:srgbClr val="DFF6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B1F7A297-B704-4BC8-95AC-87400A6B415D}">
  <a:tblStyle styleId="{B1F7A297-B704-4BC8-95AC-87400A6B415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94688" autoAdjust="0"/>
  </p:normalViewPr>
  <p:slideViewPr>
    <p:cSldViewPr snapToGrid="0">
      <p:cViewPr varScale="1">
        <p:scale>
          <a:sx n="90" d="100"/>
          <a:sy n="90" d="100"/>
        </p:scale>
        <p:origin x="-288" y="-96"/>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26117704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1153af59bf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1153af59b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1161e327149_1_6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1161e327149_1_6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119051c6394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119051c6394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11474dacc60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11474dacc60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11474dacc60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11474dacc60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0662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11474dacc60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11474dacc60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0662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11474dacc60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11474dacc60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6620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11474dacc60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11474dacc60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6620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11474dacc60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11474dacc60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0662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11474dacc60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11474dacc60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9666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p:cNvGrpSpPr/>
        <p:nvPr/>
      </p:nvGrpSpPr>
      <p:grpSpPr>
        <a:xfrm>
          <a:off x="0" y="0"/>
          <a:ext cx="0" cy="0"/>
          <a:chOff x="0" y="0"/>
          <a:chExt cx="0" cy="0"/>
        </a:xfrm>
      </p:grpSpPr>
      <p:sp>
        <p:nvSpPr>
          <p:cNvPr id="1717" name="Google Shape;1717;g1161e327149_1_6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8" name="Google Shape;1718;g1161e327149_1_6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37828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11474dacc60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11474dacc60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97998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11474dacc60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11474dacc60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96662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11474dacc60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11474dacc60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96662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11474dacc60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11474dacc60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96662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1161e327149_1_6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1161e327149_1_6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04424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pic>
        <p:nvPicPr>
          <p:cNvPr id="55" name="Google Shape;55;p7"/>
          <p:cNvPicPr preferRelativeResize="0"/>
          <p:nvPr/>
        </p:nvPicPr>
        <p:blipFill>
          <a:blip r:embed="rId2">
            <a:alphaModFix amt="50000"/>
          </a:blip>
          <a:stretch>
            <a:fillRect/>
          </a:stretch>
        </p:blipFill>
        <p:spPr>
          <a:xfrm>
            <a:off x="4000" y="0"/>
            <a:ext cx="9143997" cy="5143499"/>
          </a:xfrm>
          <a:prstGeom prst="rect">
            <a:avLst/>
          </a:prstGeom>
          <a:noFill/>
          <a:ln>
            <a:noFill/>
          </a:ln>
        </p:spPr>
      </p:pic>
      <p:sp>
        <p:nvSpPr>
          <p:cNvPr id="57" name="Google Shape;57;p7"/>
          <p:cNvSpPr/>
          <p:nvPr/>
        </p:nvSpPr>
        <p:spPr>
          <a:xfrm flipH="1">
            <a:off x="-11" y="0"/>
            <a:ext cx="2334924" cy="1606098"/>
          </a:xfrm>
          <a:custGeom>
            <a:avLst/>
            <a:gdLst/>
            <a:ahLst/>
            <a:cxnLst/>
            <a:rect l="l" t="t" r="r" b="b"/>
            <a:pathLst>
              <a:path w="31600" h="21510" extrusionOk="0">
                <a:moveTo>
                  <a:pt x="434" y="1"/>
                </a:moveTo>
                <a:cubicBezTo>
                  <a:pt x="434" y="1"/>
                  <a:pt x="0" y="7053"/>
                  <a:pt x="11989" y="9467"/>
                </a:cubicBezTo>
                <a:cubicBezTo>
                  <a:pt x="22079" y="11501"/>
                  <a:pt x="20181" y="20886"/>
                  <a:pt x="31600" y="21510"/>
                </a:cubicBezTo>
                <a:lnTo>
                  <a:pt x="316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7"/>
          <p:cNvSpPr txBox="1">
            <a:spLocks noGrp="1"/>
          </p:cNvSpPr>
          <p:nvPr>
            <p:ph type="subTitle" idx="1"/>
          </p:nvPr>
        </p:nvSpPr>
        <p:spPr>
          <a:xfrm rot="-272">
            <a:off x="957497" y="1663118"/>
            <a:ext cx="3792600" cy="22611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300"/>
              <a:buChar char="●"/>
              <a:defRPr sz="1200">
                <a:latin typeface="Comfortaa SemiBold"/>
                <a:ea typeface="Comfortaa SemiBold"/>
                <a:cs typeface="Comfortaa SemiBold"/>
                <a:sym typeface="Comfortaa SemiBold"/>
              </a:defRPr>
            </a:lvl1pPr>
            <a:lvl2pPr lvl="1" algn="ctr" rtl="0">
              <a:lnSpc>
                <a:spcPct val="100000"/>
              </a:lnSpc>
              <a:spcBef>
                <a:spcPts val="0"/>
              </a:spcBef>
              <a:spcAft>
                <a:spcPts val="0"/>
              </a:spcAft>
              <a:buSzPts val="1300"/>
              <a:buChar char="○"/>
              <a:defRPr/>
            </a:lvl2pPr>
            <a:lvl3pPr lvl="2" algn="ctr" rtl="0">
              <a:lnSpc>
                <a:spcPct val="100000"/>
              </a:lnSpc>
              <a:spcBef>
                <a:spcPts val="1600"/>
              </a:spcBef>
              <a:spcAft>
                <a:spcPts val="0"/>
              </a:spcAft>
              <a:buSzPts val="1300"/>
              <a:buChar char="■"/>
              <a:defRPr/>
            </a:lvl3pPr>
            <a:lvl4pPr lvl="3" algn="ctr" rtl="0">
              <a:lnSpc>
                <a:spcPct val="100000"/>
              </a:lnSpc>
              <a:spcBef>
                <a:spcPts val="1600"/>
              </a:spcBef>
              <a:spcAft>
                <a:spcPts val="0"/>
              </a:spcAft>
              <a:buSzPts val="1300"/>
              <a:buChar char="●"/>
              <a:defRPr/>
            </a:lvl4pPr>
            <a:lvl5pPr lvl="4" algn="ctr" rtl="0">
              <a:lnSpc>
                <a:spcPct val="100000"/>
              </a:lnSpc>
              <a:spcBef>
                <a:spcPts val="1600"/>
              </a:spcBef>
              <a:spcAft>
                <a:spcPts val="0"/>
              </a:spcAft>
              <a:buSzPts val="1300"/>
              <a:buChar char="○"/>
              <a:defRPr/>
            </a:lvl5pPr>
            <a:lvl6pPr lvl="5" algn="ctr" rtl="0">
              <a:lnSpc>
                <a:spcPct val="100000"/>
              </a:lnSpc>
              <a:spcBef>
                <a:spcPts val="1600"/>
              </a:spcBef>
              <a:spcAft>
                <a:spcPts val="0"/>
              </a:spcAft>
              <a:buSzPts val="1300"/>
              <a:buChar char="■"/>
              <a:defRPr/>
            </a:lvl6pPr>
            <a:lvl7pPr lvl="6" algn="ctr" rtl="0">
              <a:lnSpc>
                <a:spcPct val="100000"/>
              </a:lnSpc>
              <a:spcBef>
                <a:spcPts val="1600"/>
              </a:spcBef>
              <a:spcAft>
                <a:spcPts val="0"/>
              </a:spcAft>
              <a:buSzPts val="1300"/>
              <a:buChar char="●"/>
              <a:defRPr/>
            </a:lvl7pPr>
            <a:lvl8pPr lvl="7" algn="ctr" rtl="0">
              <a:lnSpc>
                <a:spcPct val="100000"/>
              </a:lnSpc>
              <a:spcBef>
                <a:spcPts val="1600"/>
              </a:spcBef>
              <a:spcAft>
                <a:spcPts val="0"/>
              </a:spcAft>
              <a:buSzPts val="1300"/>
              <a:buChar char="○"/>
              <a:defRPr/>
            </a:lvl8pPr>
            <a:lvl9pPr lvl="8" algn="ctr" rtl="0">
              <a:lnSpc>
                <a:spcPct val="100000"/>
              </a:lnSpc>
              <a:spcBef>
                <a:spcPts val="1600"/>
              </a:spcBef>
              <a:spcAft>
                <a:spcPts val="1600"/>
              </a:spcAft>
              <a:buSzPts val="1300"/>
              <a:buChar char="■"/>
              <a:defRPr/>
            </a:lvl9pPr>
          </a:lstStyle>
          <a:p>
            <a:endParaRPr/>
          </a:p>
        </p:txBody>
      </p:sp>
      <p:sp>
        <p:nvSpPr>
          <p:cNvPr id="59" name="Google Shape;59;p7"/>
          <p:cNvSpPr/>
          <p:nvPr/>
        </p:nvSpPr>
        <p:spPr>
          <a:xfrm>
            <a:off x="6248400" y="1747125"/>
            <a:ext cx="2895564" cy="3448597"/>
          </a:xfrm>
          <a:custGeom>
            <a:avLst/>
            <a:gdLst/>
            <a:ahLst/>
            <a:cxnLst/>
            <a:rect l="l" t="t" r="r" b="b"/>
            <a:pathLst>
              <a:path w="39792" h="47392" extrusionOk="0">
                <a:moveTo>
                  <a:pt x="35354" y="0"/>
                </a:moveTo>
                <a:cubicBezTo>
                  <a:pt x="30943" y="0"/>
                  <a:pt x="24629" y="1336"/>
                  <a:pt x="23165" y="8659"/>
                </a:cubicBezTo>
                <a:cubicBezTo>
                  <a:pt x="20832" y="20186"/>
                  <a:pt x="23816" y="23550"/>
                  <a:pt x="11908" y="29625"/>
                </a:cubicBezTo>
                <a:cubicBezTo>
                  <a:pt x="1" y="35674"/>
                  <a:pt x="1981" y="47392"/>
                  <a:pt x="1981" y="47392"/>
                </a:cubicBezTo>
                <a:lnTo>
                  <a:pt x="39792" y="47392"/>
                </a:lnTo>
                <a:lnTo>
                  <a:pt x="39792" y="440"/>
                </a:lnTo>
                <a:cubicBezTo>
                  <a:pt x="39792" y="440"/>
                  <a:pt x="37887" y="0"/>
                  <a:pt x="353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7"/>
          <p:cNvSpPr/>
          <p:nvPr/>
        </p:nvSpPr>
        <p:spPr>
          <a:xfrm>
            <a:off x="7164024" y="3716432"/>
            <a:ext cx="1979972" cy="1773891"/>
          </a:xfrm>
          <a:custGeom>
            <a:avLst/>
            <a:gdLst/>
            <a:ahLst/>
            <a:cxnLst/>
            <a:rect l="l" t="t" r="r" b="b"/>
            <a:pathLst>
              <a:path w="18583" h="16650" extrusionOk="0">
                <a:moveTo>
                  <a:pt x="8583" y="411"/>
                </a:moveTo>
                <a:cubicBezTo>
                  <a:pt x="9474" y="411"/>
                  <a:pt x="10201" y="1068"/>
                  <a:pt x="10763" y="1889"/>
                </a:cubicBezTo>
                <a:cubicBezTo>
                  <a:pt x="9860" y="2264"/>
                  <a:pt x="9005" y="2814"/>
                  <a:pt x="8312" y="3296"/>
                </a:cubicBezTo>
                <a:cubicBezTo>
                  <a:pt x="8067" y="3460"/>
                  <a:pt x="7820" y="3647"/>
                  <a:pt x="7586" y="3823"/>
                </a:cubicBezTo>
                <a:cubicBezTo>
                  <a:pt x="6952" y="3741"/>
                  <a:pt x="6308" y="3682"/>
                  <a:pt x="5663" y="3671"/>
                </a:cubicBezTo>
                <a:cubicBezTo>
                  <a:pt x="5897" y="2405"/>
                  <a:pt x="6449" y="1243"/>
                  <a:pt x="7668" y="634"/>
                </a:cubicBezTo>
                <a:cubicBezTo>
                  <a:pt x="7996" y="482"/>
                  <a:pt x="8301" y="411"/>
                  <a:pt x="8583" y="411"/>
                </a:cubicBezTo>
                <a:close/>
                <a:moveTo>
                  <a:pt x="11032" y="2311"/>
                </a:moveTo>
                <a:cubicBezTo>
                  <a:pt x="11384" y="2897"/>
                  <a:pt x="11654" y="3518"/>
                  <a:pt x="11842" y="4022"/>
                </a:cubicBezTo>
                <a:cubicBezTo>
                  <a:pt x="11947" y="4280"/>
                  <a:pt x="12029" y="4550"/>
                  <a:pt x="12123" y="4820"/>
                </a:cubicBezTo>
                <a:cubicBezTo>
                  <a:pt x="10998" y="4456"/>
                  <a:pt x="9837" y="4198"/>
                  <a:pt x="8711" y="3999"/>
                </a:cubicBezTo>
                <a:cubicBezTo>
                  <a:pt x="8559" y="3976"/>
                  <a:pt x="8395" y="3940"/>
                  <a:pt x="8242" y="3916"/>
                </a:cubicBezTo>
                <a:lnTo>
                  <a:pt x="8735" y="3565"/>
                </a:lnTo>
                <a:cubicBezTo>
                  <a:pt x="9427" y="3096"/>
                  <a:pt x="10212" y="2627"/>
                  <a:pt x="11032" y="2311"/>
                </a:cubicBezTo>
                <a:close/>
                <a:moveTo>
                  <a:pt x="5980" y="4187"/>
                </a:moveTo>
                <a:cubicBezTo>
                  <a:pt x="6332" y="4198"/>
                  <a:pt x="6683" y="4210"/>
                  <a:pt x="7058" y="4245"/>
                </a:cubicBezTo>
                <a:cubicBezTo>
                  <a:pt x="6507" y="4690"/>
                  <a:pt x="5968" y="5183"/>
                  <a:pt x="5475" y="5711"/>
                </a:cubicBezTo>
                <a:cubicBezTo>
                  <a:pt x="5487" y="5218"/>
                  <a:pt x="5511" y="4690"/>
                  <a:pt x="5581" y="4187"/>
                </a:cubicBezTo>
                <a:close/>
                <a:moveTo>
                  <a:pt x="12616" y="1947"/>
                </a:moveTo>
                <a:cubicBezTo>
                  <a:pt x="12674" y="2592"/>
                  <a:pt x="13284" y="3202"/>
                  <a:pt x="13952" y="3202"/>
                </a:cubicBezTo>
                <a:cubicBezTo>
                  <a:pt x="14175" y="3202"/>
                  <a:pt x="14398" y="3131"/>
                  <a:pt x="14620" y="2979"/>
                </a:cubicBezTo>
                <a:cubicBezTo>
                  <a:pt x="14737" y="2885"/>
                  <a:pt x="14831" y="2780"/>
                  <a:pt x="14901" y="2662"/>
                </a:cubicBezTo>
                <a:cubicBezTo>
                  <a:pt x="15852" y="3530"/>
                  <a:pt x="15523" y="4914"/>
                  <a:pt x="14961" y="6074"/>
                </a:cubicBezTo>
                <a:cubicBezTo>
                  <a:pt x="14245" y="5652"/>
                  <a:pt x="13483" y="5300"/>
                  <a:pt x="12686" y="5007"/>
                </a:cubicBezTo>
                <a:cubicBezTo>
                  <a:pt x="12416" y="4010"/>
                  <a:pt x="12041" y="3014"/>
                  <a:pt x="11514" y="2147"/>
                </a:cubicBezTo>
                <a:cubicBezTo>
                  <a:pt x="11877" y="2041"/>
                  <a:pt x="12252" y="1970"/>
                  <a:pt x="12616" y="1947"/>
                </a:cubicBezTo>
                <a:close/>
                <a:moveTo>
                  <a:pt x="12827" y="5534"/>
                </a:moveTo>
                <a:lnTo>
                  <a:pt x="12827" y="5534"/>
                </a:lnTo>
                <a:cubicBezTo>
                  <a:pt x="13495" y="5805"/>
                  <a:pt x="14140" y="6121"/>
                  <a:pt x="14750" y="6485"/>
                </a:cubicBezTo>
                <a:cubicBezTo>
                  <a:pt x="14620" y="6707"/>
                  <a:pt x="14492" y="6918"/>
                  <a:pt x="14374" y="7105"/>
                </a:cubicBezTo>
                <a:cubicBezTo>
                  <a:pt x="14057" y="7574"/>
                  <a:pt x="13718" y="8032"/>
                  <a:pt x="13354" y="8466"/>
                </a:cubicBezTo>
                <a:cubicBezTo>
                  <a:pt x="13296" y="8009"/>
                  <a:pt x="13225" y="7551"/>
                  <a:pt x="13155" y="7105"/>
                </a:cubicBezTo>
                <a:cubicBezTo>
                  <a:pt x="13061" y="6602"/>
                  <a:pt x="12955" y="6074"/>
                  <a:pt x="12827" y="5534"/>
                </a:cubicBezTo>
                <a:close/>
                <a:moveTo>
                  <a:pt x="5077" y="4198"/>
                </a:moveTo>
                <a:lnTo>
                  <a:pt x="5077" y="4198"/>
                </a:lnTo>
                <a:cubicBezTo>
                  <a:pt x="4995" y="4878"/>
                  <a:pt x="4983" y="5581"/>
                  <a:pt x="5006" y="6238"/>
                </a:cubicBezTo>
                <a:cubicBezTo>
                  <a:pt x="4198" y="7188"/>
                  <a:pt x="3529" y="8231"/>
                  <a:pt x="3083" y="9345"/>
                </a:cubicBezTo>
                <a:cubicBezTo>
                  <a:pt x="2169" y="8700"/>
                  <a:pt x="1454" y="7845"/>
                  <a:pt x="1290" y="6660"/>
                </a:cubicBezTo>
                <a:cubicBezTo>
                  <a:pt x="1278" y="6543"/>
                  <a:pt x="1267" y="6414"/>
                  <a:pt x="1267" y="6308"/>
                </a:cubicBezTo>
                <a:lnTo>
                  <a:pt x="1267" y="6308"/>
                </a:lnTo>
                <a:cubicBezTo>
                  <a:pt x="1372" y="6332"/>
                  <a:pt x="1489" y="6355"/>
                  <a:pt x="1595" y="6355"/>
                </a:cubicBezTo>
                <a:cubicBezTo>
                  <a:pt x="1817" y="6355"/>
                  <a:pt x="2040" y="6285"/>
                  <a:pt x="2251" y="6133"/>
                </a:cubicBezTo>
                <a:cubicBezTo>
                  <a:pt x="2767" y="5722"/>
                  <a:pt x="2814" y="5125"/>
                  <a:pt x="2603" y="4656"/>
                </a:cubicBezTo>
                <a:cubicBezTo>
                  <a:pt x="3354" y="4339"/>
                  <a:pt x="4279" y="4234"/>
                  <a:pt x="5077" y="4198"/>
                </a:cubicBezTo>
                <a:close/>
                <a:moveTo>
                  <a:pt x="5030" y="6941"/>
                </a:moveTo>
                <a:cubicBezTo>
                  <a:pt x="5042" y="7024"/>
                  <a:pt x="5042" y="7118"/>
                  <a:pt x="5053" y="7211"/>
                </a:cubicBezTo>
                <a:cubicBezTo>
                  <a:pt x="5123" y="8314"/>
                  <a:pt x="5276" y="9450"/>
                  <a:pt x="5546" y="10576"/>
                </a:cubicBezTo>
                <a:cubicBezTo>
                  <a:pt x="4854" y="10318"/>
                  <a:pt x="4139" y="10002"/>
                  <a:pt x="3482" y="9603"/>
                </a:cubicBezTo>
                <a:cubicBezTo>
                  <a:pt x="3565" y="9392"/>
                  <a:pt x="3658" y="9181"/>
                  <a:pt x="3752" y="8981"/>
                </a:cubicBezTo>
                <a:cubicBezTo>
                  <a:pt x="4092" y="8267"/>
                  <a:pt x="4526" y="7574"/>
                  <a:pt x="5030" y="6941"/>
                </a:cubicBezTo>
                <a:close/>
                <a:moveTo>
                  <a:pt x="15172" y="6754"/>
                </a:moveTo>
                <a:cubicBezTo>
                  <a:pt x="15230" y="6789"/>
                  <a:pt x="15289" y="6836"/>
                  <a:pt x="15359" y="6871"/>
                </a:cubicBezTo>
                <a:cubicBezTo>
                  <a:pt x="15805" y="7199"/>
                  <a:pt x="16261" y="7551"/>
                  <a:pt x="16519" y="7997"/>
                </a:cubicBezTo>
                <a:cubicBezTo>
                  <a:pt x="16321" y="8067"/>
                  <a:pt x="16097" y="8196"/>
                  <a:pt x="15898" y="8419"/>
                </a:cubicBezTo>
                <a:cubicBezTo>
                  <a:pt x="15370" y="9005"/>
                  <a:pt x="15675" y="9814"/>
                  <a:pt x="16250" y="10224"/>
                </a:cubicBezTo>
                <a:cubicBezTo>
                  <a:pt x="16215" y="10271"/>
                  <a:pt x="16168" y="10318"/>
                  <a:pt x="16133" y="10365"/>
                </a:cubicBezTo>
                <a:cubicBezTo>
                  <a:pt x="15500" y="11139"/>
                  <a:pt x="14445" y="11467"/>
                  <a:pt x="13495" y="11631"/>
                </a:cubicBezTo>
                <a:cubicBezTo>
                  <a:pt x="13541" y="10799"/>
                  <a:pt x="13507" y="9943"/>
                  <a:pt x="13424" y="9111"/>
                </a:cubicBezTo>
                <a:cubicBezTo>
                  <a:pt x="14081" y="8384"/>
                  <a:pt x="14703" y="7598"/>
                  <a:pt x="15172" y="6754"/>
                </a:cubicBezTo>
                <a:close/>
                <a:moveTo>
                  <a:pt x="7738" y="4304"/>
                </a:moveTo>
                <a:cubicBezTo>
                  <a:pt x="9250" y="4468"/>
                  <a:pt x="10810" y="4796"/>
                  <a:pt x="12275" y="5323"/>
                </a:cubicBezTo>
                <a:cubicBezTo>
                  <a:pt x="12604" y="6508"/>
                  <a:pt x="12815" y="7727"/>
                  <a:pt x="12932" y="8947"/>
                </a:cubicBezTo>
                <a:cubicBezTo>
                  <a:pt x="12275" y="9650"/>
                  <a:pt x="11572" y="10307"/>
                  <a:pt x="10834" y="10916"/>
                </a:cubicBezTo>
                <a:cubicBezTo>
                  <a:pt x="10517" y="11174"/>
                  <a:pt x="10188" y="11432"/>
                  <a:pt x="9860" y="11678"/>
                </a:cubicBezTo>
                <a:cubicBezTo>
                  <a:pt x="8559" y="11514"/>
                  <a:pt x="7269" y="11174"/>
                  <a:pt x="6061" y="10763"/>
                </a:cubicBezTo>
                <a:cubicBezTo>
                  <a:pt x="5686" y="9333"/>
                  <a:pt x="5511" y="7845"/>
                  <a:pt x="5487" y="6402"/>
                </a:cubicBezTo>
                <a:cubicBezTo>
                  <a:pt x="6167" y="5628"/>
                  <a:pt x="6929" y="4925"/>
                  <a:pt x="7738" y="4304"/>
                </a:cubicBezTo>
                <a:close/>
                <a:moveTo>
                  <a:pt x="12979" y="9568"/>
                </a:moveTo>
                <a:cubicBezTo>
                  <a:pt x="13038" y="10271"/>
                  <a:pt x="13049" y="10987"/>
                  <a:pt x="13014" y="11701"/>
                </a:cubicBezTo>
                <a:cubicBezTo>
                  <a:pt x="12533" y="11760"/>
                  <a:pt x="12064" y="11795"/>
                  <a:pt x="11584" y="11795"/>
                </a:cubicBezTo>
                <a:cubicBezTo>
                  <a:pt x="11232" y="11795"/>
                  <a:pt x="10892" y="11784"/>
                  <a:pt x="10552" y="11748"/>
                </a:cubicBezTo>
                <a:cubicBezTo>
                  <a:pt x="11150" y="11279"/>
                  <a:pt x="11736" y="10776"/>
                  <a:pt x="12275" y="10271"/>
                </a:cubicBezTo>
                <a:cubicBezTo>
                  <a:pt x="12510" y="10049"/>
                  <a:pt x="12744" y="9814"/>
                  <a:pt x="12979" y="9568"/>
                </a:cubicBezTo>
                <a:close/>
                <a:moveTo>
                  <a:pt x="6226" y="11315"/>
                </a:moveTo>
                <a:lnTo>
                  <a:pt x="6226" y="11315"/>
                </a:lnTo>
                <a:cubicBezTo>
                  <a:pt x="6577" y="11420"/>
                  <a:pt x="6918" y="11526"/>
                  <a:pt x="7246" y="11608"/>
                </a:cubicBezTo>
                <a:cubicBezTo>
                  <a:pt x="7903" y="11795"/>
                  <a:pt x="8606" y="11948"/>
                  <a:pt x="9309" y="12065"/>
                </a:cubicBezTo>
                <a:cubicBezTo>
                  <a:pt x="8583" y="12546"/>
                  <a:pt x="7820" y="12968"/>
                  <a:pt x="7012" y="13285"/>
                </a:cubicBezTo>
                <a:cubicBezTo>
                  <a:pt x="6694" y="12652"/>
                  <a:pt x="6437" y="11995"/>
                  <a:pt x="6226" y="11315"/>
                </a:cubicBezTo>
                <a:close/>
                <a:moveTo>
                  <a:pt x="3318" y="10083"/>
                </a:moveTo>
                <a:cubicBezTo>
                  <a:pt x="4057" y="10529"/>
                  <a:pt x="4878" y="10869"/>
                  <a:pt x="5686" y="11139"/>
                </a:cubicBezTo>
                <a:cubicBezTo>
                  <a:pt x="5909" y="11936"/>
                  <a:pt x="6202" y="12710"/>
                  <a:pt x="6566" y="13437"/>
                </a:cubicBezTo>
                <a:cubicBezTo>
                  <a:pt x="6554" y="13449"/>
                  <a:pt x="6543" y="13449"/>
                  <a:pt x="6519" y="13449"/>
                </a:cubicBezTo>
                <a:cubicBezTo>
                  <a:pt x="6061" y="13589"/>
                  <a:pt x="5605" y="13718"/>
                  <a:pt x="5159" y="13718"/>
                </a:cubicBezTo>
                <a:cubicBezTo>
                  <a:pt x="4714" y="13718"/>
                  <a:pt x="4279" y="13589"/>
                  <a:pt x="3904" y="13202"/>
                </a:cubicBezTo>
                <a:cubicBezTo>
                  <a:pt x="3541" y="12850"/>
                  <a:pt x="3330" y="12370"/>
                  <a:pt x="3213" y="11889"/>
                </a:cubicBezTo>
                <a:cubicBezTo>
                  <a:pt x="3083" y="11292"/>
                  <a:pt x="3154" y="10682"/>
                  <a:pt x="3318" y="10083"/>
                </a:cubicBezTo>
                <a:close/>
                <a:moveTo>
                  <a:pt x="10001" y="12159"/>
                </a:moveTo>
                <a:cubicBezTo>
                  <a:pt x="10552" y="12229"/>
                  <a:pt x="11115" y="12264"/>
                  <a:pt x="11666" y="12264"/>
                </a:cubicBezTo>
                <a:cubicBezTo>
                  <a:pt x="12111" y="12264"/>
                  <a:pt x="12545" y="12241"/>
                  <a:pt x="12967" y="12194"/>
                </a:cubicBezTo>
                <a:lnTo>
                  <a:pt x="12967" y="12194"/>
                </a:lnTo>
                <a:cubicBezTo>
                  <a:pt x="12908" y="12874"/>
                  <a:pt x="12780" y="13554"/>
                  <a:pt x="12569" y="14199"/>
                </a:cubicBezTo>
                <a:cubicBezTo>
                  <a:pt x="12252" y="15137"/>
                  <a:pt x="11889" y="15992"/>
                  <a:pt x="10821" y="16169"/>
                </a:cubicBezTo>
                <a:cubicBezTo>
                  <a:pt x="10716" y="16192"/>
                  <a:pt x="10610" y="16192"/>
                  <a:pt x="10505" y="16192"/>
                </a:cubicBezTo>
                <a:cubicBezTo>
                  <a:pt x="10107" y="16192"/>
                  <a:pt x="9708" y="16086"/>
                  <a:pt x="9356" y="15934"/>
                </a:cubicBezTo>
                <a:cubicBezTo>
                  <a:pt x="8395" y="15512"/>
                  <a:pt x="7726" y="14574"/>
                  <a:pt x="7234" y="13695"/>
                </a:cubicBezTo>
                <a:cubicBezTo>
                  <a:pt x="8207" y="13308"/>
                  <a:pt x="9133" y="12780"/>
                  <a:pt x="10001" y="12159"/>
                </a:cubicBezTo>
                <a:close/>
                <a:moveTo>
                  <a:pt x="8570" y="1"/>
                </a:moveTo>
                <a:cubicBezTo>
                  <a:pt x="7668" y="1"/>
                  <a:pt x="6765" y="458"/>
                  <a:pt x="6120" y="1267"/>
                </a:cubicBezTo>
                <a:cubicBezTo>
                  <a:pt x="5605" y="1936"/>
                  <a:pt x="5300" y="2780"/>
                  <a:pt x="5147" y="3682"/>
                </a:cubicBezTo>
                <a:cubicBezTo>
                  <a:pt x="4162" y="3705"/>
                  <a:pt x="3201" y="3870"/>
                  <a:pt x="2345" y="4268"/>
                </a:cubicBezTo>
                <a:cubicBezTo>
                  <a:pt x="2122" y="4010"/>
                  <a:pt x="1806" y="3835"/>
                  <a:pt x="1465" y="3835"/>
                </a:cubicBezTo>
                <a:cubicBezTo>
                  <a:pt x="1161" y="3835"/>
                  <a:pt x="832" y="3976"/>
                  <a:pt x="528" y="4315"/>
                </a:cubicBezTo>
                <a:cubicBezTo>
                  <a:pt x="0" y="4890"/>
                  <a:pt x="293" y="5699"/>
                  <a:pt x="856" y="6097"/>
                </a:cubicBezTo>
                <a:cubicBezTo>
                  <a:pt x="739" y="6941"/>
                  <a:pt x="1032" y="7891"/>
                  <a:pt x="1595" y="8618"/>
                </a:cubicBezTo>
                <a:cubicBezTo>
                  <a:pt x="1947" y="9087"/>
                  <a:pt x="2403" y="9486"/>
                  <a:pt x="2919" y="9826"/>
                </a:cubicBezTo>
                <a:cubicBezTo>
                  <a:pt x="2627" y="10740"/>
                  <a:pt x="2591" y="11737"/>
                  <a:pt x="2966" y="12639"/>
                </a:cubicBezTo>
                <a:cubicBezTo>
                  <a:pt x="3213" y="13202"/>
                  <a:pt x="3646" y="13707"/>
                  <a:pt x="4174" y="13999"/>
                </a:cubicBezTo>
                <a:cubicBezTo>
                  <a:pt x="4467" y="14152"/>
                  <a:pt x="4772" y="14210"/>
                  <a:pt x="5089" y="14210"/>
                </a:cubicBezTo>
                <a:cubicBezTo>
                  <a:pt x="5605" y="14210"/>
                  <a:pt x="6144" y="14058"/>
                  <a:pt x="6613" y="13918"/>
                </a:cubicBezTo>
                <a:cubicBezTo>
                  <a:pt x="6671" y="13894"/>
                  <a:pt x="6730" y="13871"/>
                  <a:pt x="6788" y="13859"/>
                </a:cubicBezTo>
                <a:cubicBezTo>
                  <a:pt x="6999" y="14246"/>
                  <a:pt x="7246" y="14632"/>
                  <a:pt x="7527" y="14996"/>
                </a:cubicBezTo>
                <a:cubicBezTo>
                  <a:pt x="8125" y="15770"/>
                  <a:pt x="8981" y="16450"/>
                  <a:pt x="9977" y="16614"/>
                </a:cubicBezTo>
                <a:cubicBezTo>
                  <a:pt x="10154" y="16638"/>
                  <a:pt x="10329" y="16649"/>
                  <a:pt x="10505" y="16649"/>
                </a:cubicBezTo>
                <a:cubicBezTo>
                  <a:pt x="10904" y="16649"/>
                  <a:pt x="11303" y="16579"/>
                  <a:pt x="11678" y="16391"/>
                </a:cubicBezTo>
                <a:cubicBezTo>
                  <a:pt x="12428" y="16028"/>
                  <a:pt x="12756" y="15090"/>
                  <a:pt x="13014" y="14351"/>
                </a:cubicBezTo>
                <a:cubicBezTo>
                  <a:pt x="13249" y="13636"/>
                  <a:pt x="13389" y="12886"/>
                  <a:pt x="13460" y="12123"/>
                </a:cubicBezTo>
                <a:cubicBezTo>
                  <a:pt x="13940" y="12030"/>
                  <a:pt x="14421" y="11912"/>
                  <a:pt x="14878" y="11737"/>
                </a:cubicBezTo>
                <a:cubicBezTo>
                  <a:pt x="15605" y="11479"/>
                  <a:pt x="16227" y="11034"/>
                  <a:pt x="16672" y="10424"/>
                </a:cubicBezTo>
                <a:cubicBezTo>
                  <a:pt x="16766" y="10447"/>
                  <a:pt x="16871" y="10459"/>
                  <a:pt x="16977" y="10459"/>
                </a:cubicBezTo>
                <a:cubicBezTo>
                  <a:pt x="17188" y="10459"/>
                  <a:pt x="17423" y="10388"/>
                  <a:pt x="17634" y="10236"/>
                </a:cubicBezTo>
                <a:cubicBezTo>
                  <a:pt x="18583" y="9474"/>
                  <a:pt x="17926" y="8103"/>
                  <a:pt x="17001" y="7962"/>
                </a:cubicBezTo>
                <a:cubicBezTo>
                  <a:pt x="16719" y="7399"/>
                  <a:pt x="16203" y="6918"/>
                  <a:pt x="15617" y="6485"/>
                </a:cubicBezTo>
                <a:cubicBezTo>
                  <a:pt x="15535" y="6438"/>
                  <a:pt x="15453" y="6391"/>
                  <a:pt x="15383" y="6332"/>
                </a:cubicBezTo>
                <a:cubicBezTo>
                  <a:pt x="15594" y="5886"/>
                  <a:pt x="15769" y="5417"/>
                  <a:pt x="15886" y="4948"/>
                </a:cubicBezTo>
                <a:cubicBezTo>
                  <a:pt x="16156" y="3788"/>
                  <a:pt x="15805" y="2874"/>
                  <a:pt x="15066" y="2264"/>
                </a:cubicBezTo>
                <a:cubicBezTo>
                  <a:pt x="15195" y="1513"/>
                  <a:pt x="14573" y="693"/>
                  <a:pt x="13823" y="693"/>
                </a:cubicBezTo>
                <a:cubicBezTo>
                  <a:pt x="13518" y="693"/>
                  <a:pt x="13190" y="833"/>
                  <a:pt x="12885" y="1162"/>
                </a:cubicBezTo>
                <a:cubicBezTo>
                  <a:pt x="12803" y="1243"/>
                  <a:pt x="12744" y="1337"/>
                  <a:pt x="12697" y="1431"/>
                </a:cubicBezTo>
                <a:cubicBezTo>
                  <a:pt x="12217" y="1443"/>
                  <a:pt x="11712" y="1548"/>
                  <a:pt x="11232" y="1712"/>
                </a:cubicBezTo>
                <a:cubicBezTo>
                  <a:pt x="10986" y="1361"/>
                  <a:pt x="10716" y="1045"/>
                  <a:pt x="10423" y="763"/>
                </a:cubicBezTo>
                <a:cubicBezTo>
                  <a:pt x="9860" y="235"/>
                  <a:pt x="9216" y="1"/>
                  <a:pt x="8570" y="1"/>
                </a:cubicBezTo>
                <a:close/>
              </a:path>
            </a:pathLst>
          </a:custGeom>
          <a:solidFill>
            <a:srgbClr val="FECA2A">
              <a:alpha val="55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7"/>
          <p:cNvSpPr txBox="1">
            <a:spLocks noGrp="1"/>
          </p:cNvSpPr>
          <p:nvPr>
            <p:ph type="title"/>
          </p:nvPr>
        </p:nvSpPr>
        <p:spPr>
          <a:xfrm>
            <a:off x="720000" y="585216"/>
            <a:ext cx="7708500" cy="420600"/>
          </a:xfrm>
          <a:prstGeom prst="rect">
            <a:avLst/>
          </a:prstGeom>
        </p:spPr>
        <p:txBody>
          <a:bodyPr spcFirstLastPara="1" wrap="square" lIns="91425" tIns="91425" rIns="91425" bIns="91425" anchor="t" anchorCtr="0">
            <a:noAutofit/>
          </a:bodyPr>
          <a:lstStyle>
            <a:lvl1pPr lvl="0" rtl="0">
              <a:lnSpc>
                <a:spcPct val="70000"/>
              </a:lnSpc>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3"/>
        <p:cNvGrpSpPr/>
        <p:nvPr/>
      </p:nvGrpSpPr>
      <p:grpSpPr>
        <a:xfrm>
          <a:off x="0" y="0"/>
          <a:ext cx="0" cy="0"/>
          <a:chOff x="0" y="0"/>
          <a:chExt cx="0" cy="0"/>
        </a:xfrm>
      </p:grpSpPr>
      <p:pic>
        <p:nvPicPr>
          <p:cNvPr id="64" name="Google Shape;64;p8"/>
          <p:cNvPicPr preferRelativeResize="0"/>
          <p:nvPr/>
        </p:nvPicPr>
        <p:blipFill>
          <a:blip r:embed="rId2">
            <a:alphaModFix amt="50000"/>
          </a:blip>
          <a:stretch>
            <a:fillRect/>
          </a:stretch>
        </p:blipFill>
        <p:spPr>
          <a:xfrm>
            <a:off x="4000" y="0"/>
            <a:ext cx="9143997" cy="5143499"/>
          </a:xfrm>
          <a:prstGeom prst="rect">
            <a:avLst/>
          </a:prstGeom>
          <a:noFill/>
          <a:ln>
            <a:noFill/>
          </a:ln>
        </p:spPr>
      </p:pic>
      <p:sp>
        <p:nvSpPr>
          <p:cNvPr id="65" name="Google Shape;65;p8"/>
          <p:cNvSpPr/>
          <p:nvPr/>
        </p:nvSpPr>
        <p:spPr>
          <a:xfrm>
            <a:off x="0" y="0"/>
            <a:ext cx="7093682" cy="416483"/>
          </a:xfrm>
          <a:custGeom>
            <a:avLst/>
            <a:gdLst/>
            <a:ahLst/>
            <a:cxnLst/>
            <a:rect l="l" t="t" r="r" b="b"/>
            <a:pathLst>
              <a:path w="42124" h="14279" extrusionOk="0">
                <a:moveTo>
                  <a:pt x="1" y="1"/>
                </a:moveTo>
                <a:lnTo>
                  <a:pt x="1" y="7650"/>
                </a:lnTo>
                <a:cubicBezTo>
                  <a:pt x="12993" y="7650"/>
                  <a:pt x="10253" y="11013"/>
                  <a:pt x="23625" y="13942"/>
                </a:cubicBezTo>
                <a:cubicBezTo>
                  <a:pt x="24686" y="14173"/>
                  <a:pt x="25695" y="14279"/>
                  <a:pt x="26653" y="14279"/>
                </a:cubicBezTo>
                <a:cubicBezTo>
                  <a:pt x="37779" y="14279"/>
                  <a:pt x="42124" y="1"/>
                  <a:pt x="421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8"/>
          <p:cNvSpPr/>
          <p:nvPr/>
        </p:nvSpPr>
        <p:spPr>
          <a:xfrm rot="10800000">
            <a:off x="8471931" y="-18"/>
            <a:ext cx="672069" cy="6392418"/>
          </a:xfrm>
          <a:custGeom>
            <a:avLst/>
            <a:gdLst/>
            <a:ahLst/>
            <a:cxnLst/>
            <a:rect l="l" t="t" r="r" b="b"/>
            <a:pathLst>
              <a:path w="21863" h="46193" extrusionOk="0">
                <a:moveTo>
                  <a:pt x="1" y="1"/>
                </a:moveTo>
                <a:lnTo>
                  <a:pt x="1" y="46192"/>
                </a:lnTo>
                <a:lnTo>
                  <a:pt x="13617" y="46192"/>
                </a:lnTo>
                <a:cubicBezTo>
                  <a:pt x="13617" y="46192"/>
                  <a:pt x="21863" y="33960"/>
                  <a:pt x="17306" y="26202"/>
                </a:cubicBezTo>
                <a:cubicBezTo>
                  <a:pt x="12749" y="18445"/>
                  <a:pt x="12749" y="22730"/>
                  <a:pt x="11664" y="12559"/>
                </a:cubicBezTo>
                <a:cubicBezTo>
                  <a:pt x="10606" y="2387"/>
                  <a:pt x="1" y="1"/>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8"/>
          <p:cNvSpPr/>
          <p:nvPr/>
        </p:nvSpPr>
        <p:spPr>
          <a:xfrm rot="5400000">
            <a:off x="5658848" y="-1055312"/>
            <a:ext cx="429510" cy="11968145"/>
          </a:xfrm>
          <a:custGeom>
            <a:avLst/>
            <a:gdLst/>
            <a:ahLst/>
            <a:cxnLst/>
            <a:rect l="l" t="t" r="r" b="b"/>
            <a:pathLst>
              <a:path w="10444" h="62848" extrusionOk="0">
                <a:moveTo>
                  <a:pt x="10443" y="0"/>
                </a:moveTo>
                <a:cubicBezTo>
                  <a:pt x="10443" y="0"/>
                  <a:pt x="4205" y="4639"/>
                  <a:pt x="6646" y="20506"/>
                </a:cubicBezTo>
                <a:cubicBezTo>
                  <a:pt x="9060" y="36346"/>
                  <a:pt x="1031" y="36943"/>
                  <a:pt x="516" y="50071"/>
                </a:cubicBezTo>
                <a:cubicBezTo>
                  <a:pt x="1" y="62530"/>
                  <a:pt x="9404" y="62847"/>
                  <a:pt x="10364" y="62847"/>
                </a:cubicBezTo>
                <a:cubicBezTo>
                  <a:pt x="10416" y="62847"/>
                  <a:pt x="10443" y="62846"/>
                  <a:pt x="10443" y="62846"/>
                </a:cubicBezTo>
                <a:lnTo>
                  <a:pt x="10443" y="24439"/>
                </a:lnTo>
                <a:lnTo>
                  <a:pt x="104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8"/>
          <p:cNvSpPr/>
          <p:nvPr/>
        </p:nvSpPr>
        <p:spPr>
          <a:xfrm>
            <a:off x="901600" y="540000"/>
            <a:ext cx="7340689" cy="4063408"/>
          </a:xfrm>
          <a:custGeom>
            <a:avLst/>
            <a:gdLst/>
            <a:ahLst/>
            <a:cxnLst/>
            <a:rect l="l" t="t" r="r" b="b"/>
            <a:pathLst>
              <a:path w="199801" h="103467" extrusionOk="0">
                <a:moveTo>
                  <a:pt x="100127" y="0"/>
                </a:moveTo>
                <a:cubicBezTo>
                  <a:pt x="91281" y="0"/>
                  <a:pt x="82435" y="60"/>
                  <a:pt x="73588" y="179"/>
                </a:cubicBezTo>
                <a:cubicBezTo>
                  <a:pt x="71909" y="207"/>
                  <a:pt x="70225" y="228"/>
                  <a:pt x="68546" y="260"/>
                </a:cubicBezTo>
                <a:cubicBezTo>
                  <a:pt x="52087" y="520"/>
                  <a:pt x="35630" y="988"/>
                  <a:pt x="19162" y="1665"/>
                </a:cubicBezTo>
                <a:cubicBezTo>
                  <a:pt x="18193" y="1706"/>
                  <a:pt x="17218" y="1746"/>
                  <a:pt x="16248" y="1787"/>
                </a:cubicBezTo>
                <a:cubicBezTo>
                  <a:pt x="16028" y="1796"/>
                  <a:pt x="15812" y="1804"/>
                  <a:pt x="15593" y="1813"/>
                </a:cubicBezTo>
                <a:cubicBezTo>
                  <a:pt x="15367" y="1808"/>
                  <a:pt x="15144" y="1805"/>
                  <a:pt x="14922" y="1805"/>
                </a:cubicBezTo>
                <a:cubicBezTo>
                  <a:pt x="8389" y="1805"/>
                  <a:pt x="3600" y="4346"/>
                  <a:pt x="3305" y="11429"/>
                </a:cubicBezTo>
                <a:cubicBezTo>
                  <a:pt x="3175" y="13103"/>
                  <a:pt x="2999" y="15015"/>
                  <a:pt x="2802" y="17121"/>
                </a:cubicBezTo>
                <a:cubicBezTo>
                  <a:pt x="2766" y="17494"/>
                  <a:pt x="2730" y="17871"/>
                  <a:pt x="2698" y="18258"/>
                </a:cubicBezTo>
                <a:cubicBezTo>
                  <a:pt x="2446" y="20869"/>
                  <a:pt x="2168" y="23752"/>
                  <a:pt x="1886" y="26831"/>
                </a:cubicBezTo>
                <a:cubicBezTo>
                  <a:pt x="1840" y="27303"/>
                  <a:pt x="1800" y="27784"/>
                  <a:pt x="1755" y="28269"/>
                </a:cubicBezTo>
                <a:cubicBezTo>
                  <a:pt x="1207" y="34357"/>
                  <a:pt x="673" y="41131"/>
                  <a:pt x="373" y="48018"/>
                </a:cubicBezTo>
                <a:cubicBezTo>
                  <a:pt x="373" y="48054"/>
                  <a:pt x="373" y="48094"/>
                  <a:pt x="368" y="48130"/>
                </a:cubicBezTo>
                <a:cubicBezTo>
                  <a:pt x="54" y="55430"/>
                  <a:pt x="1" y="62856"/>
                  <a:pt x="476" y="69733"/>
                </a:cubicBezTo>
                <a:cubicBezTo>
                  <a:pt x="508" y="70211"/>
                  <a:pt x="544" y="70686"/>
                  <a:pt x="584" y="71158"/>
                </a:cubicBezTo>
                <a:cubicBezTo>
                  <a:pt x="778" y="73585"/>
                  <a:pt x="1046" y="75939"/>
                  <a:pt x="1392" y="78183"/>
                </a:cubicBezTo>
                <a:cubicBezTo>
                  <a:pt x="1441" y="78494"/>
                  <a:pt x="1491" y="78798"/>
                  <a:pt x="1540" y="79103"/>
                </a:cubicBezTo>
                <a:cubicBezTo>
                  <a:pt x="2900" y="87234"/>
                  <a:pt x="5388" y="93865"/>
                  <a:pt x="9590" y="97461"/>
                </a:cubicBezTo>
                <a:cubicBezTo>
                  <a:pt x="9612" y="97479"/>
                  <a:pt x="9639" y="97497"/>
                  <a:pt x="9661" y="97510"/>
                </a:cubicBezTo>
                <a:cubicBezTo>
                  <a:pt x="10084" y="97812"/>
                  <a:pt x="10519" y="98082"/>
                  <a:pt x="10969" y="98328"/>
                </a:cubicBezTo>
                <a:cubicBezTo>
                  <a:pt x="15026" y="100582"/>
                  <a:pt x="19993" y="100869"/>
                  <a:pt x="24693" y="101067"/>
                </a:cubicBezTo>
                <a:cubicBezTo>
                  <a:pt x="47105" y="102494"/>
                  <a:pt x="69492" y="103284"/>
                  <a:pt x="91882" y="103437"/>
                </a:cubicBezTo>
                <a:cubicBezTo>
                  <a:pt x="93916" y="103454"/>
                  <a:pt x="95946" y="103464"/>
                  <a:pt x="97980" y="103464"/>
                </a:cubicBezTo>
                <a:cubicBezTo>
                  <a:pt x="98844" y="103466"/>
                  <a:pt x="99708" y="103467"/>
                  <a:pt x="100572" y="103467"/>
                </a:cubicBezTo>
                <a:cubicBezTo>
                  <a:pt x="115757" y="103467"/>
                  <a:pt x="130944" y="103166"/>
                  <a:pt x="146138" y="102575"/>
                </a:cubicBezTo>
                <a:cubicBezTo>
                  <a:pt x="147269" y="102534"/>
                  <a:pt x="148400" y="102485"/>
                  <a:pt x="149532" y="102436"/>
                </a:cubicBezTo>
                <a:cubicBezTo>
                  <a:pt x="158219" y="102076"/>
                  <a:pt x="166911" y="101620"/>
                  <a:pt x="175602" y="101067"/>
                </a:cubicBezTo>
                <a:cubicBezTo>
                  <a:pt x="176079" y="101083"/>
                  <a:pt x="176548" y="101092"/>
                  <a:pt x="177009" y="101092"/>
                </a:cubicBezTo>
                <a:cubicBezTo>
                  <a:pt x="189730" y="101092"/>
                  <a:pt x="196027" y="94765"/>
                  <a:pt x="198103" y="83886"/>
                </a:cubicBezTo>
                <a:cubicBezTo>
                  <a:pt x="198149" y="83679"/>
                  <a:pt x="198184" y="83468"/>
                  <a:pt x="198220" y="83257"/>
                </a:cubicBezTo>
                <a:cubicBezTo>
                  <a:pt x="198561" y="81295"/>
                  <a:pt x="198773" y="79185"/>
                  <a:pt x="198863" y="76944"/>
                </a:cubicBezTo>
                <a:cubicBezTo>
                  <a:pt x="198961" y="74515"/>
                  <a:pt x="199063" y="72073"/>
                  <a:pt x="199167" y="69613"/>
                </a:cubicBezTo>
                <a:cubicBezTo>
                  <a:pt x="199185" y="69230"/>
                  <a:pt x="199204" y="68850"/>
                  <a:pt x="199216" y="68468"/>
                </a:cubicBezTo>
                <a:cubicBezTo>
                  <a:pt x="199294" y="66627"/>
                  <a:pt x="199370" y="64781"/>
                  <a:pt x="199441" y="62927"/>
                </a:cubicBezTo>
                <a:cubicBezTo>
                  <a:pt x="199455" y="62560"/>
                  <a:pt x="199468" y="62191"/>
                  <a:pt x="199482" y="61823"/>
                </a:cubicBezTo>
                <a:cubicBezTo>
                  <a:pt x="199657" y="57027"/>
                  <a:pt x="199787" y="52202"/>
                  <a:pt x="199800" y="47376"/>
                </a:cubicBezTo>
                <a:lnTo>
                  <a:pt x="199800" y="45902"/>
                </a:lnTo>
                <a:cubicBezTo>
                  <a:pt x="199785" y="39540"/>
                  <a:pt x="199557" y="33189"/>
                  <a:pt x="198957" y="26923"/>
                </a:cubicBezTo>
                <a:cubicBezTo>
                  <a:pt x="198934" y="26685"/>
                  <a:pt x="198912" y="26448"/>
                  <a:pt x="198885" y="26209"/>
                </a:cubicBezTo>
                <a:cubicBezTo>
                  <a:pt x="198603" y="23400"/>
                  <a:pt x="198243" y="20607"/>
                  <a:pt x="197790" y="17837"/>
                </a:cubicBezTo>
                <a:cubicBezTo>
                  <a:pt x="197660" y="17050"/>
                  <a:pt x="197521" y="16265"/>
                  <a:pt x="197378" y="15479"/>
                </a:cubicBezTo>
                <a:cubicBezTo>
                  <a:pt x="196855" y="12633"/>
                  <a:pt x="196228" y="9817"/>
                  <a:pt x="195482" y="7034"/>
                </a:cubicBezTo>
                <a:cubicBezTo>
                  <a:pt x="195401" y="6738"/>
                  <a:pt x="195321" y="6442"/>
                  <a:pt x="195240" y="6150"/>
                </a:cubicBezTo>
                <a:cubicBezTo>
                  <a:pt x="194044" y="1903"/>
                  <a:pt x="187660" y="1599"/>
                  <a:pt x="182861" y="1599"/>
                </a:cubicBezTo>
                <a:cubicBezTo>
                  <a:pt x="182058" y="1599"/>
                  <a:pt x="181300" y="1607"/>
                  <a:pt x="180617" y="1607"/>
                </a:cubicBezTo>
                <a:cubicBezTo>
                  <a:pt x="180110" y="1607"/>
                  <a:pt x="179644" y="1603"/>
                  <a:pt x="179234" y="1586"/>
                </a:cubicBezTo>
                <a:cubicBezTo>
                  <a:pt x="173166" y="1345"/>
                  <a:pt x="167098" y="1143"/>
                  <a:pt x="161029" y="942"/>
                </a:cubicBezTo>
                <a:cubicBezTo>
                  <a:pt x="159943" y="907"/>
                  <a:pt x="158861" y="876"/>
                  <a:pt x="157774" y="844"/>
                </a:cubicBezTo>
                <a:cubicBezTo>
                  <a:pt x="138554" y="281"/>
                  <a:pt x="119341" y="0"/>
                  <a:pt x="100127" y="0"/>
                </a:cubicBezTo>
                <a:close/>
              </a:path>
            </a:pathLst>
          </a:custGeom>
          <a:solidFill>
            <a:schemeClr val="accent4">
              <a:lumMod val="75000"/>
            </a:schemeClr>
          </a:solidFill>
          <a:ln>
            <a:noFill/>
          </a:ln>
          <a:effectLst>
            <a:outerShdw blurRad="200025" dist="28575"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8"/>
          <p:cNvSpPr txBox="1">
            <a:spLocks noGrp="1"/>
          </p:cNvSpPr>
          <p:nvPr>
            <p:ph type="title"/>
          </p:nvPr>
        </p:nvSpPr>
        <p:spPr>
          <a:xfrm>
            <a:off x="1254750" y="1013250"/>
            <a:ext cx="6634500" cy="31170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10900">
                <a:solidFill>
                  <a:schemeClr val="lt1"/>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19"/>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148"/>
        <p:cNvGrpSpPr/>
        <p:nvPr/>
      </p:nvGrpSpPr>
      <p:grpSpPr>
        <a:xfrm>
          <a:off x="0" y="0"/>
          <a:ext cx="0" cy="0"/>
          <a:chOff x="0" y="0"/>
          <a:chExt cx="0" cy="0"/>
        </a:xfrm>
      </p:grpSpPr>
      <p:pic>
        <p:nvPicPr>
          <p:cNvPr id="149" name="Google Shape;149;p15"/>
          <p:cNvPicPr preferRelativeResize="0"/>
          <p:nvPr/>
        </p:nvPicPr>
        <p:blipFill>
          <a:blip r:embed="rId2">
            <a:alphaModFix amt="50000"/>
          </a:blip>
          <a:stretch>
            <a:fillRect/>
          </a:stretch>
        </p:blipFill>
        <p:spPr>
          <a:xfrm>
            <a:off x="4000" y="0"/>
            <a:ext cx="9143997" cy="5143499"/>
          </a:xfrm>
          <a:prstGeom prst="rect">
            <a:avLst/>
          </a:prstGeom>
          <a:noFill/>
          <a:ln>
            <a:noFill/>
          </a:ln>
        </p:spPr>
      </p:pic>
      <p:sp>
        <p:nvSpPr>
          <p:cNvPr id="150" name="Google Shape;150;p15"/>
          <p:cNvSpPr/>
          <p:nvPr/>
        </p:nvSpPr>
        <p:spPr>
          <a:xfrm>
            <a:off x="7307706" y="-6170881"/>
            <a:ext cx="1884228" cy="11338565"/>
          </a:xfrm>
          <a:custGeom>
            <a:avLst/>
            <a:gdLst/>
            <a:ahLst/>
            <a:cxnLst/>
            <a:rect l="l" t="t" r="r" b="b"/>
            <a:pathLst>
              <a:path w="10444" h="62848" extrusionOk="0">
                <a:moveTo>
                  <a:pt x="10443" y="0"/>
                </a:moveTo>
                <a:cubicBezTo>
                  <a:pt x="10443" y="0"/>
                  <a:pt x="4205" y="4639"/>
                  <a:pt x="6646" y="20506"/>
                </a:cubicBezTo>
                <a:cubicBezTo>
                  <a:pt x="9060" y="36346"/>
                  <a:pt x="1031" y="36943"/>
                  <a:pt x="516" y="50071"/>
                </a:cubicBezTo>
                <a:cubicBezTo>
                  <a:pt x="1" y="62530"/>
                  <a:pt x="9404" y="62847"/>
                  <a:pt x="10364" y="62847"/>
                </a:cubicBezTo>
                <a:cubicBezTo>
                  <a:pt x="10416" y="62847"/>
                  <a:pt x="10443" y="62846"/>
                  <a:pt x="10443" y="62846"/>
                </a:cubicBezTo>
                <a:lnTo>
                  <a:pt x="10443" y="24439"/>
                </a:lnTo>
                <a:lnTo>
                  <a:pt x="104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5"/>
          <p:cNvSpPr/>
          <p:nvPr/>
        </p:nvSpPr>
        <p:spPr>
          <a:xfrm>
            <a:off x="5203161" y="89860"/>
            <a:ext cx="4470629" cy="3506510"/>
          </a:xfrm>
          <a:custGeom>
            <a:avLst/>
            <a:gdLst/>
            <a:ahLst/>
            <a:cxnLst/>
            <a:rect l="l" t="t" r="r" b="b"/>
            <a:pathLst>
              <a:path w="38515" h="30209" extrusionOk="0">
                <a:moveTo>
                  <a:pt x="20908" y="734"/>
                </a:moveTo>
                <a:cubicBezTo>
                  <a:pt x="20936" y="734"/>
                  <a:pt x="20964" y="737"/>
                  <a:pt x="20992" y="742"/>
                </a:cubicBezTo>
                <a:cubicBezTo>
                  <a:pt x="21236" y="742"/>
                  <a:pt x="21399" y="959"/>
                  <a:pt x="21372" y="1203"/>
                </a:cubicBezTo>
                <a:lnTo>
                  <a:pt x="21399" y="1203"/>
                </a:lnTo>
                <a:cubicBezTo>
                  <a:pt x="21426" y="1475"/>
                  <a:pt x="21182" y="1719"/>
                  <a:pt x="20911" y="1719"/>
                </a:cubicBezTo>
                <a:cubicBezTo>
                  <a:pt x="20639" y="1692"/>
                  <a:pt x="20422" y="1448"/>
                  <a:pt x="20450" y="1176"/>
                </a:cubicBezTo>
                <a:cubicBezTo>
                  <a:pt x="20474" y="933"/>
                  <a:pt x="20672" y="734"/>
                  <a:pt x="20908" y="734"/>
                </a:cubicBezTo>
                <a:close/>
                <a:moveTo>
                  <a:pt x="15893" y="959"/>
                </a:moveTo>
                <a:cubicBezTo>
                  <a:pt x="16137" y="959"/>
                  <a:pt x="16300" y="1149"/>
                  <a:pt x="16300" y="1366"/>
                </a:cubicBezTo>
                <a:cubicBezTo>
                  <a:pt x="16300" y="1606"/>
                  <a:pt x="16116" y="1793"/>
                  <a:pt x="15879" y="1826"/>
                </a:cubicBezTo>
                <a:lnTo>
                  <a:pt x="15879" y="1826"/>
                </a:lnTo>
                <a:cubicBezTo>
                  <a:pt x="15615" y="1792"/>
                  <a:pt x="15432" y="1551"/>
                  <a:pt x="15459" y="1285"/>
                </a:cubicBezTo>
                <a:cubicBezTo>
                  <a:pt x="15513" y="1095"/>
                  <a:pt x="15703" y="959"/>
                  <a:pt x="15893" y="959"/>
                </a:cubicBezTo>
                <a:close/>
                <a:moveTo>
                  <a:pt x="6047" y="1393"/>
                </a:moveTo>
                <a:cubicBezTo>
                  <a:pt x="6318" y="1420"/>
                  <a:pt x="6535" y="1665"/>
                  <a:pt x="6562" y="1936"/>
                </a:cubicBezTo>
                <a:cubicBezTo>
                  <a:pt x="6535" y="2234"/>
                  <a:pt x="6318" y="2451"/>
                  <a:pt x="6020" y="2478"/>
                </a:cubicBezTo>
                <a:cubicBezTo>
                  <a:pt x="5721" y="2451"/>
                  <a:pt x="5504" y="2180"/>
                  <a:pt x="5559" y="1909"/>
                </a:cubicBezTo>
                <a:cubicBezTo>
                  <a:pt x="5531" y="1610"/>
                  <a:pt x="5748" y="1393"/>
                  <a:pt x="6047" y="1393"/>
                </a:cubicBezTo>
                <a:close/>
                <a:moveTo>
                  <a:pt x="12855" y="5625"/>
                </a:moveTo>
                <a:cubicBezTo>
                  <a:pt x="13153" y="5625"/>
                  <a:pt x="13397" y="5869"/>
                  <a:pt x="13370" y="6167"/>
                </a:cubicBezTo>
                <a:cubicBezTo>
                  <a:pt x="13395" y="6413"/>
                  <a:pt x="13197" y="6636"/>
                  <a:pt x="12938" y="6636"/>
                </a:cubicBezTo>
                <a:cubicBezTo>
                  <a:pt x="12911" y="6636"/>
                  <a:pt x="12883" y="6633"/>
                  <a:pt x="12855" y="6628"/>
                </a:cubicBezTo>
                <a:cubicBezTo>
                  <a:pt x="12258" y="6574"/>
                  <a:pt x="12258" y="5679"/>
                  <a:pt x="12855" y="5625"/>
                </a:cubicBezTo>
                <a:close/>
                <a:moveTo>
                  <a:pt x="23623" y="5896"/>
                </a:moveTo>
                <a:cubicBezTo>
                  <a:pt x="23867" y="5923"/>
                  <a:pt x="24057" y="6059"/>
                  <a:pt x="24138" y="6276"/>
                </a:cubicBezTo>
                <a:cubicBezTo>
                  <a:pt x="24193" y="6438"/>
                  <a:pt x="24138" y="6601"/>
                  <a:pt x="24030" y="6710"/>
                </a:cubicBezTo>
                <a:cubicBezTo>
                  <a:pt x="23911" y="6829"/>
                  <a:pt x="23748" y="6904"/>
                  <a:pt x="23584" y="6904"/>
                </a:cubicBezTo>
                <a:cubicBezTo>
                  <a:pt x="23524" y="6904"/>
                  <a:pt x="23464" y="6894"/>
                  <a:pt x="23406" y="6872"/>
                </a:cubicBezTo>
                <a:cubicBezTo>
                  <a:pt x="23081" y="6764"/>
                  <a:pt x="22945" y="6628"/>
                  <a:pt x="22945" y="6330"/>
                </a:cubicBezTo>
                <a:cubicBezTo>
                  <a:pt x="22918" y="6113"/>
                  <a:pt x="23108" y="5923"/>
                  <a:pt x="23325" y="5923"/>
                </a:cubicBezTo>
                <a:lnTo>
                  <a:pt x="23460" y="5923"/>
                </a:lnTo>
                <a:lnTo>
                  <a:pt x="23623" y="5896"/>
                </a:lnTo>
                <a:close/>
                <a:moveTo>
                  <a:pt x="1477" y="6925"/>
                </a:moveTo>
                <a:cubicBezTo>
                  <a:pt x="1784" y="6925"/>
                  <a:pt x="2031" y="7212"/>
                  <a:pt x="2005" y="7523"/>
                </a:cubicBezTo>
                <a:lnTo>
                  <a:pt x="2005" y="7496"/>
                </a:lnTo>
                <a:cubicBezTo>
                  <a:pt x="1978" y="7822"/>
                  <a:pt x="1707" y="8093"/>
                  <a:pt x="1381" y="8120"/>
                </a:cubicBezTo>
                <a:cubicBezTo>
                  <a:pt x="1366" y="8121"/>
                  <a:pt x="1351" y="8122"/>
                  <a:pt x="1336" y="8122"/>
                </a:cubicBezTo>
                <a:cubicBezTo>
                  <a:pt x="1056" y="8122"/>
                  <a:pt x="810" y="7888"/>
                  <a:pt x="785" y="7605"/>
                </a:cubicBezTo>
                <a:cubicBezTo>
                  <a:pt x="785" y="7225"/>
                  <a:pt x="1056" y="6954"/>
                  <a:pt x="1436" y="6927"/>
                </a:cubicBezTo>
                <a:cubicBezTo>
                  <a:pt x="1450" y="6925"/>
                  <a:pt x="1463" y="6925"/>
                  <a:pt x="1477" y="6925"/>
                </a:cubicBezTo>
                <a:close/>
                <a:moveTo>
                  <a:pt x="32004" y="9476"/>
                </a:moveTo>
                <a:cubicBezTo>
                  <a:pt x="32276" y="9503"/>
                  <a:pt x="32465" y="9747"/>
                  <a:pt x="32465" y="10019"/>
                </a:cubicBezTo>
                <a:lnTo>
                  <a:pt x="32438" y="10019"/>
                </a:lnTo>
                <a:cubicBezTo>
                  <a:pt x="32438" y="10290"/>
                  <a:pt x="32221" y="10534"/>
                  <a:pt x="31923" y="10561"/>
                </a:cubicBezTo>
                <a:cubicBezTo>
                  <a:pt x="31652" y="10534"/>
                  <a:pt x="31462" y="10290"/>
                  <a:pt x="31462" y="10019"/>
                </a:cubicBezTo>
                <a:cubicBezTo>
                  <a:pt x="31462" y="9720"/>
                  <a:pt x="31706" y="9476"/>
                  <a:pt x="32004" y="9476"/>
                </a:cubicBezTo>
                <a:close/>
                <a:moveTo>
                  <a:pt x="18118" y="1498"/>
                </a:moveTo>
                <a:cubicBezTo>
                  <a:pt x="18671" y="1498"/>
                  <a:pt x="19235" y="1513"/>
                  <a:pt x="19799" y="1529"/>
                </a:cubicBezTo>
                <a:cubicBezTo>
                  <a:pt x="19982" y="2052"/>
                  <a:pt x="20467" y="2398"/>
                  <a:pt x="21012" y="2398"/>
                </a:cubicBezTo>
                <a:cubicBezTo>
                  <a:pt x="21032" y="2398"/>
                  <a:pt x="21053" y="2398"/>
                  <a:pt x="21073" y="2397"/>
                </a:cubicBezTo>
                <a:cubicBezTo>
                  <a:pt x="21670" y="3400"/>
                  <a:pt x="22185" y="4431"/>
                  <a:pt x="22728" y="5489"/>
                </a:cubicBezTo>
                <a:cubicBezTo>
                  <a:pt x="22375" y="5842"/>
                  <a:pt x="22267" y="6384"/>
                  <a:pt x="22457" y="6872"/>
                </a:cubicBezTo>
                <a:cubicBezTo>
                  <a:pt x="22511" y="6954"/>
                  <a:pt x="22511" y="7062"/>
                  <a:pt x="22457" y="7171"/>
                </a:cubicBezTo>
                <a:cubicBezTo>
                  <a:pt x="21914" y="8174"/>
                  <a:pt x="21372" y="9205"/>
                  <a:pt x="20721" y="10181"/>
                </a:cubicBezTo>
                <a:cubicBezTo>
                  <a:pt x="20639" y="10164"/>
                  <a:pt x="20558" y="10156"/>
                  <a:pt x="20478" y="10156"/>
                </a:cubicBezTo>
                <a:cubicBezTo>
                  <a:pt x="20057" y="10156"/>
                  <a:pt x="19683" y="10390"/>
                  <a:pt x="19500" y="10778"/>
                </a:cubicBezTo>
                <a:lnTo>
                  <a:pt x="16869" y="10724"/>
                </a:lnTo>
                <a:cubicBezTo>
                  <a:pt x="16476" y="10173"/>
                  <a:pt x="16368" y="10022"/>
                  <a:pt x="15996" y="10022"/>
                </a:cubicBezTo>
                <a:cubicBezTo>
                  <a:pt x="15855" y="10022"/>
                  <a:pt x="15677" y="10043"/>
                  <a:pt x="15432" y="10073"/>
                </a:cubicBezTo>
                <a:cubicBezTo>
                  <a:pt x="14808" y="9151"/>
                  <a:pt x="14184" y="8201"/>
                  <a:pt x="13614" y="7171"/>
                </a:cubicBezTo>
                <a:cubicBezTo>
                  <a:pt x="13804" y="6899"/>
                  <a:pt x="14075" y="6628"/>
                  <a:pt x="14021" y="6248"/>
                </a:cubicBezTo>
                <a:cubicBezTo>
                  <a:pt x="13940" y="5923"/>
                  <a:pt x="13804" y="5598"/>
                  <a:pt x="13614" y="5353"/>
                </a:cubicBezTo>
                <a:cubicBezTo>
                  <a:pt x="13750" y="4865"/>
                  <a:pt x="14971" y="3021"/>
                  <a:pt x="15486" y="2478"/>
                </a:cubicBezTo>
                <a:cubicBezTo>
                  <a:pt x="15639" y="2508"/>
                  <a:pt x="15773" y="2526"/>
                  <a:pt x="15894" y="2526"/>
                </a:cubicBezTo>
                <a:cubicBezTo>
                  <a:pt x="16327" y="2526"/>
                  <a:pt x="16584" y="2293"/>
                  <a:pt x="16923" y="1529"/>
                </a:cubicBezTo>
                <a:cubicBezTo>
                  <a:pt x="17313" y="1506"/>
                  <a:pt x="17713" y="1498"/>
                  <a:pt x="18118" y="1498"/>
                </a:cubicBezTo>
                <a:close/>
                <a:moveTo>
                  <a:pt x="15939" y="10420"/>
                </a:moveTo>
                <a:cubicBezTo>
                  <a:pt x="15960" y="10420"/>
                  <a:pt x="15981" y="10422"/>
                  <a:pt x="16001" y="10426"/>
                </a:cubicBezTo>
                <a:cubicBezTo>
                  <a:pt x="16137" y="10426"/>
                  <a:pt x="16272" y="10561"/>
                  <a:pt x="16300" y="10724"/>
                </a:cubicBezTo>
                <a:cubicBezTo>
                  <a:pt x="16300" y="10832"/>
                  <a:pt x="16300" y="10914"/>
                  <a:pt x="16272" y="11022"/>
                </a:cubicBezTo>
                <a:cubicBezTo>
                  <a:pt x="16223" y="11196"/>
                  <a:pt x="16060" y="11324"/>
                  <a:pt x="15887" y="11324"/>
                </a:cubicBezTo>
                <a:cubicBezTo>
                  <a:pt x="15871" y="11324"/>
                  <a:pt x="15855" y="11323"/>
                  <a:pt x="15838" y="11321"/>
                </a:cubicBezTo>
                <a:cubicBezTo>
                  <a:pt x="15649" y="11294"/>
                  <a:pt x="15540" y="11131"/>
                  <a:pt x="15540" y="10860"/>
                </a:cubicBezTo>
                <a:lnTo>
                  <a:pt x="15567" y="10860"/>
                </a:lnTo>
                <a:cubicBezTo>
                  <a:pt x="15567" y="10778"/>
                  <a:pt x="15594" y="10697"/>
                  <a:pt x="15622" y="10643"/>
                </a:cubicBezTo>
                <a:cubicBezTo>
                  <a:pt x="15669" y="10500"/>
                  <a:pt x="15799" y="10420"/>
                  <a:pt x="15939" y="10420"/>
                </a:cubicBezTo>
                <a:close/>
                <a:moveTo>
                  <a:pt x="20562" y="10613"/>
                </a:moveTo>
                <a:cubicBezTo>
                  <a:pt x="20579" y="10613"/>
                  <a:pt x="20595" y="10614"/>
                  <a:pt x="20612" y="10615"/>
                </a:cubicBezTo>
                <a:cubicBezTo>
                  <a:pt x="20856" y="10643"/>
                  <a:pt x="21046" y="10860"/>
                  <a:pt x="21046" y="11104"/>
                </a:cubicBezTo>
                <a:cubicBezTo>
                  <a:pt x="21019" y="11402"/>
                  <a:pt x="20775" y="11619"/>
                  <a:pt x="20477" y="11619"/>
                </a:cubicBezTo>
                <a:cubicBezTo>
                  <a:pt x="20205" y="11619"/>
                  <a:pt x="19988" y="11375"/>
                  <a:pt x="20043" y="11104"/>
                </a:cubicBezTo>
                <a:cubicBezTo>
                  <a:pt x="20043" y="10822"/>
                  <a:pt x="20284" y="10613"/>
                  <a:pt x="20562" y="10613"/>
                </a:cubicBezTo>
                <a:close/>
                <a:moveTo>
                  <a:pt x="37456" y="12189"/>
                </a:moveTo>
                <a:cubicBezTo>
                  <a:pt x="37673" y="12216"/>
                  <a:pt x="37809" y="12406"/>
                  <a:pt x="37782" y="12595"/>
                </a:cubicBezTo>
                <a:cubicBezTo>
                  <a:pt x="37782" y="12812"/>
                  <a:pt x="37592" y="12975"/>
                  <a:pt x="37375" y="12975"/>
                </a:cubicBezTo>
                <a:cubicBezTo>
                  <a:pt x="37212" y="12921"/>
                  <a:pt x="37104" y="12758"/>
                  <a:pt x="37131" y="12568"/>
                </a:cubicBezTo>
                <a:cubicBezTo>
                  <a:pt x="37131" y="12351"/>
                  <a:pt x="37266" y="12216"/>
                  <a:pt x="37456" y="12216"/>
                </a:cubicBezTo>
                <a:lnTo>
                  <a:pt x="37456" y="12189"/>
                </a:lnTo>
                <a:close/>
                <a:moveTo>
                  <a:pt x="26606" y="14663"/>
                </a:moveTo>
                <a:cubicBezTo>
                  <a:pt x="26711" y="14663"/>
                  <a:pt x="26811" y="14719"/>
                  <a:pt x="26851" y="14820"/>
                </a:cubicBezTo>
                <a:cubicBezTo>
                  <a:pt x="27014" y="15118"/>
                  <a:pt x="26959" y="15498"/>
                  <a:pt x="26688" y="15715"/>
                </a:cubicBezTo>
                <a:cubicBezTo>
                  <a:pt x="26552" y="15823"/>
                  <a:pt x="26390" y="15932"/>
                  <a:pt x="26200" y="16013"/>
                </a:cubicBezTo>
                <a:lnTo>
                  <a:pt x="26200" y="15986"/>
                </a:lnTo>
                <a:cubicBezTo>
                  <a:pt x="25983" y="15823"/>
                  <a:pt x="25901" y="15525"/>
                  <a:pt x="26010" y="15281"/>
                </a:cubicBezTo>
                <a:cubicBezTo>
                  <a:pt x="26091" y="15009"/>
                  <a:pt x="26254" y="14792"/>
                  <a:pt x="26498" y="14684"/>
                </a:cubicBezTo>
                <a:cubicBezTo>
                  <a:pt x="26533" y="14670"/>
                  <a:pt x="26570" y="14663"/>
                  <a:pt x="26606" y="14663"/>
                </a:cubicBezTo>
                <a:close/>
                <a:moveTo>
                  <a:pt x="21313" y="15170"/>
                </a:moveTo>
                <a:cubicBezTo>
                  <a:pt x="21586" y="15170"/>
                  <a:pt x="21779" y="15379"/>
                  <a:pt x="21779" y="15660"/>
                </a:cubicBezTo>
                <a:cubicBezTo>
                  <a:pt x="21779" y="15891"/>
                  <a:pt x="21586" y="16097"/>
                  <a:pt x="21359" y="16097"/>
                </a:cubicBezTo>
                <a:cubicBezTo>
                  <a:pt x="21345" y="16097"/>
                  <a:pt x="21331" y="16096"/>
                  <a:pt x="21318" y="16094"/>
                </a:cubicBezTo>
                <a:cubicBezTo>
                  <a:pt x="21046" y="16094"/>
                  <a:pt x="20856" y="15877"/>
                  <a:pt x="20884" y="15633"/>
                </a:cubicBezTo>
                <a:cubicBezTo>
                  <a:pt x="20884" y="15389"/>
                  <a:pt x="21046" y="15199"/>
                  <a:pt x="21263" y="15172"/>
                </a:cubicBezTo>
                <a:cubicBezTo>
                  <a:pt x="21280" y="15171"/>
                  <a:pt x="21297" y="15170"/>
                  <a:pt x="21313" y="15170"/>
                </a:cubicBezTo>
                <a:close/>
                <a:moveTo>
                  <a:pt x="29102" y="20271"/>
                </a:moveTo>
                <a:cubicBezTo>
                  <a:pt x="29319" y="20271"/>
                  <a:pt x="29428" y="20407"/>
                  <a:pt x="29428" y="20624"/>
                </a:cubicBezTo>
                <a:cubicBezTo>
                  <a:pt x="29428" y="20841"/>
                  <a:pt x="29292" y="20950"/>
                  <a:pt x="28994" y="20950"/>
                </a:cubicBezTo>
                <a:cubicBezTo>
                  <a:pt x="28912" y="20922"/>
                  <a:pt x="28831" y="20895"/>
                  <a:pt x="28749" y="20841"/>
                </a:cubicBezTo>
                <a:cubicBezTo>
                  <a:pt x="28668" y="20760"/>
                  <a:pt x="28641" y="20651"/>
                  <a:pt x="28641" y="20543"/>
                </a:cubicBezTo>
                <a:cubicBezTo>
                  <a:pt x="28641" y="20407"/>
                  <a:pt x="28749" y="20326"/>
                  <a:pt x="28885" y="20299"/>
                </a:cubicBezTo>
                <a:cubicBezTo>
                  <a:pt x="28966" y="20299"/>
                  <a:pt x="29021" y="20271"/>
                  <a:pt x="29102" y="20271"/>
                </a:cubicBezTo>
                <a:close/>
                <a:moveTo>
                  <a:pt x="18117" y="20244"/>
                </a:moveTo>
                <a:cubicBezTo>
                  <a:pt x="18253" y="20244"/>
                  <a:pt x="18334" y="20353"/>
                  <a:pt x="18388" y="20543"/>
                </a:cubicBezTo>
                <a:lnTo>
                  <a:pt x="18388" y="20651"/>
                </a:lnTo>
                <a:cubicBezTo>
                  <a:pt x="18388" y="20895"/>
                  <a:pt x="18307" y="21031"/>
                  <a:pt x="18117" y="21058"/>
                </a:cubicBezTo>
                <a:cubicBezTo>
                  <a:pt x="18088" y="21068"/>
                  <a:pt x="18059" y="21072"/>
                  <a:pt x="18031" y="21072"/>
                </a:cubicBezTo>
                <a:cubicBezTo>
                  <a:pt x="17902" y="21072"/>
                  <a:pt x="17791" y="20975"/>
                  <a:pt x="17791" y="20841"/>
                </a:cubicBezTo>
                <a:cubicBezTo>
                  <a:pt x="17764" y="20733"/>
                  <a:pt x="17764" y="20624"/>
                  <a:pt x="17791" y="20516"/>
                </a:cubicBezTo>
                <a:cubicBezTo>
                  <a:pt x="17819" y="20353"/>
                  <a:pt x="17954" y="20244"/>
                  <a:pt x="18117" y="20244"/>
                </a:cubicBezTo>
                <a:close/>
                <a:moveTo>
                  <a:pt x="24234" y="15849"/>
                </a:moveTo>
                <a:cubicBezTo>
                  <a:pt x="24567" y="15849"/>
                  <a:pt x="24897" y="15858"/>
                  <a:pt x="25223" y="15877"/>
                </a:cubicBezTo>
                <a:cubicBezTo>
                  <a:pt x="25495" y="16366"/>
                  <a:pt x="26010" y="16664"/>
                  <a:pt x="26552" y="16691"/>
                </a:cubicBezTo>
                <a:cubicBezTo>
                  <a:pt x="27176" y="17668"/>
                  <a:pt x="27692" y="18807"/>
                  <a:pt x="28288" y="19919"/>
                </a:cubicBezTo>
                <a:cubicBezTo>
                  <a:pt x="28180" y="20109"/>
                  <a:pt x="28098" y="20326"/>
                  <a:pt x="28044" y="20570"/>
                </a:cubicBezTo>
                <a:cubicBezTo>
                  <a:pt x="28044" y="20814"/>
                  <a:pt x="28071" y="21058"/>
                  <a:pt x="28098" y="21302"/>
                </a:cubicBezTo>
                <a:cubicBezTo>
                  <a:pt x="27556" y="22387"/>
                  <a:pt x="26959" y="23445"/>
                  <a:pt x="26281" y="24449"/>
                </a:cubicBezTo>
                <a:cubicBezTo>
                  <a:pt x="26053" y="24398"/>
                  <a:pt x="25889" y="24366"/>
                  <a:pt x="25760" y="24366"/>
                </a:cubicBezTo>
                <a:cubicBezTo>
                  <a:pt x="25475" y="24366"/>
                  <a:pt x="25366" y="24524"/>
                  <a:pt x="25142" y="24991"/>
                </a:cubicBezTo>
                <a:lnTo>
                  <a:pt x="25061" y="25181"/>
                </a:lnTo>
                <a:cubicBezTo>
                  <a:pt x="24898" y="25185"/>
                  <a:pt x="24735" y="25188"/>
                  <a:pt x="24572" y="25188"/>
                </a:cubicBezTo>
                <a:cubicBezTo>
                  <a:pt x="23759" y="25188"/>
                  <a:pt x="22945" y="25131"/>
                  <a:pt x="22131" y="25018"/>
                </a:cubicBezTo>
                <a:cubicBezTo>
                  <a:pt x="22050" y="24855"/>
                  <a:pt x="21996" y="24666"/>
                  <a:pt x="21914" y="24503"/>
                </a:cubicBezTo>
                <a:cubicBezTo>
                  <a:pt x="21850" y="24267"/>
                  <a:pt x="21634" y="24116"/>
                  <a:pt x="21399" y="24116"/>
                </a:cubicBezTo>
                <a:cubicBezTo>
                  <a:pt x="21336" y="24116"/>
                  <a:pt x="21272" y="24127"/>
                  <a:pt x="21209" y="24150"/>
                </a:cubicBezTo>
                <a:cubicBezTo>
                  <a:pt x="21101" y="24204"/>
                  <a:pt x="20992" y="24204"/>
                  <a:pt x="20856" y="24232"/>
                </a:cubicBezTo>
                <a:cubicBezTo>
                  <a:pt x="20775" y="24150"/>
                  <a:pt x="20721" y="24069"/>
                  <a:pt x="20639" y="23960"/>
                </a:cubicBezTo>
                <a:cubicBezTo>
                  <a:pt x="20151" y="23201"/>
                  <a:pt x="19663" y="22414"/>
                  <a:pt x="19202" y="21655"/>
                </a:cubicBezTo>
                <a:cubicBezTo>
                  <a:pt x="19012" y="21438"/>
                  <a:pt x="18958" y="21139"/>
                  <a:pt x="19066" y="20868"/>
                </a:cubicBezTo>
                <a:cubicBezTo>
                  <a:pt x="19120" y="20543"/>
                  <a:pt x="19093" y="20217"/>
                  <a:pt x="18931" y="19946"/>
                </a:cubicBezTo>
                <a:cubicBezTo>
                  <a:pt x="19554" y="18861"/>
                  <a:pt x="20233" y="17803"/>
                  <a:pt x="20992" y="16800"/>
                </a:cubicBezTo>
                <a:cubicBezTo>
                  <a:pt x="21064" y="16812"/>
                  <a:pt x="21135" y="16818"/>
                  <a:pt x="21205" y="16818"/>
                </a:cubicBezTo>
                <a:cubicBezTo>
                  <a:pt x="21747" y="16818"/>
                  <a:pt x="22234" y="16460"/>
                  <a:pt x="22402" y="15932"/>
                </a:cubicBezTo>
                <a:cubicBezTo>
                  <a:pt x="23016" y="15879"/>
                  <a:pt x="23629" y="15849"/>
                  <a:pt x="24234" y="15849"/>
                </a:cubicBezTo>
                <a:close/>
                <a:moveTo>
                  <a:pt x="21290" y="24855"/>
                </a:moveTo>
                <a:cubicBezTo>
                  <a:pt x="21345" y="24910"/>
                  <a:pt x="21426" y="24937"/>
                  <a:pt x="21480" y="25018"/>
                </a:cubicBezTo>
                <a:cubicBezTo>
                  <a:pt x="21507" y="25072"/>
                  <a:pt x="21480" y="25181"/>
                  <a:pt x="21480" y="25262"/>
                </a:cubicBezTo>
                <a:cubicBezTo>
                  <a:pt x="21480" y="25262"/>
                  <a:pt x="21453" y="25289"/>
                  <a:pt x="21453" y="25289"/>
                </a:cubicBezTo>
                <a:cubicBezTo>
                  <a:pt x="21374" y="25409"/>
                  <a:pt x="21265" y="25484"/>
                  <a:pt x="21138" y="25484"/>
                </a:cubicBezTo>
                <a:cubicBezTo>
                  <a:pt x="21092" y="25484"/>
                  <a:pt x="21043" y="25474"/>
                  <a:pt x="20992" y="25452"/>
                </a:cubicBezTo>
                <a:cubicBezTo>
                  <a:pt x="20884" y="25425"/>
                  <a:pt x="20829" y="25344"/>
                  <a:pt x="20829" y="25235"/>
                </a:cubicBezTo>
                <a:cubicBezTo>
                  <a:pt x="20884" y="25018"/>
                  <a:pt x="21073" y="24855"/>
                  <a:pt x="21290" y="24855"/>
                </a:cubicBezTo>
                <a:close/>
                <a:moveTo>
                  <a:pt x="25929" y="24937"/>
                </a:moveTo>
                <a:cubicBezTo>
                  <a:pt x="26118" y="24964"/>
                  <a:pt x="26254" y="25100"/>
                  <a:pt x="26254" y="25289"/>
                </a:cubicBezTo>
                <a:cubicBezTo>
                  <a:pt x="26281" y="25452"/>
                  <a:pt x="26146" y="25642"/>
                  <a:pt x="25956" y="25669"/>
                </a:cubicBezTo>
                <a:cubicBezTo>
                  <a:pt x="25766" y="25669"/>
                  <a:pt x="25657" y="25534"/>
                  <a:pt x="25657" y="25344"/>
                </a:cubicBezTo>
                <a:cubicBezTo>
                  <a:pt x="25657" y="25127"/>
                  <a:pt x="25766" y="24937"/>
                  <a:pt x="25929" y="24937"/>
                </a:cubicBezTo>
                <a:close/>
                <a:moveTo>
                  <a:pt x="32098" y="28660"/>
                </a:moveTo>
                <a:cubicBezTo>
                  <a:pt x="32160" y="28660"/>
                  <a:pt x="32222" y="28675"/>
                  <a:pt x="32276" y="28707"/>
                </a:cubicBezTo>
                <a:cubicBezTo>
                  <a:pt x="32438" y="28788"/>
                  <a:pt x="32547" y="28978"/>
                  <a:pt x="32493" y="29168"/>
                </a:cubicBezTo>
                <a:lnTo>
                  <a:pt x="32520" y="29141"/>
                </a:lnTo>
                <a:lnTo>
                  <a:pt x="32520" y="29141"/>
                </a:lnTo>
                <a:cubicBezTo>
                  <a:pt x="32493" y="29249"/>
                  <a:pt x="32438" y="29331"/>
                  <a:pt x="32384" y="29412"/>
                </a:cubicBezTo>
                <a:cubicBezTo>
                  <a:pt x="32328" y="29511"/>
                  <a:pt x="32235" y="29558"/>
                  <a:pt x="32140" y="29558"/>
                </a:cubicBezTo>
                <a:cubicBezTo>
                  <a:pt x="32051" y="29558"/>
                  <a:pt x="31961" y="29518"/>
                  <a:pt x="31896" y="29439"/>
                </a:cubicBezTo>
                <a:cubicBezTo>
                  <a:pt x="31842" y="29358"/>
                  <a:pt x="31787" y="29277"/>
                  <a:pt x="31760" y="29195"/>
                </a:cubicBezTo>
                <a:cubicBezTo>
                  <a:pt x="31679" y="29032"/>
                  <a:pt x="31706" y="28870"/>
                  <a:pt x="31842" y="28761"/>
                </a:cubicBezTo>
                <a:cubicBezTo>
                  <a:pt x="31907" y="28696"/>
                  <a:pt x="32003" y="28660"/>
                  <a:pt x="32098" y="28660"/>
                </a:cubicBezTo>
                <a:close/>
                <a:moveTo>
                  <a:pt x="20925" y="0"/>
                </a:moveTo>
                <a:cubicBezTo>
                  <a:pt x="20659" y="0"/>
                  <a:pt x="20397" y="124"/>
                  <a:pt x="20233" y="363"/>
                </a:cubicBezTo>
                <a:cubicBezTo>
                  <a:pt x="20097" y="471"/>
                  <a:pt x="19988" y="634"/>
                  <a:pt x="19880" y="742"/>
                </a:cubicBezTo>
                <a:lnTo>
                  <a:pt x="16761" y="797"/>
                </a:lnTo>
                <a:cubicBezTo>
                  <a:pt x="16679" y="661"/>
                  <a:pt x="16571" y="552"/>
                  <a:pt x="16462" y="444"/>
                </a:cubicBezTo>
                <a:cubicBezTo>
                  <a:pt x="16285" y="311"/>
                  <a:pt x="16068" y="243"/>
                  <a:pt x="15850" y="243"/>
                </a:cubicBezTo>
                <a:cubicBezTo>
                  <a:pt x="15667" y="243"/>
                  <a:pt x="15484" y="291"/>
                  <a:pt x="15323" y="390"/>
                </a:cubicBezTo>
                <a:cubicBezTo>
                  <a:pt x="14998" y="552"/>
                  <a:pt x="14808" y="905"/>
                  <a:pt x="14889" y="1258"/>
                </a:cubicBezTo>
                <a:cubicBezTo>
                  <a:pt x="14889" y="1448"/>
                  <a:pt x="14916" y="1610"/>
                  <a:pt x="14943" y="1773"/>
                </a:cubicBezTo>
                <a:cubicBezTo>
                  <a:pt x="14943" y="1773"/>
                  <a:pt x="14916" y="1800"/>
                  <a:pt x="14916" y="1827"/>
                </a:cubicBezTo>
                <a:cubicBezTo>
                  <a:pt x="14211" y="2858"/>
                  <a:pt x="13533" y="3916"/>
                  <a:pt x="12828" y="4947"/>
                </a:cubicBezTo>
                <a:cubicBezTo>
                  <a:pt x="12773" y="5001"/>
                  <a:pt x="12719" y="5082"/>
                  <a:pt x="12638" y="5109"/>
                </a:cubicBezTo>
                <a:cubicBezTo>
                  <a:pt x="12394" y="5272"/>
                  <a:pt x="12150" y="5381"/>
                  <a:pt x="11878" y="5543"/>
                </a:cubicBezTo>
                <a:cubicBezTo>
                  <a:pt x="10251" y="4513"/>
                  <a:pt x="8705" y="3400"/>
                  <a:pt x="7186" y="2207"/>
                </a:cubicBezTo>
                <a:cubicBezTo>
                  <a:pt x="7186" y="2099"/>
                  <a:pt x="7186" y="2017"/>
                  <a:pt x="7186" y="1936"/>
                </a:cubicBezTo>
                <a:cubicBezTo>
                  <a:pt x="7186" y="1280"/>
                  <a:pt x="6680" y="786"/>
                  <a:pt x="6070" y="786"/>
                </a:cubicBezTo>
                <a:cubicBezTo>
                  <a:pt x="5974" y="786"/>
                  <a:pt x="5875" y="798"/>
                  <a:pt x="5776" y="824"/>
                </a:cubicBezTo>
                <a:cubicBezTo>
                  <a:pt x="5287" y="851"/>
                  <a:pt x="4908" y="1258"/>
                  <a:pt x="4962" y="1746"/>
                </a:cubicBezTo>
                <a:cubicBezTo>
                  <a:pt x="4962" y="2017"/>
                  <a:pt x="4962" y="2288"/>
                  <a:pt x="4989" y="2560"/>
                </a:cubicBezTo>
                <a:cubicBezTo>
                  <a:pt x="4962" y="2614"/>
                  <a:pt x="4908" y="2695"/>
                  <a:pt x="4853" y="2750"/>
                </a:cubicBezTo>
                <a:cubicBezTo>
                  <a:pt x="4067" y="3753"/>
                  <a:pt x="3280" y="4757"/>
                  <a:pt x="2494" y="5787"/>
                </a:cubicBezTo>
                <a:cubicBezTo>
                  <a:pt x="2165" y="6181"/>
                  <a:pt x="2137" y="6293"/>
                  <a:pt x="1740" y="6293"/>
                </a:cubicBezTo>
                <a:cubicBezTo>
                  <a:pt x="1645" y="6293"/>
                  <a:pt x="1529" y="6286"/>
                  <a:pt x="1381" y="6276"/>
                </a:cubicBezTo>
                <a:cubicBezTo>
                  <a:pt x="1352" y="6273"/>
                  <a:pt x="1322" y="6272"/>
                  <a:pt x="1293" y="6272"/>
                </a:cubicBezTo>
                <a:cubicBezTo>
                  <a:pt x="574" y="6272"/>
                  <a:pt x="0" y="6902"/>
                  <a:pt x="52" y="7632"/>
                </a:cubicBezTo>
                <a:cubicBezTo>
                  <a:pt x="161" y="8201"/>
                  <a:pt x="622" y="8635"/>
                  <a:pt x="1192" y="8717"/>
                </a:cubicBezTo>
                <a:cubicBezTo>
                  <a:pt x="1707" y="8717"/>
                  <a:pt x="2195" y="8473"/>
                  <a:pt x="2494" y="8039"/>
                </a:cubicBezTo>
                <a:cubicBezTo>
                  <a:pt x="2521" y="7930"/>
                  <a:pt x="2548" y="7795"/>
                  <a:pt x="2575" y="7686"/>
                </a:cubicBezTo>
                <a:cubicBezTo>
                  <a:pt x="2602" y="7578"/>
                  <a:pt x="2602" y="7442"/>
                  <a:pt x="2575" y="7333"/>
                </a:cubicBezTo>
                <a:cubicBezTo>
                  <a:pt x="2521" y="7035"/>
                  <a:pt x="2602" y="6764"/>
                  <a:pt x="2792" y="6547"/>
                </a:cubicBezTo>
                <a:cubicBezTo>
                  <a:pt x="3687" y="5462"/>
                  <a:pt x="4528" y="4350"/>
                  <a:pt x="5396" y="3238"/>
                </a:cubicBezTo>
                <a:cubicBezTo>
                  <a:pt x="5450" y="3184"/>
                  <a:pt x="5504" y="3102"/>
                  <a:pt x="5559" y="3048"/>
                </a:cubicBezTo>
                <a:cubicBezTo>
                  <a:pt x="5687" y="3091"/>
                  <a:pt x="5807" y="3109"/>
                  <a:pt x="5923" y="3109"/>
                </a:cubicBezTo>
                <a:cubicBezTo>
                  <a:pt x="6248" y="3109"/>
                  <a:pt x="6533" y="2964"/>
                  <a:pt x="6833" y="2804"/>
                </a:cubicBezTo>
                <a:cubicBezTo>
                  <a:pt x="8407" y="4024"/>
                  <a:pt x="10034" y="5191"/>
                  <a:pt x="11716" y="6248"/>
                </a:cubicBezTo>
                <a:cubicBezTo>
                  <a:pt x="11743" y="6655"/>
                  <a:pt x="12041" y="7035"/>
                  <a:pt x="12448" y="7144"/>
                </a:cubicBezTo>
                <a:cubicBezTo>
                  <a:pt x="12746" y="7225"/>
                  <a:pt x="12963" y="7415"/>
                  <a:pt x="13072" y="7713"/>
                </a:cubicBezTo>
                <a:cubicBezTo>
                  <a:pt x="13262" y="8012"/>
                  <a:pt x="13452" y="8337"/>
                  <a:pt x="13669" y="8635"/>
                </a:cubicBezTo>
                <a:cubicBezTo>
                  <a:pt x="14021" y="9205"/>
                  <a:pt x="14374" y="9775"/>
                  <a:pt x="14754" y="10344"/>
                </a:cubicBezTo>
                <a:cubicBezTo>
                  <a:pt x="14862" y="10507"/>
                  <a:pt x="14916" y="10724"/>
                  <a:pt x="14889" y="10941"/>
                </a:cubicBezTo>
                <a:cubicBezTo>
                  <a:pt x="14835" y="11321"/>
                  <a:pt x="15025" y="11673"/>
                  <a:pt x="15405" y="11836"/>
                </a:cubicBezTo>
                <a:cubicBezTo>
                  <a:pt x="15535" y="11906"/>
                  <a:pt x="15677" y="11939"/>
                  <a:pt x="15818" y="11939"/>
                </a:cubicBezTo>
                <a:cubicBezTo>
                  <a:pt x="16056" y="11939"/>
                  <a:pt x="16292" y="11844"/>
                  <a:pt x="16462" y="11673"/>
                </a:cubicBezTo>
                <a:cubicBezTo>
                  <a:pt x="16571" y="11592"/>
                  <a:pt x="16679" y="11483"/>
                  <a:pt x="16788" y="11375"/>
                </a:cubicBezTo>
                <a:lnTo>
                  <a:pt x="19419" y="11511"/>
                </a:lnTo>
                <a:cubicBezTo>
                  <a:pt x="19582" y="11809"/>
                  <a:pt x="19799" y="12026"/>
                  <a:pt x="20097" y="12189"/>
                </a:cubicBezTo>
                <a:cubicBezTo>
                  <a:pt x="20178" y="12243"/>
                  <a:pt x="20233" y="12324"/>
                  <a:pt x="20260" y="12433"/>
                </a:cubicBezTo>
                <a:cubicBezTo>
                  <a:pt x="20395" y="13138"/>
                  <a:pt x="20531" y="13843"/>
                  <a:pt x="20667" y="14548"/>
                </a:cubicBezTo>
                <a:cubicBezTo>
                  <a:pt x="20694" y="14711"/>
                  <a:pt x="20639" y="14874"/>
                  <a:pt x="20558" y="14982"/>
                </a:cubicBezTo>
                <a:cubicBezTo>
                  <a:pt x="20341" y="15308"/>
                  <a:pt x="20260" y="15688"/>
                  <a:pt x="20341" y="16040"/>
                </a:cubicBezTo>
                <a:cubicBezTo>
                  <a:pt x="20368" y="16122"/>
                  <a:pt x="20395" y="16203"/>
                  <a:pt x="20422" y="16311"/>
                </a:cubicBezTo>
                <a:lnTo>
                  <a:pt x="18171" y="19648"/>
                </a:lnTo>
                <a:lnTo>
                  <a:pt x="17981" y="19675"/>
                </a:lnTo>
                <a:cubicBezTo>
                  <a:pt x="17385" y="19729"/>
                  <a:pt x="16978" y="20299"/>
                  <a:pt x="17113" y="20895"/>
                </a:cubicBezTo>
                <a:cubicBezTo>
                  <a:pt x="17140" y="21302"/>
                  <a:pt x="17493" y="21628"/>
                  <a:pt x="17927" y="21628"/>
                </a:cubicBezTo>
                <a:lnTo>
                  <a:pt x="18334" y="21655"/>
                </a:lnTo>
                <a:lnTo>
                  <a:pt x="20233" y="24693"/>
                </a:lnTo>
                <a:cubicBezTo>
                  <a:pt x="20205" y="24828"/>
                  <a:pt x="20151" y="24937"/>
                  <a:pt x="20151" y="25072"/>
                </a:cubicBezTo>
                <a:cubicBezTo>
                  <a:pt x="20124" y="25425"/>
                  <a:pt x="20260" y="25778"/>
                  <a:pt x="20585" y="25967"/>
                </a:cubicBezTo>
                <a:cubicBezTo>
                  <a:pt x="20725" y="26080"/>
                  <a:pt x="20894" y="26134"/>
                  <a:pt x="21066" y="26134"/>
                </a:cubicBezTo>
                <a:cubicBezTo>
                  <a:pt x="21227" y="26134"/>
                  <a:pt x="21390" y="26086"/>
                  <a:pt x="21535" y="25995"/>
                </a:cubicBezTo>
                <a:cubicBezTo>
                  <a:pt x="21589" y="25967"/>
                  <a:pt x="21670" y="25913"/>
                  <a:pt x="21752" y="25859"/>
                </a:cubicBezTo>
                <a:cubicBezTo>
                  <a:pt x="21814" y="25776"/>
                  <a:pt x="21923" y="25741"/>
                  <a:pt x="22032" y="25741"/>
                </a:cubicBezTo>
                <a:cubicBezTo>
                  <a:pt x="22066" y="25741"/>
                  <a:pt x="22099" y="25744"/>
                  <a:pt x="22131" y="25751"/>
                </a:cubicBezTo>
                <a:cubicBezTo>
                  <a:pt x="23026" y="25778"/>
                  <a:pt x="23921" y="25832"/>
                  <a:pt x="24816" y="25859"/>
                </a:cubicBezTo>
                <a:cubicBezTo>
                  <a:pt x="25033" y="25859"/>
                  <a:pt x="25223" y="25913"/>
                  <a:pt x="25386" y="26076"/>
                </a:cubicBezTo>
                <a:cubicBezTo>
                  <a:pt x="25529" y="26219"/>
                  <a:pt x="25717" y="26287"/>
                  <a:pt x="25909" y="26287"/>
                </a:cubicBezTo>
                <a:cubicBezTo>
                  <a:pt x="26046" y="26287"/>
                  <a:pt x="26184" y="26252"/>
                  <a:pt x="26308" y="26184"/>
                </a:cubicBezTo>
                <a:lnTo>
                  <a:pt x="26634" y="26022"/>
                </a:lnTo>
                <a:lnTo>
                  <a:pt x="31028" y="28653"/>
                </a:lnTo>
                <a:cubicBezTo>
                  <a:pt x="31055" y="28815"/>
                  <a:pt x="31055" y="28951"/>
                  <a:pt x="31055" y="29087"/>
                </a:cubicBezTo>
                <a:cubicBezTo>
                  <a:pt x="31082" y="29385"/>
                  <a:pt x="31191" y="29656"/>
                  <a:pt x="31408" y="29846"/>
                </a:cubicBezTo>
                <a:cubicBezTo>
                  <a:pt x="31597" y="30088"/>
                  <a:pt x="31875" y="30209"/>
                  <a:pt x="32157" y="30209"/>
                </a:cubicBezTo>
                <a:cubicBezTo>
                  <a:pt x="32318" y="30209"/>
                  <a:pt x="32480" y="30169"/>
                  <a:pt x="32628" y="30090"/>
                </a:cubicBezTo>
                <a:cubicBezTo>
                  <a:pt x="33062" y="29846"/>
                  <a:pt x="33279" y="29385"/>
                  <a:pt x="33225" y="28924"/>
                </a:cubicBezTo>
                <a:cubicBezTo>
                  <a:pt x="33225" y="28517"/>
                  <a:pt x="32927" y="28137"/>
                  <a:pt x="32520" y="28056"/>
                </a:cubicBezTo>
                <a:cubicBezTo>
                  <a:pt x="32355" y="27990"/>
                  <a:pt x="32171" y="27954"/>
                  <a:pt x="31991" y="27954"/>
                </a:cubicBezTo>
                <a:cubicBezTo>
                  <a:pt x="31874" y="27954"/>
                  <a:pt x="31759" y="27970"/>
                  <a:pt x="31652" y="28002"/>
                </a:cubicBezTo>
                <a:lnTo>
                  <a:pt x="31353" y="28083"/>
                </a:lnTo>
                <a:cubicBezTo>
                  <a:pt x="30567" y="27459"/>
                  <a:pt x="29699" y="26917"/>
                  <a:pt x="28804" y="26456"/>
                </a:cubicBezTo>
                <a:cubicBezTo>
                  <a:pt x="28288" y="26184"/>
                  <a:pt x="27773" y="25913"/>
                  <a:pt x="27285" y="25615"/>
                </a:cubicBezTo>
                <a:cubicBezTo>
                  <a:pt x="27176" y="25588"/>
                  <a:pt x="27095" y="25506"/>
                  <a:pt x="27014" y="25452"/>
                </a:cubicBezTo>
                <a:cubicBezTo>
                  <a:pt x="26851" y="25344"/>
                  <a:pt x="26769" y="25127"/>
                  <a:pt x="26851" y="24937"/>
                </a:cubicBezTo>
                <a:cubicBezTo>
                  <a:pt x="26905" y="24855"/>
                  <a:pt x="26932" y="24774"/>
                  <a:pt x="26986" y="24720"/>
                </a:cubicBezTo>
                <a:lnTo>
                  <a:pt x="28641" y="21899"/>
                </a:lnTo>
                <a:cubicBezTo>
                  <a:pt x="28695" y="21790"/>
                  <a:pt x="28749" y="21709"/>
                  <a:pt x="28804" y="21628"/>
                </a:cubicBezTo>
                <a:lnTo>
                  <a:pt x="29265" y="21519"/>
                </a:lnTo>
                <a:cubicBezTo>
                  <a:pt x="29726" y="21438"/>
                  <a:pt x="30051" y="21085"/>
                  <a:pt x="30106" y="20624"/>
                </a:cubicBezTo>
                <a:cubicBezTo>
                  <a:pt x="30187" y="20163"/>
                  <a:pt x="29834" y="19729"/>
                  <a:pt x="29346" y="19675"/>
                </a:cubicBezTo>
                <a:lnTo>
                  <a:pt x="28994" y="19675"/>
                </a:lnTo>
                <a:lnTo>
                  <a:pt x="27176" y="16230"/>
                </a:lnTo>
                <a:cubicBezTo>
                  <a:pt x="27448" y="15905"/>
                  <a:pt x="27583" y="15498"/>
                  <a:pt x="27556" y="15091"/>
                </a:cubicBezTo>
                <a:cubicBezTo>
                  <a:pt x="27529" y="14820"/>
                  <a:pt x="27637" y="14548"/>
                  <a:pt x="27854" y="14413"/>
                </a:cubicBezTo>
                <a:cubicBezTo>
                  <a:pt x="28939" y="13355"/>
                  <a:pt x="29997" y="12270"/>
                  <a:pt x="31082" y="11212"/>
                </a:cubicBezTo>
                <a:cubicBezTo>
                  <a:pt x="31163" y="11158"/>
                  <a:pt x="31245" y="11077"/>
                  <a:pt x="31353" y="11022"/>
                </a:cubicBezTo>
                <a:cubicBezTo>
                  <a:pt x="31631" y="11108"/>
                  <a:pt x="31837" y="11157"/>
                  <a:pt x="32015" y="11157"/>
                </a:cubicBezTo>
                <a:cubicBezTo>
                  <a:pt x="32340" y="11157"/>
                  <a:pt x="32567" y="10992"/>
                  <a:pt x="32954" y="10588"/>
                </a:cubicBezTo>
                <a:cubicBezTo>
                  <a:pt x="33035" y="10615"/>
                  <a:pt x="33089" y="10643"/>
                  <a:pt x="33144" y="10670"/>
                </a:cubicBezTo>
                <a:cubicBezTo>
                  <a:pt x="34147" y="11212"/>
                  <a:pt x="35124" y="11755"/>
                  <a:pt x="36100" y="12270"/>
                </a:cubicBezTo>
                <a:cubicBezTo>
                  <a:pt x="36344" y="12378"/>
                  <a:pt x="36534" y="12595"/>
                  <a:pt x="36561" y="12840"/>
                </a:cubicBezTo>
                <a:cubicBezTo>
                  <a:pt x="36613" y="13231"/>
                  <a:pt x="36916" y="13546"/>
                  <a:pt x="37300" y="13546"/>
                </a:cubicBezTo>
                <a:cubicBezTo>
                  <a:pt x="37316" y="13546"/>
                  <a:pt x="37332" y="13546"/>
                  <a:pt x="37348" y="13545"/>
                </a:cubicBezTo>
                <a:cubicBezTo>
                  <a:pt x="37403" y="13555"/>
                  <a:pt x="37457" y="13559"/>
                  <a:pt x="37511" y="13559"/>
                </a:cubicBezTo>
                <a:cubicBezTo>
                  <a:pt x="37902" y="13559"/>
                  <a:pt x="38232" y="13306"/>
                  <a:pt x="38351" y="12948"/>
                </a:cubicBezTo>
                <a:cubicBezTo>
                  <a:pt x="38378" y="12840"/>
                  <a:pt x="38406" y="12731"/>
                  <a:pt x="38460" y="12650"/>
                </a:cubicBezTo>
                <a:cubicBezTo>
                  <a:pt x="38514" y="12406"/>
                  <a:pt x="38487" y="12161"/>
                  <a:pt x="38351" y="11972"/>
                </a:cubicBezTo>
                <a:cubicBezTo>
                  <a:pt x="38203" y="11656"/>
                  <a:pt x="37875" y="11467"/>
                  <a:pt x="37544" y="11467"/>
                </a:cubicBezTo>
                <a:cubicBezTo>
                  <a:pt x="37393" y="11467"/>
                  <a:pt x="37240" y="11507"/>
                  <a:pt x="37104" y="11592"/>
                </a:cubicBezTo>
                <a:cubicBezTo>
                  <a:pt x="36969" y="11677"/>
                  <a:pt x="36818" y="11719"/>
                  <a:pt x="36669" y="11719"/>
                </a:cubicBezTo>
                <a:cubicBezTo>
                  <a:pt x="36485" y="11719"/>
                  <a:pt x="36303" y="11657"/>
                  <a:pt x="36154" y="11538"/>
                </a:cubicBezTo>
                <a:cubicBezTo>
                  <a:pt x="35205" y="11022"/>
                  <a:pt x="34256" y="10507"/>
                  <a:pt x="33306" y="9992"/>
                </a:cubicBezTo>
                <a:cubicBezTo>
                  <a:pt x="33062" y="9910"/>
                  <a:pt x="32845" y="9693"/>
                  <a:pt x="32737" y="9449"/>
                </a:cubicBezTo>
                <a:cubicBezTo>
                  <a:pt x="32600" y="9117"/>
                  <a:pt x="32294" y="8926"/>
                  <a:pt x="31962" y="8926"/>
                </a:cubicBezTo>
                <a:cubicBezTo>
                  <a:pt x="31833" y="8926"/>
                  <a:pt x="31699" y="8954"/>
                  <a:pt x="31570" y="9015"/>
                </a:cubicBezTo>
                <a:cubicBezTo>
                  <a:pt x="31245" y="9124"/>
                  <a:pt x="31001" y="9449"/>
                  <a:pt x="30974" y="9802"/>
                </a:cubicBezTo>
                <a:cubicBezTo>
                  <a:pt x="30946" y="9992"/>
                  <a:pt x="30946" y="10209"/>
                  <a:pt x="30974" y="10398"/>
                </a:cubicBezTo>
                <a:lnTo>
                  <a:pt x="27068" y="14169"/>
                </a:lnTo>
                <a:cubicBezTo>
                  <a:pt x="26919" y="14108"/>
                  <a:pt x="26764" y="14079"/>
                  <a:pt x="26613" y="14079"/>
                </a:cubicBezTo>
                <a:cubicBezTo>
                  <a:pt x="26157" y="14079"/>
                  <a:pt x="25725" y="14338"/>
                  <a:pt x="25522" y="14765"/>
                </a:cubicBezTo>
                <a:cubicBezTo>
                  <a:pt x="25440" y="14901"/>
                  <a:pt x="25386" y="15037"/>
                  <a:pt x="25305" y="15172"/>
                </a:cubicBezTo>
                <a:lnTo>
                  <a:pt x="22402" y="15226"/>
                </a:lnTo>
                <a:cubicBezTo>
                  <a:pt x="22384" y="15230"/>
                  <a:pt x="22366" y="15232"/>
                  <a:pt x="22348" y="15232"/>
                </a:cubicBezTo>
                <a:cubicBezTo>
                  <a:pt x="22232" y="15232"/>
                  <a:pt x="22124" y="15161"/>
                  <a:pt x="22077" y="15091"/>
                </a:cubicBezTo>
                <a:cubicBezTo>
                  <a:pt x="21914" y="14820"/>
                  <a:pt x="21697" y="14657"/>
                  <a:pt x="21426" y="14548"/>
                </a:cubicBezTo>
                <a:cubicBezTo>
                  <a:pt x="21263" y="13735"/>
                  <a:pt x="21073" y="12948"/>
                  <a:pt x="20938" y="12107"/>
                </a:cubicBezTo>
                <a:cubicBezTo>
                  <a:pt x="21589" y="11646"/>
                  <a:pt x="21752" y="11104"/>
                  <a:pt x="21372" y="10426"/>
                </a:cubicBezTo>
                <a:lnTo>
                  <a:pt x="23108" y="7442"/>
                </a:lnTo>
                <a:cubicBezTo>
                  <a:pt x="23243" y="7469"/>
                  <a:pt x="23406" y="7469"/>
                  <a:pt x="23542" y="7469"/>
                </a:cubicBezTo>
                <a:cubicBezTo>
                  <a:pt x="23976" y="7469"/>
                  <a:pt x="24355" y="7252"/>
                  <a:pt x="24572" y="6899"/>
                </a:cubicBezTo>
                <a:cubicBezTo>
                  <a:pt x="24898" y="6411"/>
                  <a:pt x="24735" y="5733"/>
                  <a:pt x="24193" y="5516"/>
                </a:cubicBezTo>
                <a:cubicBezTo>
                  <a:pt x="23921" y="5381"/>
                  <a:pt x="23650" y="5272"/>
                  <a:pt x="23379" y="5191"/>
                </a:cubicBezTo>
                <a:lnTo>
                  <a:pt x="21697" y="2017"/>
                </a:lnTo>
                <a:cubicBezTo>
                  <a:pt x="21779" y="1882"/>
                  <a:pt x="21860" y="1746"/>
                  <a:pt x="21941" y="1637"/>
                </a:cubicBezTo>
                <a:cubicBezTo>
                  <a:pt x="22131" y="1285"/>
                  <a:pt x="22077" y="824"/>
                  <a:pt x="21779" y="525"/>
                </a:cubicBezTo>
                <a:cubicBezTo>
                  <a:pt x="21697" y="417"/>
                  <a:pt x="21616" y="336"/>
                  <a:pt x="21535" y="254"/>
                </a:cubicBezTo>
                <a:cubicBezTo>
                  <a:pt x="21364" y="83"/>
                  <a:pt x="21143" y="0"/>
                  <a:pt x="20925" y="0"/>
                </a:cubicBezTo>
                <a:close/>
              </a:path>
            </a:pathLst>
          </a:custGeom>
          <a:solidFill>
            <a:srgbClr val="FECA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5"/>
          <p:cNvSpPr txBox="1">
            <a:spLocks noGrp="1"/>
          </p:cNvSpPr>
          <p:nvPr>
            <p:ph type="title" hasCustomPrompt="1"/>
          </p:nvPr>
        </p:nvSpPr>
        <p:spPr>
          <a:xfrm>
            <a:off x="7168250" y="981250"/>
            <a:ext cx="1255800" cy="8922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SzPts val="6000"/>
              <a:buNone/>
              <a:defRPr sz="7500">
                <a:solidFill>
                  <a:schemeClr val="lt1"/>
                </a:solidFill>
              </a:defRPr>
            </a:lvl1pPr>
            <a:lvl2pPr lvl="1" algn="r" rtl="0">
              <a:spcBef>
                <a:spcPts val="0"/>
              </a:spcBef>
              <a:spcAft>
                <a:spcPts val="0"/>
              </a:spcAft>
              <a:buSzPts val="6000"/>
              <a:buNone/>
              <a:defRPr sz="6000"/>
            </a:lvl2pPr>
            <a:lvl3pPr lvl="2" algn="r" rtl="0">
              <a:spcBef>
                <a:spcPts val="0"/>
              </a:spcBef>
              <a:spcAft>
                <a:spcPts val="0"/>
              </a:spcAft>
              <a:buSzPts val="6000"/>
              <a:buNone/>
              <a:defRPr sz="6000"/>
            </a:lvl3pPr>
            <a:lvl4pPr lvl="3" algn="r" rtl="0">
              <a:spcBef>
                <a:spcPts val="0"/>
              </a:spcBef>
              <a:spcAft>
                <a:spcPts val="0"/>
              </a:spcAft>
              <a:buSzPts val="6000"/>
              <a:buNone/>
              <a:defRPr sz="6000"/>
            </a:lvl4pPr>
            <a:lvl5pPr lvl="4" algn="r" rtl="0">
              <a:spcBef>
                <a:spcPts val="0"/>
              </a:spcBef>
              <a:spcAft>
                <a:spcPts val="0"/>
              </a:spcAft>
              <a:buSzPts val="6000"/>
              <a:buNone/>
              <a:defRPr sz="6000"/>
            </a:lvl5pPr>
            <a:lvl6pPr lvl="5" algn="r" rtl="0">
              <a:spcBef>
                <a:spcPts val="0"/>
              </a:spcBef>
              <a:spcAft>
                <a:spcPts val="0"/>
              </a:spcAft>
              <a:buSzPts val="6000"/>
              <a:buNone/>
              <a:defRPr sz="6000"/>
            </a:lvl6pPr>
            <a:lvl7pPr lvl="6" algn="r" rtl="0">
              <a:spcBef>
                <a:spcPts val="0"/>
              </a:spcBef>
              <a:spcAft>
                <a:spcPts val="0"/>
              </a:spcAft>
              <a:buSzPts val="6000"/>
              <a:buNone/>
              <a:defRPr sz="6000"/>
            </a:lvl7pPr>
            <a:lvl8pPr lvl="7" algn="r" rtl="0">
              <a:spcBef>
                <a:spcPts val="0"/>
              </a:spcBef>
              <a:spcAft>
                <a:spcPts val="0"/>
              </a:spcAft>
              <a:buSzPts val="6000"/>
              <a:buNone/>
              <a:defRPr sz="6000"/>
            </a:lvl8pPr>
            <a:lvl9pPr lvl="8" algn="r" rtl="0">
              <a:spcBef>
                <a:spcPts val="0"/>
              </a:spcBef>
              <a:spcAft>
                <a:spcPts val="0"/>
              </a:spcAft>
              <a:buSzPts val="6000"/>
              <a:buNone/>
              <a:defRPr sz="6000"/>
            </a:lvl9pPr>
          </a:lstStyle>
          <a:p>
            <a:r>
              <a:t>xx%</a:t>
            </a:r>
          </a:p>
        </p:txBody>
      </p:sp>
      <p:sp>
        <p:nvSpPr>
          <p:cNvPr id="153" name="Google Shape;153;p15"/>
          <p:cNvSpPr txBox="1">
            <a:spLocks noGrp="1"/>
          </p:cNvSpPr>
          <p:nvPr>
            <p:ph type="subTitle" idx="1"/>
          </p:nvPr>
        </p:nvSpPr>
        <p:spPr>
          <a:xfrm rot="461">
            <a:off x="3953450" y="3876213"/>
            <a:ext cx="4470600" cy="418800"/>
          </a:xfrm>
          <a:prstGeom prst="rect">
            <a:avLst/>
          </a:prstGeom>
          <a:noFill/>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300"/>
              <a:buNone/>
              <a:defRPr sz="1400">
                <a:latin typeface="Comfortaa SemiBold"/>
                <a:ea typeface="Comfortaa SemiBold"/>
                <a:cs typeface="Comfortaa SemiBold"/>
                <a:sym typeface="Comfortaa SemiBold"/>
              </a:defRPr>
            </a:lvl1pPr>
            <a:lvl2pPr lvl="1" algn="r" rtl="0">
              <a:lnSpc>
                <a:spcPct val="100000"/>
              </a:lnSpc>
              <a:spcBef>
                <a:spcPts val="1600"/>
              </a:spcBef>
              <a:spcAft>
                <a:spcPts val="0"/>
              </a:spcAft>
              <a:buSzPts val="1300"/>
              <a:buNone/>
              <a:defRPr/>
            </a:lvl2pPr>
            <a:lvl3pPr lvl="2" algn="r" rtl="0">
              <a:lnSpc>
                <a:spcPct val="100000"/>
              </a:lnSpc>
              <a:spcBef>
                <a:spcPts val="1600"/>
              </a:spcBef>
              <a:spcAft>
                <a:spcPts val="0"/>
              </a:spcAft>
              <a:buSzPts val="1300"/>
              <a:buNone/>
              <a:defRPr/>
            </a:lvl3pPr>
            <a:lvl4pPr lvl="3" algn="r" rtl="0">
              <a:lnSpc>
                <a:spcPct val="100000"/>
              </a:lnSpc>
              <a:spcBef>
                <a:spcPts val="1600"/>
              </a:spcBef>
              <a:spcAft>
                <a:spcPts val="0"/>
              </a:spcAft>
              <a:buSzPts val="1300"/>
              <a:buNone/>
              <a:defRPr/>
            </a:lvl4pPr>
            <a:lvl5pPr lvl="4" algn="r" rtl="0">
              <a:lnSpc>
                <a:spcPct val="100000"/>
              </a:lnSpc>
              <a:spcBef>
                <a:spcPts val="1600"/>
              </a:spcBef>
              <a:spcAft>
                <a:spcPts val="0"/>
              </a:spcAft>
              <a:buSzPts val="1300"/>
              <a:buNone/>
              <a:defRPr/>
            </a:lvl5pPr>
            <a:lvl6pPr lvl="5" algn="r" rtl="0">
              <a:lnSpc>
                <a:spcPct val="100000"/>
              </a:lnSpc>
              <a:spcBef>
                <a:spcPts val="1600"/>
              </a:spcBef>
              <a:spcAft>
                <a:spcPts val="0"/>
              </a:spcAft>
              <a:buSzPts val="1300"/>
              <a:buNone/>
              <a:defRPr/>
            </a:lvl6pPr>
            <a:lvl7pPr lvl="6" algn="r" rtl="0">
              <a:lnSpc>
                <a:spcPct val="100000"/>
              </a:lnSpc>
              <a:spcBef>
                <a:spcPts val="1600"/>
              </a:spcBef>
              <a:spcAft>
                <a:spcPts val="0"/>
              </a:spcAft>
              <a:buSzPts val="1300"/>
              <a:buNone/>
              <a:defRPr/>
            </a:lvl7pPr>
            <a:lvl8pPr lvl="7" algn="r" rtl="0">
              <a:lnSpc>
                <a:spcPct val="100000"/>
              </a:lnSpc>
              <a:spcBef>
                <a:spcPts val="1600"/>
              </a:spcBef>
              <a:spcAft>
                <a:spcPts val="0"/>
              </a:spcAft>
              <a:buSzPts val="1300"/>
              <a:buNone/>
              <a:defRPr/>
            </a:lvl8pPr>
            <a:lvl9pPr lvl="8" algn="r" rtl="0">
              <a:lnSpc>
                <a:spcPct val="100000"/>
              </a:lnSpc>
              <a:spcBef>
                <a:spcPts val="1600"/>
              </a:spcBef>
              <a:spcAft>
                <a:spcPts val="1600"/>
              </a:spcAft>
              <a:buSzPts val="1300"/>
              <a:buNone/>
              <a:defRPr/>
            </a:lvl9pPr>
          </a:lstStyle>
          <a:p>
            <a:endParaRPr/>
          </a:p>
        </p:txBody>
      </p:sp>
      <p:sp>
        <p:nvSpPr>
          <p:cNvPr id="154" name="Google Shape;154;p15"/>
          <p:cNvSpPr txBox="1">
            <a:spLocks noGrp="1"/>
          </p:cNvSpPr>
          <p:nvPr>
            <p:ph type="title" idx="2"/>
          </p:nvPr>
        </p:nvSpPr>
        <p:spPr>
          <a:xfrm>
            <a:off x="3402650" y="2598863"/>
            <a:ext cx="5021400" cy="802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sz="6000">
                <a:solidFill>
                  <a:schemeClr val="lt1"/>
                </a:solidFill>
              </a:defRPr>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155" name="Google Shape;155;p15"/>
          <p:cNvSpPr/>
          <p:nvPr/>
        </p:nvSpPr>
        <p:spPr>
          <a:xfrm>
            <a:off x="0" y="-1255425"/>
            <a:ext cx="3546507" cy="7493197"/>
          </a:xfrm>
          <a:custGeom>
            <a:avLst/>
            <a:gdLst/>
            <a:ahLst/>
            <a:cxnLst/>
            <a:rect l="l" t="t" r="r" b="b"/>
            <a:pathLst>
              <a:path w="21863" h="46193" extrusionOk="0">
                <a:moveTo>
                  <a:pt x="1" y="1"/>
                </a:moveTo>
                <a:lnTo>
                  <a:pt x="1" y="46192"/>
                </a:lnTo>
                <a:lnTo>
                  <a:pt x="13617" y="46192"/>
                </a:lnTo>
                <a:cubicBezTo>
                  <a:pt x="13617" y="46192"/>
                  <a:pt x="21863" y="33960"/>
                  <a:pt x="17306" y="26202"/>
                </a:cubicBezTo>
                <a:cubicBezTo>
                  <a:pt x="12749" y="18445"/>
                  <a:pt x="12749" y="22730"/>
                  <a:pt x="11664" y="12559"/>
                </a:cubicBezTo>
                <a:cubicBezTo>
                  <a:pt x="10606" y="2387"/>
                  <a:pt x="1"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p:cSld name="MAIN_POINT_1">
    <p:spTree>
      <p:nvGrpSpPr>
        <p:cNvPr id="1" name="Shape 165"/>
        <p:cNvGrpSpPr/>
        <p:nvPr/>
      </p:nvGrpSpPr>
      <p:grpSpPr>
        <a:xfrm>
          <a:off x="0" y="0"/>
          <a:ext cx="0" cy="0"/>
          <a:chOff x="0" y="0"/>
          <a:chExt cx="0" cy="0"/>
        </a:xfrm>
      </p:grpSpPr>
      <p:pic>
        <p:nvPicPr>
          <p:cNvPr id="166" name="Google Shape;166;p17"/>
          <p:cNvPicPr preferRelativeResize="0"/>
          <p:nvPr/>
        </p:nvPicPr>
        <p:blipFill>
          <a:blip r:embed="rId2">
            <a:alphaModFix amt="50000"/>
          </a:blip>
          <a:stretch>
            <a:fillRect/>
          </a:stretch>
        </p:blipFill>
        <p:spPr>
          <a:xfrm>
            <a:off x="4000" y="0"/>
            <a:ext cx="9143997" cy="5143499"/>
          </a:xfrm>
          <a:prstGeom prst="rect">
            <a:avLst/>
          </a:prstGeom>
          <a:noFill/>
          <a:ln>
            <a:noFill/>
          </a:ln>
        </p:spPr>
      </p:pic>
      <p:sp>
        <p:nvSpPr>
          <p:cNvPr id="167" name="Google Shape;167;p17"/>
          <p:cNvSpPr/>
          <p:nvPr/>
        </p:nvSpPr>
        <p:spPr>
          <a:xfrm>
            <a:off x="5124450" y="0"/>
            <a:ext cx="4019565" cy="1376495"/>
          </a:xfrm>
          <a:custGeom>
            <a:avLst/>
            <a:gdLst/>
            <a:ahLst/>
            <a:cxnLst/>
            <a:rect l="l" t="t" r="r" b="b"/>
            <a:pathLst>
              <a:path w="37080" h="12698" extrusionOk="0">
                <a:moveTo>
                  <a:pt x="1" y="1"/>
                </a:moveTo>
                <a:cubicBezTo>
                  <a:pt x="1" y="1"/>
                  <a:pt x="1276" y="5236"/>
                  <a:pt x="8111" y="5968"/>
                </a:cubicBezTo>
                <a:cubicBezTo>
                  <a:pt x="14919" y="6673"/>
                  <a:pt x="20018" y="6592"/>
                  <a:pt x="24060" y="9874"/>
                </a:cubicBezTo>
                <a:cubicBezTo>
                  <a:pt x="26772" y="12077"/>
                  <a:pt x="29597" y="12697"/>
                  <a:pt x="31921" y="12697"/>
                </a:cubicBezTo>
                <a:cubicBezTo>
                  <a:pt x="34918" y="12697"/>
                  <a:pt x="37079" y="11664"/>
                  <a:pt x="37079" y="11664"/>
                </a:cubicBezTo>
                <a:lnTo>
                  <a:pt x="37079" y="1"/>
                </a:lnTo>
                <a:close/>
              </a:path>
            </a:pathLst>
          </a:custGeom>
          <a:solidFill>
            <a:srgbClr val="FECA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7"/>
          <p:cNvSpPr/>
          <p:nvPr/>
        </p:nvSpPr>
        <p:spPr>
          <a:xfrm>
            <a:off x="25" y="194500"/>
            <a:ext cx="9143947" cy="4948994"/>
          </a:xfrm>
          <a:custGeom>
            <a:avLst/>
            <a:gdLst/>
            <a:ahLst/>
            <a:cxnLst/>
            <a:rect l="l" t="t" r="r" b="b"/>
            <a:pathLst>
              <a:path w="49665" h="26881" extrusionOk="0">
                <a:moveTo>
                  <a:pt x="0" y="1"/>
                </a:moveTo>
                <a:lnTo>
                  <a:pt x="0" y="26881"/>
                </a:lnTo>
                <a:lnTo>
                  <a:pt x="49664" y="26881"/>
                </a:lnTo>
                <a:lnTo>
                  <a:pt x="49664" y="23355"/>
                </a:lnTo>
                <a:cubicBezTo>
                  <a:pt x="49664" y="23355"/>
                  <a:pt x="47646" y="21134"/>
                  <a:pt x="42751" y="21134"/>
                </a:cubicBezTo>
                <a:cubicBezTo>
                  <a:pt x="41176" y="21134"/>
                  <a:pt x="39304" y="21364"/>
                  <a:pt x="37106" y="21971"/>
                </a:cubicBezTo>
                <a:cubicBezTo>
                  <a:pt x="36126" y="22241"/>
                  <a:pt x="35132" y="22365"/>
                  <a:pt x="34155" y="22365"/>
                </a:cubicBezTo>
                <a:cubicBezTo>
                  <a:pt x="30125" y="22365"/>
                  <a:pt x="26357" y="20272"/>
                  <a:pt x="24873" y="17740"/>
                </a:cubicBezTo>
                <a:cubicBezTo>
                  <a:pt x="21645" y="12234"/>
                  <a:pt x="20506" y="8816"/>
                  <a:pt x="12911" y="7379"/>
                </a:cubicBezTo>
                <a:cubicBezTo>
                  <a:pt x="6944" y="6239"/>
                  <a:pt x="7975" y="57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7"/>
          <p:cNvSpPr txBox="1">
            <a:spLocks noGrp="1"/>
          </p:cNvSpPr>
          <p:nvPr>
            <p:ph type="subTitle" idx="1"/>
          </p:nvPr>
        </p:nvSpPr>
        <p:spPr>
          <a:xfrm rot="210">
            <a:off x="1985850" y="3676625"/>
            <a:ext cx="4908600" cy="624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atin typeface="Comfortaa Medium"/>
                <a:ea typeface="Comfortaa Medium"/>
                <a:cs typeface="Comfortaa Medium"/>
                <a:sym typeface="Comfortaa Medium"/>
              </a:defRPr>
            </a:lvl1pPr>
            <a:lvl2pPr lvl="1" algn="ctr" rtl="0">
              <a:lnSpc>
                <a:spcPct val="100000"/>
              </a:lnSpc>
              <a:spcBef>
                <a:spcPts val="1600"/>
              </a:spcBef>
              <a:spcAft>
                <a:spcPts val="0"/>
              </a:spcAft>
              <a:buSzPts val="1300"/>
              <a:buNone/>
              <a:defRPr/>
            </a:lvl2pPr>
            <a:lvl3pPr lvl="2" algn="ctr" rtl="0">
              <a:lnSpc>
                <a:spcPct val="100000"/>
              </a:lnSpc>
              <a:spcBef>
                <a:spcPts val="1600"/>
              </a:spcBef>
              <a:spcAft>
                <a:spcPts val="0"/>
              </a:spcAft>
              <a:buSzPts val="1300"/>
              <a:buNone/>
              <a:defRPr/>
            </a:lvl3pPr>
            <a:lvl4pPr lvl="3" algn="ctr" rtl="0">
              <a:lnSpc>
                <a:spcPct val="100000"/>
              </a:lnSpc>
              <a:spcBef>
                <a:spcPts val="1600"/>
              </a:spcBef>
              <a:spcAft>
                <a:spcPts val="0"/>
              </a:spcAft>
              <a:buSzPts val="1300"/>
              <a:buNone/>
              <a:defRPr/>
            </a:lvl4pPr>
            <a:lvl5pPr lvl="4" algn="ctr" rtl="0">
              <a:lnSpc>
                <a:spcPct val="100000"/>
              </a:lnSpc>
              <a:spcBef>
                <a:spcPts val="1600"/>
              </a:spcBef>
              <a:spcAft>
                <a:spcPts val="0"/>
              </a:spcAft>
              <a:buSzPts val="1300"/>
              <a:buNone/>
              <a:defRPr/>
            </a:lvl5pPr>
            <a:lvl6pPr lvl="5" algn="ctr" rtl="0">
              <a:lnSpc>
                <a:spcPct val="100000"/>
              </a:lnSpc>
              <a:spcBef>
                <a:spcPts val="1600"/>
              </a:spcBef>
              <a:spcAft>
                <a:spcPts val="0"/>
              </a:spcAft>
              <a:buSzPts val="1300"/>
              <a:buNone/>
              <a:defRPr/>
            </a:lvl6pPr>
            <a:lvl7pPr lvl="6" algn="ctr" rtl="0">
              <a:lnSpc>
                <a:spcPct val="100000"/>
              </a:lnSpc>
              <a:spcBef>
                <a:spcPts val="1600"/>
              </a:spcBef>
              <a:spcAft>
                <a:spcPts val="0"/>
              </a:spcAft>
              <a:buSzPts val="1300"/>
              <a:buNone/>
              <a:defRPr/>
            </a:lvl7pPr>
            <a:lvl8pPr lvl="7" algn="ctr" rtl="0">
              <a:lnSpc>
                <a:spcPct val="100000"/>
              </a:lnSpc>
              <a:spcBef>
                <a:spcPts val="1600"/>
              </a:spcBef>
              <a:spcAft>
                <a:spcPts val="0"/>
              </a:spcAft>
              <a:buSzPts val="1300"/>
              <a:buNone/>
              <a:defRPr/>
            </a:lvl8pPr>
            <a:lvl9pPr lvl="8" algn="ctr" rtl="0">
              <a:lnSpc>
                <a:spcPct val="100000"/>
              </a:lnSpc>
              <a:spcBef>
                <a:spcPts val="1600"/>
              </a:spcBef>
              <a:spcAft>
                <a:spcPts val="1600"/>
              </a:spcAft>
              <a:buSzPts val="1300"/>
              <a:buNone/>
              <a:defRPr/>
            </a:lvl9pPr>
          </a:lstStyle>
          <a:p>
            <a:endParaRPr/>
          </a:p>
        </p:txBody>
      </p:sp>
      <p:sp>
        <p:nvSpPr>
          <p:cNvPr id="170" name="Google Shape;170;p17"/>
          <p:cNvSpPr txBox="1">
            <a:spLocks noGrp="1"/>
          </p:cNvSpPr>
          <p:nvPr>
            <p:ph type="title"/>
          </p:nvPr>
        </p:nvSpPr>
        <p:spPr>
          <a:xfrm>
            <a:off x="1577850" y="1544912"/>
            <a:ext cx="5988300" cy="1580400"/>
          </a:xfrm>
          <a:prstGeom prst="rect">
            <a:avLst/>
          </a:prstGeom>
        </p:spPr>
        <p:txBody>
          <a:bodyPr spcFirstLastPara="1" wrap="square" lIns="91425" tIns="91425" rIns="91425" bIns="91425" anchor="t" anchorCtr="0">
            <a:noAutofit/>
          </a:bodyPr>
          <a:lstStyle>
            <a:lvl1pPr lvl="0" algn="ctr" rtl="0">
              <a:lnSpc>
                <a:spcPct val="70000"/>
              </a:lnSpc>
              <a:spcBef>
                <a:spcPts val="0"/>
              </a:spcBef>
              <a:spcAft>
                <a:spcPts val="0"/>
              </a:spcAft>
              <a:buSzPts val="4800"/>
              <a:buNone/>
              <a:defRPr sz="15400">
                <a:solidFill>
                  <a:schemeClr val="lt1"/>
                </a:solidFill>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rgbClr val="FECA2A">
            <a:alpha val="10270"/>
          </a:srgbClr>
        </a:solidFill>
        <a:effectLst/>
      </p:bgPr>
    </p:bg>
    <p:spTree>
      <p:nvGrpSpPr>
        <p:cNvPr id="1" name="Shape 382"/>
        <p:cNvGrpSpPr/>
        <p:nvPr/>
      </p:nvGrpSpPr>
      <p:grpSpPr>
        <a:xfrm>
          <a:off x="0" y="0"/>
          <a:ext cx="0" cy="0"/>
          <a:chOff x="0" y="0"/>
          <a:chExt cx="0" cy="0"/>
        </a:xfrm>
      </p:grpSpPr>
      <p:pic>
        <p:nvPicPr>
          <p:cNvPr id="383" name="Google Shape;383;p39"/>
          <p:cNvPicPr preferRelativeResize="0"/>
          <p:nvPr/>
        </p:nvPicPr>
        <p:blipFill>
          <a:blip r:embed="rId2">
            <a:alphaModFix amt="50000"/>
          </a:blip>
          <a:stretch>
            <a:fillRect/>
          </a:stretch>
        </p:blipFill>
        <p:spPr>
          <a:xfrm>
            <a:off x="4000" y="0"/>
            <a:ext cx="9143997" cy="5143499"/>
          </a:xfrm>
          <a:prstGeom prst="rect">
            <a:avLst/>
          </a:prstGeom>
          <a:noFill/>
          <a:ln>
            <a:noFill/>
          </a:ln>
        </p:spPr>
      </p:pic>
      <p:sp>
        <p:nvSpPr>
          <p:cNvPr id="384" name="Google Shape;384;p39"/>
          <p:cNvSpPr/>
          <p:nvPr/>
        </p:nvSpPr>
        <p:spPr>
          <a:xfrm>
            <a:off x="0" y="540100"/>
            <a:ext cx="1552195" cy="4656327"/>
          </a:xfrm>
          <a:custGeom>
            <a:avLst/>
            <a:gdLst/>
            <a:ahLst/>
            <a:cxnLst/>
            <a:rect l="l" t="t" r="r" b="b"/>
            <a:pathLst>
              <a:path w="11990" h="35968" extrusionOk="0">
                <a:moveTo>
                  <a:pt x="1642" y="0"/>
                </a:moveTo>
                <a:cubicBezTo>
                  <a:pt x="651" y="0"/>
                  <a:pt x="1" y="83"/>
                  <a:pt x="1" y="83"/>
                </a:cubicBezTo>
                <a:lnTo>
                  <a:pt x="1" y="35967"/>
                </a:lnTo>
                <a:cubicBezTo>
                  <a:pt x="10389" y="34801"/>
                  <a:pt x="6375" y="28617"/>
                  <a:pt x="6592" y="21077"/>
                </a:cubicBezTo>
                <a:cubicBezTo>
                  <a:pt x="6836" y="13563"/>
                  <a:pt x="11990" y="12505"/>
                  <a:pt x="11474" y="7026"/>
                </a:cubicBezTo>
                <a:cubicBezTo>
                  <a:pt x="10902" y="771"/>
                  <a:pt x="4675" y="0"/>
                  <a:pt x="16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9"/>
          <p:cNvSpPr/>
          <p:nvPr/>
        </p:nvSpPr>
        <p:spPr>
          <a:xfrm>
            <a:off x="3401700" y="0"/>
            <a:ext cx="5742302" cy="1966444"/>
          </a:xfrm>
          <a:custGeom>
            <a:avLst/>
            <a:gdLst/>
            <a:ahLst/>
            <a:cxnLst/>
            <a:rect l="l" t="t" r="r" b="b"/>
            <a:pathLst>
              <a:path w="37080" h="12698" extrusionOk="0">
                <a:moveTo>
                  <a:pt x="1" y="1"/>
                </a:moveTo>
                <a:cubicBezTo>
                  <a:pt x="1" y="1"/>
                  <a:pt x="1276" y="5236"/>
                  <a:pt x="8111" y="5968"/>
                </a:cubicBezTo>
                <a:cubicBezTo>
                  <a:pt x="14919" y="6673"/>
                  <a:pt x="20018" y="6592"/>
                  <a:pt x="24060" y="9874"/>
                </a:cubicBezTo>
                <a:cubicBezTo>
                  <a:pt x="26772" y="12077"/>
                  <a:pt x="29597" y="12697"/>
                  <a:pt x="31921" y="12697"/>
                </a:cubicBezTo>
                <a:cubicBezTo>
                  <a:pt x="34918" y="12697"/>
                  <a:pt x="37079" y="11664"/>
                  <a:pt x="37079" y="11664"/>
                </a:cubicBezTo>
                <a:lnTo>
                  <a:pt x="3707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9"/>
          <p:cNvSpPr/>
          <p:nvPr/>
        </p:nvSpPr>
        <p:spPr>
          <a:xfrm>
            <a:off x="7731738" y="4160000"/>
            <a:ext cx="560415" cy="560415"/>
          </a:xfrm>
          <a:custGeom>
            <a:avLst/>
            <a:gdLst/>
            <a:ahLst/>
            <a:cxnLst/>
            <a:rect l="l" t="t" r="r" b="b"/>
            <a:pathLst>
              <a:path w="7894" h="7894" extrusionOk="0">
                <a:moveTo>
                  <a:pt x="3961" y="1"/>
                </a:moveTo>
                <a:cubicBezTo>
                  <a:pt x="1764" y="1"/>
                  <a:pt x="1" y="1764"/>
                  <a:pt x="1" y="3961"/>
                </a:cubicBezTo>
                <a:cubicBezTo>
                  <a:pt x="1" y="6131"/>
                  <a:pt x="1764" y="7894"/>
                  <a:pt x="3961" y="7894"/>
                </a:cubicBezTo>
                <a:cubicBezTo>
                  <a:pt x="6131" y="7894"/>
                  <a:pt x="7894" y="6131"/>
                  <a:pt x="7894" y="3961"/>
                </a:cubicBezTo>
                <a:cubicBezTo>
                  <a:pt x="7894" y="1764"/>
                  <a:pt x="6131" y="1"/>
                  <a:pt x="39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9"/>
          <p:cNvSpPr/>
          <p:nvPr/>
        </p:nvSpPr>
        <p:spPr>
          <a:xfrm>
            <a:off x="8270907" y="4814670"/>
            <a:ext cx="548843" cy="548914"/>
          </a:xfrm>
          <a:custGeom>
            <a:avLst/>
            <a:gdLst/>
            <a:ahLst/>
            <a:cxnLst/>
            <a:rect l="l" t="t" r="r" b="b"/>
            <a:pathLst>
              <a:path w="7731" h="7732" extrusionOk="0">
                <a:moveTo>
                  <a:pt x="3852" y="1"/>
                </a:moveTo>
                <a:cubicBezTo>
                  <a:pt x="1709" y="1"/>
                  <a:pt x="0" y="1737"/>
                  <a:pt x="0" y="3880"/>
                </a:cubicBezTo>
                <a:cubicBezTo>
                  <a:pt x="0" y="5995"/>
                  <a:pt x="1709" y="7731"/>
                  <a:pt x="3852" y="7731"/>
                </a:cubicBezTo>
                <a:cubicBezTo>
                  <a:pt x="5995" y="7731"/>
                  <a:pt x="7731" y="5995"/>
                  <a:pt x="7731" y="3880"/>
                </a:cubicBezTo>
                <a:cubicBezTo>
                  <a:pt x="7731" y="1737"/>
                  <a:pt x="5995" y="1"/>
                  <a:pt x="3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9"/>
          <p:cNvSpPr/>
          <p:nvPr/>
        </p:nvSpPr>
        <p:spPr>
          <a:xfrm>
            <a:off x="8786934" y="4364096"/>
            <a:ext cx="329334" cy="329405"/>
          </a:xfrm>
          <a:custGeom>
            <a:avLst/>
            <a:gdLst/>
            <a:ahLst/>
            <a:cxnLst/>
            <a:rect l="l" t="t" r="r" b="b"/>
            <a:pathLst>
              <a:path w="4639" h="4640" extrusionOk="0">
                <a:moveTo>
                  <a:pt x="2306" y="1"/>
                </a:moveTo>
                <a:cubicBezTo>
                  <a:pt x="1031" y="1"/>
                  <a:pt x="0" y="1032"/>
                  <a:pt x="0" y="2334"/>
                </a:cubicBezTo>
                <a:cubicBezTo>
                  <a:pt x="0" y="3608"/>
                  <a:pt x="1031" y="4639"/>
                  <a:pt x="2306" y="4639"/>
                </a:cubicBezTo>
                <a:cubicBezTo>
                  <a:pt x="3608" y="4639"/>
                  <a:pt x="4639" y="3608"/>
                  <a:pt x="4639" y="2334"/>
                </a:cubicBezTo>
                <a:cubicBezTo>
                  <a:pt x="4639" y="1032"/>
                  <a:pt x="3608" y="1"/>
                  <a:pt x="23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rgbClr val="FECA2A">
            <a:alpha val="10270"/>
          </a:srgbClr>
        </a:solidFill>
        <a:effectLst/>
      </p:bgPr>
    </p:bg>
    <p:spTree>
      <p:nvGrpSpPr>
        <p:cNvPr id="1" name="Shape 389"/>
        <p:cNvGrpSpPr/>
        <p:nvPr/>
      </p:nvGrpSpPr>
      <p:grpSpPr>
        <a:xfrm>
          <a:off x="0" y="0"/>
          <a:ext cx="0" cy="0"/>
          <a:chOff x="0" y="0"/>
          <a:chExt cx="0" cy="0"/>
        </a:xfrm>
      </p:grpSpPr>
      <p:pic>
        <p:nvPicPr>
          <p:cNvPr id="390" name="Google Shape;390;p40"/>
          <p:cNvPicPr preferRelativeResize="0"/>
          <p:nvPr/>
        </p:nvPicPr>
        <p:blipFill>
          <a:blip r:embed="rId2">
            <a:alphaModFix amt="50000"/>
          </a:blip>
          <a:stretch>
            <a:fillRect/>
          </a:stretch>
        </p:blipFill>
        <p:spPr>
          <a:xfrm>
            <a:off x="4000" y="0"/>
            <a:ext cx="9143997" cy="5143499"/>
          </a:xfrm>
          <a:prstGeom prst="rect">
            <a:avLst/>
          </a:prstGeom>
          <a:noFill/>
          <a:ln>
            <a:noFill/>
          </a:ln>
        </p:spPr>
      </p:pic>
      <p:sp>
        <p:nvSpPr>
          <p:cNvPr id="391" name="Google Shape;391;p40"/>
          <p:cNvSpPr/>
          <p:nvPr/>
        </p:nvSpPr>
        <p:spPr>
          <a:xfrm>
            <a:off x="-136680" y="3536125"/>
            <a:ext cx="9280650" cy="1835972"/>
          </a:xfrm>
          <a:custGeom>
            <a:avLst/>
            <a:gdLst/>
            <a:ahLst/>
            <a:cxnLst/>
            <a:rect l="l" t="t" r="r" b="b"/>
            <a:pathLst>
              <a:path w="49665" h="26881" extrusionOk="0">
                <a:moveTo>
                  <a:pt x="0" y="1"/>
                </a:moveTo>
                <a:lnTo>
                  <a:pt x="0" y="26881"/>
                </a:lnTo>
                <a:lnTo>
                  <a:pt x="49664" y="26881"/>
                </a:lnTo>
                <a:lnTo>
                  <a:pt x="49664" y="23355"/>
                </a:lnTo>
                <a:cubicBezTo>
                  <a:pt x="49664" y="23355"/>
                  <a:pt x="47646" y="21134"/>
                  <a:pt x="42751" y="21134"/>
                </a:cubicBezTo>
                <a:cubicBezTo>
                  <a:pt x="41176" y="21134"/>
                  <a:pt x="39304" y="21364"/>
                  <a:pt x="37106" y="21971"/>
                </a:cubicBezTo>
                <a:cubicBezTo>
                  <a:pt x="36126" y="22241"/>
                  <a:pt x="35132" y="22365"/>
                  <a:pt x="34155" y="22365"/>
                </a:cubicBezTo>
                <a:cubicBezTo>
                  <a:pt x="30125" y="22365"/>
                  <a:pt x="26357" y="20272"/>
                  <a:pt x="24873" y="17740"/>
                </a:cubicBezTo>
                <a:cubicBezTo>
                  <a:pt x="21645" y="12234"/>
                  <a:pt x="20506" y="8816"/>
                  <a:pt x="12911" y="7379"/>
                </a:cubicBezTo>
                <a:cubicBezTo>
                  <a:pt x="6944" y="6239"/>
                  <a:pt x="7975" y="57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0"/>
          <p:cNvSpPr/>
          <p:nvPr/>
        </p:nvSpPr>
        <p:spPr>
          <a:xfrm>
            <a:off x="-136680" y="-95251"/>
            <a:ext cx="4308443" cy="975256"/>
          </a:xfrm>
          <a:custGeom>
            <a:avLst/>
            <a:gdLst/>
            <a:ahLst/>
            <a:cxnLst/>
            <a:rect l="l" t="t" r="r" b="b"/>
            <a:pathLst>
              <a:path w="42124" h="14279" extrusionOk="0">
                <a:moveTo>
                  <a:pt x="1" y="1"/>
                </a:moveTo>
                <a:lnTo>
                  <a:pt x="1" y="7650"/>
                </a:lnTo>
                <a:cubicBezTo>
                  <a:pt x="12993" y="7650"/>
                  <a:pt x="10253" y="11013"/>
                  <a:pt x="23625" y="13942"/>
                </a:cubicBezTo>
                <a:cubicBezTo>
                  <a:pt x="24686" y="14173"/>
                  <a:pt x="25695" y="14279"/>
                  <a:pt x="26653" y="14279"/>
                </a:cubicBezTo>
                <a:cubicBezTo>
                  <a:pt x="37779" y="14279"/>
                  <a:pt x="42124" y="1"/>
                  <a:pt x="421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0"/>
          <p:cNvSpPr/>
          <p:nvPr/>
        </p:nvSpPr>
        <p:spPr>
          <a:xfrm>
            <a:off x="7680275" y="-95250"/>
            <a:ext cx="1533706" cy="1193536"/>
          </a:xfrm>
          <a:custGeom>
            <a:avLst/>
            <a:gdLst/>
            <a:ahLst/>
            <a:cxnLst/>
            <a:rect l="l" t="t" r="r" b="b"/>
            <a:pathLst>
              <a:path w="31600" h="21510" extrusionOk="0">
                <a:moveTo>
                  <a:pt x="434" y="1"/>
                </a:moveTo>
                <a:cubicBezTo>
                  <a:pt x="434" y="1"/>
                  <a:pt x="0" y="7053"/>
                  <a:pt x="11989" y="9467"/>
                </a:cubicBezTo>
                <a:cubicBezTo>
                  <a:pt x="22079" y="11501"/>
                  <a:pt x="20181" y="20886"/>
                  <a:pt x="31600" y="21510"/>
                </a:cubicBezTo>
                <a:lnTo>
                  <a:pt x="316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FECA2A">
            <a:alpha val="10270"/>
          </a:srgbClr>
        </a:solid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50000"/>
          </a:blip>
          <a:stretch>
            <a:fillRect/>
          </a:stretch>
        </p:blipFill>
        <p:spPr>
          <a:xfrm>
            <a:off x="4000" y="0"/>
            <a:ext cx="9143997" cy="5143499"/>
          </a:xfrm>
          <a:prstGeom prst="rect">
            <a:avLst/>
          </a:prstGeom>
          <a:noFill/>
          <a:ln>
            <a:noFill/>
          </a:ln>
        </p:spPr>
      </p:pic>
      <p:sp>
        <p:nvSpPr>
          <p:cNvPr id="10" name="Google Shape;10;p2"/>
          <p:cNvSpPr/>
          <p:nvPr/>
        </p:nvSpPr>
        <p:spPr>
          <a:xfrm rot="10800000">
            <a:off x="-33450" y="3144075"/>
            <a:ext cx="3212298" cy="2054797"/>
          </a:xfrm>
          <a:custGeom>
            <a:avLst/>
            <a:gdLst/>
            <a:ahLst/>
            <a:cxnLst/>
            <a:rect l="l" t="t" r="r" b="b"/>
            <a:pathLst>
              <a:path w="31600" h="21510" extrusionOk="0">
                <a:moveTo>
                  <a:pt x="434" y="1"/>
                </a:moveTo>
                <a:cubicBezTo>
                  <a:pt x="434" y="1"/>
                  <a:pt x="0" y="7053"/>
                  <a:pt x="11989" y="9467"/>
                </a:cubicBezTo>
                <a:cubicBezTo>
                  <a:pt x="22079" y="11501"/>
                  <a:pt x="20181" y="20886"/>
                  <a:pt x="31600" y="21510"/>
                </a:cubicBezTo>
                <a:lnTo>
                  <a:pt x="316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rot="10800000">
            <a:off x="4098500" y="3938150"/>
            <a:ext cx="5045507" cy="1218927"/>
          </a:xfrm>
          <a:custGeom>
            <a:avLst/>
            <a:gdLst/>
            <a:ahLst/>
            <a:cxnLst/>
            <a:rect l="l" t="t" r="r" b="b"/>
            <a:pathLst>
              <a:path w="42124" h="14279" extrusionOk="0">
                <a:moveTo>
                  <a:pt x="1" y="1"/>
                </a:moveTo>
                <a:lnTo>
                  <a:pt x="1" y="7650"/>
                </a:lnTo>
                <a:cubicBezTo>
                  <a:pt x="12993" y="7650"/>
                  <a:pt x="10253" y="11013"/>
                  <a:pt x="23625" y="13942"/>
                </a:cubicBezTo>
                <a:cubicBezTo>
                  <a:pt x="24686" y="14173"/>
                  <a:pt x="25695" y="14279"/>
                  <a:pt x="26653" y="14279"/>
                </a:cubicBezTo>
                <a:cubicBezTo>
                  <a:pt x="37779" y="14279"/>
                  <a:pt x="42124" y="1"/>
                  <a:pt x="421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5931700" y="0"/>
            <a:ext cx="3212298" cy="2054797"/>
          </a:xfrm>
          <a:custGeom>
            <a:avLst/>
            <a:gdLst/>
            <a:ahLst/>
            <a:cxnLst/>
            <a:rect l="l" t="t" r="r" b="b"/>
            <a:pathLst>
              <a:path w="31600" h="21510" extrusionOk="0">
                <a:moveTo>
                  <a:pt x="434" y="1"/>
                </a:moveTo>
                <a:cubicBezTo>
                  <a:pt x="434" y="1"/>
                  <a:pt x="0" y="7053"/>
                  <a:pt x="11989" y="9467"/>
                </a:cubicBezTo>
                <a:cubicBezTo>
                  <a:pt x="22079" y="11501"/>
                  <a:pt x="20181" y="20886"/>
                  <a:pt x="31600" y="21510"/>
                </a:cubicBezTo>
                <a:lnTo>
                  <a:pt x="316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0" y="0"/>
            <a:ext cx="5045507" cy="1218927"/>
          </a:xfrm>
          <a:custGeom>
            <a:avLst/>
            <a:gdLst/>
            <a:ahLst/>
            <a:cxnLst/>
            <a:rect l="l" t="t" r="r" b="b"/>
            <a:pathLst>
              <a:path w="42124" h="14279" extrusionOk="0">
                <a:moveTo>
                  <a:pt x="1" y="1"/>
                </a:moveTo>
                <a:lnTo>
                  <a:pt x="1" y="7650"/>
                </a:lnTo>
                <a:cubicBezTo>
                  <a:pt x="12993" y="7650"/>
                  <a:pt x="10253" y="11013"/>
                  <a:pt x="23625" y="13942"/>
                </a:cubicBezTo>
                <a:cubicBezTo>
                  <a:pt x="24686" y="14173"/>
                  <a:pt x="25695" y="14279"/>
                  <a:pt x="26653" y="14279"/>
                </a:cubicBezTo>
                <a:cubicBezTo>
                  <a:pt x="37779" y="14279"/>
                  <a:pt x="42124" y="1"/>
                  <a:pt x="42124" y="1"/>
                </a:cubicBezTo>
                <a:close/>
              </a:path>
            </a:pathLst>
          </a:custGeom>
          <a:solidFill>
            <a:srgbClr val="FECA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216350" y="482025"/>
            <a:ext cx="6719308" cy="3880271"/>
          </a:xfrm>
          <a:custGeom>
            <a:avLst/>
            <a:gdLst/>
            <a:ahLst/>
            <a:cxnLst/>
            <a:rect l="l" t="t" r="r" b="b"/>
            <a:pathLst>
              <a:path w="199801" h="103467" extrusionOk="0">
                <a:moveTo>
                  <a:pt x="100127" y="0"/>
                </a:moveTo>
                <a:cubicBezTo>
                  <a:pt x="91281" y="0"/>
                  <a:pt x="82435" y="60"/>
                  <a:pt x="73588" y="179"/>
                </a:cubicBezTo>
                <a:cubicBezTo>
                  <a:pt x="71909" y="207"/>
                  <a:pt x="70225" y="228"/>
                  <a:pt x="68546" y="260"/>
                </a:cubicBezTo>
                <a:cubicBezTo>
                  <a:pt x="52087" y="520"/>
                  <a:pt x="35630" y="988"/>
                  <a:pt x="19162" y="1665"/>
                </a:cubicBezTo>
                <a:cubicBezTo>
                  <a:pt x="18193" y="1706"/>
                  <a:pt x="17218" y="1746"/>
                  <a:pt x="16248" y="1787"/>
                </a:cubicBezTo>
                <a:cubicBezTo>
                  <a:pt x="16028" y="1796"/>
                  <a:pt x="15812" y="1804"/>
                  <a:pt x="15593" y="1813"/>
                </a:cubicBezTo>
                <a:cubicBezTo>
                  <a:pt x="15367" y="1808"/>
                  <a:pt x="15144" y="1805"/>
                  <a:pt x="14922" y="1805"/>
                </a:cubicBezTo>
                <a:cubicBezTo>
                  <a:pt x="8389" y="1805"/>
                  <a:pt x="3600" y="4346"/>
                  <a:pt x="3305" y="11429"/>
                </a:cubicBezTo>
                <a:cubicBezTo>
                  <a:pt x="3175" y="13103"/>
                  <a:pt x="2999" y="15015"/>
                  <a:pt x="2802" y="17121"/>
                </a:cubicBezTo>
                <a:cubicBezTo>
                  <a:pt x="2766" y="17494"/>
                  <a:pt x="2730" y="17871"/>
                  <a:pt x="2698" y="18258"/>
                </a:cubicBezTo>
                <a:cubicBezTo>
                  <a:pt x="2446" y="20869"/>
                  <a:pt x="2168" y="23752"/>
                  <a:pt x="1886" y="26831"/>
                </a:cubicBezTo>
                <a:cubicBezTo>
                  <a:pt x="1840" y="27303"/>
                  <a:pt x="1800" y="27784"/>
                  <a:pt x="1755" y="28269"/>
                </a:cubicBezTo>
                <a:cubicBezTo>
                  <a:pt x="1207" y="34357"/>
                  <a:pt x="673" y="41131"/>
                  <a:pt x="373" y="48018"/>
                </a:cubicBezTo>
                <a:cubicBezTo>
                  <a:pt x="373" y="48054"/>
                  <a:pt x="373" y="48094"/>
                  <a:pt x="368" y="48130"/>
                </a:cubicBezTo>
                <a:cubicBezTo>
                  <a:pt x="54" y="55430"/>
                  <a:pt x="1" y="62856"/>
                  <a:pt x="476" y="69733"/>
                </a:cubicBezTo>
                <a:cubicBezTo>
                  <a:pt x="508" y="70211"/>
                  <a:pt x="544" y="70686"/>
                  <a:pt x="584" y="71158"/>
                </a:cubicBezTo>
                <a:cubicBezTo>
                  <a:pt x="778" y="73585"/>
                  <a:pt x="1046" y="75939"/>
                  <a:pt x="1392" y="78183"/>
                </a:cubicBezTo>
                <a:cubicBezTo>
                  <a:pt x="1441" y="78494"/>
                  <a:pt x="1491" y="78798"/>
                  <a:pt x="1540" y="79103"/>
                </a:cubicBezTo>
                <a:cubicBezTo>
                  <a:pt x="2900" y="87234"/>
                  <a:pt x="5388" y="93865"/>
                  <a:pt x="9590" y="97461"/>
                </a:cubicBezTo>
                <a:cubicBezTo>
                  <a:pt x="9612" y="97479"/>
                  <a:pt x="9639" y="97497"/>
                  <a:pt x="9661" y="97510"/>
                </a:cubicBezTo>
                <a:cubicBezTo>
                  <a:pt x="10084" y="97812"/>
                  <a:pt x="10519" y="98082"/>
                  <a:pt x="10969" y="98328"/>
                </a:cubicBezTo>
                <a:cubicBezTo>
                  <a:pt x="15026" y="100582"/>
                  <a:pt x="19993" y="100869"/>
                  <a:pt x="24693" y="101067"/>
                </a:cubicBezTo>
                <a:cubicBezTo>
                  <a:pt x="47105" y="102494"/>
                  <a:pt x="69492" y="103284"/>
                  <a:pt x="91882" y="103437"/>
                </a:cubicBezTo>
                <a:cubicBezTo>
                  <a:pt x="93916" y="103454"/>
                  <a:pt x="95946" y="103464"/>
                  <a:pt x="97980" y="103464"/>
                </a:cubicBezTo>
                <a:cubicBezTo>
                  <a:pt x="98844" y="103466"/>
                  <a:pt x="99708" y="103467"/>
                  <a:pt x="100572" y="103467"/>
                </a:cubicBezTo>
                <a:cubicBezTo>
                  <a:pt x="115757" y="103467"/>
                  <a:pt x="130944" y="103166"/>
                  <a:pt x="146138" y="102575"/>
                </a:cubicBezTo>
                <a:cubicBezTo>
                  <a:pt x="147269" y="102534"/>
                  <a:pt x="148400" y="102485"/>
                  <a:pt x="149532" y="102436"/>
                </a:cubicBezTo>
                <a:cubicBezTo>
                  <a:pt x="158219" y="102076"/>
                  <a:pt x="166911" y="101620"/>
                  <a:pt x="175602" y="101067"/>
                </a:cubicBezTo>
                <a:cubicBezTo>
                  <a:pt x="176079" y="101083"/>
                  <a:pt x="176548" y="101092"/>
                  <a:pt x="177009" y="101092"/>
                </a:cubicBezTo>
                <a:cubicBezTo>
                  <a:pt x="189730" y="101092"/>
                  <a:pt x="196027" y="94765"/>
                  <a:pt x="198103" y="83886"/>
                </a:cubicBezTo>
                <a:cubicBezTo>
                  <a:pt x="198149" y="83679"/>
                  <a:pt x="198184" y="83468"/>
                  <a:pt x="198220" y="83257"/>
                </a:cubicBezTo>
                <a:cubicBezTo>
                  <a:pt x="198561" y="81295"/>
                  <a:pt x="198773" y="79185"/>
                  <a:pt x="198863" y="76944"/>
                </a:cubicBezTo>
                <a:cubicBezTo>
                  <a:pt x="198961" y="74515"/>
                  <a:pt x="199063" y="72073"/>
                  <a:pt x="199167" y="69613"/>
                </a:cubicBezTo>
                <a:cubicBezTo>
                  <a:pt x="199185" y="69230"/>
                  <a:pt x="199204" y="68850"/>
                  <a:pt x="199216" y="68468"/>
                </a:cubicBezTo>
                <a:cubicBezTo>
                  <a:pt x="199294" y="66627"/>
                  <a:pt x="199370" y="64781"/>
                  <a:pt x="199441" y="62927"/>
                </a:cubicBezTo>
                <a:cubicBezTo>
                  <a:pt x="199455" y="62560"/>
                  <a:pt x="199468" y="62191"/>
                  <a:pt x="199482" y="61823"/>
                </a:cubicBezTo>
                <a:cubicBezTo>
                  <a:pt x="199657" y="57027"/>
                  <a:pt x="199787" y="52202"/>
                  <a:pt x="199800" y="47376"/>
                </a:cubicBezTo>
                <a:lnTo>
                  <a:pt x="199800" y="45902"/>
                </a:lnTo>
                <a:cubicBezTo>
                  <a:pt x="199785" y="39540"/>
                  <a:pt x="199557" y="33189"/>
                  <a:pt x="198957" y="26923"/>
                </a:cubicBezTo>
                <a:cubicBezTo>
                  <a:pt x="198934" y="26685"/>
                  <a:pt x="198912" y="26448"/>
                  <a:pt x="198885" y="26209"/>
                </a:cubicBezTo>
                <a:cubicBezTo>
                  <a:pt x="198603" y="23400"/>
                  <a:pt x="198243" y="20607"/>
                  <a:pt x="197790" y="17837"/>
                </a:cubicBezTo>
                <a:cubicBezTo>
                  <a:pt x="197660" y="17050"/>
                  <a:pt x="197521" y="16265"/>
                  <a:pt x="197378" y="15479"/>
                </a:cubicBezTo>
                <a:cubicBezTo>
                  <a:pt x="196855" y="12633"/>
                  <a:pt x="196228" y="9817"/>
                  <a:pt x="195482" y="7034"/>
                </a:cubicBezTo>
                <a:cubicBezTo>
                  <a:pt x="195401" y="6738"/>
                  <a:pt x="195321" y="6442"/>
                  <a:pt x="195240" y="6150"/>
                </a:cubicBezTo>
                <a:cubicBezTo>
                  <a:pt x="194044" y="1903"/>
                  <a:pt x="187660" y="1599"/>
                  <a:pt x="182861" y="1599"/>
                </a:cubicBezTo>
                <a:cubicBezTo>
                  <a:pt x="182058" y="1599"/>
                  <a:pt x="181300" y="1607"/>
                  <a:pt x="180617" y="1607"/>
                </a:cubicBezTo>
                <a:cubicBezTo>
                  <a:pt x="180110" y="1607"/>
                  <a:pt x="179644" y="1603"/>
                  <a:pt x="179234" y="1586"/>
                </a:cubicBezTo>
                <a:cubicBezTo>
                  <a:pt x="173166" y="1345"/>
                  <a:pt x="167098" y="1143"/>
                  <a:pt x="161029" y="942"/>
                </a:cubicBezTo>
                <a:cubicBezTo>
                  <a:pt x="159943" y="907"/>
                  <a:pt x="158861" y="876"/>
                  <a:pt x="157774" y="844"/>
                </a:cubicBezTo>
                <a:cubicBezTo>
                  <a:pt x="138554" y="281"/>
                  <a:pt x="119341" y="0"/>
                  <a:pt x="100127" y="0"/>
                </a:cubicBezTo>
                <a:close/>
              </a:path>
            </a:pathLst>
          </a:custGeom>
          <a:solidFill>
            <a:srgbClr val="FFF5D7"/>
          </a:solidFill>
          <a:ln>
            <a:noFill/>
          </a:ln>
          <a:effectLst>
            <a:outerShdw blurRad="200025" dist="76200" dir="4260000" algn="bl" rotWithShape="0">
              <a:srgbClr val="000000">
                <a:alpha val="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txBox="1">
            <a:spLocks noGrp="1"/>
          </p:cNvSpPr>
          <p:nvPr>
            <p:ph type="subTitle" idx="1"/>
          </p:nvPr>
        </p:nvSpPr>
        <p:spPr>
          <a:xfrm rot="-655">
            <a:off x="2208899" y="3559751"/>
            <a:ext cx="4726200" cy="426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300"/>
              <a:buFont typeface="Comfortaa Medium"/>
              <a:buNone/>
              <a:defRPr sz="1600">
                <a:latin typeface="Comfortaa SemiBold"/>
                <a:ea typeface="Comfortaa SemiBold"/>
                <a:cs typeface="Comfortaa SemiBold"/>
                <a:sym typeface="Comfortaa SemiBold"/>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6" name="Google Shape;16;p2"/>
          <p:cNvSpPr txBox="1">
            <a:spLocks noGrp="1"/>
          </p:cNvSpPr>
          <p:nvPr>
            <p:ph type="ctrTitle"/>
          </p:nvPr>
        </p:nvSpPr>
        <p:spPr>
          <a:xfrm>
            <a:off x="1630500" y="1009825"/>
            <a:ext cx="5883000" cy="2607900"/>
          </a:xfrm>
          <a:prstGeom prst="rect">
            <a:avLst/>
          </a:prstGeom>
        </p:spPr>
        <p:txBody>
          <a:bodyPr spcFirstLastPara="1" wrap="square" lIns="91425" tIns="91425" rIns="91425" bIns="91425" anchor="t" anchorCtr="0">
            <a:noAutofit/>
          </a:bodyPr>
          <a:lstStyle>
            <a:lvl1pPr lvl="0" algn="ctr" rtl="0">
              <a:lnSpc>
                <a:spcPct val="70000"/>
              </a:lnSpc>
              <a:spcBef>
                <a:spcPts val="0"/>
              </a:spcBef>
              <a:spcAft>
                <a:spcPts val="0"/>
              </a:spcAft>
              <a:buSzPts val="5200"/>
              <a:buFont typeface="Mali Medium"/>
              <a:buNone/>
              <a:defRPr sz="9600" b="0">
                <a:latin typeface="Mali Medium"/>
                <a:ea typeface="Mali Medium"/>
                <a:cs typeface="Mali Medium"/>
                <a:sym typeface="Mali Medium"/>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Tree>
    <p:extLst>
      <p:ext uri="{BB962C8B-B14F-4D97-AF65-F5344CB8AC3E}">
        <p14:creationId xmlns:p14="http://schemas.microsoft.com/office/powerpoint/2010/main" val="1482269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bg>
      <p:bgPr>
        <a:solidFill>
          <a:srgbClr val="FECA2A">
            <a:alpha val="10270"/>
          </a:srgbClr>
        </a:solidFill>
        <a:effectLst/>
      </p:bgPr>
    </p:bg>
    <p:spTree>
      <p:nvGrpSpPr>
        <p:cNvPr id="1" name="Shape 76"/>
        <p:cNvGrpSpPr/>
        <p:nvPr/>
      </p:nvGrpSpPr>
      <p:grpSpPr>
        <a:xfrm>
          <a:off x="0" y="0"/>
          <a:ext cx="0" cy="0"/>
          <a:chOff x="0" y="0"/>
          <a:chExt cx="0" cy="0"/>
        </a:xfrm>
      </p:grpSpPr>
      <p:pic>
        <p:nvPicPr>
          <p:cNvPr id="77" name="Google Shape;77;p10"/>
          <p:cNvPicPr preferRelativeResize="0"/>
          <p:nvPr/>
        </p:nvPicPr>
        <p:blipFill>
          <a:blip r:embed="rId2">
            <a:alphaModFix amt="50000"/>
          </a:blip>
          <a:stretch>
            <a:fillRect/>
          </a:stretch>
        </p:blipFill>
        <p:spPr>
          <a:xfrm>
            <a:off x="4000" y="0"/>
            <a:ext cx="9143997" cy="5143499"/>
          </a:xfrm>
          <a:prstGeom prst="rect">
            <a:avLst/>
          </a:prstGeom>
          <a:noFill/>
          <a:ln>
            <a:noFill/>
          </a:ln>
        </p:spPr>
      </p:pic>
      <p:sp>
        <p:nvSpPr>
          <p:cNvPr id="78" name="Google Shape;78;p10"/>
          <p:cNvSpPr txBox="1">
            <a:spLocks noGrp="1"/>
          </p:cNvSpPr>
          <p:nvPr>
            <p:ph type="title"/>
          </p:nvPr>
        </p:nvSpPr>
        <p:spPr>
          <a:xfrm>
            <a:off x="4276775" y="504825"/>
            <a:ext cx="4147500" cy="862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3200"/>
              <a:buNone/>
              <a:defRPr sz="2800">
                <a:solidFill>
                  <a:schemeClr val="lt1"/>
                </a:solidFill>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9" name="Google Shape;79;p10"/>
          <p:cNvSpPr/>
          <p:nvPr/>
        </p:nvSpPr>
        <p:spPr>
          <a:xfrm>
            <a:off x="-209550" y="3581833"/>
            <a:ext cx="3716432" cy="1814468"/>
          </a:xfrm>
          <a:custGeom>
            <a:avLst/>
            <a:gdLst/>
            <a:ahLst/>
            <a:cxnLst/>
            <a:rect l="l" t="t" r="r" b="b"/>
            <a:pathLst>
              <a:path w="49665" h="26881" extrusionOk="0">
                <a:moveTo>
                  <a:pt x="0" y="1"/>
                </a:moveTo>
                <a:lnTo>
                  <a:pt x="0" y="26881"/>
                </a:lnTo>
                <a:lnTo>
                  <a:pt x="49664" y="26881"/>
                </a:lnTo>
                <a:lnTo>
                  <a:pt x="49664" y="23355"/>
                </a:lnTo>
                <a:cubicBezTo>
                  <a:pt x="49664" y="23355"/>
                  <a:pt x="47646" y="21134"/>
                  <a:pt x="42751" y="21134"/>
                </a:cubicBezTo>
                <a:cubicBezTo>
                  <a:pt x="41176" y="21134"/>
                  <a:pt x="39304" y="21364"/>
                  <a:pt x="37106" y="21971"/>
                </a:cubicBezTo>
                <a:cubicBezTo>
                  <a:pt x="36126" y="22241"/>
                  <a:pt x="35132" y="22365"/>
                  <a:pt x="34155" y="22365"/>
                </a:cubicBezTo>
                <a:cubicBezTo>
                  <a:pt x="30125" y="22365"/>
                  <a:pt x="26357" y="20272"/>
                  <a:pt x="24873" y="17740"/>
                </a:cubicBezTo>
                <a:cubicBezTo>
                  <a:pt x="21645" y="12234"/>
                  <a:pt x="20506" y="8816"/>
                  <a:pt x="12911" y="7379"/>
                </a:cubicBezTo>
                <a:cubicBezTo>
                  <a:pt x="6944" y="6239"/>
                  <a:pt x="7975" y="57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0"/>
          <p:cNvSpPr/>
          <p:nvPr/>
        </p:nvSpPr>
        <p:spPr>
          <a:xfrm flipH="1">
            <a:off x="-1096908" y="-83926"/>
            <a:ext cx="6087985" cy="1912726"/>
          </a:xfrm>
          <a:custGeom>
            <a:avLst/>
            <a:gdLst/>
            <a:ahLst/>
            <a:cxnLst/>
            <a:rect l="l" t="t" r="r" b="b"/>
            <a:pathLst>
              <a:path w="42124" h="14279" extrusionOk="0">
                <a:moveTo>
                  <a:pt x="1" y="1"/>
                </a:moveTo>
                <a:lnTo>
                  <a:pt x="1" y="7650"/>
                </a:lnTo>
                <a:cubicBezTo>
                  <a:pt x="12993" y="7650"/>
                  <a:pt x="10253" y="11013"/>
                  <a:pt x="23625" y="13942"/>
                </a:cubicBezTo>
                <a:cubicBezTo>
                  <a:pt x="24686" y="14173"/>
                  <a:pt x="25695" y="14279"/>
                  <a:pt x="26653" y="14279"/>
                </a:cubicBezTo>
                <a:cubicBezTo>
                  <a:pt x="37779" y="14279"/>
                  <a:pt x="42124" y="1"/>
                  <a:pt x="421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0"/>
          <p:cNvSpPr/>
          <p:nvPr/>
        </p:nvSpPr>
        <p:spPr>
          <a:xfrm>
            <a:off x="7078575" y="2295325"/>
            <a:ext cx="3170328" cy="3625488"/>
          </a:xfrm>
          <a:custGeom>
            <a:avLst/>
            <a:gdLst/>
            <a:ahLst/>
            <a:cxnLst/>
            <a:rect l="l" t="t" r="r" b="b"/>
            <a:pathLst>
              <a:path w="39792" h="47392" extrusionOk="0">
                <a:moveTo>
                  <a:pt x="35354" y="0"/>
                </a:moveTo>
                <a:cubicBezTo>
                  <a:pt x="30943" y="0"/>
                  <a:pt x="24629" y="1336"/>
                  <a:pt x="23165" y="8659"/>
                </a:cubicBezTo>
                <a:cubicBezTo>
                  <a:pt x="20832" y="20186"/>
                  <a:pt x="23816" y="23550"/>
                  <a:pt x="11908" y="29625"/>
                </a:cubicBezTo>
                <a:cubicBezTo>
                  <a:pt x="1" y="35674"/>
                  <a:pt x="1981" y="47392"/>
                  <a:pt x="1981" y="47392"/>
                </a:cubicBezTo>
                <a:lnTo>
                  <a:pt x="39792" y="47392"/>
                </a:lnTo>
                <a:lnTo>
                  <a:pt x="39792" y="440"/>
                </a:lnTo>
                <a:cubicBezTo>
                  <a:pt x="39792" y="440"/>
                  <a:pt x="37887" y="0"/>
                  <a:pt x="35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6180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ECA2A">
            <a:alpha val="10270"/>
          </a:srgb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58300"/>
          </a:xfrm>
          <a:prstGeom prst="rect">
            <a:avLst/>
          </a:prstGeom>
          <a:noFill/>
          <a:ln>
            <a:noFill/>
          </a:ln>
        </p:spPr>
        <p:txBody>
          <a:bodyPr spcFirstLastPara="1" wrap="square" lIns="91425" tIns="91425" rIns="91425" bIns="91425" anchor="t" anchorCtr="0">
            <a:noAutofit/>
          </a:bodyPr>
          <a:lstStyle>
            <a:lvl1pPr lvl="0" algn="ctr" rtl="0">
              <a:lnSpc>
                <a:spcPct val="70000"/>
              </a:lnSpc>
              <a:spcBef>
                <a:spcPts val="0"/>
              </a:spcBef>
              <a:spcAft>
                <a:spcPts val="0"/>
              </a:spcAft>
              <a:buClr>
                <a:schemeClr val="dk1"/>
              </a:buClr>
              <a:buSzPts val="3200"/>
              <a:buFont typeface="Mali Medium"/>
              <a:buNone/>
              <a:defRPr sz="3200">
                <a:solidFill>
                  <a:schemeClr val="dk1"/>
                </a:solidFill>
                <a:latin typeface="Mali Medium"/>
                <a:ea typeface="Mali Medium"/>
                <a:cs typeface="Mali Medium"/>
                <a:sym typeface="Mali Medium"/>
              </a:defRPr>
            </a:lvl1pPr>
            <a:lvl2pPr lvl="1" algn="ctr" rtl="0">
              <a:lnSpc>
                <a:spcPct val="70000"/>
              </a:lnSpc>
              <a:spcBef>
                <a:spcPts val="0"/>
              </a:spcBef>
              <a:spcAft>
                <a:spcPts val="0"/>
              </a:spcAft>
              <a:buClr>
                <a:schemeClr val="dk1"/>
              </a:buClr>
              <a:buSzPts val="3200"/>
              <a:buFont typeface="Single Day"/>
              <a:buNone/>
              <a:defRPr sz="3200" b="1">
                <a:solidFill>
                  <a:schemeClr val="dk1"/>
                </a:solidFill>
                <a:latin typeface="Single Day"/>
                <a:ea typeface="Single Day"/>
                <a:cs typeface="Single Day"/>
                <a:sym typeface="Single Day"/>
              </a:defRPr>
            </a:lvl2pPr>
            <a:lvl3pPr lvl="2" algn="ctr" rtl="0">
              <a:lnSpc>
                <a:spcPct val="70000"/>
              </a:lnSpc>
              <a:spcBef>
                <a:spcPts val="0"/>
              </a:spcBef>
              <a:spcAft>
                <a:spcPts val="0"/>
              </a:spcAft>
              <a:buClr>
                <a:schemeClr val="dk1"/>
              </a:buClr>
              <a:buSzPts val="3200"/>
              <a:buFont typeface="Single Day"/>
              <a:buNone/>
              <a:defRPr sz="3200" b="1">
                <a:solidFill>
                  <a:schemeClr val="dk1"/>
                </a:solidFill>
                <a:latin typeface="Single Day"/>
                <a:ea typeface="Single Day"/>
                <a:cs typeface="Single Day"/>
                <a:sym typeface="Single Day"/>
              </a:defRPr>
            </a:lvl3pPr>
            <a:lvl4pPr lvl="3" algn="ctr" rtl="0">
              <a:lnSpc>
                <a:spcPct val="70000"/>
              </a:lnSpc>
              <a:spcBef>
                <a:spcPts val="0"/>
              </a:spcBef>
              <a:spcAft>
                <a:spcPts val="0"/>
              </a:spcAft>
              <a:buClr>
                <a:schemeClr val="dk1"/>
              </a:buClr>
              <a:buSzPts val="3200"/>
              <a:buFont typeface="Single Day"/>
              <a:buNone/>
              <a:defRPr sz="3200" b="1">
                <a:solidFill>
                  <a:schemeClr val="dk1"/>
                </a:solidFill>
                <a:latin typeface="Single Day"/>
                <a:ea typeface="Single Day"/>
                <a:cs typeface="Single Day"/>
                <a:sym typeface="Single Day"/>
              </a:defRPr>
            </a:lvl4pPr>
            <a:lvl5pPr lvl="4" algn="ctr" rtl="0">
              <a:lnSpc>
                <a:spcPct val="70000"/>
              </a:lnSpc>
              <a:spcBef>
                <a:spcPts val="0"/>
              </a:spcBef>
              <a:spcAft>
                <a:spcPts val="0"/>
              </a:spcAft>
              <a:buClr>
                <a:schemeClr val="dk1"/>
              </a:buClr>
              <a:buSzPts val="3200"/>
              <a:buFont typeface="Single Day"/>
              <a:buNone/>
              <a:defRPr sz="3200" b="1">
                <a:solidFill>
                  <a:schemeClr val="dk1"/>
                </a:solidFill>
                <a:latin typeface="Single Day"/>
                <a:ea typeface="Single Day"/>
                <a:cs typeface="Single Day"/>
                <a:sym typeface="Single Day"/>
              </a:defRPr>
            </a:lvl5pPr>
            <a:lvl6pPr lvl="5" algn="ctr" rtl="0">
              <a:lnSpc>
                <a:spcPct val="70000"/>
              </a:lnSpc>
              <a:spcBef>
                <a:spcPts val="0"/>
              </a:spcBef>
              <a:spcAft>
                <a:spcPts val="0"/>
              </a:spcAft>
              <a:buClr>
                <a:schemeClr val="dk1"/>
              </a:buClr>
              <a:buSzPts val="3200"/>
              <a:buFont typeface="Single Day"/>
              <a:buNone/>
              <a:defRPr sz="3200" b="1">
                <a:solidFill>
                  <a:schemeClr val="dk1"/>
                </a:solidFill>
                <a:latin typeface="Single Day"/>
                <a:ea typeface="Single Day"/>
                <a:cs typeface="Single Day"/>
                <a:sym typeface="Single Day"/>
              </a:defRPr>
            </a:lvl6pPr>
            <a:lvl7pPr lvl="6" algn="ctr" rtl="0">
              <a:lnSpc>
                <a:spcPct val="70000"/>
              </a:lnSpc>
              <a:spcBef>
                <a:spcPts val="0"/>
              </a:spcBef>
              <a:spcAft>
                <a:spcPts val="0"/>
              </a:spcAft>
              <a:buClr>
                <a:schemeClr val="dk1"/>
              </a:buClr>
              <a:buSzPts val="3200"/>
              <a:buFont typeface="Single Day"/>
              <a:buNone/>
              <a:defRPr sz="3200" b="1">
                <a:solidFill>
                  <a:schemeClr val="dk1"/>
                </a:solidFill>
                <a:latin typeface="Single Day"/>
                <a:ea typeface="Single Day"/>
                <a:cs typeface="Single Day"/>
                <a:sym typeface="Single Day"/>
              </a:defRPr>
            </a:lvl7pPr>
            <a:lvl8pPr lvl="7" algn="ctr" rtl="0">
              <a:lnSpc>
                <a:spcPct val="70000"/>
              </a:lnSpc>
              <a:spcBef>
                <a:spcPts val="0"/>
              </a:spcBef>
              <a:spcAft>
                <a:spcPts val="0"/>
              </a:spcAft>
              <a:buClr>
                <a:schemeClr val="dk1"/>
              </a:buClr>
              <a:buSzPts val="3200"/>
              <a:buFont typeface="Single Day"/>
              <a:buNone/>
              <a:defRPr sz="3200" b="1">
                <a:solidFill>
                  <a:schemeClr val="dk1"/>
                </a:solidFill>
                <a:latin typeface="Single Day"/>
                <a:ea typeface="Single Day"/>
                <a:cs typeface="Single Day"/>
                <a:sym typeface="Single Day"/>
              </a:defRPr>
            </a:lvl8pPr>
            <a:lvl9pPr lvl="8" algn="ctr" rtl="0">
              <a:lnSpc>
                <a:spcPct val="70000"/>
              </a:lnSpc>
              <a:spcBef>
                <a:spcPts val="0"/>
              </a:spcBef>
              <a:spcAft>
                <a:spcPts val="0"/>
              </a:spcAft>
              <a:buClr>
                <a:schemeClr val="dk1"/>
              </a:buClr>
              <a:buSzPts val="3200"/>
              <a:buFont typeface="Single Day"/>
              <a:buNone/>
              <a:defRPr sz="3200" b="1">
                <a:solidFill>
                  <a:schemeClr val="dk1"/>
                </a:solidFill>
                <a:latin typeface="Single Day"/>
                <a:ea typeface="Single Day"/>
                <a:cs typeface="Single Day"/>
                <a:sym typeface="Single Day"/>
              </a:defRPr>
            </a:lvl9pPr>
          </a:lstStyle>
          <a:p>
            <a:endParaRPr/>
          </a:p>
        </p:txBody>
      </p:sp>
      <p:sp>
        <p:nvSpPr>
          <p:cNvPr id="7" name="Google Shape;7;p1"/>
          <p:cNvSpPr txBox="1">
            <a:spLocks noGrp="1"/>
          </p:cNvSpPr>
          <p:nvPr>
            <p:ph type="body" idx="1"/>
          </p:nvPr>
        </p:nvSpPr>
        <p:spPr>
          <a:xfrm>
            <a:off x="720000" y="1237083"/>
            <a:ext cx="7704000" cy="3366300"/>
          </a:xfrm>
          <a:prstGeom prst="rect">
            <a:avLst/>
          </a:prstGeom>
          <a:noFill/>
          <a:ln>
            <a:noFill/>
          </a:ln>
        </p:spPr>
        <p:txBody>
          <a:bodyPr spcFirstLastPara="1" wrap="square" lIns="91425" tIns="91425" rIns="91425" bIns="91425" anchor="t" anchorCtr="0">
            <a:noAutofit/>
          </a:bodyPr>
          <a:lstStyle>
            <a:lvl1pPr marL="457200" lvl="0" indent="-311150">
              <a:lnSpc>
                <a:spcPct val="100000"/>
              </a:lnSpc>
              <a:spcBef>
                <a:spcPts val="0"/>
              </a:spcBef>
              <a:spcAft>
                <a:spcPts val="0"/>
              </a:spcAft>
              <a:buClr>
                <a:schemeClr val="dk1"/>
              </a:buClr>
              <a:buSzPts val="1300"/>
              <a:buFont typeface="Comfortaa Light"/>
              <a:buChar char="●"/>
              <a:defRPr sz="1300">
                <a:solidFill>
                  <a:schemeClr val="dk1"/>
                </a:solidFill>
                <a:latin typeface="Comfortaa Light"/>
                <a:ea typeface="Comfortaa Light"/>
                <a:cs typeface="Comfortaa Light"/>
                <a:sym typeface="Comfortaa Light"/>
              </a:defRPr>
            </a:lvl1pPr>
            <a:lvl2pPr marL="914400" lvl="1" indent="-311150">
              <a:lnSpc>
                <a:spcPct val="100000"/>
              </a:lnSpc>
              <a:spcBef>
                <a:spcPts val="1600"/>
              </a:spcBef>
              <a:spcAft>
                <a:spcPts val="0"/>
              </a:spcAft>
              <a:buClr>
                <a:schemeClr val="dk1"/>
              </a:buClr>
              <a:buSzPts val="1300"/>
              <a:buFont typeface="Comfortaa Light"/>
              <a:buChar char="○"/>
              <a:defRPr sz="1300">
                <a:solidFill>
                  <a:schemeClr val="dk1"/>
                </a:solidFill>
                <a:latin typeface="Comfortaa Light"/>
                <a:ea typeface="Comfortaa Light"/>
                <a:cs typeface="Comfortaa Light"/>
                <a:sym typeface="Comfortaa Light"/>
              </a:defRPr>
            </a:lvl2pPr>
            <a:lvl3pPr marL="1371600" lvl="2" indent="-311150">
              <a:lnSpc>
                <a:spcPct val="100000"/>
              </a:lnSpc>
              <a:spcBef>
                <a:spcPts val="1600"/>
              </a:spcBef>
              <a:spcAft>
                <a:spcPts val="0"/>
              </a:spcAft>
              <a:buClr>
                <a:schemeClr val="dk1"/>
              </a:buClr>
              <a:buSzPts val="1300"/>
              <a:buFont typeface="Comfortaa Light"/>
              <a:buChar char="■"/>
              <a:defRPr sz="1300">
                <a:solidFill>
                  <a:schemeClr val="dk1"/>
                </a:solidFill>
                <a:latin typeface="Comfortaa Light"/>
                <a:ea typeface="Comfortaa Light"/>
                <a:cs typeface="Comfortaa Light"/>
                <a:sym typeface="Comfortaa Light"/>
              </a:defRPr>
            </a:lvl3pPr>
            <a:lvl4pPr marL="1828800" lvl="3" indent="-311150">
              <a:lnSpc>
                <a:spcPct val="100000"/>
              </a:lnSpc>
              <a:spcBef>
                <a:spcPts val="1600"/>
              </a:spcBef>
              <a:spcAft>
                <a:spcPts val="0"/>
              </a:spcAft>
              <a:buClr>
                <a:schemeClr val="dk1"/>
              </a:buClr>
              <a:buSzPts val="1300"/>
              <a:buFont typeface="Comfortaa Light"/>
              <a:buChar char="●"/>
              <a:defRPr sz="1300">
                <a:solidFill>
                  <a:schemeClr val="dk1"/>
                </a:solidFill>
                <a:latin typeface="Comfortaa Light"/>
                <a:ea typeface="Comfortaa Light"/>
                <a:cs typeface="Comfortaa Light"/>
                <a:sym typeface="Comfortaa Light"/>
              </a:defRPr>
            </a:lvl4pPr>
            <a:lvl5pPr marL="2286000" lvl="4" indent="-311150">
              <a:lnSpc>
                <a:spcPct val="100000"/>
              </a:lnSpc>
              <a:spcBef>
                <a:spcPts val="1600"/>
              </a:spcBef>
              <a:spcAft>
                <a:spcPts val="0"/>
              </a:spcAft>
              <a:buClr>
                <a:schemeClr val="dk1"/>
              </a:buClr>
              <a:buSzPts val="1300"/>
              <a:buFont typeface="Comfortaa Light"/>
              <a:buChar char="○"/>
              <a:defRPr sz="1300">
                <a:solidFill>
                  <a:schemeClr val="dk1"/>
                </a:solidFill>
                <a:latin typeface="Comfortaa Light"/>
                <a:ea typeface="Comfortaa Light"/>
                <a:cs typeface="Comfortaa Light"/>
                <a:sym typeface="Comfortaa Light"/>
              </a:defRPr>
            </a:lvl5pPr>
            <a:lvl6pPr marL="2743200" lvl="5" indent="-311150">
              <a:lnSpc>
                <a:spcPct val="100000"/>
              </a:lnSpc>
              <a:spcBef>
                <a:spcPts val="1600"/>
              </a:spcBef>
              <a:spcAft>
                <a:spcPts val="0"/>
              </a:spcAft>
              <a:buClr>
                <a:schemeClr val="dk1"/>
              </a:buClr>
              <a:buSzPts val="1300"/>
              <a:buFont typeface="Comfortaa Light"/>
              <a:buChar char="■"/>
              <a:defRPr sz="1300">
                <a:solidFill>
                  <a:schemeClr val="dk1"/>
                </a:solidFill>
                <a:latin typeface="Comfortaa Light"/>
                <a:ea typeface="Comfortaa Light"/>
                <a:cs typeface="Comfortaa Light"/>
                <a:sym typeface="Comfortaa Light"/>
              </a:defRPr>
            </a:lvl6pPr>
            <a:lvl7pPr marL="3200400" lvl="6" indent="-311150">
              <a:lnSpc>
                <a:spcPct val="100000"/>
              </a:lnSpc>
              <a:spcBef>
                <a:spcPts val="1600"/>
              </a:spcBef>
              <a:spcAft>
                <a:spcPts val="0"/>
              </a:spcAft>
              <a:buClr>
                <a:schemeClr val="dk1"/>
              </a:buClr>
              <a:buSzPts val="1300"/>
              <a:buFont typeface="Comfortaa Light"/>
              <a:buChar char="●"/>
              <a:defRPr sz="1300">
                <a:solidFill>
                  <a:schemeClr val="dk1"/>
                </a:solidFill>
                <a:latin typeface="Comfortaa Light"/>
                <a:ea typeface="Comfortaa Light"/>
                <a:cs typeface="Comfortaa Light"/>
                <a:sym typeface="Comfortaa Light"/>
              </a:defRPr>
            </a:lvl7pPr>
            <a:lvl8pPr marL="3657600" lvl="7" indent="-311150">
              <a:lnSpc>
                <a:spcPct val="100000"/>
              </a:lnSpc>
              <a:spcBef>
                <a:spcPts val="1600"/>
              </a:spcBef>
              <a:spcAft>
                <a:spcPts val="0"/>
              </a:spcAft>
              <a:buClr>
                <a:schemeClr val="dk1"/>
              </a:buClr>
              <a:buSzPts val="1300"/>
              <a:buFont typeface="Comfortaa Light"/>
              <a:buChar char="○"/>
              <a:defRPr sz="1300">
                <a:solidFill>
                  <a:schemeClr val="dk1"/>
                </a:solidFill>
                <a:latin typeface="Comfortaa Light"/>
                <a:ea typeface="Comfortaa Light"/>
                <a:cs typeface="Comfortaa Light"/>
                <a:sym typeface="Comfortaa Light"/>
              </a:defRPr>
            </a:lvl8pPr>
            <a:lvl9pPr marL="4114800" lvl="8" indent="-311150">
              <a:lnSpc>
                <a:spcPct val="100000"/>
              </a:lnSpc>
              <a:spcBef>
                <a:spcPts val="1600"/>
              </a:spcBef>
              <a:spcAft>
                <a:spcPts val="1600"/>
              </a:spcAft>
              <a:buClr>
                <a:schemeClr val="dk1"/>
              </a:buClr>
              <a:buSzPts val="1300"/>
              <a:buFont typeface="Comfortaa Light"/>
              <a:buChar char="■"/>
              <a:defRPr sz="1300">
                <a:solidFill>
                  <a:schemeClr val="dk1"/>
                </a:solidFill>
                <a:latin typeface="Comfortaa Light"/>
                <a:ea typeface="Comfortaa Light"/>
                <a:cs typeface="Comfortaa Light"/>
                <a:sym typeface="Comfortaa Light"/>
              </a:defRPr>
            </a:lvl9pPr>
          </a:lstStyle>
          <a:p>
            <a:endParaRPr/>
          </a:p>
        </p:txBody>
      </p:sp>
    </p:spTree>
  </p:cSld>
  <p:clrMap bg1="lt1" tx1="dk1" bg2="dk2" tx2="lt2" accent1="accent1" accent2="accent2" accent3="accent3" accent4="accent4" accent5="accent5" accent6="accent6" hlink="hlink" folHlink="folHlink"/>
  <p:sldLayoutIdLst>
    <p:sldLayoutId id="2147483653" r:id="rId1"/>
    <p:sldLayoutId id="2147483654" r:id="rId2"/>
    <p:sldLayoutId id="2147483658" r:id="rId3"/>
    <p:sldLayoutId id="2147483661" r:id="rId4"/>
    <p:sldLayoutId id="2147483663" r:id="rId5"/>
    <p:sldLayoutId id="2147483685" r:id="rId6"/>
    <p:sldLayoutId id="2147483686" r:id="rId7"/>
    <p:sldLayoutId id="2147483690" r:id="rId8"/>
    <p:sldLayoutId id="2147483692"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OneDrive/M&#225;y%20t&#237;nh/CHUY&#202;N%20&#272;&#7872;%20PH&#7842;N%20&#7912;NG%20CH&#193;Y/Ch&#225;y%20nh&#224;%20kho%20r&#7897;ng%20g&#7847;n%2010.000%20m&#233;t%20vu&#244;ng%20&#7903;%20D&#297;%20An.mp4" TargetMode="External"/><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hyperlink" Target="20211016074137-ron-nguoi-canh-tho-co-khi-cat-thung-hoa-chat-may-duoc-cac-cu-do-bao-dan-tri.mp4"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3.xml"/><Relationship Id="rId6" Type="http://schemas.openxmlformats.org/officeDocument/2006/relationships/image" Target="../media/image21.jpeg"/><Relationship Id="rId5" Type="http://schemas.openxmlformats.org/officeDocument/2006/relationships/slide" Target="slide4.xml"/><Relationship Id="rId10" Type="http://schemas.openxmlformats.org/officeDocument/2006/relationships/audio" Target="../media/audio20.wav"/><Relationship Id="rId4" Type="http://schemas.openxmlformats.org/officeDocument/2006/relationships/slide" Target="slide15.xml"/></Relationships>
</file>

<file path=ppt/slides/_rels/slide16.xml.rels><?xml version="1.0" encoding="UTF-8" standalone="yes"?>
<Relationships xmlns="http://schemas.openxmlformats.org/package/2006/relationships"><Relationship Id="rId3" Type="http://schemas.openxmlformats.org/officeDocument/2006/relationships/audio" Target="../media/audio2.wav"/><Relationship Id="rId7" Type="http://schemas.openxmlformats.org/officeDocument/2006/relationships/audio" Target="../media/audio20.wav"/><Relationship Id="rId2" Type="http://schemas.openxmlformats.org/officeDocument/2006/relationships/audio" Target="../media/audio1.wav"/><Relationship Id="rId1" Type="http://schemas.openxmlformats.org/officeDocument/2006/relationships/slideLayout" Target="../slideLayouts/slideLayout3.xml"/><Relationship Id="rId6" Type="http://schemas.openxmlformats.org/officeDocument/2006/relationships/image" Target="../media/image21.jpeg"/><Relationship Id="rId5" Type="http://schemas.openxmlformats.org/officeDocument/2006/relationships/slide" Target="slide4.xml"/><Relationship Id="rId4" Type="http://schemas.openxmlformats.org/officeDocument/2006/relationships/slide" Target="slide15.xml"/></Relationships>
</file>

<file path=ppt/slides/_rels/slide17.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audio" Target="../media/audio2.wav"/><Relationship Id="rId1" Type="http://schemas.openxmlformats.org/officeDocument/2006/relationships/slideLayout" Target="../slideLayouts/slideLayout3.xml"/><Relationship Id="rId5" Type="http://schemas.openxmlformats.org/officeDocument/2006/relationships/image" Target="../media/image21.jpeg"/><Relationship Id="rId4" Type="http://schemas.openxmlformats.org/officeDocument/2006/relationships/slide" Target="slide4.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20.png"/><Relationship Id="rId5" Type="http://schemas.openxmlformats.org/officeDocument/2006/relationships/image" Target="../media/image22.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3.gi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5" name="Google Shape;405;p44"/>
          <p:cNvSpPr txBox="1">
            <a:spLocks noGrp="1"/>
          </p:cNvSpPr>
          <p:nvPr>
            <p:ph type="ctrTitle"/>
          </p:nvPr>
        </p:nvSpPr>
        <p:spPr>
          <a:xfrm>
            <a:off x="1231900" y="1066121"/>
            <a:ext cx="6753860" cy="3009707"/>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US" sz="4000" b="1" dirty="0">
                <a:latin typeface="Times New Roman" panose="02020603050405020304" pitchFamily="18" charset="0"/>
                <a:cs typeface="Times New Roman" panose="02020603050405020304" pitchFamily="18" charset="0"/>
              </a:rPr>
              <a:t>CHUYÊN ĐỀ 2:</a:t>
            </a:r>
            <a:br>
              <a:rPr lang="en-US" sz="4000" b="1" dirty="0">
                <a:latin typeface="Times New Roman" panose="02020603050405020304" pitchFamily="18" charset="0"/>
                <a:cs typeface="Times New Roman" panose="02020603050405020304" pitchFamily="18" charset="0"/>
              </a:rPr>
            </a:br>
            <a:r>
              <a:rPr lang="en-US" sz="4000" b="1" dirty="0">
                <a:solidFill>
                  <a:srgbClr val="FF0000"/>
                </a:solidFill>
                <a:latin typeface="Times New Roman" panose="02020603050405020304" pitchFamily="18" charset="0"/>
                <a:cs typeface="Times New Roman" panose="02020603050405020304" pitchFamily="18" charset="0"/>
              </a:rPr>
              <a:t>HÓA HỌC TRONG VIỆC PHÒNG CHỐNG CHÁY, NỔ</a:t>
            </a:r>
          </a:p>
        </p:txBody>
      </p:sp>
      <p:pic>
        <p:nvPicPr>
          <p:cNvPr id="94" name="Picture 93" descr="Icon&#10;&#10;Description automatically generated">
            <a:extLst>
              <a:ext uri="{FF2B5EF4-FFF2-40B4-BE49-F238E27FC236}">
                <a16:creationId xmlns:a16="http://schemas.microsoft.com/office/drawing/2014/main" xmlns="" id="{933CE279-D6D5-50CF-7AC7-A493F635B60F}"/>
              </a:ext>
            </a:extLst>
          </p:cNvPr>
          <p:cNvPicPr>
            <a:picLocks noChangeAspect="1"/>
          </p:cNvPicPr>
          <p:nvPr/>
        </p:nvPicPr>
        <p:blipFill>
          <a:blip r:embed="rId3"/>
          <a:stretch>
            <a:fillRect/>
          </a:stretch>
        </p:blipFill>
        <p:spPr>
          <a:xfrm>
            <a:off x="7130015" y="220197"/>
            <a:ext cx="1068058" cy="1068058"/>
          </a:xfrm>
          <a:prstGeom prst="rect">
            <a:avLst/>
          </a:prstGeom>
        </p:spPr>
      </p:pic>
      <p:pic>
        <p:nvPicPr>
          <p:cNvPr id="95" name="Picture 94" descr="Chart&#10;&#10;Description automatically generated with medium confidence">
            <a:extLst>
              <a:ext uri="{FF2B5EF4-FFF2-40B4-BE49-F238E27FC236}">
                <a16:creationId xmlns:a16="http://schemas.microsoft.com/office/drawing/2014/main" xmlns="" id="{5C8FE5E0-5855-159F-1FC1-09387D066EF6}"/>
              </a:ext>
            </a:extLst>
          </p:cNvPr>
          <p:cNvPicPr>
            <a:picLocks noChangeAspect="1"/>
          </p:cNvPicPr>
          <p:nvPr/>
        </p:nvPicPr>
        <p:blipFill>
          <a:blip r:embed="rId4"/>
          <a:stretch>
            <a:fillRect/>
          </a:stretch>
        </p:blipFill>
        <p:spPr>
          <a:xfrm>
            <a:off x="605556" y="495202"/>
            <a:ext cx="913238" cy="913238"/>
          </a:xfrm>
          <a:prstGeom prst="rect">
            <a:avLst/>
          </a:prstGeom>
        </p:spPr>
      </p:pic>
      <p:pic>
        <p:nvPicPr>
          <p:cNvPr id="96" name="Picture 95" descr="Icon&#10;&#10;Description automatically generated">
            <a:extLst>
              <a:ext uri="{FF2B5EF4-FFF2-40B4-BE49-F238E27FC236}">
                <a16:creationId xmlns:a16="http://schemas.microsoft.com/office/drawing/2014/main" xmlns="" id="{A5E41F31-C8CD-F9E7-0FD4-3FD17274954C}"/>
              </a:ext>
            </a:extLst>
          </p:cNvPr>
          <p:cNvPicPr>
            <a:picLocks noChangeAspect="1"/>
          </p:cNvPicPr>
          <p:nvPr/>
        </p:nvPicPr>
        <p:blipFill>
          <a:blip r:embed="rId5"/>
          <a:stretch>
            <a:fillRect/>
          </a:stretch>
        </p:blipFill>
        <p:spPr>
          <a:xfrm>
            <a:off x="780686" y="3528227"/>
            <a:ext cx="1476215" cy="1476215"/>
          </a:xfrm>
          <a:prstGeom prst="rect">
            <a:avLst/>
          </a:prstGeom>
        </p:spPr>
      </p:pic>
      <p:pic>
        <p:nvPicPr>
          <p:cNvPr id="97" name="Picture 96" descr="A picture containing text, iPod, vector graphics&#10;&#10;Description automatically generated">
            <a:extLst>
              <a:ext uri="{FF2B5EF4-FFF2-40B4-BE49-F238E27FC236}">
                <a16:creationId xmlns:a16="http://schemas.microsoft.com/office/drawing/2014/main" xmlns="" id="{AD93C437-1027-C2C5-2566-AD34DD27D1BC}"/>
              </a:ext>
            </a:extLst>
          </p:cNvPr>
          <p:cNvPicPr>
            <a:picLocks noChangeAspect="1"/>
          </p:cNvPicPr>
          <p:nvPr/>
        </p:nvPicPr>
        <p:blipFill>
          <a:blip r:embed="rId6"/>
          <a:stretch>
            <a:fillRect/>
          </a:stretch>
        </p:blipFill>
        <p:spPr>
          <a:xfrm>
            <a:off x="7232433" y="3720772"/>
            <a:ext cx="1047963" cy="1047963"/>
          </a:xfrm>
          <a:prstGeom prst="rect">
            <a:avLst/>
          </a:prstGeom>
        </p:spPr>
      </p:pic>
    </p:spTree>
    <p:extLst>
      <p:ext uri="{BB962C8B-B14F-4D97-AF65-F5344CB8AC3E}">
        <p14:creationId xmlns:p14="http://schemas.microsoft.com/office/powerpoint/2010/main" val="2784888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05"/>
                                        </p:tgtEl>
                                        <p:attrNameLst>
                                          <p:attrName>style.visibility</p:attrName>
                                        </p:attrNameLst>
                                      </p:cBhvr>
                                      <p:to>
                                        <p:strVal val="visible"/>
                                      </p:to>
                                    </p:set>
                                    <p:anim calcmode="lin" valueType="num">
                                      <p:cBhvr>
                                        <p:cTn id="7" dur="500" fill="hold"/>
                                        <p:tgtEl>
                                          <p:spTgt spid="405"/>
                                        </p:tgtEl>
                                        <p:attrNameLst>
                                          <p:attrName>ppt_w</p:attrName>
                                        </p:attrNameLst>
                                      </p:cBhvr>
                                      <p:tavLst>
                                        <p:tav tm="0">
                                          <p:val>
                                            <p:fltVal val="0"/>
                                          </p:val>
                                        </p:tav>
                                        <p:tav tm="100000">
                                          <p:val>
                                            <p:strVal val="#ppt_w"/>
                                          </p:val>
                                        </p:tav>
                                      </p:tavLst>
                                    </p:anim>
                                    <p:anim calcmode="lin" valueType="num">
                                      <p:cBhvr>
                                        <p:cTn id="8" dur="500" fill="hold"/>
                                        <p:tgtEl>
                                          <p:spTgt spid="405"/>
                                        </p:tgtEl>
                                        <p:attrNameLst>
                                          <p:attrName>ppt_h</p:attrName>
                                        </p:attrNameLst>
                                      </p:cBhvr>
                                      <p:tavLst>
                                        <p:tav tm="0">
                                          <p:val>
                                            <p:fltVal val="0"/>
                                          </p:val>
                                        </p:tav>
                                        <p:tav tm="100000">
                                          <p:val>
                                            <p:strVal val="#ppt_h"/>
                                          </p:val>
                                        </p:tav>
                                      </p:tavLst>
                                    </p:anim>
                                    <p:animEffect transition="in" filter="fade">
                                      <p:cBhvr>
                                        <p:cTn id="9" dur="500"/>
                                        <p:tgtEl>
                                          <p:spTgt spid="405"/>
                                        </p:tgtEl>
                                      </p:cBhvr>
                                    </p:animEffect>
                                  </p:childTnLst>
                                </p:cTn>
                              </p:par>
                              <p:par>
                                <p:cTn id="10" presetID="53" presetClass="entr" presetSubtype="16" fill="hold" nodeType="withEffect">
                                  <p:stCondLst>
                                    <p:cond delay="0"/>
                                  </p:stCondLst>
                                  <p:childTnLst>
                                    <p:set>
                                      <p:cBhvr>
                                        <p:cTn id="11" dur="1" fill="hold">
                                          <p:stCondLst>
                                            <p:cond delay="0"/>
                                          </p:stCondLst>
                                        </p:cTn>
                                        <p:tgtEl>
                                          <p:spTgt spid="94"/>
                                        </p:tgtEl>
                                        <p:attrNameLst>
                                          <p:attrName>style.visibility</p:attrName>
                                        </p:attrNameLst>
                                      </p:cBhvr>
                                      <p:to>
                                        <p:strVal val="visible"/>
                                      </p:to>
                                    </p:set>
                                    <p:anim calcmode="lin" valueType="num">
                                      <p:cBhvr>
                                        <p:cTn id="12" dur="500" fill="hold"/>
                                        <p:tgtEl>
                                          <p:spTgt spid="94"/>
                                        </p:tgtEl>
                                        <p:attrNameLst>
                                          <p:attrName>ppt_w</p:attrName>
                                        </p:attrNameLst>
                                      </p:cBhvr>
                                      <p:tavLst>
                                        <p:tav tm="0">
                                          <p:val>
                                            <p:fltVal val="0"/>
                                          </p:val>
                                        </p:tav>
                                        <p:tav tm="100000">
                                          <p:val>
                                            <p:strVal val="#ppt_w"/>
                                          </p:val>
                                        </p:tav>
                                      </p:tavLst>
                                    </p:anim>
                                    <p:anim calcmode="lin" valueType="num">
                                      <p:cBhvr>
                                        <p:cTn id="13" dur="500" fill="hold"/>
                                        <p:tgtEl>
                                          <p:spTgt spid="94"/>
                                        </p:tgtEl>
                                        <p:attrNameLst>
                                          <p:attrName>ppt_h</p:attrName>
                                        </p:attrNameLst>
                                      </p:cBhvr>
                                      <p:tavLst>
                                        <p:tav tm="0">
                                          <p:val>
                                            <p:fltVal val="0"/>
                                          </p:val>
                                        </p:tav>
                                        <p:tav tm="100000">
                                          <p:val>
                                            <p:strVal val="#ppt_h"/>
                                          </p:val>
                                        </p:tav>
                                      </p:tavLst>
                                    </p:anim>
                                    <p:animEffect transition="in" filter="fade">
                                      <p:cBhvr>
                                        <p:cTn id="14" dur="500"/>
                                        <p:tgtEl>
                                          <p:spTgt spid="94"/>
                                        </p:tgtEl>
                                      </p:cBhvr>
                                    </p:animEffect>
                                  </p:childTnLst>
                                </p:cTn>
                              </p:par>
                              <p:par>
                                <p:cTn id="15" presetID="53" presetClass="entr" presetSubtype="16" fill="hold" nodeType="withEffect">
                                  <p:stCondLst>
                                    <p:cond delay="0"/>
                                  </p:stCondLst>
                                  <p:childTnLst>
                                    <p:set>
                                      <p:cBhvr>
                                        <p:cTn id="16" dur="1" fill="hold">
                                          <p:stCondLst>
                                            <p:cond delay="0"/>
                                          </p:stCondLst>
                                        </p:cTn>
                                        <p:tgtEl>
                                          <p:spTgt spid="95"/>
                                        </p:tgtEl>
                                        <p:attrNameLst>
                                          <p:attrName>style.visibility</p:attrName>
                                        </p:attrNameLst>
                                      </p:cBhvr>
                                      <p:to>
                                        <p:strVal val="visible"/>
                                      </p:to>
                                    </p:set>
                                    <p:anim calcmode="lin" valueType="num">
                                      <p:cBhvr>
                                        <p:cTn id="17" dur="500" fill="hold"/>
                                        <p:tgtEl>
                                          <p:spTgt spid="95"/>
                                        </p:tgtEl>
                                        <p:attrNameLst>
                                          <p:attrName>ppt_w</p:attrName>
                                        </p:attrNameLst>
                                      </p:cBhvr>
                                      <p:tavLst>
                                        <p:tav tm="0">
                                          <p:val>
                                            <p:fltVal val="0"/>
                                          </p:val>
                                        </p:tav>
                                        <p:tav tm="100000">
                                          <p:val>
                                            <p:strVal val="#ppt_w"/>
                                          </p:val>
                                        </p:tav>
                                      </p:tavLst>
                                    </p:anim>
                                    <p:anim calcmode="lin" valueType="num">
                                      <p:cBhvr>
                                        <p:cTn id="18" dur="500" fill="hold"/>
                                        <p:tgtEl>
                                          <p:spTgt spid="95"/>
                                        </p:tgtEl>
                                        <p:attrNameLst>
                                          <p:attrName>ppt_h</p:attrName>
                                        </p:attrNameLst>
                                      </p:cBhvr>
                                      <p:tavLst>
                                        <p:tav tm="0">
                                          <p:val>
                                            <p:fltVal val="0"/>
                                          </p:val>
                                        </p:tav>
                                        <p:tav tm="100000">
                                          <p:val>
                                            <p:strVal val="#ppt_h"/>
                                          </p:val>
                                        </p:tav>
                                      </p:tavLst>
                                    </p:anim>
                                    <p:animEffect transition="in" filter="fade">
                                      <p:cBhvr>
                                        <p:cTn id="19" dur="500"/>
                                        <p:tgtEl>
                                          <p:spTgt spid="95"/>
                                        </p:tgtEl>
                                      </p:cBhvr>
                                    </p:animEffect>
                                  </p:childTnLst>
                                </p:cTn>
                              </p:par>
                              <p:par>
                                <p:cTn id="20" presetID="53" presetClass="entr" presetSubtype="16" fill="hold" nodeType="withEffect">
                                  <p:stCondLst>
                                    <p:cond delay="0"/>
                                  </p:stCondLst>
                                  <p:childTnLst>
                                    <p:set>
                                      <p:cBhvr>
                                        <p:cTn id="21" dur="1" fill="hold">
                                          <p:stCondLst>
                                            <p:cond delay="0"/>
                                          </p:stCondLst>
                                        </p:cTn>
                                        <p:tgtEl>
                                          <p:spTgt spid="96"/>
                                        </p:tgtEl>
                                        <p:attrNameLst>
                                          <p:attrName>style.visibility</p:attrName>
                                        </p:attrNameLst>
                                      </p:cBhvr>
                                      <p:to>
                                        <p:strVal val="visible"/>
                                      </p:to>
                                    </p:set>
                                    <p:anim calcmode="lin" valueType="num">
                                      <p:cBhvr>
                                        <p:cTn id="22" dur="500" fill="hold"/>
                                        <p:tgtEl>
                                          <p:spTgt spid="96"/>
                                        </p:tgtEl>
                                        <p:attrNameLst>
                                          <p:attrName>ppt_w</p:attrName>
                                        </p:attrNameLst>
                                      </p:cBhvr>
                                      <p:tavLst>
                                        <p:tav tm="0">
                                          <p:val>
                                            <p:fltVal val="0"/>
                                          </p:val>
                                        </p:tav>
                                        <p:tav tm="100000">
                                          <p:val>
                                            <p:strVal val="#ppt_w"/>
                                          </p:val>
                                        </p:tav>
                                      </p:tavLst>
                                    </p:anim>
                                    <p:anim calcmode="lin" valueType="num">
                                      <p:cBhvr>
                                        <p:cTn id="23" dur="500" fill="hold"/>
                                        <p:tgtEl>
                                          <p:spTgt spid="96"/>
                                        </p:tgtEl>
                                        <p:attrNameLst>
                                          <p:attrName>ppt_h</p:attrName>
                                        </p:attrNameLst>
                                      </p:cBhvr>
                                      <p:tavLst>
                                        <p:tav tm="0">
                                          <p:val>
                                            <p:fltVal val="0"/>
                                          </p:val>
                                        </p:tav>
                                        <p:tav tm="100000">
                                          <p:val>
                                            <p:strVal val="#ppt_h"/>
                                          </p:val>
                                        </p:tav>
                                      </p:tavLst>
                                    </p:anim>
                                    <p:animEffect transition="in" filter="fade">
                                      <p:cBhvr>
                                        <p:cTn id="24" dur="500"/>
                                        <p:tgtEl>
                                          <p:spTgt spid="96"/>
                                        </p:tgtEl>
                                      </p:cBhvr>
                                    </p:animEffect>
                                  </p:childTnLst>
                                </p:cTn>
                              </p:par>
                              <p:par>
                                <p:cTn id="25" presetID="53" presetClass="entr" presetSubtype="16" fill="hold" nodeType="withEffect">
                                  <p:stCondLst>
                                    <p:cond delay="0"/>
                                  </p:stCondLst>
                                  <p:childTnLst>
                                    <p:set>
                                      <p:cBhvr>
                                        <p:cTn id="26" dur="1" fill="hold">
                                          <p:stCondLst>
                                            <p:cond delay="0"/>
                                          </p:stCondLst>
                                        </p:cTn>
                                        <p:tgtEl>
                                          <p:spTgt spid="97"/>
                                        </p:tgtEl>
                                        <p:attrNameLst>
                                          <p:attrName>style.visibility</p:attrName>
                                        </p:attrNameLst>
                                      </p:cBhvr>
                                      <p:to>
                                        <p:strVal val="visible"/>
                                      </p:to>
                                    </p:set>
                                    <p:anim calcmode="lin" valueType="num">
                                      <p:cBhvr>
                                        <p:cTn id="27" dur="500" fill="hold"/>
                                        <p:tgtEl>
                                          <p:spTgt spid="97"/>
                                        </p:tgtEl>
                                        <p:attrNameLst>
                                          <p:attrName>ppt_w</p:attrName>
                                        </p:attrNameLst>
                                      </p:cBhvr>
                                      <p:tavLst>
                                        <p:tav tm="0">
                                          <p:val>
                                            <p:fltVal val="0"/>
                                          </p:val>
                                        </p:tav>
                                        <p:tav tm="100000">
                                          <p:val>
                                            <p:strVal val="#ppt_w"/>
                                          </p:val>
                                        </p:tav>
                                      </p:tavLst>
                                    </p:anim>
                                    <p:anim calcmode="lin" valueType="num">
                                      <p:cBhvr>
                                        <p:cTn id="28" dur="500" fill="hold"/>
                                        <p:tgtEl>
                                          <p:spTgt spid="97"/>
                                        </p:tgtEl>
                                        <p:attrNameLst>
                                          <p:attrName>ppt_h</p:attrName>
                                        </p:attrNameLst>
                                      </p:cBhvr>
                                      <p:tavLst>
                                        <p:tav tm="0">
                                          <p:val>
                                            <p:fltVal val="0"/>
                                          </p:val>
                                        </p:tav>
                                        <p:tav tm="100000">
                                          <p:val>
                                            <p:strVal val="#ppt_h"/>
                                          </p:val>
                                        </p:tav>
                                      </p:tavLst>
                                    </p:anim>
                                    <p:animEffect transition="in" filter="fade">
                                      <p:cBhvr>
                                        <p:cTn id="29"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53"/>
          <p:cNvSpPr txBox="1">
            <a:spLocks noGrp="1"/>
          </p:cNvSpPr>
          <p:nvPr>
            <p:ph type="title"/>
          </p:nvPr>
        </p:nvSpPr>
        <p:spPr>
          <a:xfrm>
            <a:off x="1042333" y="1003896"/>
            <a:ext cx="7163109" cy="3117000"/>
          </a:xfrm>
          <a:prstGeom prst="rect">
            <a:avLst/>
          </a:prstGeom>
          <a:solidFill>
            <a:srgbClr val="82B5E3"/>
          </a:solidFill>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6000" b="1" dirty="0" err="1" smtClean="0">
                <a:latin typeface="Times New Roman" panose="02020603050405020304" pitchFamily="18" charset="0"/>
                <a:cs typeface="Times New Roman" panose="02020603050405020304" pitchFamily="18" charset="0"/>
              </a:rPr>
              <a:t>Mời</a:t>
            </a:r>
            <a:r>
              <a:rPr lang="en-US" sz="6000" b="1" dirty="0" smtClean="0">
                <a:latin typeface="Times New Roman" panose="02020603050405020304" pitchFamily="18" charset="0"/>
                <a:cs typeface="Times New Roman" panose="02020603050405020304" pitchFamily="18" charset="0"/>
              </a:rPr>
              <a:t> </a:t>
            </a:r>
            <a:r>
              <a:rPr lang="en-US" sz="6000" b="1" dirty="0" err="1" smtClean="0">
                <a:latin typeface="Times New Roman" panose="02020603050405020304" pitchFamily="18" charset="0"/>
                <a:cs typeface="Times New Roman" panose="02020603050405020304" pitchFamily="18" charset="0"/>
              </a:rPr>
              <a:t>các</a:t>
            </a:r>
            <a:r>
              <a:rPr lang="en-US" sz="6000" b="1" dirty="0" smtClean="0">
                <a:latin typeface="Times New Roman" panose="02020603050405020304" pitchFamily="18" charset="0"/>
                <a:cs typeface="Times New Roman" panose="02020603050405020304" pitchFamily="18" charset="0"/>
              </a:rPr>
              <a:t> </a:t>
            </a:r>
            <a:r>
              <a:rPr lang="en-US" sz="6000" b="1" dirty="0" err="1" smtClean="0">
                <a:latin typeface="Times New Roman" panose="02020603050405020304" pitchFamily="18" charset="0"/>
                <a:cs typeface="Times New Roman" panose="02020603050405020304" pitchFamily="18" charset="0"/>
              </a:rPr>
              <a:t>em</a:t>
            </a:r>
            <a:r>
              <a:rPr lang="en-US" sz="6000" b="1" dirty="0" smtClean="0">
                <a:latin typeface="Times New Roman" panose="02020603050405020304" pitchFamily="18" charset="0"/>
                <a:cs typeface="Times New Roman" panose="02020603050405020304" pitchFamily="18" charset="0"/>
              </a:rPr>
              <a:t> </a:t>
            </a:r>
            <a:r>
              <a:rPr lang="en-US" sz="6000" b="1" dirty="0" err="1" smtClean="0">
                <a:latin typeface="Times New Roman" panose="02020603050405020304" pitchFamily="18" charset="0"/>
                <a:cs typeface="Times New Roman" panose="02020603050405020304" pitchFamily="18" charset="0"/>
              </a:rPr>
              <a:t>xem</a:t>
            </a:r>
            <a:r>
              <a:rPr lang="en-US" sz="6000" b="1" dirty="0" smtClean="0">
                <a:latin typeface="Times New Roman" panose="02020603050405020304" pitchFamily="18" charset="0"/>
                <a:cs typeface="Times New Roman" panose="02020603050405020304" pitchFamily="18" charset="0"/>
              </a:rPr>
              <a:t> </a:t>
            </a:r>
            <a:r>
              <a:rPr lang="en-US" sz="6000" b="1" dirty="0" err="1" smtClean="0">
                <a:latin typeface="Times New Roman" panose="02020603050405020304" pitchFamily="18" charset="0"/>
                <a:cs typeface="Times New Roman" panose="02020603050405020304" pitchFamily="18" charset="0"/>
              </a:rPr>
              <a:t>các</a:t>
            </a:r>
            <a:r>
              <a:rPr lang="en-US" sz="6000" b="1" dirty="0" smtClean="0">
                <a:latin typeface="Times New Roman" panose="02020603050405020304" pitchFamily="18" charset="0"/>
                <a:cs typeface="Times New Roman" panose="02020603050405020304" pitchFamily="18" charset="0"/>
              </a:rPr>
              <a:t> </a:t>
            </a:r>
            <a:r>
              <a:rPr lang="en-US" sz="6000" b="1" dirty="0" err="1" smtClean="0">
                <a:latin typeface="Times New Roman" panose="02020603050405020304" pitchFamily="18" charset="0"/>
                <a:cs typeface="Times New Roman" panose="02020603050405020304" pitchFamily="18" charset="0"/>
              </a:rPr>
              <a:t>hình</a:t>
            </a:r>
            <a:r>
              <a:rPr lang="en-US" sz="6000" b="1" dirty="0" smtClean="0">
                <a:latin typeface="Times New Roman" panose="02020603050405020304" pitchFamily="18" charset="0"/>
                <a:cs typeface="Times New Roman" panose="02020603050405020304" pitchFamily="18" charset="0"/>
              </a:rPr>
              <a:t> </a:t>
            </a:r>
            <a:r>
              <a:rPr lang="en-US" sz="6000" b="1" dirty="0" err="1" smtClean="0">
                <a:latin typeface="Times New Roman" panose="02020603050405020304" pitchFamily="18" charset="0"/>
                <a:cs typeface="Times New Roman" panose="02020603050405020304" pitchFamily="18" charset="0"/>
              </a:rPr>
              <a:t>ảnh</a:t>
            </a:r>
            <a:r>
              <a:rPr lang="en-US" sz="6000" b="1" dirty="0" smtClean="0">
                <a:latin typeface="Times New Roman" panose="02020603050405020304" pitchFamily="18" charset="0"/>
                <a:cs typeface="Times New Roman" panose="02020603050405020304" pitchFamily="18" charset="0"/>
              </a:rPr>
              <a:t> </a:t>
            </a:r>
            <a:r>
              <a:rPr lang="en-US" sz="6000" b="1" dirty="0" err="1" smtClean="0">
                <a:latin typeface="Times New Roman" panose="02020603050405020304" pitchFamily="18" charset="0"/>
                <a:cs typeface="Times New Roman" panose="02020603050405020304" pitchFamily="18" charset="0"/>
              </a:rPr>
              <a:t>sau</a:t>
            </a:r>
            <a:endParaRPr sz="6000" b="1" dirty="0">
              <a:latin typeface="Times New Roman" panose="02020603050405020304" pitchFamily="18" charset="0"/>
              <a:cs typeface="Times New Roman" panose="02020603050405020304" pitchFamily="18" charset="0"/>
            </a:endParaRPr>
          </a:p>
        </p:txBody>
      </p:sp>
      <p:pic>
        <p:nvPicPr>
          <p:cNvPr id="3" name="Picture 2" descr="Icon&#10;&#10;Description automatically generated">
            <a:extLst>
              <a:ext uri="{FF2B5EF4-FFF2-40B4-BE49-F238E27FC236}">
                <a16:creationId xmlns:a16="http://schemas.microsoft.com/office/drawing/2014/main" xmlns="" id="{CF6A989B-F736-7017-56EF-03A3801D76FF}"/>
              </a:ext>
            </a:extLst>
          </p:cNvPr>
          <p:cNvPicPr>
            <a:picLocks noChangeAspect="1"/>
          </p:cNvPicPr>
          <p:nvPr/>
        </p:nvPicPr>
        <p:blipFill>
          <a:blip r:embed="rId3"/>
          <a:stretch>
            <a:fillRect/>
          </a:stretch>
        </p:blipFill>
        <p:spPr>
          <a:xfrm>
            <a:off x="7130015" y="220197"/>
            <a:ext cx="1068058" cy="1068058"/>
          </a:xfrm>
          <a:prstGeom prst="rect">
            <a:avLst/>
          </a:prstGeom>
        </p:spPr>
      </p:pic>
      <p:pic>
        <p:nvPicPr>
          <p:cNvPr id="9" name="Picture 8" descr="Chart&#10;&#10;Description automatically generated with medium confidence">
            <a:extLst>
              <a:ext uri="{FF2B5EF4-FFF2-40B4-BE49-F238E27FC236}">
                <a16:creationId xmlns:a16="http://schemas.microsoft.com/office/drawing/2014/main" xmlns="" id="{1F9EA578-8571-CEC7-A9C6-5E104FFC22FF}"/>
              </a:ext>
            </a:extLst>
          </p:cNvPr>
          <p:cNvPicPr>
            <a:picLocks noChangeAspect="1"/>
          </p:cNvPicPr>
          <p:nvPr/>
        </p:nvPicPr>
        <p:blipFill>
          <a:blip r:embed="rId4"/>
          <a:stretch>
            <a:fillRect/>
          </a:stretch>
        </p:blipFill>
        <p:spPr>
          <a:xfrm>
            <a:off x="605556" y="38583"/>
            <a:ext cx="913238" cy="913238"/>
          </a:xfrm>
          <a:prstGeom prst="rect">
            <a:avLst/>
          </a:prstGeom>
        </p:spPr>
      </p:pic>
      <p:pic>
        <p:nvPicPr>
          <p:cNvPr id="13" name="Picture 12" descr="Icon&#10;&#10;Description automatically generated">
            <a:hlinkClick r:id="rId5" action="ppaction://hlinkfile"/>
            <a:extLst>
              <a:ext uri="{FF2B5EF4-FFF2-40B4-BE49-F238E27FC236}">
                <a16:creationId xmlns:a16="http://schemas.microsoft.com/office/drawing/2014/main" xmlns="" id="{04F26BA9-F8EA-AA8D-B804-821BFC8615DF}"/>
              </a:ext>
            </a:extLst>
          </p:cNvPr>
          <p:cNvPicPr>
            <a:picLocks noChangeAspect="1"/>
          </p:cNvPicPr>
          <p:nvPr/>
        </p:nvPicPr>
        <p:blipFill>
          <a:blip r:embed="rId6"/>
          <a:stretch>
            <a:fillRect/>
          </a:stretch>
        </p:blipFill>
        <p:spPr>
          <a:xfrm>
            <a:off x="605556" y="3382788"/>
            <a:ext cx="1476215" cy="1476215"/>
          </a:xfrm>
          <a:prstGeom prst="rect">
            <a:avLst/>
          </a:prstGeom>
        </p:spPr>
      </p:pic>
      <p:pic>
        <p:nvPicPr>
          <p:cNvPr id="17" name="Picture 16" descr="A picture containing text, iPod, vector graphics&#10;&#10;Description automatically generated">
            <a:extLst>
              <a:ext uri="{FF2B5EF4-FFF2-40B4-BE49-F238E27FC236}">
                <a16:creationId xmlns:a16="http://schemas.microsoft.com/office/drawing/2014/main" xmlns="" id="{DE4A1F2B-F6B1-C9C5-B6B1-061333778274}"/>
              </a:ext>
            </a:extLst>
          </p:cNvPr>
          <p:cNvPicPr>
            <a:picLocks noChangeAspect="1"/>
          </p:cNvPicPr>
          <p:nvPr/>
        </p:nvPicPr>
        <p:blipFill>
          <a:blip r:embed="rId7"/>
          <a:stretch>
            <a:fillRect/>
          </a:stretch>
        </p:blipFill>
        <p:spPr>
          <a:xfrm>
            <a:off x="7190398" y="3640176"/>
            <a:ext cx="1047963" cy="1047963"/>
          </a:xfrm>
          <a:prstGeom prst="rect">
            <a:avLst/>
          </a:prstGeom>
        </p:spPr>
      </p:pic>
      <p:pic>
        <p:nvPicPr>
          <p:cNvPr id="5125"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33377" y="495202"/>
            <a:ext cx="6964696" cy="4108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59078" y="495202"/>
            <a:ext cx="3613077" cy="4108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6297" y="495202"/>
            <a:ext cx="3912781" cy="4108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072208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69"/>
                                        </p:tgtEl>
                                        <p:attrNameLst>
                                          <p:attrName>style.visibility</p:attrName>
                                        </p:attrNameLst>
                                      </p:cBhvr>
                                      <p:to>
                                        <p:strVal val="visible"/>
                                      </p:to>
                                    </p:set>
                                    <p:anim calcmode="lin" valueType="num">
                                      <p:cBhvr>
                                        <p:cTn id="7" dur="500" fill="hold"/>
                                        <p:tgtEl>
                                          <p:spTgt spid="969"/>
                                        </p:tgtEl>
                                        <p:attrNameLst>
                                          <p:attrName>ppt_w</p:attrName>
                                        </p:attrNameLst>
                                      </p:cBhvr>
                                      <p:tavLst>
                                        <p:tav tm="0">
                                          <p:val>
                                            <p:fltVal val="0"/>
                                          </p:val>
                                        </p:tav>
                                        <p:tav tm="100000">
                                          <p:val>
                                            <p:strVal val="#ppt_w"/>
                                          </p:val>
                                        </p:tav>
                                      </p:tavLst>
                                    </p:anim>
                                    <p:anim calcmode="lin" valueType="num">
                                      <p:cBhvr>
                                        <p:cTn id="8" dur="500" fill="hold"/>
                                        <p:tgtEl>
                                          <p:spTgt spid="969"/>
                                        </p:tgtEl>
                                        <p:attrNameLst>
                                          <p:attrName>ppt_h</p:attrName>
                                        </p:attrNameLst>
                                      </p:cBhvr>
                                      <p:tavLst>
                                        <p:tav tm="0">
                                          <p:val>
                                            <p:fltVal val="0"/>
                                          </p:val>
                                        </p:tav>
                                        <p:tav tm="100000">
                                          <p:val>
                                            <p:strVal val="#ppt_h"/>
                                          </p:val>
                                        </p:tav>
                                      </p:tavLst>
                                    </p:anim>
                                    <p:animEffect transition="in" filter="fade">
                                      <p:cBhvr>
                                        <p:cTn id="9" dur="500"/>
                                        <p:tgtEl>
                                          <p:spTgt spid="969"/>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p:cTn id="27" dur="500" fill="hold"/>
                                        <p:tgtEl>
                                          <p:spTgt spid="17"/>
                                        </p:tgtEl>
                                        <p:attrNameLst>
                                          <p:attrName>ppt_w</p:attrName>
                                        </p:attrNameLst>
                                      </p:cBhvr>
                                      <p:tavLst>
                                        <p:tav tm="0">
                                          <p:val>
                                            <p:fltVal val="0"/>
                                          </p:val>
                                        </p:tav>
                                        <p:tav tm="100000">
                                          <p:val>
                                            <p:strVal val="#ppt_w"/>
                                          </p:val>
                                        </p:tav>
                                      </p:tavLst>
                                    </p:anim>
                                    <p:anim calcmode="lin" valueType="num">
                                      <p:cBhvr>
                                        <p:cTn id="28" dur="500" fill="hold"/>
                                        <p:tgtEl>
                                          <p:spTgt spid="17"/>
                                        </p:tgtEl>
                                        <p:attrNameLst>
                                          <p:attrName>ppt_h</p:attrName>
                                        </p:attrNameLst>
                                      </p:cBhvr>
                                      <p:tavLst>
                                        <p:tav tm="0">
                                          <p:val>
                                            <p:fltVal val="0"/>
                                          </p:val>
                                        </p:tav>
                                        <p:tav tm="100000">
                                          <p:val>
                                            <p:strVal val="#ppt_h"/>
                                          </p:val>
                                        </p:tav>
                                      </p:tavLst>
                                    </p:anim>
                                    <p:animEffect transition="in" filter="fade">
                                      <p:cBhvr>
                                        <p:cTn id="2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4" name="Google Shape;634;p48"/>
          <p:cNvSpPr/>
          <p:nvPr/>
        </p:nvSpPr>
        <p:spPr>
          <a:xfrm>
            <a:off x="2918444" y="1168400"/>
            <a:ext cx="6225556" cy="2413000"/>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rgbClr val="82B5E3"/>
          </a:solidFill>
          <a:ln>
            <a:solidFill>
              <a:srgbClr val="82B5E3"/>
            </a:solidFill>
          </a:ln>
          <a:effectLst>
            <a:outerShdw blurRad="200025" dist="19050" dir="5400000"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82B5E3"/>
              </a:highlight>
            </a:endParaRPr>
          </a:p>
        </p:txBody>
      </p:sp>
      <p:sp>
        <p:nvSpPr>
          <p:cNvPr id="637" name="Google Shape;637;p48"/>
          <p:cNvSpPr txBox="1">
            <a:spLocks noGrp="1"/>
          </p:cNvSpPr>
          <p:nvPr>
            <p:ph type="title" idx="2"/>
          </p:nvPr>
        </p:nvSpPr>
        <p:spPr>
          <a:xfrm>
            <a:off x="3286743" y="1366019"/>
            <a:ext cx="5654058" cy="2017762"/>
          </a:xfrm>
          <a:prstGeom prst="rect">
            <a:avLst/>
          </a:prstGeom>
        </p:spPr>
        <p:txBody>
          <a:bodyPr spcFirstLastPara="1" wrap="square" lIns="91425" tIns="91425" rIns="91425" bIns="91425" anchor="t" anchorCtr="0">
            <a:noAutofit/>
          </a:bodyPr>
          <a:lstStyle/>
          <a:p>
            <a:pPr marL="0" lvl="0" indent="0" algn="just" rtl="0">
              <a:lnSpc>
                <a:spcPct val="100000"/>
              </a:lnSpc>
              <a:spcBef>
                <a:spcPts val="0"/>
              </a:spcBef>
              <a:spcAft>
                <a:spcPts val="0"/>
              </a:spcAft>
              <a:buNone/>
            </a:pPr>
            <a:r>
              <a:rPr lang="en-US" sz="2800" b="1" dirty="0">
                <a:solidFill>
                  <a:srgbClr val="FF0000"/>
                </a:solidFill>
                <a:latin typeface="Times New Roman" panose="02020603050405020304" pitchFamily="18" charset="0"/>
                <a:cs typeface="Times New Roman" panose="02020603050405020304" pitchFamily="18" charset="0"/>
              </a:rPr>
              <a:t>BÀI 6. ĐIỂM CHỚP CHÁY.  NHIỆT ĐỘ NGỌN LỬA. NHIỆT ĐỘ TỰ BỐC CHÁY.</a:t>
            </a:r>
            <a:endParaRPr sz="2800" b="1" dirty="0">
              <a:solidFill>
                <a:srgbClr val="FF0000"/>
              </a:solidFill>
              <a:latin typeface="Times New Roman" panose="02020603050405020304" pitchFamily="18" charset="0"/>
              <a:cs typeface="Times New Roman" panose="02020603050405020304" pitchFamily="18" charset="0"/>
            </a:endParaRPr>
          </a:p>
        </p:txBody>
      </p:sp>
      <p:pic>
        <p:nvPicPr>
          <p:cNvPr id="5" name="Picture 4" descr="Icon&#10;&#10;Description automatically generated">
            <a:extLst>
              <a:ext uri="{FF2B5EF4-FFF2-40B4-BE49-F238E27FC236}">
                <a16:creationId xmlns:a16="http://schemas.microsoft.com/office/drawing/2014/main" xmlns="" id="{4CEFB65D-7DAD-8655-188D-7D048FDE1268}"/>
              </a:ext>
            </a:extLst>
          </p:cNvPr>
          <p:cNvPicPr>
            <a:picLocks noChangeAspect="1"/>
          </p:cNvPicPr>
          <p:nvPr/>
        </p:nvPicPr>
        <p:blipFill>
          <a:blip r:embed="rId3"/>
          <a:stretch>
            <a:fillRect/>
          </a:stretch>
        </p:blipFill>
        <p:spPr>
          <a:xfrm>
            <a:off x="347035" y="2203792"/>
            <a:ext cx="2939708" cy="2939708"/>
          </a:xfrm>
          <a:prstGeom prst="rect">
            <a:avLst/>
          </a:prstGeom>
        </p:spPr>
      </p:pic>
    </p:spTree>
    <p:extLst>
      <p:ext uri="{BB962C8B-B14F-4D97-AF65-F5344CB8AC3E}">
        <p14:creationId xmlns:p14="http://schemas.microsoft.com/office/powerpoint/2010/main" val="30520470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34"/>
                                        </p:tgtEl>
                                        <p:attrNameLst>
                                          <p:attrName>style.visibility</p:attrName>
                                        </p:attrNameLst>
                                      </p:cBhvr>
                                      <p:to>
                                        <p:strVal val="visible"/>
                                      </p:to>
                                    </p:set>
                                    <p:anim calcmode="lin" valueType="num">
                                      <p:cBhvr>
                                        <p:cTn id="7" dur="500" fill="hold"/>
                                        <p:tgtEl>
                                          <p:spTgt spid="634"/>
                                        </p:tgtEl>
                                        <p:attrNameLst>
                                          <p:attrName>ppt_w</p:attrName>
                                        </p:attrNameLst>
                                      </p:cBhvr>
                                      <p:tavLst>
                                        <p:tav tm="0">
                                          <p:val>
                                            <p:fltVal val="0"/>
                                          </p:val>
                                        </p:tav>
                                        <p:tav tm="100000">
                                          <p:val>
                                            <p:strVal val="#ppt_w"/>
                                          </p:val>
                                        </p:tav>
                                      </p:tavLst>
                                    </p:anim>
                                    <p:anim calcmode="lin" valueType="num">
                                      <p:cBhvr>
                                        <p:cTn id="8" dur="500" fill="hold"/>
                                        <p:tgtEl>
                                          <p:spTgt spid="634"/>
                                        </p:tgtEl>
                                        <p:attrNameLst>
                                          <p:attrName>ppt_h</p:attrName>
                                        </p:attrNameLst>
                                      </p:cBhvr>
                                      <p:tavLst>
                                        <p:tav tm="0">
                                          <p:val>
                                            <p:fltVal val="0"/>
                                          </p:val>
                                        </p:tav>
                                        <p:tav tm="100000">
                                          <p:val>
                                            <p:strVal val="#ppt_h"/>
                                          </p:val>
                                        </p:tav>
                                      </p:tavLst>
                                    </p:anim>
                                    <p:animEffect transition="in" filter="fade">
                                      <p:cBhvr>
                                        <p:cTn id="9" dur="500"/>
                                        <p:tgtEl>
                                          <p:spTgt spid="63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37"/>
                                        </p:tgtEl>
                                        <p:attrNameLst>
                                          <p:attrName>style.visibility</p:attrName>
                                        </p:attrNameLst>
                                      </p:cBhvr>
                                      <p:to>
                                        <p:strVal val="visible"/>
                                      </p:to>
                                    </p:set>
                                    <p:anim calcmode="lin" valueType="num">
                                      <p:cBhvr>
                                        <p:cTn id="12" dur="500" fill="hold"/>
                                        <p:tgtEl>
                                          <p:spTgt spid="637"/>
                                        </p:tgtEl>
                                        <p:attrNameLst>
                                          <p:attrName>ppt_w</p:attrName>
                                        </p:attrNameLst>
                                      </p:cBhvr>
                                      <p:tavLst>
                                        <p:tav tm="0">
                                          <p:val>
                                            <p:fltVal val="0"/>
                                          </p:val>
                                        </p:tav>
                                        <p:tav tm="100000">
                                          <p:val>
                                            <p:strVal val="#ppt_w"/>
                                          </p:val>
                                        </p:tav>
                                      </p:tavLst>
                                    </p:anim>
                                    <p:anim calcmode="lin" valueType="num">
                                      <p:cBhvr>
                                        <p:cTn id="13" dur="500" fill="hold"/>
                                        <p:tgtEl>
                                          <p:spTgt spid="637"/>
                                        </p:tgtEl>
                                        <p:attrNameLst>
                                          <p:attrName>ppt_h</p:attrName>
                                        </p:attrNameLst>
                                      </p:cBhvr>
                                      <p:tavLst>
                                        <p:tav tm="0">
                                          <p:val>
                                            <p:fltVal val="0"/>
                                          </p:val>
                                        </p:tav>
                                        <p:tav tm="100000">
                                          <p:val>
                                            <p:strVal val="#ppt_h"/>
                                          </p:val>
                                        </p:tav>
                                      </p:tavLst>
                                    </p:anim>
                                    <p:animEffect transition="in" filter="fade">
                                      <p:cBhvr>
                                        <p:cTn id="14" dur="500"/>
                                        <p:tgtEl>
                                          <p:spTgt spid="637"/>
                                        </p:tgtEl>
                                      </p:cBhvr>
                                    </p:animEffect>
                                  </p:childTnLst>
                                </p:cTn>
                              </p:par>
                              <p:par>
                                <p:cTn id="15" presetID="53" presetClass="entr" presetSubtype="16"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 grpId="0" animBg="1"/>
      <p:bldP spid="63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pic>
        <p:nvPicPr>
          <p:cNvPr id="51" name="Picture 50" descr="A picture containing bottle&#10;&#10;Description automatically generated">
            <a:extLst>
              <a:ext uri="{FF2B5EF4-FFF2-40B4-BE49-F238E27FC236}">
                <a16:creationId xmlns:a16="http://schemas.microsoft.com/office/drawing/2014/main" xmlns="" id="{06C511E2-E62C-C4FE-D8AB-59533D4441AB}"/>
              </a:ext>
            </a:extLst>
          </p:cNvPr>
          <p:cNvPicPr>
            <a:picLocks noChangeAspect="1"/>
          </p:cNvPicPr>
          <p:nvPr/>
        </p:nvPicPr>
        <p:blipFill>
          <a:blip r:embed="rId3"/>
          <a:stretch>
            <a:fillRect/>
          </a:stretch>
        </p:blipFill>
        <p:spPr>
          <a:xfrm>
            <a:off x="7807008" y="4122012"/>
            <a:ext cx="913033" cy="913033"/>
          </a:xfrm>
          <a:prstGeom prst="rect">
            <a:avLst/>
          </a:prstGeom>
        </p:spPr>
      </p:pic>
      <p:grpSp>
        <p:nvGrpSpPr>
          <p:cNvPr id="2" name="Group 1">
            <a:extLst>
              <a:ext uri="{FF2B5EF4-FFF2-40B4-BE49-F238E27FC236}">
                <a16:creationId xmlns:a16="http://schemas.microsoft.com/office/drawing/2014/main" xmlns="" id="{D5770DA5-A75E-C662-548E-B1CB45973C68}"/>
              </a:ext>
            </a:extLst>
          </p:cNvPr>
          <p:cNvGrpSpPr/>
          <p:nvPr/>
        </p:nvGrpSpPr>
        <p:grpSpPr>
          <a:xfrm>
            <a:off x="159036" y="1213337"/>
            <a:ext cx="8568697" cy="3366284"/>
            <a:chOff x="159036" y="1164569"/>
            <a:chExt cx="8825928" cy="3597041"/>
          </a:xfrm>
        </p:grpSpPr>
        <p:sp>
          <p:nvSpPr>
            <p:cNvPr id="580" name="Google Shape;580;p47"/>
            <p:cNvSpPr/>
            <p:nvPr/>
          </p:nvSpPr>
          <p:spPr>
            <a:xfrm>
              <a:off x="159036" y="1164569"/>
              <a:ext cx="8825928" cy="3597041"/>
            </a:xfrm>
            <a:custGeom>
              <a:avLst/>
              <a:gdLst/>
              <a:ahLst/>
              <a:cxnLst/>
              <a:rect l="l" t="t" r="r" b="b"/>
              <a:pathLst>
                <a:path w="199801" h="103467" extrusionOk="0">
                  <a:moveTo>
                    <a:pt x="100127" y="0"/>
                  </a:moveTo>
                  <a:cubicBezTo>
                    <a:pt x="91281" y="0"/>
                    <a:pt x="82435" y="60"/>
                    <a:pt x="73588" y="179"/>
                  </a:cubicBezTo>
                  <a:cubicBezTo>
                    <a:pt x="71909" y="207"/>
                    <a:pt x="70225" y="228"/>
                    <a:pt x="68546" y="260"/>
                  </a:cubicBezTo>
                  <a:cubicBezTo>
                    <a:pt x="52087" y="520"/>
                    <a:pt x="35630" y="988"/>
                    <a:pt x="19162" y="1665"/>
                  </a:cubicBezTo>
                  <a:cubicBezTo>
                    <a:pt x="18193" y="1706"/>
                    <a:pt x="17218" y="1746"/>
                    <a:pt x="16248" y="1787"/>
                  </a:cubicBezTo>
                  <a:cubicBezTo>
                    <a:pt x="16028" y="1796"/>
                    <a:pt x="15812" y="1804"/>
                    <a:pt x="15593" y="1813"/>
                  </a:cubicBezTo>
                  <a:cubicBezTo>
                    <a:pt x="15367" y="1808"/>
                    <a:pt x="15144" y="1805"/>
                    <a:pt x="14922" y="1805"/>
                  </a:cubicBezTo>
                  <a:cubicBezTo>
                    <a:pt x="8389" y="1805"/>
                    <a:pt x="3600" y="4346"/>
                    <a:pt x="3305" y="11429"/>
                  </a:cubicBezTo>
                  <a:cubicBezTo>
                    <a:pt x="3175" y="13103"/>
                    <a:pt x="2999" y="15015"/>
                    <a:pt x="2802" y="17121"/>
                  </a:cubicBezTo>
                  <a:cubicBezTo>
                    <a:pt x="2766" y="17494"/>
                    <a:pt x="2730" y="17871"/>
                    <a:pt x="2698" y="18258"/>
                  </a:cubicBezTo>
                  <a:cubicBezTo>
                    <a:pt x="2446" y="20869"/>
                    <a:pt x="2168" y="23752"/>
                    <a:pt x="1886" y="26831"/>
                  </a:cubicBezTo>
                  <a:cubicBezTo>
                    <a:pt x="1840" y="27303"/>
                    <a:pt x="1800" y="27784"/>
                    <a:pt x="1755" y="28269"/>
                  </a:cubicBezTo>
                  <a:cubicBezTo>
                    <a:pt x="1207" y="34357"/>
                    <a:pt x="673" y="41131"/>
                    <a:pt x="373" y="48018"/>
                  </a:cubicBezTo>
                  <a:cubicBezTo>
                    <a:pt x="373" y="48054"/>
                    <a:pt x="373" y="48094"/>
                    <a:pt x="368" y="48130"/>
                  </a:cubicBezTo>
                  <a:cubicBezTo>
                    <a:pt x="54" y="55430"/>
                    <a:pt x="1" y="62856"/>
                    <a:pt x="476" y="69733"/>
                  </a:cubicBezTo>
                  <a:cubicBezTo>
                    <a:pt x="508" y="70211"/>
                    <a:pt x="544" y="70686"/>
                    <a:pt x="584" y="71158"/>
                  </a:cubicBezTo>
                  <a:cubicBezTo>
                    <a:pt x="778" y="73585"/>
                    <a:pt x="1046" y="75939"/>
                    <a:pt x="1392" y="78183"/>
                  </a:cubicBezTo>
                  <a:cubicBezTo>
                    <a:pt x="1441" y="78494"/>
                    <a:pt x="1491" y="78798"/>
                    <a:pt x="1540" y="79103"/>
                  </a:cubicBezTo>
                  <a:cubicBezTo>
                    <a:pt x="2900" y="87234"/>
                    <a:pt x="5388" y="93865"/>
                    <a:pt x="9590" y="97461"/>
                  </a:cubicBezTo>
                  <a:cubicBezTo>
                    <a:pt x="9612" y="97479"/>
                    <a:pt x="9639" y="97497"/>
                    <a:pt x="9661" y="97510"/>
                  </a:cubicBezTo>
                  <a:cubicBezTo>
                    <a:pt x="10084" y="97812"/>
                    <a:pt x="10519" y="98082"/>
                    <a:pt x="10969" y="98328"/>
                  </a:cubicBezTo>
                  <a:cubicBezTo>
                    <a:pt x="15026" y="100582"/>
                    <a:pt x="19993" y="100869"/>
                    <a:pt x="24693" y="101067"/>
                  </a:cubicBezTo>
                  <a:cubicBezTo>
                    <a:pt x="47105" y="102494"/>
                    <a:pt x="69492" y="103284"/>
                    <a:pt x="91882" y="103437"/>
                  </a:cubicBezTo>
                  <a:cubicBezTo>
                    <a:pt x="93916" y="103454"/>
                    <a:pt x="95946" y="103464"/>
                    <a:pt x="97980" y="103464"/>
                  </a:cubicBezTo>
                  <a:cubicBezTo>
                    <a:pt x="98844" y="103466"/>
                    <a:pt x="99708" y="103467"/>
                    <a:pt x="100572" y="103467"/>
                  </a:cubicBezTo>
                  <a:cubicBezTo>
                    <a:pt x="115757" y="103467"/>
                    <a:pt x="130944" y="103166"/>
                    <a:pt x="146138" y="102575"/>
                  </a:cubicBezTo>
                  <a:cubicBezTo>
                    <a:pt x="147269" y="102534"/>
                    <a:pt x="148400" y="102485"/>
                    <a:pt x="149532" y="102436"/>
                  </a:cubicBezTo>
                  <a:cubicBezTo>
                    <a:pt x="158219" y="102076"/>
                    <a:pt x="166911" y="101620"/>
                    <a:pt x="175602" y="101067"/>
                  </a:cubicBezTo>
                  <a:cubicBezTo>
                    <a:pt x="176079" y="101083"/>
                    <a:pt x="176548" y="101092"/>
                    <a:pt x="177009" y="101092"/>
                  </a:cubicBezTo>
                  <a:cubicBezTo>
                    <a:pt x="189730" y="101092"/>
                    <a:pt x="196027" y="94765"/>
                    <a:pt x="198103" y="83886"/>
                  </a:cubicBezTo>
                  <a:cubicBezTo>
                    <a:pt x="198149" y="83679"/>
                    <a:pt x="198184" y="83468"/>
                    <a:pt x="198220" y="83257"/>
                  </a:cubicBezTo>
                  <a:cubicBezTo>
                    <a:pt x="198561" y="81295"/>
                    <a:pt x="198773" y="79185"/>
                    <a:pt x="198863" y="76944"/>
                  </a:cubicBezTo>
                  <a:cubicBezTo>
                    <a:pt x="198961" y="74515"/>
                    <a:pt x="199063" y="72073"/>
                    <a:pt x="199167" y="69613"/>
                  </a:cubicBezTo>
                  <a:cubicBezTo>
                    <a:pt x="199185" y="69230"/>
                    <a:pt x="199204" y="68850"/>
                    <a:pt x="199216" y="68468"/>
                  </a:cubicBezTo>
                  <a:cubicBezTo>
                    <a:pt x="199294" y="66627"/>
                    <a:pt x="199370" y="64781"/>
                    <a:pt x="199441" y="62927"/>
                  </a:cubicBezTo>
                  <a:cubicBezTo>
                    <a:pt x="199455" y="62560"/>
                    <a:pt x="199468" y="62191"/>
                    <a:pt x="199482" y="61823"/>
                  </a:cubicBezTo>
                  <a:cubicBezTo>
                    <a:pt x="199657" y="57027"/>
                    <a:pt x="199787" y="52202"/>
                    <a:pt x="199800" y="47376"/>
                  </a:cubicBezTo>
                  <a:lnTo>
                    <a:pt x="199800" y="45902"/>
                  </a:lnTo>
                  <a:cubicBezTo>
                    <a:pt x="199785" y="39540"/>
                    <a:pt x="199557" y="33189"/>
                    <a:pt x="198957" y="26923"/>
                  </a:cubicBezTo>
                  <a:cubicBezTo>
                    <a:pt x="198934" y="26685"/>
                    <a:pt x="198912" y="26448"/>
                    <a:pt x="198885" y="26209"/>
                  </a:cubicBezTo>
                  <a:cubicBezTo>
                    <a:pt x="198603" y="23400"/>
                    <a:pt x="198243" y="20607"/>
                    <a:pt x="197790" y="17837"/>
                  </a:cubicBezTo>
                  <a:cubicBezTo>
                    <a:pt x="197660" y="17050"/>
                    <a:pt x="197521" y="16265"/>
                    <a:pt x="197378" y="15479"/>
                  </a:cubicBezTo>
                  <a:cubicBezTo>
                    <a:pt x="196855" y="12633"/>
                    <a:pt x="196228" y="9817"/>
                    <a:pt x="195482" y="7034"/>
                  </a:cubicBezTo>
                  <a:cubicBezTo>
                    <a:pt x="195401" y="6738"/>
                    <a:pt x="195321" y="6442"/>
                    <a:pt x="195240" y="6150"/>
                  </a:cubicBezTo>
                  <a:cubicBezTo>
                    <a:pt x="194044" y="1903"/>
                    <a:pt x="187660" y="1599"/>
                    <a:pt x="182861" y="1599"/>
                  </a:cubicBezTo>
                  <a:cubicBezTo>
                    <a:pt x="182058" y="1599"/>
                    <a:pt x="181300" y="1607"/>
                    <a:pt x="180617" y="1607"/>
                  </a:cubicBezTo>
                  <a:cubicBezTo>
                    <a:pt x="180110" y="1607"/>
                    <a:pt x="179644" y="1603"/>
                    <a:pt x="179234" y="1586"/>
                  </a:cubicBezTo>
                  <a:cubicBezTo>
                    <a:pt x="173166" y="1345"/>
                    <a:pt x="167098" y="1143"/>
                    <a:pt x="161029" y="942"/>
                  </a:cubicBezTo>
                  <a:cubicBezTo>
                    <a:pt x="159943" y="907"/>
                    <a:pt x="158861" y="876"/>
                    <a:pt x="157774" y="844"/>
                  </a:cubicBezTo>
                  <a:cubicBezTo>
                    <a:pt x="138554" y="281"/>
                    <a:pt x="119341" y="0"/>
                    <a:pt x="100127" y="0"/>
                  </a:cubicBezTo>
                  <a:close/>
                </a:path>
              </a:pathLst>
            </a:custGeom>
            <a:solidFill>
              <a:schemeClr val="bg2">
                <a:lumMod val="20000"/>
                <a:lumOff val="80000"/>
              </a:schemeClr>
            </a:solidFill>
            <a:ln>
              <a:noFill/>
            </a:ln>
            <a:effectLst>
              <a:outerShdw blurRad="200025" dist="28575"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5" name="Picture 14" descr="A picture containing icon&#10;&#10;Description automatically generated">
              <a:extLst>
                <a:ext uri="{FF2B5EF4-FFF2-40B4-BE49-F238E27FC236}">
                  <a16:creationId xmlns:a16="http://schemas.microsoft.com/office/drawing/2014/main" xmlns="" id="{37294E34-B077-58A1-1E19-E26C9743B8A3}"/>
                </a:ext>
              </a:extLst>
            </p:cNvPr>
            <p:cNvPicPr>
              <a:picLocks noChangeAspect="1"/>
            </p:cNvPicPr>
            <p:nvPr/>
          </p:nvPicPr>
          <p:blipFill>
            <a:blip r:embed="rId4"/>
            <a:stretch>
              <a:fillRect/>
            </a:stretch>
          </p:blipFill>
          <p:spPr>
            <a:xfrm>
              <a:off x="580530" y="1381595"/>
              <a:ext cx="476510" cy="476510"/>
            </a:xfrm>
            <a:prstGeom prst="rect">
              <a:avLst/>
            </a:prstGeom>
          </p:spPr>
        </p:pic>
        <p:pic>
          <p:nvPicPr>
            <p:cNvPr id="69" name="Picture 68" descr="A picture containing icon&#10;&#10;Description automatically generated">
              <a:extLst>
                <a:ext uri="{FF2B5EF4-FFF2-40B4-BE49-F238E27FC236}">
                  <a16:creationId xmlns:a16="http://schemas.microsoft.com/office/drawing/2014/main" xmlns="" id="{B673BF02-0F3A-EB62-EC09-DE061A9CA563}"/>
                </a:ext>
              </a:extLst>
            </p:cNvPr>
            <p:cNvPicPr>
              <a:picLocks noChangeAspect="1"/>
            </p:cNvPicPr>
            <p:nvPr/>
          </p:nvPicPr>
          <p:blipFill>
            <a:blip r:embed="rId4"/>
            <a:stretch>
              <a:fillRect/>
            </a:stretch>
          </p:blipFill>
          <p:spPr>
            <a:xfrm>
              <a:off x="596618" y="2156631"/>
              <a:ext cx="476510" cy="476510"/>
            </a:xfrm>
            <a:prstGeom prst="rect">
              <a:avLst/>
            </a:prstGeom>
          </p:spPr>
        </p:pic>
        <p:pic>
          <p:nvPicPr>
            <p:cNvPr id="70" name="Picture 69" descr="A picture containing icon&#10;&#10;Description automatically generated">
              <a:extLst>
                <a:ext uri="{FF2B5EF4-FFF2-40B4-BE49-F238E27FC236}">
                  <a16:creationId xmlns:a16="http://schemas.microsoft.com/office/drawing/2014/main" xmlns="" id="{59C404F6-DD6F-7E73-755A-3AE7D1FB7FE2}"/>
                </a:ext>
              </a:extLst>
            </p:cNvPr>
            <p:cNvPicPr>
              <a:picLocks noChangeAspect="1"/>
            </p:cNvPicPr>
            <p:nvPr/>
          </p:nvPicPr>
          <p:blipFill>
            <a:blip r:embed="rId4"/>
            <a:stretch>
              <a:fillRect/>
            </a:stretch>
          </p:blipFill>
          <p:spPr>
            <a:xfrm>
              <a:off x="564444" y="3211538"/>
              <a:ext cx="508684" cy="476510"/>
            </a:xfrm>
            <a:prstGeom prst="rect">
              <a:avLst/>
            </a:prstGeom>
          </p:spPr>
        </p:pic>
      </p:grpSp>
      <p:grpSp>
        <p:nvGrpSpPr>
          <p:cNvPr id="13" name="Group 12">
            <a:extLst>
              <a:ext uri="{FF2B5EF4-FFF2-40B4-BE49-F238E27FC236}">
                <a16:creationId xmlns:a16="http://schemas.microsoft.com/office/drawing/2014/main" xmlns="" id="{A6D1BD87-5A23-6065-6BC1-94C9B3EFA59D}"/>
              </a:ext>
            </a:extLst>
          </p:cNvPr>
          <p:cNvGrpSpPr/>
          <p:nvPr/>
        </p:nvGrpSpPr>
        <p:grpSpPr>
          <a:xfrm>
            <a:off x="2953784" y="336169"/>
            <a:ext cx="4317873" cy="923330"/>
            <a:chOff x="2953784" y="381889"/>
            <a:chExt cx="4201084" cy="923330"/>
          </a:xfrm>
        </p:grpSpPr>
        <p:sp>
          <p:nvSpPr>
            <p:cNvPr id="63" name="Google Shape;634;p48">
              <a:extLst>
                <a:ext uri="{FF2B5EF4-FFF2-40B4-BE49-F238E27FC236}">
                  <a16:creationId xmlns:a16="http://schemas.microsoft.com/office/drawing/2014/main" xmlns="" id="{386FB296-0729-31A2-EC7E-DB29F24C3ED8}"/>
                </a:ext>
              </a:extLst>
            </p:cNvPr>
            <p:cNvSpPr/>
            <p:nvPr/>
          </p:nvSpPr>
          <p:spPr>
            <a:xfrm>
              <a:off x="2953784" y="381889"/>
              <a:ext cx="3301449" cy="923330"/>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chemeClr val="accent4">
                <a:lumMod val="75000"/>
              </a:schemeClr>
            </a:solidFill>
            <a:ln>
              <a:noFill/>
            </a:ln>
            <a:effectLst>
              <a:outerShdw blurRad="152400" dist="76200" dir="2700000" algn="tl" rotWithShape="0">
                <a:prstClr val="black">
                  <a:alpha val="13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TextBox 11">
              <a:extLst>
                <a:ext uri="{FF2B5EF4-FFF2-40B4-BE49-F238E27FC236}">
                  <a16:creationId xmlns:a16="http://schemas.microsoft.com/office/drawing/2014/main" xmlns="" id="{A20B3251-D7AF-AA98-7515-DA3A5A4F4F3B}"/>
                </a:ext>
              </a:extLst>
            </p:cNvPr>
            <p:cNvSpPr txBox="1"/>
            <p:nvPr/>
          </p:nvSpPr>
          <p:spPr>
            <a:xfrm>
              <a:off x="3304871" y="428055"/>
              <a:ext cx="3849997" cy="830997"/>
            </a:xfrm>
            <a:prstGeom prst="rect">
              <a:avLst/>
            </a:prstGeom>
            <a:noFill/>
          </p:spPr>
          <p:txBody>
            <a:bodyPr wrap="square" rtlCol="0">
              <a:spAutoFit/>
            </a:bodyPr>
            <a:lstStyle/>
            <a:p>
              <a:r>
                <a:rPr lang="vi-VN" sz="4800" b="1" dirty="0">
                  <a:solidFill>
                    <a:srgbClr val="FF0000"/>
                  </a:solidFill>
                  <a:latin typeface="+mj-lt"/>
                </a:rPr>
                <a:t>Mục Tiêu</a:t>
              </a:r>
              <a:endParaRPr lang="en-US" sz="4800" b="1" dirty="0">
                <a:solidFill>
                  <a:srgbClr val="FF0000"/>
                </a:solidFill>
                <a:latin typeface="+mj-lt"/>
              </a:endParaRPr>
            </a:p>
          </p:txBody>
        </p:sp>
      </p:grpSp>
      <p:sp>
        <p:nvSpPr>
          <p:cNvPr id="14" name="TextBox 13">
            <a:extLst>
              <a:ext uri="{FF2B5EF4-FFF2-40B4-BE49-F238E27FC236}">
                <a16:creationId xmlns:a16="http://schemas.microsoft.com/office/drawing/2014/main" xmlns="" id="{216CBEF2-4152-1364-F626-B707A7AE720F}"/>
              </a:ext>
            </a:extLst>
          </p:cNvPr>
          <p:cNvSpPr txBox="1"/>
          <p:nvPr/>
        </p:nvSpPr>
        <p:spPr>
          <a:xfrm>
            <a:off x="1045690" y="2100510"/>
            <a:ext cx="7546035" cy="987963"/>
          </a:xfrm>
          <a:prstGeom prst="rect">
            <a:avLst/>
          </a:prstGeom>
          <a:noFill/>
        </p:spPr>
        <p:txBody>
          <a:bodyPr wrap="square">
            <a:spAutoFit/>
          </a:bodyPr>
          <a:lstStyle/>
          <a:p>
            <a:pPr algn="just">
              <a:lnSpc>
                <a:spcPct val="140000"/>
              </a:lnSpc>
            </a:pPr>
            <a:r>
              <a:rPr lang="en-US" sz="2200" dirty="0" err="1">
                <a:latin typeface="Times New Roman" panose="02020603050405020304" pitchFamily="18" charset="0"/>
                <a:cs typeface="Times New Roman" panose="02020603050405020304" pitchFamily="18" charset="0"/>
              </a:rPr>
              <a:t>Trình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bày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việc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dụng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điểm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chớp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cháy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phân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biệt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chất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lỏng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dễ</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cháy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gây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cháy</a:t>
            </a:r>
            <a:r>
              <a:rPr lang="en-US" sz="2200" dirty="0">
                <a:latin typeface="Times New Roman" panose="02020603050405020304" pitchFamily="18" charset="0"/>
                <a:cs typeface="Times New Roman" panose="02020603050405020304" pitchFamily="18" charset="0"/>
              </a:rPr>
              <a:t>.</a:t>
            </a:r>
          </a:p>
        </p:txBody>
      </p:sp>
      <p:sp>
        <p:nvSpPr>
          <p:cNvPr id="16" name="TextBox 15">
            <a:extLst>
              <a:ext uri="{FF2B5EF4-FFF2-40B4-BE49-F238E27FC236}">
                <a16:creationId xmlns:a16="http://schemas.microsoft.com/office/drawing/2014/main" xmlns="" id="{216CBEF2-4152-1364-F626-B707A7AE720F}"/>
              </a:ext>
            </a:extLst>
          </p:cNvPr>
          <p:cNvSpPr txBox="1"/>
          <p:nvPr/>
        </p:nvSpPr>
        <p:spPr>
          <a:xfrm>
            <a:off x="1064435" y="3117935"/>
            <a:ext cx="7663298" cy="987963"/>
          </a:xfrm>
          <a:prstGeom prst="rect">
            <a:avLst/>
          </a:prstGeom>
          <a:noFill/>
        </p:spPr>
        <p:txBody>
          <a:bodyPr wrap="square">
            <a:spAutoFit/>
          </a:bodyPr>
          <a:lstStyle/>
          <a:p>
            <a:pPr algn="just">
              <a:lnSpc>
                <a:spcPct val="140000"/>
              </a:lnSpc>
            </a:pPr>
            <a:r>
              <a:rPr lang="en-US" sz="2200" dirty="0" err="1">
                <a:latin typeface="Times New Roman" panose="02020603050405020304" pitchFamily="18" charset="0"/>
                <a:cs typeface="Times New Roman" panose="02020603050405020304" pitchFamily="18" charset="0"/>
              </a:rPr>
              <a:t>Trình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bày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khái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niệm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về</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nhiệt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độ</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ngọn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lửa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nhiệt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độ</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tự</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bốc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cháy</a:t>
            </a:r>
            <a:r>
              <a:rPr lang="en-US" sz="2200"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xmlns="" id="{01DDEC40-319A-112C-9D10-E04614725F86}"/>
              </a:ext>
            </a:extLst>
          </p:cNvPr>
          <p:cNvSpPr txBox="1"/>
          <p:nvPr/>
        </p:nvSpPr>
        <p:spPr>
          <a:xfrm>
            <a:off x="1064435" y="1438277"/>
            <a:ext cx="7319530" cy="513987"/>
          </a:xfrm>
          <a:prstGeom prst="rect">
            <a:avLst/>
          </a:prstGeom>
          <a:noFill/>
        </p:spPr>
        <p:txBody>
          <a:bodyPr wrap="square">
            <a:spAutoFit/>
          </a:bodyPr>
          <a:lstStyle/>
          <a:p>
            <a:pPr algn="just">
              <a:lnSpc>
                <a:spcPct val="140000"/>
              </a:lnSpc>
            </a:pPr>
            <a:r>
              <a:rPr lang="en-US" sz="2200" dirty="0" err="1">
                <a:latin typeface="Times New Roman" panose="02020603050405020304" pitchFamily="18" charset="0"/>
                <a:cs typeface="Times New Roman" panose="02020603050405020304" pitchFamily="18" charset="0"/>
              </a:rPr>
              <a:t>Nêu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khái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niệm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về</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điểm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chớp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cháy</a:t>
            </a:r>
            <a:r>
              <a:rPr lang="en-US" sz="2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592618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53" name="Google Shape;61;p7">
            <a:extLst>
              <a:ext uri="{FF2B5EF4-FFF2-40B4-BE49-F238E27FC236}">
                <a16:creationId xmlns:a16="http://schemas.microsoft.com/office/drawing/2014/main" xmlns="" id="{91E8B601-D3A5-0391-97A0-534B4C9DF9DA}"/>
              </a:ext>
            </a:extLst>
          </p:cNvPr>
          <p:cNvSpPr/>
          <p:nvPr/>
        </p:nvSpPr>
        <p:spPr>
          <a:xfrm>
            <a:off x="163129" y="141214"/>
            <a:ext cx="8650841" cy="947849"/>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rgbClr val="FFF5D7"/>
          </a:solidFill>
          <a:ln>
            <a:noFill/>
          </a:ln>
          <a:effectLst>
            <a:outerShdw blurRad="200025" dist="19050" dir="5400000"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0"/>
          <p:cNvSpPr txBox="1">
            <a:spLocks noGrp="1"/>
          </p:cNvSpPr>
          <p:nvPr>
            <p:ph type="title"/>
          </p:nvPr>
        </p:nvSpPr>
        <p:spPr>
          <a:xfrm>
            <a:off x="339048" y="137963"/>
            <a:ext cx="8572430" cy="869912"/>
          </a:xfrm>
          <a:prstGeom prst="rect">
            <a:avLst/>
          </a:prstGeom>
        </p:spPr>
        <p:txBody>
          <a:bodyPr spcFirstLastPara="1" wrap="square" lIns="91425" tIns="91425" rIns="91425" bIns="91425" anchor="t" anchorCtr="0">
            <a:noAutofit/>
          </a:bodyPr>
          <a:lstStyle/>
          <a:p>
            <a:pPr lvl="0" algn="l">
              <a:lnSpc>
                <a:spcPct val="100000"/>
              </a:lnSpc>
            </a:pPr>
            <a:r>
              <a:rPr lang="en-US" sz="2800" b="1" dirty="0">
                <a:latin typeface="Times New Roman" panose="02020603050405020304" pitchFamily="18" charset="0"/>
                <a:cs typeface="Times New Roman" panose="02020603050405020304" pitchFamily="18" charset="0"/>
              </a:rPr>
              <a:t>I. </a:t>
            </a:r>
            <a:r>
              <a:rPr lang="vi-VN" sz="2800" b="1" dirty="0">
                <a:latin typeface="Times New Roman" panose="02020603050405020304" pitchFamily="18" charset="0"/>
                <a:cs typeface="Times New Roman" panose="02020603050405020304" pitchFamily="18" charset="0"/>
              </a:rPr>
              <a:t>Điểm chớp cháy</a:t>
            </a:r>
            <a:br>
              <a:rPr lang="vi-VN" sz="2800" b="1" dirty="0">
                <a:latin typeface="Times New Roman" panose="02020603050405020304" pitchFamily="18" charset="0"/>
                <a:cs typeface="Times New Roman" panose="02020603050405020304" pitchFamily="18" charset="0"/>
              </a:rPr>
            </a:br>
            <a:r>
              <a:rPr lang="vi-VN" sz="2800" b="1" dirty="0">
                <a:latin typeface="Times New Roman" panose="02020603050405020304" pitchFamily="18" charset="0"/>
                <a:cs typeface="Times New Roman" panose="02020603050405020304" pitchFamily="18" charset="0"/>
              </a:rPr>
              <a:t>                     </a:t>
            </a:r>
            <a:endParaRPr lang="vi-VN" sz="1800" b="1" i="1" dirty="0">
              <a:solidFill>
                <a:srgbClr val="000000"/>
              </a:solidFill>
              <a:latin typeface="Times New Roman" panose="02020603050405020304" pitchFamily="18" charset="0"/>
              <a:cs typeface="Times New Roman" panose="02020603050405020304" pitchFamily="18" charset="0"/>
            </a:endParaRPr>
          </a:p>
        </p:txBody>
      </p:sp>
      <p:sp>
        <p:nvSpPr>
          <p:cNvPr id="35" name="Google Shape;634;p48"/>
          <p:cNvSpPr/>
          <p:nvPr/>
        </p:nvSpPr>
        <p:spPr>
          <a:xfrm>
            <a:off x="163129" y="1575321"/>
            <a:ext cx="8855584" cy="1791108"/>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rgbClr val="82B5E3"/>
          </a:solidFill>
          <a:ln>
            <a:solidFill>
              <a:schemeClr val="accent1"/>
            </a:solidFill>
          </a:ln>
          <a:effectLst>
            <a:outerShdw blurRad="200025" dist="19050" dir="5400000" algn="bl" rotWithShape="0">
              <a:srgbClr val="000000">
                <a:alpha val="10000"/>
              </a:srgbClr>
            </a:outerShdw>
          </a:effectLst>
        </p:spPr>
        <p:txBody>
          <a:bodyPr spcFirstLastPara="1" wrap="square" lIns="91425" tIns="91425" rIns="91425" bIns="91425" anchor="ctr" anchorCtr="0">
            <a:noAutofit/>
          </a:bodyPr>
          <a:lstStyle/>
          <a:p>
            <a:pPr algn="ctr"/>
            <a:endParaRPr lang="en-US" sz="2800" b="1" dirty="0">
              <a:solidFill>
                <a:schemeClr val="bg1"/>
              </a:solidFill>
              <a:latin typeface="Times New Roman" panose="02020603050405020304" pitchFamily="18" charset="0"/>
              <a:cs typeface="Times New Roman" panose="02020603050405020304" pitchFamily="18" charset="0"/>
            </a:endParaRPr>
          </a:p>
          <a:p>
            <a:r>
              <a:rPr lang="vi-VN" sz="2800" b="1" dirty="0">
                <a:solidFill>
                  <a:schemeClr val="bg1"/>
                </a:solidFill>
                <a:latin typeface="Times New Roman" panose="02020603050405020304" pitchFamily="18" charset="0"/>
                <a:cs typeface="Times New Roman" panose="02020603050405020304" pitchFamily="18" charset="0"/>
              </a:rPr>
              <a:t>Câu </a:t>
            </a:r>
            <a:r>
              <a:rPr lang="en-US" sz="2800" b="1" dirty="0">
                <a:solidFill>
                  <a:schemeClr val="bg1"/>
                </a:solidFill>
                <a:latin typeface="Times New Roman" panose="02020603050405020304" pitchFamily="18" charset="0"/>
                <a:cs typeface="Times New Roman" panose="02020603050405020304" pitchFamily="18" charset="0"/>
              </a:rPr>
              <a:t>1</a:t>
            </a:r>
            <a:r>
              <a:rPr lang="en-US" sz="2800" b="1" dirty="0" smtClean="0">
                <a:solidFill>
                  <a:schemeClr val="bg1"/>
                </a:solidFill>
                <a:latin typeface="Times New Roman" panose="02020603050405020304" pitchFamily="18" charset="0"/>
                <a:cs typeface="Times New Roman" panose="02020603050405020304" pitchFamily="18" charset="0"/>
              </a:rPr>
              <a:t>. </a:t>
            </a:r>
            <a:r>
              <a:rPr lang="en-US" sz="2800" b="1" dirty="0" err="1" smtClean="0">
                <a:solidFill>
                  <a:schemeClr val="bg1"/>
                </a:solidFill>
                <a:latin typeface="Times New Roman" panose="02020603050405020304" pitchFamily="18" charset="0"/>
                <a:cs typeface="Times New Roman" panose="02020603050405020304" pitchFamily="18" charset="0"/>
              </a:rPr>
              <a:t>Khái</a:t>
            </a:r>
            <a:r>
              <a:rPr lang="en-US" sz="2800" b="1" dirty="0" smtClean="0">
                <a:solidFill>
                  <a:schemeClr val="bg1"/>
                </a:solidFill>
                <a:latin typeface="Times New Roman" panose="02020603050405020304" pitchFamily="18" charset="0"/>
                <a:cs typeface="Times New Roman" panose="02020603050405020304" pitchFamily="18" charset="0"/>
              </a:rPr>
              <a:t> </a:t>
            </a:r>
            <a:r>
              <a:rPr lang="en-US" sz="2800" b="1" dirty="0" err="1" smtClean="0">
                <a:solidFill>
                  <a:schemeClr val="bg1"/>
                </a:solidFill>
                <a:latin typeface="Times New Roman" panose="02020603050405020304" pitchFamily="18" charset="0"/>
                <a:cs typeface="Times New Roman" panose="02020603050405020304" pitchFamily="18" charset="0"/>
              </a:rPr>
              <a:t>niệm</a:t>
            </a:r>
            <a:r>
              <a:rPr lang="en-US" sz="2800" b="1" dirty="0" smtClean="0">
                <a:solidFill>
                  <a:schemeClr val="bg1"/>
                </a:solidFill>
                <a:latin typeface="Times New Roman" panose="02020603050405020304" pitchFamily="18" charset="0"/>
                <a:cs typeface="Times New Roman" panose="02020603050405020304" pitchFamily="18" charset="0"/>
              </a:rPr>
              <a:t> </a:t>
            </a:r>
            <a:r>
              <a:rPr lang="en-US" sz="2800" b="1" dirty="0" err="1" smtClean="0">
                <a:solidFill>
                  <a:schemeClr val="bg1"/>
                </a:solidFill>
                <a:latin typeface="Times New Roman" panose="02020603050405020304" pitchFamily="18" charset="0"/>
                <a:cs typeface="Times New Roman" panose="02020603050405020304" pitchFamily="18" charset="0"/>
              </a:rPr>
              <a:t>về</a:t>
            </a:r>
            <a:r>
              <a:rPr lang="en-US" sz="2800" b="1" dirty="0" smtClean="0">
                <a:solidFill>
                  <a:schemeClr val="bg1"/>
                </a:solidFill>
                <a:latin typeface="Times New Roman" panose="02020603050405020304" pitchFamily="18" charset="0"/>
                <a:cs typeface="Times New Roman" panose="02020603050405020304" pitchFamily="18" charset="0"/>
              </a:rPr>
              <a:t> </a:t>
            </a:r>
            <a:r>
              <a:rPr lang="en-US" sz="2800" b="1" dirty="0" err="1" smtClean="0">
                <a:solidFill>
                  <a:schemeClr val="bg1"/>
                </a:solidFill>
                <a:latin typeface="Times New Roman" panose="02020603050405020304" pitchFamily="18" charset="0"/>
                <a:cs typeface="Times New Roman" panose="02020603050405020304" pitchFamily="18" charset="0"/>
              </a:rPr>
              <a:t>điểm</a:t>
            </a:r>
            <a:r>
              <a:rPr lang="en-US" sz="2800" b="1" dirty="0" smtClean="0">
                <a:solidFill>
                  <a:schemeClr val="bg1"/>
                </a:solidFill>
                <a:latin typeface="Times New Roman" panose="02020603050405020304" pitchFamily="18" charset="0"/>
                <a:cs typeface="Times New Roman" panose="02020603050405020304" pitchFamily="18" charset="0"/>
              </a:rPr>
              <a:t> </a:t>
            </a:r>
            <a:r>
              <a:rPr lang="en-US" sz="2800" b="1" dirty="0" err="1" smtClean="0">
                <a:solidFill>
                  <a:schemeClr val="bg1"/>
                </a:solidFill>
                <a:latin typeface="Times New Roman" panose="02020603050405020304" pitchFamily="18" charset="0"/>
                <a:cs typeface="Times New Roman" panose="02020603050405020304" pitchFamily="18" charset="0"/>
              </a:rPr>
              <a:t>chớp</a:t>
            </a:r>
            <a:r>
              <a:rPr lang="en-US" sz="2800" b="1" dirty="0" smtClean="0">
                <a:solidFill>
                  <a:schemeClr val="bg1"/>
                </a:solidFill>
                <a:latin typeface="Times New Roman" panose="02020603050405020304" pitchFamily="18" charset="0"/>
                <a:cs typeface="Times New Roman" panose="02020603050405020304" pitchFamily="18" charset="0"/>
              </a:rPr>
              <a:t> </a:t>
            </a:r>
            <a:r>
              <a:rPr lang="en-US" sz="2800" b="1" dirty="0" err="1" smtClean="0">
                <a:solidFill>
                  <a:schemeClr val="bg1"/>
                </a:solidFill>
                <a:latin typeface="Times New Roman" panose="02020603050405020304" pitchFamily="18" charset="0"/>
                <a:cs typeface="Times New Roman" panose="02020603050405020304" pitchFamily="18" charset="0"/>
              </a:rPr>
              <a:t>cháy</a:t>
            </a:r>
            <a:r>
              <a:rPr lang="en-US" sz="2800" b="1" dirty="0" smtClean="0">
                <a:solidFill>
                  <a:schemeClr val="bg1"/>
                </a:solidFill>
                <a:latin typeface="Times New Roman" panose="02020603050405020304" pitchFamily="18" charset="0"/>
                <a:cs typeface="Times New Roman" panose="02020603050405020304" pitchFamily="18" charset="0"/>
              </a:rPr>
              <a:t>?</a:t>
            </a:r>
            <a:endParaRPr lang="en-US" sz="2800" b="1" dirty="0">
              <a:solidFill>
                <a:schemeClr val="bg1"/>
              </a:solidFill>
              <a:highlight>
                <a:srgbClr val="82B5E3"/>
              </a:highlight>
              <a:latin typeface="Times New Roman" panose="02020603050405020304" pitchFamily="18" charset="0"/>
              <a:cs typeface="Times New Roman" panose="02020603050405020304" pitchFamily="18" charset="0"/>
            </a:endParaRPr>
          </a:p>
        </p:txBody>
      </p:sp>
      <p:pic>
        <p:nvPicPr>
          <p:cNvPr id="409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129" y="1623354"/>
            <a:ext cx="8413750"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p:cNvGraphicFramePr>
            <a:graphicFrameLocks noGrp="1"/>
          </p:cNvGraphicFramePr>
          <p:nvPr>
            <p:extLst>
              <p:ext uri="{D42A27DB-BD31-4B8C-83A1-F6EECF244321}">
                <p14:modId xmlns:p14="http://schemas.microsoft.com/office/powerpoint/2010/main" val="1951042381"/>
              </p:ext>
            </p:extLst>
          </p:nvPr>
        </p:nvGraphicFramePr>
        <p:xfrm>
          <a:off x="304705" y="732504"/>
          <a:ext cx="8572431" cy="3217415"/>
        </p:xfrm>
        <a:graphic>
          <a:graphicData uri="http://schemas.openxmlformats.org/drawingml/2006/table">
            <a:tbl>
              <a:tblPr firstRow="1" firstCol="1" bandRow="1">
                <a:tableStyleId>{B1F7A297-B704-4BC8-95AC-87400A6B415D}</a:tableStyleId>
              </a:tblPr>
              <a:tblGrid>
                <a:gridCol w="1986481">
                  <a:extLst>
                    <a:ext uri="{9D8B030D-6E8A-4147-A177-3AD203B41FA5}">
                      <a16:colId xmlns:a16="http://schemas.microsoft.com/office/drawing/2014/main" xmlns="" val="20000"/>
                    </a:ext>
                  </a:extLst>
                </a:gridCol>
                <a:gridCol w="2304126">
                  <a:extLst>
                    <a:ext uri="{9D8B030D-6E8A-4147-A177-3AD203B41FA5}">
                      <a16:colId xmlns:a16="http://schemas.microsoft.com/office/drawing/2014/main" xmlns="" val="20001"/>
                    </a:ext>
                  </a:extLst>
                </a:gridCol>
                <a:gridCol w="2012651">
                  <a:extLst>
                    <a:ext uri="{9D8B030D-6E8A-4147-A177-3AD203B41FA5}">
                      <a16:colId xmlns:a16="http://schemas.microsoft.com/office/drawing/2014/main" xmlns="" val="20002"/>
                    </a:ext>
                  </a:extLst>
                </a:gridCol>
                <a:gridCol w="2269173">
                  <a:extLst>
                    <a:ext uri="{9D8B030D-6E8A-4147-A177-3AD203B41FA5}">
                      <a16:colId xmlns:a16="http://schemas.microsoft.com/office/drawing/2014/main" xmlns="" val="20003"/>
                    </a:ext>
                  </a:extLst>
                </a:gridCol>
              </a:tblGrid>
              <a:tr h="530768">
                <a:tc gridSpan="4">
                  <a:txBody>
                    <a:bodyPr/>
                    <a:lstStyle/>
                    <a:p>
                      <a:pPr algn="ctr">
                        <a:lnSpc>
                          <a:spcPct val="115000"/>
                        </a:lnSpc>
                        <a:spcAft>
                          <a:spcPts val="0"/>
                        </a:spcAft>
                      </a:pPr>
                      <a:r>
                        <a:rPr lang="vi-VN" sz="1600" b="1" i="1" dirty="0" smtClean="0">
                          <a:solidFill>
                            <a:srgbClr val="000000"/>
                          </a:solidFill>
                          <a:latin typeface="Times New Roman" panose="02020603050405020304" pitchFamily="18" charset="0"/>
                          <a:cs typeface="Times New Roman" panose="02020603050405020304" pitchFamily="18" charset="0"/>
                        </a:rPr>
                        <a:t>Bảng 6.1. Điểm chớp cháy của một số nhiên liệu</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hMerge="1">
                  <a:txBody>
                    <a:bodyPr/>
                    <a:lstStyle/>
                    <a:p>
                      <a:pPr algn="ctr">
                        <a:lnSpc>
                          <a:spcPct val="115000"/>
                        </a:lnSpc>
                        <a:spcAft>
                          <a:spcPts val="0"/>
                        </a:spcAft>
                      </a:pP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hMerge="1">
                  <a:txBody>
                    <a:bodyPr/>
                    <a:lstStyle/>
                    <a:p>
                      <a:pPr algn="ctr">
                        <a:lnSpc>
                          <a:spcPct val="115000"/>
                        </a:lnSpc>
                        <a:spcAft>
                          <a:spcPts val="0"/>
                        </a:spcAft>
                      </a:pP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hMerge="1">
                  <a:txBody>
                    <a:bodyPr/>
                    <a:lstStyle/>
                    <a:p>
                      <a:pPr algn="ctr">
                        <a:lnSpc>
                          <a:spcPct val="115000"/>
                        </a:lnSpc>
                        <a:spcAft>
                          <a:spcPts val="0"/>
                        </a:spcAft>
                      </a:pP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r>
              <a:tr h="345831">
                <a:tc>
                  <a:txBody>
                    <a:bodyPr/>
                    <a:lstStyle/>
                    <a:p>
                      <a:pPr algn="ctr">
                        <a:lnSpc>
                          <a:spcPct val="115000"/>
                        </a:lnSpc>
                        <a:spcAft>
                          <a:spcPts val="0"/>
                        </a:spcAft>
                      </a:pPr>
                      <a:r>
                        <a:rPr lang="en-US" sz="1600" b="1" dirty="0" err="1">
                          <a:effectLst/>
                          <a:latin typeface="Times New Roman" panose="02020603050405020304" pitchFamily="18" charset="0"/>
                          <a:cs typeface="Times New Roman" panose="02020603050405020304" pitchFamily="18" charset="0"/>
                        </a:rPr>
                        <a:t>Nhiên</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liệu</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a:txBody>
                    <a:bodyPr/>
                    <a:lstStyle/>
                    <a:p>
                      <a:pPr algn="ctr">
                        <a:lnSpc>
                          <a:spcPct val="115000"/>
                        </a:lnSpc>
                        <a:spcAft>
                          <a:spcPts val="0"/>
                        </a:spcAft>
                      </a:pPr>
                      <a:r>
                        <a:rPr lang="en-US" sz="1600" b="1" dirty="0" err="1">
                          <a:effectLst/>
                          <a:latin typeface="Times New Roman" panose="02020603050405020304" pitchFamily="18" charset="0"/>
                          <a:cs typeface="Times New Roman" panose="02020603050405020304" pitchFamily="18" charset="0"/>
                        </a:rPr>
                        <a:t>Điểm</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chớp</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cháy</a:t>
                      </a:r>
                      <a:r>
                        <a:rPr lang="en-US" sz="1600" b="1" dirty="0">
                          <a:effectLst/>
                          <a:latin typeface="Times New Roman" panose="02020603050405020304" pitchFamily="18" charset="0"/>
                          <a:cs typeface="Times New Roman" panose="02020603050405020304" pitchFamily="18" charset="0"/>
                        </a:rPr>
                        <a:t> (</a:t>
                      </a:r>
                      <a:r>
                        <a:rPr lang="en-US" sz="1600" b="1" baseline="30000" dirty="0">
                          <a:effectLst/>
                          <a:latin typeface="Times New Roman" panose="02020603050405020304" pitchFamily="18" charset="0"/>
                          <a:cs typeface="Times New Roman" panose="02020603050405020304" pitchFamily="18" charset="0"/>
                        </a:rPr>
                        <a:t>ᵒ</a:t>
                      </a:r>
                      <a:r>
                        <a:rPr lang="en-US" sz="1600" b="1" dirty="0">
                          <a:effectLst/>
                          <a:latin typeface="Times New Roman" panose="02020603050405020304" pitchFamily="18" charset="0"/>
                          <a:cs typeface="Times New Roman" panose="02020603050405020304" pitchFamily="18" charset="0"/>
                        </a:rPr>
                        <a:t>C)</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a:txBody>
                    <a:bodyPr/>
                    <a:lstStyle/>
                    <a:p>
                      <a:pPr algn="ctr">
                        <a:lnSpc>
                          <a:spcPct val="115000"/>
                        </a:lnSpc>
                        <a:spcAft>
                          <a:spcPts val="0"/>
                        </a:spcAft>
                      </a:pPr>
                      <a:r>
                        <a:rPr lang="en-US" sz="1600" b="1" dirty="0" err="1">
                          <a:effectLst/>
                          <a:latin typeface="Times New Roman" panose="02020603050405020304" pitchFamily="18" charset="0"/>
                          <a:cs typeface="Times New Roman" panose="02020603050405020304" pitchFamily="18" charset="0"/>
                        </a:rPr>
                        <a:t>Nhiên</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liệu</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a:txBody>
                    <a:bodyPr/>
                    <a:lstStyle/>
                    <a:p>
                      <a:pPr algn="ctr">
                        <a:lnSpc>
                          <a:spcPct val="115000"/>
                        </a:lnSpc>
                        <a:spcAft>
                          <a:spcPts val="0"/>
                        </a:spcAft>
                      </a:pPr>
                      <a:r>
                        <a:rPr lang="en-US" sz="1600" b="1" dirty="0" err="1">
                          <a:effectLst/>
                          <a:latin typeface="Times New Roman" panose="02020603050405020304" pitchFamily="18" charset="0"/>
                          <a:cs typeface="Times New Roman" panose="02020603050405020304" pitchFamily="18" charset="0"/>
                        </a:rPr>
                        <a:t>Điểm</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chớp</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cháy</a:t>
                      </a:r>
                      <a:r>
                        <a:rPr lang="en-US" sz="1600" b="1" dirty="0">
                          <a:effectLst/>
                          <a:latin typeface="Times New Roman" panose="02020603050405020304" pitchFamily="18" charset="0"/>
                          <a:cs typeface="Times New Roman" panose="02020603050405020304" pitchFamily="18" charset="0"/>
                        </a:rPr>
                        <a:t> (</a:t>
                      </a:r>
                      <a:r>
                        <a:rPr lang="en-US" sz="1600" b="1" baseline="30000" dirty="0">
                          <a:effectLst/>
                          <a:latin typeface="Times New Roman" panose="02020603050405020304" pitchFamily="18" charset="0"/>
                          <a:cs typeface="Times New Roman" panose="02020603050405020304" pitchFamily="18" charset="0"/>
                        </a:rPr>
                        <a:t>ᵒ</a:t>
                      </a:r>
                      <a:r>
                        <a:rPr lang="en-US" sz="1600" b="1" dirty="0">
                          <a:effectLst/>
                          <a:latin typeface="Times New Roman" panose="02020603050405020304" pitchFamily="18" charset="0"/>
                          <a:cs typeface="Times New Roman" panose="02020603050405020304" pitchFamily="18" charset="0"/>
                        </a:rPr>
                        <a:t>C)</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extLst>
                  <a:ext uri="{0D108BD9-81ED-4DB2-BD59-A6C34878D82A}">
                    <a16:rowId xmlns:a16="http://schemas.microsoft.com/office/drawing/2014/main" xmlns="" val="10000"/>
                  </a:ext>
                </a:extLst>
              </a:tr>
              <a:tr h="292602">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Propane</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cs typeface="Times New Roman" panose="02020603050405020304" pitchFamily="18" charset="0"/>
                        </a:rPr>
                        <a:t>-105</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Ethylene glycol</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111</a:t>
                      </a:r>
                    </a:p>
                  </a:txBody>
                  <a:tcPr marL="68580" marR="68580" marT="0" marB="0">
                    <a:solidFill>
                      <a:srgbClr val="FFF5D7"/>
                    </a:solidFill>
                  </a:tcPr>
                </a:tc>
                <a:extLst>
                  <a:ext uri="{0D108BD9-81ED-4DB2-BD59-A6C34878D82A}">
                    <a16:rowId xmlns:a16="http://schemas.microsoft.com/office/drawing/2014/main" xmlns="" val="10001"/>
                  </a:ext>
                </a:extLst>
              </a:tr>
              <a:tr h="292602">
                <a:tc>
                  <a:txBody>
                    <a:bodyPr/>
                    <a:lstStyle/>
                    <a:p>
                      <a:pPr>
                        <a:lnSpc>
                          <a:spcPct val="115000"/>
                        </a:lnSpc>
                        <a:spcAft>
                          <a:spcPts val="0"/>
                        </a:spcAft>
                      </a:pPr>
                      <a:r>
                        <a:rPr lang="en-US" sz="1600" dirty="0">
                          <a:effectLst/>
                          <a:latin typeface="Times New Roman" panose="02020603050405020304" pitchFamily="18" charset="0"/>
                          <a:cs typeface="Times New Roman" panose="02020603050405020304" pitchFamily="18" charset="0"/>
                        </a:rPr>
                        <a:t>Pentane</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-49</a:t>
                      </a:r>
                    </a:p>
                  </a:txBody>
                  <a:tcPr marL="68580" marR="68580" marT="0" marB="0">
                    <a:solidFill>
                      <a:srgbClr val="FFF5D7"/>
                    </a:solidFill>
                  </a:tcPr>
                </a:tc>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Diethyl ether</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-45</a:t>
                      </a:r>
                    </a:p>
                  </a:txBody>
                  <a:tcPr marL="68580" marR="68580" marT="0" marB="0">
                    <a:solidFill>
                      <a:srgbClr val="FFF5D7"/>
                    </a:solidFill>
                  </a:tcPr>
                </a:tc>
                <a:extLst>
                  <a:ext uri="{0D108BD9-81ED-4DB2-BD59-A6C34878D82A}">
                    <a16:rowId xmlns:a16="http://schemas.microsoft.com/office/drawing/2014/main" xmlns="" val="10002"/>
                  </a:ext>
                </a:extLst>
              </a:tr>
              <a:tr h="292602">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Hexane</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-22</a:t>
                      </a:r>
                    </a:p>
                  </a:txBody>
                  <a:tcPr marL="68580" marR="68580" marT="0" marB="0">
                    <a:solidFill>
                      <a:srgbClr val="FFF5D7"/>
                    </a:solidFill>
                  </a:tcPr>
                </a:tc>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Acetaldehyde</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-39</a:t>
                      </a:r>
                    </a:p>
                  </a:txBody>
                  <a:tcPr marL="68580" marR="68580" marT="0" marB="0">
                    <a:solidFill>
                      <a:srgbClr val="FFF5D7"/>
                    </a:solidFill>
                  </a:tcPr>
                </a:tc>
                <a:extLst>
                  <a:ext uri="{0D108BD9-81ED-4DB2-BD59-A6C34878D82A}">
                    <a16:rowId xmlns:a16="http://schemas.microsoft.com/office/drawing/2014/main" xmlns="" val="10003"/>
                  </a:ext>
                </a:extLst>
              </a:tr>
              <a:tr h="292602">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Benzene</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-11</a:t>
                      </a:r>
                    </a:p>
                  </a:txBody>
                  <a:tcPr marL="68580" marR="68580" marT="0" marB="0">
                    <a:solidFill>
                      <a:srgbClr val="FFF5D7"/>
                    </a:solidFill>
                  </a:tcPr>
                </a:tc>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Acetone</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-20</a:t>
                      </a:r>
                    </a:p>
                  </a:txBody>
                  <a:tcPr marL="68580" marR="68580" marT="0" marB="0">
                    <a:solidFill>
                      <a:srgbClr val="FFF5D7"/>
                    </a:solidFill>
                  </a:tcPr>
                </a:tc>
                <a:extLst>
                  <a:ext uri="{0D108BD9-81ED-4DB2-BD59-A6C34878D82A}">
                    <a16:rowId xmlns:a16="http://schemas.microsoft.com/office/drawing/2014/main" xmlns="" val="10004"/>
                  </a:ext>
                </a:extLst>
              </a:tr>
              <a:tr h="292602">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Nitrobenzene</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88</a:t>
                      </a:r>
                    </a:p>
                  </a:txBody>
                  <a:tcPr marL="68580" marR="68580" marT="0" marB="0">
                    <a:solidFill>
                      <a:srgbClr val="FFF5D7"/>
                    </a:solidFill>
                  </a:tcPr>
                </a:tc>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Formic acid</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50</a:t>
                      </a:r>
                    </a:p>
                  </a:txBody>
                  <a:tcPr marL="68580" marR="68580" marT="0" marB="0">
                    <a:solidFill>
                      <a:srgbClr val="FFF5D7"/>
                    </a:solidFill>
                  </a:tcPr>
                </a:tc>
                <a:extLst>
                  <a:ext uri="{0D108BD9-81ED-4DB2-BD59-A6C34878D82A}">
                    <a16:rowId xmlns:a16="http://schemas.microsoft.com/office/drawing/2014/main" xmlns="" val="10005"/>
                  </a:ext>
                </a:extLst>
              </a:tr>
              <a:tr h="292602">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Ethanol</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13</a:t>
                      </a:r>
                    </a:p>
                  </a:txBody>
                  <a:tcPr marL="68580" marR="68580" marT="0" marB="0">
                    <a:solidFill>
                      <a:srgbClr val="FFF5D7"/>
                    </a:solidFill>
                  </a:tcPr>
                </a:tc>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Stearic acid</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196</a:t>
                      </a:r>
                    </a:p>
                  </a:txBody>
                  <a:tcPr marL="68580" marR="68580" marT="0" marB="0">
                    <a:solidFill>
                      <a:srgbClr val="FFF5D7"/>
                    </a:solidFill>
                  </a:tcPr>
                </a:tc>
                <a:extLst>
                  <a:ext uri="{0D108BD9-81ED-4DB2-BD59-A6C34878D82A}">
                    <a16:rowId xmlns:a16="http://schemas.microsoft.com/office/drawing/2014/main" xmlns="" val="10006"/>
                  </a:ext>
                </a:extLst>
              </a:tr>
              <a:tr h="292602">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Methanol</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11</a:t>
                      </a:r>
                    </a:p>
                  </a:txBody>
                  <a:tcPr marL="68580" marR="68580" marT="0" marB="0">
                    <a:solidFill>
                      <a:srgbClr val="FFF5D7"/>
                    </a:solidFill>
                  </a:tcPr>
                </a:tc>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Triethylamine</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-7</a:t>
                      </a:r>
                    </a:p>
                  </a:txBody>
                  <a:tcPr marL="68580" marR="68580" marT="0" marB="0">
                    <a:solidFill>
                      <a:srgbClr val="FFF5D7"/>
                    </a:solidFill>
                  </a:tcPr>
                </a:tc>
                <a:extLst>
                  <a:ext uri="{0D108BD9-81ED-4DB2-BD59-A6C34878D82A}">
                    <a16:rowId xmlns:a16="http://schemas.microsoft.com/office/drawing/2014/main" xmlns="" val="10007"/>
                  </a:ext>
                </a:extLst>
              </a:tr>
              <a:tr h="292602">
                <a:tc>
                  <a:txBody>
                    <a:bodyPr/>
                    <a:lstStyle/>
                    <a:p>
                      <a:pPr>
                        <a:lnSpc>
                          <a:spcPct val="115000"/>
                        </a:lnSpc>
                        <a:spcAft>
                          <a:spcPts val="0"/>
                        </a:spcAft>
                      </a:pPr>
                      <a:r>
                        <a:rPr lang="en-US" sz="1600" dirty="0" err="1">
                          <a:effectLst/>
                          <a:latin typeface="Times New Roman" panose="02020603050405020304" pitchFamily="18" charset="0"/>
                          <a:ea typeface="Calibri"/>
                          <a:cs typeface="Times New Roman" panose="02020603050405020304" pitchFamily="18" charset="0"/>
                        </a:rPr>
                        <a:t>Xăng</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-43</a:t>
                      </a:r>
                    </a:p>
                  </a:txBody>
                  <a:tcPr marL="68580" marR="68580" marT="0" marB="0">
                    <a:solidFill>
                      <a:srgbClr val="FFF5D7"/>
                    </a:solidFill>
                  </a:tcPr>
                </a:tc>
                <a:tc>
                  <a:txBody>
                    <a:bodyPr/>
                    <a:lstStyle/>
                    <a:p>
                      <a:pPr>
                        <a:lnSpc>
                          <a:spcPct val="115000"/>
                        </a:lnSpc>
                        <a:spcAft>
                          <a:spcPts val="0"/>
                        </a:spcAft>
                      </a:pPr>
                      <a:r>
                        <a:rPr lang="en-US" sz="1600" dirty="0" err="1">
                          <a:effectLst/>
                          <a:latin typeface="Times New Roman" panose="02020603050405020304" pitchFamily="18" charset="0"/>
                          <a:ea typeface="Calibri"/>
                          <a:cs typeface="Times New Roman" panose="02020603050405020304" pitchFamily="18" charset="0"/>
                        </a:rPr>
                        <a:t>Dầu</a:t>
                      </a:r>
                      <a:r>
                        <a:rPr lang="en-US" sz="1600" dirty="0">
                          <a:effectLst/>
                          <a:latin typeface="Times New Roman" panose="02020603050405020304" pitchFamily="18" charset="0"/>
                          <a:ea typeface="Calibri"/>
                          <a:cs typeface="Times New Roman" panose="02020603050405020304" pitchFamily="18" charset="0"/>
                        </a:rPr>
                        <a:t> </a:t>
                      </a:r>
                      <a:r>
                        <a:rPr lang="en-US" sz="1600" dirty="0" err="1">
                          <a:effectLst/>
                          <a:latin typeface="Times New Roman" panose="02020603050405020304" pitchFamily="18" charset="0"/>
                          <a:ea typeface="Calibri"/>
                          <a:cs typeface="Times New Roman" panose="02020603050405020304" pitchFamily="18" charset="0"/>
                        </a:rPr>
                        <a:t>hỏa</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38-72</a:t>
                      </a:r>
                    </a:p>
                  </a:txBody>
                  <a:tcPr marL="68580" marR="68580" marT="0" marB="0">
                    <a:solidFill>
                      <a:srgbClr val="FFF5D7"/>
                    </a:solidFill>
                  </a:tcPr>
                </a:tc>
                <a:extLst>
                  <a:ext uri="{0D108BD9-81ED-4DB2-BD59-A6C34878D82A}">
                    <a16:rowId xmlns:a16="http://schemas.microsoft.com/office/drawing/2014/main" xmlns="" val="4277137711"/>
                  </a:ext>
                </a:extLst>
              </a:tr>
            </a:tbl>
          </a:graphicData>
        </a:graphic>
      </p:graphicFrame>
    </p:spTree>
    <p:extLst>
      <p:ext uri="{BB962C8B-B14F-4D97-AF65-F5344CB8AC3E}">
        <p14:creationId xmlns:p14="http://schemas.microsoft.com/office/powerpoint/2010/main" val="18919871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35"/>
                                        </p:tgtEl>
                                      </p:cBhvr>
                                    </p:animEffect>
                                    <p:set>
                                      <p:cBhvr>
                                        <p:cTn id="15" dur="1" fill="hold">
                                          <p:stCondLst>
                                            <p:cond delay="499"/>
                                          </p:stCondLst>
                                        </p:cTn>
                                        <p:tgtEl>
                                          <p:spTgt spid="3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09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5" grpId="0"/>
      <p:bldP spid="35" grpId="0" animBg="1"/>
      <p:bldP spid="3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53" name="Google Shape;61;p7">
            <a:extLst>
              <a:ext uri="{FF2B5EF4-FFF2-40B4-BE49-F238E27FC236}">
                <a16:creationId xmlns:a16="http://schemas.microsoft.com/office/drawing/2014/main" xmlns="" id="{91E8B601-D3A5-0391-97A0-534B4C9DF9DA}"/>
              </a:ext>
            </a:extLst>
          </p:cNvPr>
          <p:cNvSpPr/>
          <p:nvPr/>
        </p:nvSpPr>
        <p:spPr>
          <a:xfrm>
            <a:off x="163129" y="141214"/>
            <a:ext cx="8650841" cy="947849"/>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rgbClr val="FFF5D7"/>
          </a:solidFill>
          <a:ln>
            <a:noFill/>
          </a:ln>
          <a:effectLst>
            <a:outerShdw blurRad="200025" dist="19050" dir="5400000"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0"/>
          <p:cNvSpPr txBox="1">
            <a:spLocks noGrp="1"/>
          </p:cNvSpPr>
          <p:nvPr>
            <p:ph type="title"/>
          </p:nvPr>
        </p:nvSpPr>
        <p:spPr>
          <a:xfrm>
            <a:off x="339048" y="137963"/>
            <a:ext cx="8572430" cy="869912"/>
          </a:xfrm>
          <a:prstGeom prst="rect">
            <a:avLst/>
          </a:prstGeom>
        </p:spPr>
        <p:txBody>
          <a:bodyPr spcFirstLastPara="1" wrap="square" lIns="91425" tIns="91425" rIns="91425" bIns="91425" anchor="t" anchorCtr="0">
            <a:noAutofit/>
          </a:bodyPr>
          <a:lstStyle/>
          <a:p>
            <a:pPr lvl="0" algn="l">
              <a:lnSpc>
                <a:spcPct val="100000"/>
              </a:lnSpc>
            </a:pPr>
            <a:r>
              <a:rPr lang="en-US" sz="2800" b="1" dirty="0">
                <a:latin typeface="Times New Roman" panose="02020603050405020304" pitchFamily="18" charset="0"/>
                <a:cs typeface="Times New Roman" panose="02020603050405020304" pitchFamily="18" charset="0"/>
              </a:rPr>
              <a:t>I. </a:t>
            </a:r>
            <a:r>
              <a:rPr lang="vi-VN" sz="2800" b="1" dirty="0">
                <a:latin typeface="Times New Roman" panose="02020603050405020304" pitchFamily="18" charset="0"/>
                <a:cs typeface="Times New Roman" panose="02020603050405020304" pitchFamily="18" charset="0"/>
              </a:rPr>
              <a:t>Điểm chớp cháy</a:t>
            </a:r>
            <a:br>
              <a:rPr lang="vi-VN" sz="2800" b="1" dirty="0">
                <a:latin typeface="Times New Roman" panose="02020603050405020304" pitchFamily="18" charset="0"/>
                <a:cs typeface="Times New Roman" panose="02020603050405020304" pitchFamily="18" charset="0"/>
              </a:rPr>
            </a:br>
            <a:r>
              <a:rPr lang="vi-VN" sz="2800" b="1" dirty="0">
                <a:latin typeface="Times New Roman" panose="02020603050405020304" pitchFamily="18" charset="0"/>
                <a:cs typeface="Times New Roman" panose="02020603050405020304" pitchFamily="18" charset="0"/>
              </a:rPr>
              <a:t>                     </a:t>
            </a:r>
            <a:r>
              <a:rPr lang="vi-VN" sz="1800" b="1" i="1" dirty="0">
                <a:solidFill>
                  <a:srgbClr val="000000"/>
                </a:solidFill>
                <a:latin typeface="Times New Roman" panose="02020603050405020304" pitchFamily="18" charset="0"/>
                <a:cs typeface="Times New Roman" panose="02020603050405020304" pitchFamily="18" charset="0"/>
              </a:rPr>
              <a:t>Bảng 6.1. Điểm chớp cháy của một số nhiên liệu</a:t>
            </a:r>
          </a:p>
        </p:txBody>
      </p:sp>
      <p:graphicFrame>
        <p:nvGraphicFramePr>
          <p:cNvPr id="2" name="Table 1"/>
          <p:cNvGraphicFramePr>
            <a:graphicFrameLocks noGrp="1"/>
          </p:cNvGraphicFramePr>
          <p:nvPr>
            <p:extLst>
              <p:ext uri="{D42A27DB-BD31-4B8C-83A1-F6EECF244321}">
                <p14:modId xmlns:p14="http://schemas.microsoft.com/office/powerpoint/2010/main" val="1045670378"/>
              </p:ext>
            </p:extLst>
          </p:nvPr>
        </p:nvGraphicFramePr>
        <p:xfrm>
          <a:off x="343910" y="1089063"/>
          <a:ext cx="8572431" cy="2686647"/>
        </p:xfrm>
        <a:graphic>
          <a:graphicData uri="http://schemas.openxmlformats.org/drawingml/2006/table">
            <a:tbl>
              <a:tblPr firstRow="1" firstCol="1" bandRow="1">
                <a:tableStyleId>{B1F7A297-B704-4BC8-95AC-87400A6B415D}</a:tableStyleId>
              </a:tblPr>
              <a:tblGrid>
                <a:gridCol w="1986481">
                  <a:extLst>
                    <a:ext uri="{9D8B030D-6E8A-4147-A177-3AD203B41FA5}">
                      <a16:colId xmlns:a16="http://schemas.microsoft.com/office/drawing/2014/main" xmlns="" val="20000"/>
                    </a:ext>
                  </a:extLst>
                </a:gridCol>
                <a:gridCol w="2304126">
                  <a:extLst>
                    <a:ext uri="{9D8B030D-6E8A-4147-A177-3AD203B41FA5}">
                      <a16:colId xmlns:a16="http://schemas.microsoft.com/office/drawing/2014/main" xmlns="" val="20001"/>
                    </a:ext>
                  </a:extLst>
                </a:gridCol>
                <a:gridCol w="2012651">
                  <a:extLst>
                    <a:ext uri="{9D8B030D-6E8A-4147-A177-3AD203B41FA5}">
                      <a16:colId xmlns:a16="http://schemas.microsoft.com/office/drawing/2014/main" xmlns="" val="20002"/>
                    </a:ext>
                  </a:extLst>
                </a:gridCol>
                <a:gridCol w="2269173">
                  <a:extLst>
                    <a:ext uri="{9D8B030D-6E8A-4147-A177-3AD203B41FA5}">
                      <a16:colId xmlns:a16="http://schemas.microsoft.com/office/drawing/2014/main" xmlns="" val="20003"/>
                    </a:ext>
                  </a:extLst>
                </a:gridCol>
              </a:tblGrid>
              <a:tr h="345831">
                <a:tc>
                  <a:txBody>
                    <a:bodyPr/>
                    <a:lstStyle/>
                    <a:p>
                      <a:pPr algn="ctr">
                        <a:lnSpc>
                          <a:spcPct val="115000"/>
                        </a:lnSpc>
                        <a:spcAft>
                          <a:spcPts val="0"/>
                        </a:spcAft>
                      </a:pPr>
                      <a:r>
                        <a:rPr lang="en-US" sz="1600" b="1" dirty="0" err="1">
                          <a:effectLst/>
                          <a:latin typeface="Times New Roman" panose="02020603050405020304" pitchFamily="18" charset="0"/>
                          <a:cs typeface="Times New Roman" panose="02020603050405020304" pitchFamily="18" charset="0"/>
                        </a:rPr>
                        <a:t>Nhiên</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liệu</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a:txBody>
                    <a:bodyPr/>
                    <a:lstStyle/>
                    <a:p>
                      <a:pPr algn="ctr">
                        <a:lnSpc>
                          <a:spcPct val="115000"/>
                        </a:lnSpc>
                        <a:spcAft>
                          <a:spcPts val="0"/>
                        </a:spcAft>
                      </a:pPr>
                      <a:r>
                        <a:rPr lang="en-US" sz="1600" b="1" dirty="0" err="1">
                          <a:effectLst/>
                          <a:latin typeface="Times New Roman" panose="02020603050405020304" pitchFamily="18" charset="0"/>
                          <a:cs typeface="Times New Roman" panose="02020603050405020304" pitchFamily="18" charset="0"/>
                        </a:rPr>
                        <a:t>Điểm</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chớp</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cháy</a:t>
                      </a:r>
                      <a:r>
                        <a:rPr lang="en-US" sz="1600" b="1" dirty="0">
                          <a:effectLst/>
                          <a:latin typeface="Times New Roman" panose="02020603050405020304" pitchFamily="18" charset="0"/>
                          <a:cs typeface="Times New Roman" panose="02020603050405020304" pitchFamily="18" charset="0"/>
                        </a:rPr>
                        <a:t> (</a:t>
                      </a:r>
                      <a:r>
                        <a:rPr lang="en-US" sz="1600" b="1" baseline="30000" dirty="0">
                          <a:effectLst/>
                          <a:latin typeface="Times New Roman" panose="02020603050405020304" pitchFamily="18" charset="0"/>
                          <a:cs typeface="Times New Roman" panose="02020603050405020304" pitchFamily="18" charset="0"/>
                        </a:rPr>
                        <a:t>ᵒ</a:t>
                      </a:r>
                      <a:r>
                        <a:rPr lang="en-US" sz="1600" b="1" dirty="0">
                          <a:effectLst/>
                          <a:latin typeface="Times New Roman" panose="02020603050405020304" pitchFamily="18" charset="0"/>
                          <a:cs typeface="Times New Roman" panose="02020603050405020304" pitchFamily="18" charset="0"/>
                        </a:rPr>
                        <a:t>C)</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a:txBody>
                    <a:bodyPr/>
                    <a:lstStyle/>
                    <a:p>
                      <a:pPr algn="ctr">
                        <a:lnSpc>
                          <a:spcPct val="115000"/>
                        </a:lnSpc>
                        <a:spcAft>
                          <a:spcPts val="0"/>
                        </a:spcAft>
                      </a:pPr>
                      <a:r>
                        <a:rPr lang="en-US" sz="1600" b="1" dirty="0" err="1">
                          <a:effectLst/>
                          <a:latin typeface="Times New Roman" panose="02020603050405020304" pitchFamily="18" charset="0"/>
                          <a:cs typeface="Times New Roman" panose="02020603050405020304" pitchFamily="18" charset="0"/>
                        </a:rPr>
                        <a:t>Nhiên</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liệu</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a:txBody>
                    <a:bodyPr/>
                    <a:lstStyle/>
                    <a:p>
                      <a:pPr algn="ctr">
                        <a:lnSpc>
                          <a:spcPct val="115000"/>
                        </a:lnSpc>
                        <a:spcAft>
                          <a:spcPts val="0"/>
                        </a:spcAft>
                      </a:pPr>
                      <a:r>
                        <a:rPr lang="en-US" sz="1600" b="1" dirty="0" err="1">
                          <a:effectLst/>
                          <a:latin typeface="Times New Roman" panose="02020603050405020304" pitchFamily="18" charset="0"/>
                          <a:cs typeface="Times New Roman" panose="02020603050405020304" pitchFamily="18" charset="0"/>
                        </a:rPr>
                        <a:t>Điểm</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chớp</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cháy</a:t>
                      </a:r>
                      <a:r>
                        <a:rPr lang="en-US" sz="1600" b="1" dirty="0">
                          <a:effectLst/>
                          <a:latin typeface="Times New Roman" panose="02020603050405020304" pitchFamily="18" charset="0"/>
                          <a:cs typeface="Times New Roman" panose="02020603050405020304" pitchFamily="18" charset="0"/>
                        </a:rPr>
                        <a:t> (</a:t>
                      </a:r>
                      <a:r>
                        <a:rPr lang="en-US" sz="1600" b="1" baseline="30000" dirty="0">
                          <a:effectLst/>
                          <a:latin typeface="Times New Roman" panose="02020603050405020304" pitchFamily="18" charset="0"/>
                          <a:cs typeface="Times New Roman" panose="02020603050405020304" pitchFamily="18" charset="0"/>
                        </a:rPr>
                        <a:t>ᵒ</a:t>
                      </a:r>
                      <a:r>
                        <a:rPr lang="en-US" sz="1600" b="1" dirty="0">
                          <a:effectLst/>
                          <a:latin typeface="Times New Roman" panose="02020603050405020304" pitchFamily="18" charset="0"/>
                          <a:cs typeface="Times New Roman" panose="02020603050405020304" pitchFamily="18" charset="0"/>
                        </a:rPr>
                        <a:t>C)</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extLst>
                  <a:ext uri="{0D108BD9-81ED-4DB2-BD59-A6C34878D82A}">
                    <a16:rowId xmlns:a16="http://schemas.microsoft.com/office/drawing/2014/main" xmlns="" val="10000"/>
                  </a:ext>
                </a:extLst>
              </a:tr>
              <a:tr h="292602">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Propane</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cs typeface="Times New Roman" panose="02020603050405020304" pitchFamily="18" charset="0"/>
                        </a:rPr>
                        <a:t>-105</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Ethylene glycol</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111</a:t>
                      </a:r>
                    </a:p>
                  </a:txBody>
                  <a:tcPr marL="68580" marR="68580" marT="0" marB="0">
                    <a:solidFill>
                      <a:srgbClr val="FFF5D7"/>
                    </a:solidFill>
                  </a:tcPr>
                </a:tc>
                <a:extLst>
                  <a:ext uri="{0D108BD9-81ED-4DB2-BD59-A6C34878D82A}">
                    <a16:rowId xmlns:a16="http://schemas.microsoft.com/office/drawing/2014/main" xmlns="" val="10001"/>
                  </a:ext>
                </a:extLst>
              </a:tr>
              <a:tr h="292602">
                <a:tc>
                  <a:txBody>
                    <a:bodyPr/>
                    <a:lstStyle/>
                    <a:p>
                      <a:pPr>
                        <a:lnSpc>
                          <a:spcPct val="115000"/>
                        </a:lnSpc>
                        <a:spcAft>
                          <a:spcPts val="0"/>
                        </a:spcAft>
                      </a:pPr>
                      <a:r>
                        <a:rPr lang="en-US" sz="1600" dirty="0">
                          <a:effectLst/>
                          <a:latin typeface="Times New Roman" panose="02020603050405020304" pitchFamily="18" charset="0"/>
                          <a:cs typeface="Times New Roman" panose="02020603050405020304" pitchFamily="18" charset="0"/>
                        </a:rPr>
                        <a:t>Pentane</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-49</a:t>
                      </a:r>
                    </a:p>
                  </a:txBody>
                  <a:tcPr marL="68580" marR="68580" marT="0" marB="0">
                    <a:solidFill>
                      <a:srgbClr val="FFF5D7"/>
                    </a:solidFill>
                  </a:tcPr>
                </a:tc>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Diethyl ether</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-45</a:t>
                      </a:r>
                    </a:p>
                  </a:txBody>
                  <a:tcPr marL="68580" marR="68580" marT="0" marB="0">
                    <a:solidFill>
                      <a:srgbClr val="FFF5D7"/>
                    </a:solidFill>
                  </a:tcPr>
                </a:tc>
                <a:extLst>
                  <a:ext uri="{0D108BD9-81ED-4DB2-BD59-A6C34878D82A}">
                    <a16:rowId xmlns:a16="http://schemas.microsoft.com/office/drawing/2014/main" xmlns="" val="10002"/>
                  </a:ext>
                </a:extLst>
              </a:tr>
              <a:tr h="292602">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Hexane</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-22</a:t>
                      </a:r>
                    </a:p>
                  </a:txBody>
                  <a:tcPr marL="68580" marR="68580" marT="0" marB="0">
                    <a:solidFill>
                      <a:srgbClr val="FFF5D7"/>
                    </a:solidFill>
                  </a:tcPr>
                </a:tc>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Acetaldehyde</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-39</a:t>
                      </a:r>
                    </a:p>
                  </a:txBody>
                  <a:tcPr marL="68580" marR="68580" marT="0" marB="0">
                    <a:solidFill>
                      <a:srgbClr val="FFF5D7"/>
                    </a:solidFill>
                  </a:tcPr>
                </a:tc>
                <a:extLst>
                  <a:ext uri="{0D108BD9-81ED-4DB2-BD59-A6C34878D82A}">
                    <a16:rowId xmlns:a16="http://schemas.microsoft.com/office/drawing/2014/main" xmlns="" val="10003"/>
                  </a:ext>
                </a:extLst>
              </a:tr>
              <a:tr h="292602">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Benzene</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-11</a:t>
                      </a:r>
                    </a:p>
                  </a:txBody>
                  <a:tcPr marL="68580" marR="68580" marT="0" marB="0">
                    <a:solidFill>
                      <a:srgbClr val="FFF5D7"/>
                    </a:solidFill>
                  </a:tcPr>
                </a:tc>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Acetone</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-20</a:t>
                      </a:r>
                    </a:p>
                  </a:txBody>
                  <a:tcPr marL="68580" marR="68580" marT="0" marB="0">
                    <a:solidFill>
                      <a:srgbClr val="FFF5D7"/>
                    </a:solidFill>
                  </a:tcPr>
                </a:tc>
                <a:extLst>
                  <a:ext uri="{0D108BD9-81ED-4DB2-BD59-A6C34878D82A}">
                    <a16:rowId xmlns:a16="http://schemas.microsoft.com/office/drawing/2014/main" xmlns="" val="10004"/>
                  </a:ext>
                </a:extLst>
              </a:tr>
              <a:tr h="292602">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Nitrobenzene</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88</a:t>
                      </a:r>
                    </a:p>
                  </a:txBody>
                  <a:tcPr marL="68580" marR="68580" marT="0" marB="0">
                    <a:solidFill>
                      <a:srgbClr val="FFF5D7"/>
                    </a:solidFill>
                  </a:tcPr>
                </a:tc>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Formic acid</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50</a:t>
                      </a:r>
                    </a:p>
                  </a:txBody>
                  <a:tcPr marL="68580" marR="68580" marT="0" marB="0">
                    <a:solidFill>
                      <a:srgbClr val="FFF5D7"/>
                    </a:solidFill>
                  </a:tcPr>
                </a:tc>
                <a:extLst>
                  <a:ext uri="{0D108BD9-81ED-4DB2-BD59-A6C34878D82A}">
                    <a16:rowId xmlns:a16="http://schemas.microsoft.com/office/drawing/2014/main" xmlns="" val="10005"/>
                  </a:ext>
                </a:extLst>
              </a:tr>
              <a:tr h="292602">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Ethanol</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13</a:t>
                      </a:r>
                    </a:p>
                  </a:txBody>
                  <a:tcPr marL="68580" marR="68580" marT="0" marB="0">
                    <a:solidFill>
                      <a:srgbClr val="FFF5D7"/>
                    </a:solidFill>
                  </a:tcPr>
                </a:tc>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Stearic acid</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196</a:t>
                      </a:r>
                    </a:p>
                  </a:txBody>
                  <a:tcPr marL="68580" marR="68580" marT="0" marB="0">
                    <a:solidFill>
                      <a:srgbClr val="FFF5D7"/>
                    </a:solidFill>
                  </a:tcPr>
                </a:tc>
                <a:extLst>
                  <a:ext uri="{0D108BD9-81ED-4DB2-BD59-A6C34878D82A}">
                    <a16:rowId xmlns:a16="http://schemas.microsoft.com/office/drawing/2014/main" xmlns="" val="10006"/>
                  </a:ext>
                </a:extLst>
              </a:tr>
              <a:tr h="292602">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Methanol</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11</a:t>
                      </a:r>
                    </a:p>
                  </a:txBody>
                  <a:tcPr marL="68580" marR="68580" marT="0" marB="0">
                    <a:solidFill>
                      <a:srgbClr val="FFF5D7"/>
                    </a:solidFill>
                  </a:tcPr>
                </a:tc>
                <a:tc>
                  <a:txBody>
                    <a:bodyPr/>
                    <a:lstStyle/>
                    <a:p>
                      <a:pP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Triethylamine</a:t>
                      </a: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-7</a:t>
                      </a:r>
                    </a:p>
                  </a:txBody>
                  <a:tcPr marL="68580" marR="68580" marT="0" marB="0">
                    <a:solidFill>
                      <a:srgbClr val="FFF5D7"/>
                    </a:solidFill>
                  </a:tcPr>
                </a:tc>
                <a:extLst>
                  <a:ext uri="{0D108BD9-81ED-4DB2-BD59-A6C34878D82A}">
                    <a16:rowId xmlns:a16="http://schemas.microsoft.com/office/drawing/2014/main" xmlns="" val="10007"/>
                  </a:ext>
                </a:extLst>
              </a:tr>
              <a:tr h="292602">
                <a:tc>
                  <a:txBody>
                    <a:bodyPr/>
                    <a:lstStyle/>
                    <a:p>
                      <a:pPr>
                        <a:lnSpc>
                          <a:spcPct val="115000"/>
                        </a:lnSpc>
                        <a:spcAft>
                          <a:spcPts val="0"/>
                        </a:spcAft>
                      </a:pPr>
                      <a:r>
                        <a:rPr lang="en-US" sz="1600" dirty="0" err="1">
                          <a:effectLst/>
                          <a:latin typeface="Times New Roman" panose="02020603050405020304" pitchFamily="18" charset="0"/>
                          <a:ea typeface="Calibri"/>
                          <a:cs typeface="Times New Roman" panose="02020603050405020304" pitchFamily="18" charset="0"/>
                        </a:rPr>
                        <a:t>Xăng</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-43</a:t>
                      </a:r>
                    </a:p>
                  </a:txBody>
                  <a:tcPr marL="68580" marR="68580" marT="0" marB="0">
                    <a:solidFill>
                      <a:srgbClr val="FFF5D7"/>
                    </a:solidFill>
                  </a:tcPr>
                </a:tc>
                <a:tc>
                  <a:txBody>
                    <a:bodyPr/>
                    <a:lstStyle/>
                    <a:p>
                      <a:pPr>
                        <a:lnSpc>
                          <a:spcPct val="115000"/>
                        </a:lnSpc>
                        <a:spcAft>
                          <a:spcPts val="0"/>
                        </a:spcAft>
                      </a:pPr>
                      <a:r>
                        <a:rPr lang="en-US" sz="1600" dirty="0" err="1">
                          <a:effectLst/>
                          <a:latin typeface="Times New Roman" panose="02020603050405020304" pitchFamily="18" charset="0"/>
                          <a:ea typeface="Calibri"/>
                          <a:cs typeface="Times New Roman" panose="02020603050405020304" pitchFamily="18" charset="0"/>
                        </a:rPr>
                        <a:t>Dầu</a:t>
                      </a:r>
                      <a:r>
                        <a:rPr lang="en-US" sz="1600" dirty="0">
                          <a:effectLst/>
                          <a:latin typeface="Times New Roman" panose="02020603050405020304" pitchFamily="18" charset="0"/>
                          <a:ea typeface="Calibri"/>
                          <a:cs typeface="Times New Roman" panose="02020603050405020304" pitchFamily="18" charset="0"/>
                        </a:rPr>
                        <a:t> </a:t>
                      </a:r>
                      <a:r>
                        <a:rPr lang="en-US" sz="1600" dirty="0" err="1">
                          <a:effectLst/>
                          <a:latin typeface="Times New Roman" panose="02020603050405020304" pitchFamily="18" charset="0"/>
                          <a:ea typeface="Calibri"/>
                          <a:cs typeface="Times New Roman" panose="02020603050405020304" pitchFamily="18" charset="0"/>
                        </a:rPr>
                        <a:t>hỏa</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a:effectLst/>
                          <a:latin typeface="Times New Roman" panose="02020603050405020304" pitchFamily="18" charset="0"/>
                          <a:ea typeface="Calibri"/>
                          <a:cs typeface="Times New Roman" panose="02020603050405020304" pitchFamily="18" charset="0"/>
                        </a:rPr>
                        <a:t>38-72</a:t>
                      </a:r>
                    </a:p>
                  </a:txBody>
                  <a:tcPr marL="68580" marR="68580" marT="0" marB="0">
                    <a:solidFill>
                      <a:srgbClr val="FFF5D7"/>
                    </a:solidFill>
                  </a:tcPr>
                </a:tc>
                <a:extLst>
                  <a:ext uri="{0D108BD9-81ED-4DB2-BD59-A6C34878D82A}">
                    <a16:rowId xmlns:a16="http://schemas.microsoft.com/office/drawing/2014/main" xmlns="" val="4277137711"/>
                  </a:ext>
                </a:extLst>
              </a:tr>
            </a:tbl>
          </a:graphicData>
        </a:graphic>
      </p:graphicFrame>
      <p:sp>
        <p:nvSpPr>
          <p:cNvPr id="35" name="Google Shape;634;p48"/>
          <p:cNvSpPr/>
          <p:nvPr/>
        </p:nvSpPr>
        <p:spPr>
          <a:xfrm>
            <a:off x="288416" y="3774408"/>
            <a:ext cx="8155802" cy="1275226"/>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rgbClr val="82B5E3"/>
          </a:solidFill>
          <a:ln>
            <a:solidFill>
              <a:schemeClr val="accent1"/>
            </a:solidFill>
          </a:ln>
          <a:effectLst>
            <a:outerShdw blurRad="200025" dist="19050" dir="5400000" algn="bl" rotWithShape="0">
              <a:srgbClr val="000000">
                <a:alpha val="10000"/>
              </a:srgbClr>
            </a:outerShdw>
          </a:effectLst>
        </p:spPr>
        <p:txBody>
          <a:bodyPr spcFirstLastPara="1" wrap="square" lIns="91425" tIns="91425" rIns="91425" bIns="91425" anchor="ctr" anchorCtr="0">
            <a:noAutofit/>
          </a:bodyPr>
          <a:lstStyle/>
          <a:p>
            <a:pPr algn="ctr"/>
            <a:endParaRPr lang="en-US" sz="2800" b="1" dirty="0">
              <a:solidFill>
                <a:schemeClr val="bg1"/>
              </a:solidFill>
              <a:latin typeface="Times New Roman" panose="02020603050405020304" pitchFamily="18" charset="0"/>
              <a:cs typeface="Times New Roman" panose="02020603050405020304" pitchFamily="18" charset="0"/>
            </a:endParaRPr>
          </a:p>
          <a:p>
            <a:r>
              <a:rPr lang="vi-VN" sz="2800" b="1" dirty="0">
                <a:solidFill>
                  <a:schemeClr val="bg1"/>
                </a:solidFill>
                <a:latin typeface="Times New Roman" panose="02020603050405020304" pitchFamily="18" charset="0"/>
                <a:cs typeface="Times New Roman" panose="02020603050405020304" pitchFamily="18" charset="0"/>
              </a:rPr>
              <a:t>Câu </a:t>
            </a:r>
            <a:r>
              <a:rPr lang="en-US" sz="2800" b="1" dirty="0" smtClean="0">
                <a:solidFill>
                  <a:schemeClr val="bg1"/>
                </a:solidFill>
                <a:latin typeface="Times New Roman" panose="02020603050405020304" pitchFamily="18" charset="0"/>
                <a:cs typeface="Times New Roman" panose="02020603050405020304" pitchFamily="18" charset="0"/>
              </a:rPr>
              <a:t>2. </a:t>
            </a:r>
            <a:r>
              <a:rPr lang="vi-VN" sz="2800" dirty="0">
                <a:solidFill>
                  <a:schemeClr val="bg1"/>
                </a:solidFill>
                <a:latin typeface="Times New Roman" panose="02020603050405020304" pitchFamily="18" charset="0"/>
                <a:cs typeface="Times New Roman" panose="02020603050405020304" pitchFamily="18" charset="0"/>
              </a:rPr>
              <a:t>Quan sát Bảng 6.1, cho biết nhiên liệu nào là chất lỏng dễ cháy và chất lỏng có thể gây cháy</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Giải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thích</a:t>
            </a:r>
            <a:r>
              <a:rPr lang="en-US" sz="2800" dirty="0">
                <a:solidFill>
                  <a:schemeClr val="bg1"/>
                </a:solidFill>
                <a:latin typeface="Times New Roman" panose="02020603050405020304" pitchFamily="18" charset="0"/>
                <a:cs typeface="Times New Roman" panose="02020603050405020304" pitchFamily="18" charset="0"/>
              </a:rPr>
              <a:t>?</a:t>
            </a:r>
            <a:endParaRPr lang="en-US" sz="2800" b="1" dirty="0">
              <a:solidFill>
                <a:schemeClr val="bg1"/>
              </a:solidFill>
              <a:highlight>
                <a:srgbClr val="82B5E3"/>
              </a:highlight>
              <a:latin typeface="Times New Roman" panose="02020603050405020304" pitchFamily="18" charset="0"/>
              <a:cs typeface="Times New Roman" panose="02020603050405020304" pitchFamily="18" charset="0"/>
              <a:sym typeface="Mali Medium"/>
            </a:endParaRPr>
          </a:p>
          <a:p>
            <a:pPr lvl="0" algn="ctr"/>
            <a:endParaRPr lang="en-US" sz="2800" b="1" dirty="0">
              <a:solidFill>
                <a:schemeClr val="bg1"/>
              </a:solidFill>
              <a:highlight>
                <a:srgbClr val="82B5E3"/>
              </a:highlight>
              <a:latin typeface="Times New Roman" panose="02020603050405020304" pitchFamily="18" charset="0"/>
              <a:cs typeface="Times New Roman" panose="02020603050405020304" pitchFamily="18" charset="0"/>
            </a:endParaRPr>
          </a:p>
        </p:txBody>
      </p:sp>
      <p:sp>
        <p:nvSpPr>
          <p:cNvPr id="6" name="Google Shape;634;p48"/>
          <p:cNvSpPr/>
          <p:nvPr/>
        </p:nvSpPr>
        <p:spPr>
          <a:xfrm>
            <a:off x="288416" y="3774408"/>
            <a:ext cx="7834858" cy="1246193"/>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rgbClr val="82B5E3"/>
          </a:solidFill>
          <a:ln>
            <a:solidFill>
              <a:schemeClr val="accent1"/>
            </a:solidFill>
          </a:ln>
          <a:effectLst>
            <a:outerShdw blurRad="200025" dist="19050" dir="5400000" algn="bl" rotWithShape="0">
              <a:srgbClr val="000000">
                <a:alpha val="10000"/>
              </a:srgbClr>
            </a:outerShdw>
          </a:effectLst>
        </p:spPr>
        <p:txBody>
          <a:bodyPr spcFirstLastPara="1" wrap="square" lIns="91425" tIns="91425" rIns="91425" bIns="91425" anchor="ctr" anchorCtr="0">
            <a:noAutofit/>
          </a:bodyPr>
          <a:lstStyle/>
          <a:p>
            <a:pPr algn="ctr"/>
            <a:endParaRPr lang="en-US" sz="2800" b="1" dirty="0">
              <a:solidFill>
                <a:schemeClr val="bg1"/>
              </a:solidFill>
              <a:latin typeface="Times New Roman" panose="02020603050405020304" pitchFamily="18" charset="0"/>
              <a:cs typeface="Times New Roman" panose="02020603050405020304" pitchFamily="18" charset="0"/>
            </a:endParaRPr>
          </a:p>
          <a:p>
            <a:r>
              <a:rPr lang="vi-VN" sz="2800" b="1" dirty="0">
                <a:solidFill>
                  <a:schemeClr val="bg1"/>
                </a:solidFill>
                <a:latin typeface="Times New Roman" panose="02020603050405020304" pitchFamily="18" charset="0"/>
                <a:cs typeface="Times New Roman" panose="02020603050405020304" pitchFamily="18" charset="0"/>
              </a:rPr>
              <a:t>Câu </a:t>
            </a:r>
            <a:r>
              <a:rPr lang="en-US" sz="2800" b="1" dirty="0">
                <a:solidFill>
                  <a:schemeClr val="bg1"/>
                </a:solidFill>
                <a:latin typeface="Times New Roman" panose="02020603050405020304" pitchFamily="18" charset="0"/>
                <a:cs typeface="Times New Roman" panose="02020603050405020304" pitchFamily="18" charset="0"/>
              </a:rPr>
              <a:t>3</a:t>
            </a:r>
            <a:r>
              <a:rPr lang="en-US" sz="2800" b="1" dirty="0" smtClean="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itchFamily="18" charset="0"/>
                <a:cs typeface="Times New Roman" pitchFamily="18" charset="0"/>
              </a:rPr>
              <a:t>Tại</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sao</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không</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phải</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tất</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cả</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các</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chất</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lỏng</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đều</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có</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điểm</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chớp</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cháy</a:t>
            </a:r>
            <a:r>
              <a:rPr lang="en-US" sz="2800" dirty="0">
                <a:solidFill>
                  <a:schemeClr val="bg1"/>
                </a:solidFill>
                <a:latin typeface="Times New Roman" pitchFamily="18" charset="0"/>
                <a:cs typeface="Times New Roman" pitchFamily="18" charset="0"/>
              </a:rPr>
              <a:t>?</a:t>
            </a:r>
            <a:endParaRPr lang="en-US" sz="2800" b="1" dirty="0">
              <a:solidFill>
                <a:schemeClr val="bg1"/>
              </a:solidFill>
              <a:highlight>
                <a:srgbClr val="82B5E3"/>
              </a:highlight>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xmlns="" id="{A641D20B-09FB-BC8F-9D09-678CADDB0B58}"/>
              </a:ext>
            </a:extLst>
          </p:cNvPr>
          <p:cNvSpPr/>
          <p:nvPr/>
        </p:nvSpPr>
        <p:spPr>
          <a:xfrm>
            <a:off x="440453" y="3774408"/>
            <a:ext cx="7851727" cy="138062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Điểm</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chớp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cháy</a:t>
            </a:r>
            <a:r>
              <a:rPr lang="en-US" sz="240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C00000"/>
                </a:solidFill>
                <a:latin typeface="Times New Roman" panose="02020603050405020304" pitchFamily="18" charset="0"/>
                <a:cs typeface="Times New Roman" panose="02020603050405020304" pitchFamily="18" charset="0"/>
              </a:rPr>
              <a:t>&lt; </a:t>
            </a:r>
            <a:r>
              <a:rPr lang="en-US" sz="2400" b="1" dirty="0" smtClean="0">
                <a:solidFill>
                  <a:srgbClr val="C00000"/>
                </a:solidFill>
                <a:latin typeface="Times New Roman" panose="02020603050405020304" pitchFamily="18" charset="0"/>
                <a:cs typeface="Times New Roman" panose="02020603050405020304" pitchFamily="18" charset="0"/>
              </a:rPr>
              <a:t>37,8   </a:t>
            </a:r>
            <a:r>
              <a:rPr lang="en-US" sz="2400" b="1" dirty="0" smtClean="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Chất</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lỏng</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dễ</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smtClean="0">
                <a:solidFill>
                  <a:srgbClr val="C00000"/>
                </a:solidFill>
                <a:latin typeface="Times New Roman" panose="02020603050405020304" pitchFamily="18" charset="0"/>
                <a:cs typeface="Times New Roman" panose="02020603050405020304" pitchFamily="18" charset="0"/>
                <a:sym typeface="Wingdings" pitchFamily="2" charset="2"/>
              </a:rPr>
              <a:t>cháy</a:t>
            </a:r>
            <a:endParaRPr lang="en-US" sz="2400" b="1" dirty="0">
              <a:solidFill>
                <a:srgbClr val="C00000"/>
              </a:solidFill>
              <a:latin typeface="Times New Roman" panose="02020603050405020304" pitchFamily="18" charset="0"/>
              <a:cs typeface="Times New Roman" panose="02020603050405020304" pitchFamily="18" charset="0"/>
              <a:sym typeface="Wingdings" pitchFamily="2" charset="2"/>
            </a:endParaRPr>
          </a:p>
          <a:p>
            <a:pPr algn="ctr"/>
            <a:r>
              <a:rPr lang="en-US" sz="2400" dirty="0" smtClean="0">
                <a:solidFill>
                  <a:srgbClr val="000000"/>
                </a:solidFill>
                <a:latin typeface="Times New Roman" panose="02020603050405020304" pitchFamily="18" charset="0"/>
                <a:cs typeface="Times New Roman" panose="02020603050405020304" pitchFamily="18" charset="0"/>
              </a:rPr>
              <a:t>        + </a:t>
            </a:r>
            <a:r>
              <a:rPr lang="en-US" sz="2400" dirty="0" err="1">
                <a:solidFill>
                  <a:srgbClr val="000000"/>
                </a:solidFill>
                <a:latin typeface="Times New Roman" panose="02020603050405020304" pitchFamily="18" charset="0"/>
                <a:cs typeface="Times New Roman" panose="02020603050405020304" pitchFamily="18" charset="0"/>
              </a:rPr>
              <a:t>Điểm</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chớp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cháy</a:t>
            </a:r>
            <a:r>
              <a:rPr lang="en-US" sz="240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C00000"/>
                </a:solidFill>
                <a:latin typeface="Times New Roman" panose="02020603050405020304" pitchFamily="18" charset="0"/>
                <a:cs typeface="Times New Roman" panose="02020603050405020304" pitchFamily="18" charset="0"/>
              </a:rPr>
              <a:t>&gt; </a:t>
            </a:r>
            <a:r>
              <a:rPr lang="en-US" sz="2400" b="1" dirty="0" smtClean="0">
                <a:solidFill>
                  <a:srgbClr val="C00000"/>
                </a:solidFill>
                <a:latin typeface="Times New Roman" panose="02020603050405020304" pitchFamily="18" charset="0"/>
                <a:cs typeface="Times New Roman" panose="02020603050405020304" pitchFamily="18" charset="0"/>
              </a:rPr>
              <a:t>37,8 </a:t>
            </a:r>
            <a:r>
              <a:rPr lang="en-US" sz="2400" b="1" dirty="0" smtClean="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Chất</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lỏng</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có</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thể</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gây</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cháy</a:t>
            </a:r>
            <a:endParaRPr lang="en-US" sz="2400" b="1" dirty="0">
              <a:solidFill>
                <a:srgbClr val="C00000"/>
              </a:solidFill>
              <a:latin typeface="Times New Roman" panose="02020603050405020304" pitchFamily="18" charset="0"/>
              <a:cs typeface="Times New Roman" panose="02020603050405020304" pitchFamily="18" charset="0"/>
              <a:sym typeface="Wingdings" pitchFamily="2" charset="2"/>
            </a:endParaRPr>
          </a:p>
          <a:p>
            <a:pPr marL="457200" indent="-457200" algn="ctr">
              <a:buFontTx/>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76954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1" nodeType="clickEffect">
                                  <p:stCondLst>
                                    <p:cond delay="0"/>
                                  </p:stCondLst>
                                  <p:childTnLst>
                                    <p:animEffect transition="out" filter="fade">
                                      <p:cBhvr>
                                        <p:cTn id="10" dur="500"/>
                                        <p:tgtEl>
                                          <p:spTgt spid="35"/>
                                        </p:tgtEl>
                                      </p:cBhvr>
                                    </p:animEffect>
                                    <p:set>
                                      <p:cBhvr>
                                        <p:cTn id="11" dur="1" fill="hold">
                                          <p:stCondLst>
                                            <p:cond delay="499"/>
                                          </p:stCondLst>
                                        </p:cTn>
                                        <p:tgtEl>
                                          <p:spTgt spid="35"/>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8"/>
                                        </p:tgtEl>
                                      </p:cBhvr>
                                    </p:animEffect>
                                    <p:set>
                                      <p:cBhvr>
                                        <p:cTn id="20" dur="1" fill="hold">
                                          <p:stCondLst>
                                            <p:cond delay="499"/>
                                          </p:stCondLst>
                                        </p:cTn>
                                        <p:tgtEl>
                                          <p:spTgt spid="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5" grpId="1" animBg="1"/>
      <p:bldP spid="6" grpId="0" animBg="1"/>
      <p:bldP spid="8" grpId="0" animBg="1"/>
      <p:bldP spid="8"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9"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7293" y="627321"/>
            <a:ext cx="5869172" cy="327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307975" y="2572713"/>
            <a:ext cx="8682431" cy="2677656"/>
          </a:xfrm>
          <a:prstGeom prst="rect">
            <a:avLst/>
          </a:prstGeom>
          <a:solidFill>
            <a:srgbClr val="00B0F0"/>
          </a:solidFill>
        </p:spPr>
        <p:txBody>
          <a:bodyPr wrap="square">
            <a:spAutoFit/>
          </a:bodyPr>
          <a:lstStyle/>
          <a:p>
            <a:r>
              <a:rPr lang="en-US" sz="2400" b="1" dirty="0" err="1">
                <a:solidFill>
                  <a:schemeClr val="bg1"/>
                </a:solidFill>
                <a:latin typeface="Times New Roman" panose="02020603050405020304" pitchFamily="18" charset="0"/>
                <a:cs typeface="Times New Roman" panose="02020603050405020304" pitchFamily="18" charset="0"/>
              </a:rPr>
              <a:t>Tại</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các</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trạm</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bán</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xăng</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dầu</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luôn</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có</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hàm</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lượng</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hơi</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xăng</a:t>
            </a:r>
            <a:r>
              <a:rPr lang="en-US" sz="2400" b="1" dirty="0">
                <a:solidFill>
                  <a:schemeClr val="bg1"/>
                </a:solidFill>
                <a:latin typeface="Times New Roman" panose="02020603050405020304" pitchFamily="18" charset="0"/>
                <a:cs typeface="Times New Roman" panose="02020603050405020304" pitchFamily="18" charset="0"/>
              </a:rPr>
              <a:t> bay </a:t>
            </a:r>
            <a:r>
              <a:rPr lang="en-US" sz="2400" b="1" dirty="0" err="1">
                <a:solidFill>
                  <a:schemeClr val="bg1"/>
                </a:solidFill>
                <a:latin typeface="Times New Roman" panose="02020603050405020304" pitchFamily="18" charset="0"/>
                <a:cs typeface="Times New Roman" panose="02020603050405020304" pitchFamily="18" charset="0"/>
              </a:rPr>
              <a:t>ra</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nhất</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định</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trong</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quá</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trình</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bơm</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xăng</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Điểm</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chớp</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cháy</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dirty="0" err="1">
                <a:solidFill>
                  <a:schemeClr val="bg1"/>
                </a:solidFill>
                <a:latin typeface="Times New Roman" panose="02020603050405020304" pitchFamily="18" charset="0"/>
                <a:cs typeface="Times New Roman" panose="02020603050405020304" pitchFamily="18" charset="0"/>
              </a:rPr>
              <a:t>của</a:t>
            </a:r>
            <a:r>
              <a:rPr lang="en-US" sz="2400" b="1" dirty="0">
                <a:solidFill>
                  <a:schemeClr val="bg1"/>
                </a:solidFill>
                <a:latin typeface="Times New Roman" panose="02020603050405020304" pitchFamily="18" charset="0"/>
                <a:cs typeface="Times New Roman" panose="02020603050405020304" pitchFamily="18" charset="0"/>
              </a:rPr>
              <a:t> octane </a:t>
            </a:r>
            <a:r>
              <a:rPr lang="en-US" sz="2400" b="1" dirty="0" err="1">
                <a:solidFill>
                  <a:schemeClr val="bg1"/>
                </a:solidFill>
                <a:latin typeface="Times New Roman" panose="02020603050405020304" pitchFamily="18" charset="0"/>
                <a:cs typeface="Times New Roman" panose="02020603050405020304" pitchFamily="18" charset="0"/>
              </a:rPr>
              <a:t>là</a:t>
            </a:r>
            <a:r>
              <a:rPr lang="en-US" sz="2400" b="1" dirty="0">
                <a:solidFill>
                  <a:schemeClr val="bg1"/>
                </a:solidFill>
                <a:latin typeface="Times New Roman" panose="02020603050405020304" pitchFamily="18" charset="0"/>
                <a:cs typeface="Times New Roman" panose="02020603050405020304" pitchFamily="18" charset="0"/>
              </a:rPr>
              <a:t> 14 </a:t>
            </a:r>
            <a:r>
              <a:rPr lang="vi-VN" sz="2400" b="1" dirty="0">
                <a:solidFill>
                  <a:schemeClr val="bg1"/>
                </a:solidFill>
                <a:latin typeface="Times New Roman" panose="02020603050405020304" pitchFamily="18" charset="0"/>
                <a:cs typeface="Times New Roman" panose="02020603050405020304" pitchFamily="18" charset="0"/>
              </a:rPr>
              <a:t>°C , nhỏ hơn nhiệt độ thường (25</a:t>
            </a:r>
            <a:r>
              <a:rPr lang="vi-VN" sz="2400" b="1" dirty="0">
                <a:solidFill>
                  <a:srgbClr val="C00000"/>
                </a:solidFill>
                <a:latin typeface="Arial" pitchFamily="34" charset="0"/>
                <a:cs typeface="Arial" pitchFamily="34" charset="0"/>
              </a:rPr>
              <a:t> </a:t>
            </a:r>
            <a:r>
              <a:rPr lang="vi-VN" sz="2400" b="1" dirty="0">
                <a:solidFill>
                  <a:schemeClr val="bg1"/>
                </a:solidFill>
                <a:latin typeface="Times New Roman" panose="02020603050405020304" pitchFamily="18" charset="0"/>
                <a:cs typeface="Times New Roman" panose="02020603050405020304" pitchFamily="18" charset="0"/>
              </a:rPr>
              <a:t>°C) chứng tỏ octane có thể bắt lửa và bốc cháy ngay ở nhiệt độ thường. </a:t>
            </a:r>
          </a:p>
          <a:p>
            <a:r>
              <a:rPr lang="vi-VN" sz="2400" b="1" dirty="0">
                <a:solidFill>
                  <a:schemeClr val="bg1"/>
                </a:solidFill>
                <a:latin typeface="Times New Roman" panose="02020603050405020304" pitchFamily="18" charset="0"/>
                <a:cs typeface="Times New Roman" panose="02020603050405020304" pitchFamily="18" charset="0"/>
              </a:rPr>
              <a:t>        Do vậy, việc tạo nguồn lửa tại các trạm bán xăng dầu bị nghiêm cấm vì bất kì nguồn lửa nào xuất hiện ở trạm xăng dầu đều có nguy cơ gây hỏa hoạn.</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4" name="Google Shape;634;p48"/>
          <p:cNvSpPr/>
          <p:nvPr/>
        </p:nvSpPr>
        <p:spPr>
          <a:xfrm>
            <a:off x="793009" y="3906408"/>
            <a:ext cx="7438876" cy="1332279"/>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rgbClr val="82B5E3"/>
          </a:solidFill>
          <a:ln>
            <a:solidFill>
              <a:schemeClr val="accent1"/>
            </a:solidFill>
          </a:ln>
          <a:effectLst>
            <a:outerShdw blurRad="200025" dist="19050" dir="5400000" algn="bl" rotWithShape="0">
              <a:srgbClr val="000000">
                <a:alpha val="10000"/>
              </a:srgbClr>
            </a:outerShdw>
          </a:effectLst>
        </p:spPr>
        <p:txBody>
          <a:bodyPr spcFirstLastPara="1" wrap="square" lIns="91425" tIns="91425" rIns="91425" bIns="91425" anchor="ctr" anchorCtr="0">
            <a:noAutofit/>
          </a:bodyPr>
          <a:lstStyle/>
          <a:p>
            <a:pPr lvl="0" algn="ctr"/>
            <a:r>
              <a:rPr lang="en-US" sz="2800" b="1" dirty="0" err="1">
                <a:solidFill>
                  <a:srgbClr val="FFFFFF"/>
                </a:solidFill>
                <a:latin typeface="Times New Roman" panose="02020603050405020304" pitchFamily="18" charset="0"/>
                <a:cs typeface="Times New Roman" panose="02020603050405020304" pitchFamily="18" charset="0"/>
                <a:sym typeface="Mali Medium"/>
              </a:rPr>
              <a:t>Câu</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a:solidFill>
                  <a:srgbClr val="FFFFFF"/>
                </a:solidFill>
                <a:latin typeface="Times New Roman" panose="02020603050405020304" pitchFamily="18" charset="0"/>
                <a:cs typeface="Times New Roman" panose="02020603050405020304" pitchFamily="18" charset="0"/>
                <a:sym typeface="Mali Medium"/>
              </a:rPr>
              <a:t>4</a:t>
            </a:r>
            <a:r>
              <a:rPr lang="en-US" sz="2800" b="1" dirty="0" smtClean="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Tại</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sao</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nghiêm</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cấm</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nguồn</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lửa</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tại</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các</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trạm</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xăng</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biết</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điểm</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chớp</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cháy</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của</a:t>
            </a:r>
            <a:r>
              <a:rPr lang="en-US" sz="2800" b="1" dirty="0">
                <a:solidFill>
                  <a:srgbClr val="FFFFFF"/>
                </a:solidFill>
                <a:latin typeface="Times New Roman" panose="02020603050405020304" pitchFamily="18" charset="0"/>
                <a:cs typeface="Times New Roman" panose="02020603050405020304" pitchFamily="18" charset="0"/>
                <a:sym typeface="Mali Medium"/>
              </a:rPr>
              <a:t> octane, </a:t>
            </a:r>
            <a:r>
              <a:rPr lang="en-US" sz="2800" b="1" dirty="0" err="1">
                <a:solidFill>
                  <a:srgbClr val="FFFFFF"/>
                </a:solidFill>
                <a:latin typeface="Times New Roman" panose="02020603050405020304" pitchFamily="18" charset="0"/>
                <a:cs typeface="Times New Roman" panose="02020603050405020304" pitchFamily="18" charset="0"/>
                <a:sym typeface="Mali Medium"/>
              </a:rPr>
              <a:t>chất</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có</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nhiều</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trong</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xăng</a:t>
            </a:r>
            <a:r>
              <a:rPr lang="en-US" sz="2800" b="1" dirty="0">
                <a:solidFill>
                  <a:srgbClr val="FFFFFF"/>
                </a:solidFill>
                <a:latin typeface="Times New Roman" panose="02020603050405020304" pitchFamily="18" charset="0"/>
                <a:cs typeface="Times New Roman" panose="02020603050405020304" pitchFamily="18" charset="0"/>
                <a:sym typeface="Mali Medium"/>
              </a:rPr>
              <a:t> </a:t>
            </a:r>
            <a:r>
              <a:rPr lang="en-US" sz="2800" b="1" dirty="0" err="1">
                <a:solidFill>
                  <a:srgbClr val="FFFFFF"/>
                </a:solidFill>
                <a:latin typeface="Times New Roman" panose="02020603050405020304" pitchFamily="18" charset="0"/>
                <a:cs typeface="Times New Roman" panose="02020603050405020304" pitchFamily="18" charset="0"/>
                <a:sym typeface="Mali Medium"/>
              </a:rPr>
              <a:t>là</a:t>
            </a:r>
            <a:r>
              <a:rPr lang="en-US" sz="2800" b="1" dirty="0">
                <a:solidFill>
                  <a:srgbClr val="FFFFFF"/>
                </a:solidFill>
                <a:latin typeface="Times New Roman" panose="02020603050405020304" pitchFamily="18" charset="0"/>
                <a:cs typeface="Times New Roman" panose="02020603050405020304" pitchFamily="18" charset="0"/>
                <a:sym typeface="Mali Medium"/>
              </a:rPr>
              <a:t> 14 </a:t>
            </a:r>
            <a:r>
              <a:rPr lang="vi-VN" sz="2800" b="1" dirty="0">
                <a:solidFill>
                  <a:schemeClr val="bg1"/>
                </a:solidFill>
                <a:latin typeface="Times New Roman" panose="02020603050405020304" pitchFamily="18" charset="0"/>
                <a:cs typeface="Times New Roman" panose="02020603050405020304" pitchFamily="18" charset="0"/>
              </a:rPr>
              <a:t>°C</a:t>
            </a:r>
            <a:r>
              <a:rPr lang="en-US" sz="2800" b="1" dirty="0">
                <a:solidFill>
                  <a:srgbClr val="FFFFFF"/>
                </a:solidFill>
                <a:latin typeface="Times New Roman" panose="02020603050405020304" pitchFamily="18" charset="0"/>
                <a:cs typeface="Times New Roman" panose="02020603050405020304" pitchFamily="18" charset="0"/>
                <a:sym typeface="Mali Medium"/>
              </a:rPr>
              <a:t>?</a:t>
            </a:r>
            <a:endParaRPr lang="en-US" sz="2800" b="1" dirty="0">
              <a:solidFill>
                <a:srgbClr val="FFF4D4"/>
              </a:solidFill>
              <a:highlight>
                <a:srgbClr val="82B5E3"/>
              </a:highlight>
              <a:latin typeface="Times New Roman" panose="02020603050405020304" pitchFamily="18" charset="0"/>
              <a:cs typeface="Times New Roman" panose="02020603050405020304" pitchFamily="18" charset="0"/>
            </a:endParaRPr>
          </a:p>
        </p:txBody>
      </p:sp>
      <p:sp>
        <p:nvSpPr>
          <p:cNvPr id="6" name="Google Shape;775;p50"/>
          <p:cNvSpPr txBox="1">
            <a:spLocks noGrp="1"/>
          </p:cNvSpPr>
          <p:nvPr>
            <p:ph type="title"/>
          </p:nvPr>
        </p:nvSpPr>
        <p:spPr>
          <a:xfrm>
            <a:off x="296518" y="31630"/>
            <a:ext cx="8572430" cy="869912"/>
          </a:xfrm>
          <a:prstGeom prst="rect">
            <a:avLst/>
          </a:prstGeom>
        </p:spPr>
        <p:txBody>
          <a:bodyPr spcFirstLastPara="1" wrap="square" lIns="91425" tIns="91425" rIns="91425" bIns="91425" anchor="t" anchorCtr="0">
            <a:noAutofit/>
          </a:bodyPr>
          <a:lstStyle/>
          <a:p>
            <a:pPr lvl="0" algn="l">
              <a:lnSpc>
                <a:spcPct val="100000"/>
              </a:lnSpc>
            </a:pPr>
            <a:r>
              <a:rPr lang="en-US" sz="2800" b="1" dirty="0">
                <a:solidFill>
                  <a:schemeClr val="tx1"/>
                </a:solidFill>
                <a:latin typeface="Times New Roman" panose="02020603050405020304" pitchFamily="18" charset="0"/>
                <a:cs typeface="Times New Roman" panose="02020603050405020304" pitchFamily="18" charset="0"/>
              </a:rPr>
              <a:t>I. </a:t>
            </a:r>
            <a:r>
              <a:rPr lang="vi-VN" sz="2800" b="1" dirty="0">
                <a:solidFill>
                  <a:schemeClr val="tx1"/>
                </a:solidFill>
                <a:latin typeface="Times New Roman" panose="02020603050405020304" pitchFamily="18" charset="0"/>
                <a:cs typeface="Times New Roman" panose="02020603050405020304" pitchFamily="18" charset="0"/>
              </a:rPr>
              <a:t>Điểm chớp cháy</a:t>
            </a:r>
            <a:r>
              <a:rPr lang="vi-VN" sz="2800" b="1" dirty="0">
                <a:latin typeface="Times New Roman" panose="02020603050405020304" pitchFamily="18" charset="0"/>
                <a:cs typeface="Times New Roman" panose="02020603050405020304" pitchFamily="18" charset="0"/>
              </a:rPr>
              <a:t/>
            </a:r>
            <a:br>
              <a:rPr lang="vi-VN" sz="2800" b="1" dirty="0">
                <a:latin typeface="Times New Roman" panose="02020603050405020304" pitchFamily="18" charset="0"/>
                <a:cs typeface="Times New Roman" panose="02020603050405020304" pitchFamily="18" charset="0"/>
              </a:rPr>
            </a:br>
            <a:r>
              <a:rPr lang="vi-VN" sz="2800" b="1" dirty="0">
                <a:latin typeface="Times New Roman" panose="02020603050405020304" pitchFamily="18" charset="0"/>
                <a:cs typeface="Times New Roman" panose="02020603050405020304" pitchFamily="18" charset="0"/>
              </a:rPr>
              <a:t>                     </a:t>
            </a:r>
            <a:endParaRPr lang="vi-VN" sz="1800" b="1" i="1" dirty="0">
              <a:solidFill>
                <a:srgbClr val="000000"/>
              </a:solidFill>
              <a:latin typeface="Times New Roman" panose="02020603050405020304" pitchFamily="18" charset="0"/>
              <a:cs typeface="Times New Roman" panose="02020603050405020304" pitchFamily="18" charset="0"/>
            </a:endParaRPr>
          </a:p>
        </p:txBody>
      </p:sp>
      <p:sp>
        <p:nvSpPr>
          <p:cNvPr id="7" name="AutoShape 4" descr="Từ 2021, cửa hàng xăng dầu phải có biển cấm điện thoại di độ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92630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xmlns="" id="{438F16F3-DBFB-1AAE-9F2B-88B70EE412D0}"/>
              </a:ext>
            </a:extLst>
          </p:cNvPr>
          <p:cNvGrpSpPr/>
          <p:nvPr/>
        </p:nvGrpSpPr>
        <p:grpSpPr>
          <a:xfrm>
            <a:off x="85555" y="181974"/>
            <a:ext cx="3540869" cy="842181"/>
            <a:chOff x="4767943" y="813894"/>
            <a:chExt cx="3905519" cy="923330"/>
          </a:xfrm>
        </p:grpSpPr>
        <p:sp>
          <p:nvSpPr>
            <p:cNvPr id="6" name="Google Shape;634;p48">
              <a:extLst>
                <a:ext uri="{FF2B5EF4-FFF2-40B4-BE49-F238E27FC236}">
                  <a16:creationId xmlns:a16="http://schemas.microsoft.com/office/drawing/2014/main" xmlns="" id="{F0312837-567A-6064-EA0C-7F5E8A46B1C6}"/>
                </a:ext>
              </a:extLst>
            </p:cNvPr>
            <p:cNvSpPr/>
            <p:nvPr/>
          </p:nvSpPr>
          <p:spPr>
            <a:xfrm>
              <a:off x="4767943" y="813894"/>
              <a:ext cx="3795700" cy="923330"/>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chemeClr val="accent4">
                <a:lumMod val="75000"/>
              </a:schemeClr>
            </a:solidFill>
            <a:ln>
              <a:noFill/>
            </a:ln>
            <a:effectLst>
              <a:outerShdw blurRad="152400" dist="76200" dir="2700000" algn="tl" rotWithShape="0">
                <a:prstClr val="black">
                  <a:alpha val="13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extBox 6">
              <a:extLst>
                <a:ext uri="{FF2B5EF4-FFF2-40B4-BE49-F238E27FC236}">
                  <a16:creationId xmlns:a16="http://schemas.microsoft.com/office/drawing/2014/main" xmlns="" id="{DB06BD96-AC8C-884F-3A85-94FC73274482}"/>
                </a:ext>
              </a:extLst>
            </p:cNvPr>
            <p:cNvSpPr txBox="1"/>
            <p:nvPr/>
          </p:nvSpPr>
          <p:spPr>
            <a:xfrm>
              <a:off x="5746415" y="860060"/>
              <a:ext cx="2927047" cy="843581"/>
            </a:xfrm>
            <a:prstGeom prst="rect">
              <a:avLst/>
            </a:prstGeom>
            <a:noFill/>
          </p:spPr>
          <p:txBody>
            <a:bodyPr wrap="square" rtlCol="0">
              <a:spAutoFit/>
            </a:bodyPr>
            <a:lstStyle/>
            <a:p>
              <a:r>
                <a:rPr lang="vi-VN" sz="4400" b="1" dirty="0">
                  <a:solidFill>
                    <a:schemeClr val="bg1"/>
                  </a:solidFill>
                  <a:latin typeface="+mj-lt"/>
                </a:rPr>
                <a:t>Ghi Nhớ</a:t>
              </a:r>
              <a:endParaRPr lang="en-US" sz="4400" b="1" dirty="0">
                <a:solidFill>
                  <a:schemeClr val="bg1"/>
                </a:solidFill>
                <a:latin typeface="+mj-lt"/>
              </a:endParaRPr>
            </a:p>
          </p:txBody>
        </p:sp>
        <p:pic>
          <p:nvPicPr>
            <p:cNvPr id="8" name="Picture 7" descr="Icon&#10;&#10;Description automatically generated">
              <a:extLst>
                <a:ext uri="{FF2B5EF4-FFF2-40B4-BE49-F238E27FC236}">
                  <a16:creationId xmlns:a16="http://schemas.microsoft.com/office/drawing/2014/main" xmlns="" id="{49677857-3DB6-2FE0-B78B-95580BD4DFF5}"/>
                </a:ext>
              </a:extLst>
            </p:cNvPr>
            <p:cNvPicPr>
              <a:picLocks noChangeAspect="1"/>
            </p:cNvPicPr>
            <p:nvPr/>
          </p:nvPicPr>
          <p:blipFill>
            <a:blip r:embed="rId2"/>
            <a:stretch>
              <a:fillRect/>
            </a:stretch>
          </p:blipFill>
          <p:spPr>
            <a:xfrm>
              <a:off x="4981023" y="890683"/>
              <a:ext cx="765392" cy="765392"/>
            </a:xfrm>
            <a:prstGeom prst="rect">
              <a:avLst/>
            </a:prstGeom>
          </p:spPr>
        </p:pic>
      </p:grpSp>
      <p:sp>
        <p:nvSpPr>
          <p:cNvPr id="9" name="Rectangle 8">
            <a:extLst>
              <a:ext uri="{FF2B5EF4-FFF2-40B4-BE49-F238E27FC236}">
                <a16:creationId xmlns:a16="http://schemas.microsoft.com/office/drawing/2014/main" xmlns="" id="{A641D20B-09FB-BC8F-9D09-678CADDB0B58}"/>
              </a:ext>
            </a:extLst>
          </p:cNvPr>
          <p:cNvSpPr/>
          <p:nvPr/>
        </p:nvSpPr>
        <p:spPr>
          <a:xfrm>
            <a:off x="954159" y="3016637"/>
            <a:ext cx="4444779" cy="157118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panose="02020603050405020304" pitchFamily="18" charset="0"/>
              <a:cs typeface="Times New Roman" panose="02020603050405020304" pitchFamily="18" charset="0"/>
            </a:endParaRPr>
          </a:p>
          <a:p>
            <a:pPr algn="ct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Điểm</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chớp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cháy</a:t>
            </a:r>
            <a:r>
              <a:rPr lang="en-US" sz="240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C00000"/>
                </a:solidFill>
                <a:latin typeface="Times New Roman" panose="02020603050405020304" pitchFamily="18" charset="0"/>
                <a:cs typeface="Times New Roman" panose="02020603050405020304" pitchFamily="18" charset="0"/>
              </a:rPr>
              <a:t>&lt; 37,8</a:t>
            </a:r>
          </a:p>
          <a:p>
            <a:pPr algn="ct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Chất</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lỏng</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dễ</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cháy</a:t>
            </a:r>
            <a:endParaRPr lang="en-US" sz="2400" b="1" dirty="0">
              <a:solidFill>
                <a:srgbClr val="C00000"/>
              </a:solidFill>
              <a:latin typeface="Times New Roman" panose="02020603050405020304" pitchFamily="18" charset="0"/>
              <a:cs typeface="Times New Roman" panose="02020603050405020304" pitchFamily="18" charset="0"/>
              <a:sym typeface="Wingdings" pitchFamily="2" charset="2"/>
            </a:endParaRPr>
          </a:p>
          <a:p>
            <a:pPr algn="ct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Điểm</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chớp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cháy</a:t>
            </a:r>
            <a:r>
              <a:rPr lang="en-US" sz="240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C00000"/>
                </a:solidFill>
                <a:latin typeface="Times New Roman" panose="02020603050405020304" pitchFamily="18" charset="0"/>
                <a:cs typeface="Times New Roman" panose="02020603050405020304" pitchFamily="18" charset="0"/>
              </a:rPr>
              <a:t>&gt; 37,8</a:t>
            </a:r>
          </a:p>
          <a:p>
            <a:pPr algn="ct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Chất</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lỏng</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có</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thể</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gây</a:t>
            </a:r>
            <a:r>
              <a:rPr lang="en-US" sz="2400" b="1" dirty="0">
                <a:solidFill>
                  <a:srgbClr val="C00000"/>
                </a:solidFill>
                <a:latin typeface="Times New Roman" panose="02020603050405020304" pitchFamily="18" charset="0"/>
                <a:cs typeface="Times New Roman" panose="02020603050405020304" pitchFamily="18" charset="0"/>
                <a:sym typeface="Wingdings" pitchFamily="2" charset="2"/>
              </a:rPr>
              <a:t> </a:t>
            </a:r>
            <a:r>
              <a:rPr lang="en-US" sz="2400" b="1" dirty="0" err="1">
                <a:solidFill>
                  <a:srgbClr val="C00000"/>
                </a:solidFill>
                <a:latin typeface="Times New Roman" panose="02020603050405020304" pitchFamily="18" charset="0"/>
                <a:cs typeface="Times New Roman" panose="02020603050405020304" pitchFamily="18" charset="0"/>
                <a:sym typeface="Wingdings" pitchFamily="2" charset="2"/>
              </a:rPr>
              <a:t>cháy</a:t>
            </a:r>
            <a:endParaRPr lang="en-US" sz="2400" b="1" dirty="0">
              <a:solidFill>
                <a:srgbClr val="C00000"/>
              </a:solidFill>
              <a:latin typeface="Times New Roman" panose="02020603050405020304" pitchFamily="18" charset="0"/>
              <a:cs typeface="Times New Roman" panose="02020603050405020304" pitchFamily="18" charset="0"/>
              <a:sym typeface="Wingdings" pitchFamily="2" charset="2"/>
            </a:endParaRPr>
          </a:p>
          <a:p>
            <a:pPr marL="457200" indent="-457200" algn="ctr">
              <a:buFontTx/>
              <a:buChar char="-"/>
            </a:pPr>
            <a:endParaRPr lang="en-US" sz="24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xmlns="" id="{48ACCC1B-9BF4-765B-BE14-00DA9FA27DCD}"/>
              </a:ext>
            </a:extLst>
          </p:cNvPr>
          <p:cNvSpPr txBox="1"/>
          <p:nvPr/>
        </p:nvSpPr>
        <p:spPr>
          <a:xfrm>
            <a:off x="532737" y="1133950"/>
            <a:ext cx="8221648" cy="1569660"/>
          </a:xfrm>
          <a:prstGeom prst="rect">
            <a:avLst/>
          </a:prstGeom>
          <a:solidFill>
            <a:schemeClr val="accent1">
              <a:lumMod val="60000"/>
              <a:lumOff val="40000"/>
            </a:schemeClr>
          </a:solidFill>
        </p:spPr>
        <p:txBody>
          <a:bodyPr wrap="square">
            <a:spAutoFit/>
          </a:bodyPr>
          <a:lstStyle/>
          <a:p>
            <a:pPr algn="just"/>
            <a:r>
              <a:rPr lang="vi-VN" sz="2400" b="1" i="1" dirty="0">
                <a:latin typeface="+mj-lt"/>
                <a:cs typeface="Arial" pitchFamily="34" charset="0"/>
              </a:rPr>
              <a:t>Điểm chớp cháy</a:t>
            </a:r>
            <a:r>
              <a:rPr lang="en-US" sz="2400" b="1" i="1" dirty="0">
                <a:latin typeface="+mj-lt"/>
                <a:cs typeface="Arial" pitchFamily="34" charset="0"/>
              </a:rPr>
              <a:t> </a:t>
            </a:r>
            <a:r>
              <a:rPr lang="en-US" sz="2400" i="1" dirty="0">
                <a:latin typeface="Times New Roman" panose="02020603050405020304" pitchFamily="18" charset="0"/>
                <a:cs typeface="Times New Roman" panose="02020603050405020304" pitchFamily="18" charset="0"/>
              </a:rPr>
              <a:t>(flash point, hay </a:t>
            </a:r>
            <a:r>
              <a:rPr lang="en-US" sz="2400" i="1" dirty="0" err="1">
                <a:latin typeface="Times New Roman" panose="02020603050405020304" pitchFamily="18" charset="0"/>
                <a:cs typeface="Times New Roman" panose="02020603050405020304" pitchFamily="18" charset="0"/>
              </a:rPr>
              <a:t>nhiệt</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độ</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chớp</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cháy</a:t>
            </a:r>
            <a:r>
              <a:rPr lang="en-US" sz="2400" i="1" dirty="0">
                <a:latin typeface="Times New Roman" panose="02020603050405020304" pitchFamily="18" charset="0"/>
                <a:cs typeface="Times New Roman" panose="02020603050405020304" pitchFamily="18" charset="0"/>
              </a:rPr>
              <a:t>)</a:t>
            </a:r>
            <a:r>
              <a:rPr lang="vi-VN" sz="2400" dirty="0">
                <a:latin typeface="+mj-lt"/>
                <a:cs typeface="Arial" pitchFamily="34" charset="0"/>
              </a:rPr>
              <a:t> của chất cháy là nhiệt độ thấp nhất ở áp suất khí quyển mà chất cháy bị đốt nóng tới mức tạo ra lượng hơi đủ lớn để bốc cháy trong không khí khi gặp</a:t>
            </a:r>
            <a:r>
              <a:rPr lang="en-US" sz="2400" dirty="0">
                <a:latin typeface="+mj-lt"/>
                <a:cs typeface="Arial" pitchFamily="34" charset="0"/>
              </a:rPr>
              <a:t> </a:t>
            </a:r>
            <a:r>
              <a:rPr lang="vi-VN" sz="2400" dirty="0">
                <a:latin typeface="+mj-lt"/>
                <a:cs typeface="Arial" pitchFamily="34" charset="0"/>
              </a:rPr>
              <a:t>nguồn lửa. </a:t>
            </a:r>
            <a:endParaRPr lang="en-US" sz="2400" dirty="0">
              <a:latin typeface="+mj-lt"/>
              <a:cs typeface="Arial" pitchFamily="34" charset="0"/>
            </a:endParaRPr>
          </a:p>
        </p:txBody>
      </p:sp>
      <p:sp>
        <p:nvSpPr>
          <p:cNvPr id="14" name="Curved Right Arrow 7">
            <a:extLst>
              <a:ext uri="{FF2B5EF4-FFF2-40B4-BE49-F238E27FC236}">
                <a16:creationId xmlns:a16="http://schemas.microsoft.com/office/drawing/2014/main" xmlns="" id="{8EB078EC-A05A-9E66-7D27-E3A85604C153}"/>
              </a:ext>
            </a:extLst>
          </p:cNvPr>
          <p:cNvSpPr/>
          <p:nvPr/>
        </p:nvSpPr>
        <p:spPr>
          <a:xfrm rot="20686931">
            <a:off x="84150" y="2622384"/>
            <a:ext cx="710979" cy="1434871"/>
          </a:xfrm>
          <a:prstGeom prst="curved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xmlns="" id="{FA34167C-A000-FBF8-8C1B-65811CC2348A}"/>
              </a:ext>
            </a:extLst>
          </p:cNvPr>
          <p:cNvPicPr>
            <a:picLocks noChangeAspect="1"/>
          </p:cNvPicPr>
          <p:nvPr/>
        </p:nvPicPr>
        <p:blipFill>
          <a:blip r:embed="rId3"/>
          <a:stretch>
            <a:fillRect/>
          </a:stretch>
        </p:blipFill>
        <p:spPr>
          <a:xfrm>
            <a:off x="5824217" y="2767219"/>
            <a:ext cx="2930167" cy="1820602"/>
          </a:xfrm>
          <a:prstGeom prst="rect">
            <a:avLst/>
          </a:prstGeom>
        </p:spPr>
      </p:pic>
    </p:spTree>
    <p:extLst>
      <p:ext uri="{BB962C8B-B14F-4D97-AF65-F5344CB8AC3E}">
        <p14:creationId xmlns:p14="http://schemas.microsoft.com/office/powerpoint/2010/main" val="27411989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circle(in)">
                                      <p:cBhvr>
                                        <p:cTn id="11" dur="20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1000"/>
                                        <p:tgtEl>
                                          <p:spTgt spid="14"/>
                                        </p:tgtEl>
                                      </p:cBhvr>
                                    </p:animEffect>
                                    <p:anim calcmode="lin" valueType="num">
                                      <p:cBhvr>
                                        <p:cTn id="21" dur="1000" fill="hold"/>
                                        <p:tgtEl>
                                          <p:spTgt spid="14"/>
                                        </p:tgtEl>
                                        <p:attrNameLst>
                                          <p:attrName>ppt_x</p:attrName>
                                        </p:attrNameLst>
                                      </p:cBhvr>
                                      <p:tavLst>
                                        <p:tav tm="0">
                                          <p:val>
                                            <p:strVal val="#ppt_x"/>
                                          </p:val>
                                        </p:tav>
                                        <p:tav tm="100000">
                                          <p:val>
                                            <p:strVal val="#ppt_x"/>
                                          </p:val>
                                        </p:tav>
                                      </p:tavLst>
                                    </p:anim>
                                    <p:anim calcmode="lin" valueType="num">
                                      <p:cBhvr>
                                        <p:cTn id="22"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pic>
        <p:nvPicPr>
          <p:cNvPr id="28" name="Picture 27" descr="Graphical user interface, icon&#10;&#10;Description automatically generated">
            <a:extLst>
              <a:ext uri="{FF2B5EF4-FFF2-40B4-BE49-F238E27FC236}">
                <a16:creationId xmlns:a16="http://schemas.microsoft.com/office/drawing/2014/main" xmlns="" id="{8DDC8C5B-8FDD-236D-B14A-A3E3E71FE661}"/>
              </a:ext>
            </a:extLst>
          </p:cNvPr>
          <p:cNvPicPr>
            <a:picLocks noChangeAspect="1"/>
          </p:cNvPicPr>
          <p:nvPr/>
        </p:nvPicPr>
        <p:blipFill>
          <a:blip r:embed="rId3"/>
          <a:stretch>
            <a:fillRect/>
          </a:stretch>
        </p:blipFill>
        <p:spPr>
          <a:xfrm>
            <a:off x="116205" y="-159949"/>
            <a:ext cx="1905913" cy="1905913"/>
          </a:xfrm>
          <a:prstGeom prst="rect">
            <a:avLst/>
          </a:prstGeom>
        </p:spPr>
      </p:pic>
      <p:pic>
        <p:nvPicPr>
          <p:cNvPr id="29" name="Picture 28" descr="Icon&#10;&#10;Description automatically generated">
            <a:extLst>
              <a:ext uri="{FF2B5EF4-FFF2-40B4-BE49-F238E27FC236}">
                <a16:creationId xmlns:a16="http://schemas.microsoft.com/office/drawing/2014/main" xmlns="" id="{C5F889AD-10C0-3C7B-F68D-1C09A5029948}"/>
              </a:ext>
            </a:extLst>
          </p:cNvPr>
          <p:cNvPicPr>
            <a:picLocks noChangeAspect="1"/>
          </p:cNvPicPr>
          <p:nvPr/>
        </p:nvPicPr>
        <p:blipFill>
          <a:blip r:embed="rId4"/>
          <a:stretch>
            <a:fillRect/>
          </a:stretch>
        </p:blipFill>
        <p:spPr>
          <a:xfrm>
            <a:off x="-436609" y="3125688"/>
            <a:ext cx="2306328" cy="2306328"/>
          </a:xfrm>
          <a:prstGeom prst="rect">
            <a:avLst/>
          </a:prstGeom>
        </p:spPr>
      </p:pic>
      <p:grpSp>
        <p:nvGrpSpPr>
          <p:cNvPr id="33" name="Group 32">
            <a:extLst>
              <a:ext uri="{FF2B5EF4-FFF2-40B4-BE49-F238E27FC236}">
                <a16:creationId xmlns:a16="http://schemas.microsoft.com/office/drawing/2014/main" xmlns="" id="{73A71FB1-112D-5FCC-066B-DD5271B8B058}"/>
              </a:ext>
            </a:extLst>
          </p:cNvPr>
          <p:cNvGrpSpPr/>
          <p:nvPr/>
        </p:nvGrpSpPr>
        <p:grpSpPr>
          <a:xfrm>
            <a:off x="251683" y="3365524"/>
            <a:ext cx="3540869" cy="842181"/>
            <a:chOff x="4767943" y="813894"/>
            <a:chExt cx="3905519" cy="923330"/>
          </a:xfrm>
        </p:grpSpPr>
        <p:sp>
          <p:nvSpPr>
            <p:cNvPr id="34" name="Google Shape;634;p48">
              <a:extLst>
                <a:ext uri="{FF2B5EF4-FFF2-40B4-BE49-F238E27FC236}">
                  <a16:creationId xmlns:a16="http://schemas.microsoft.com/office/drawing/2014/main" xmlns="" id="{3C64C677-AA92-33A5-50CF-43945315B756}"/>
                </a:ext>
              </a:extLst>
            </p:cNvPr>
            <p:cNvSpPr/>
            <p:nvPr/>
          </p:nvSpPr>
          <p:spPr>
            <a:xfrm>
              <a:off x="4767943" y="813894"/>
              <a:ext cx="3795700" cy="923330"/>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chemeClr val="accent4">
                <a:lumMod val="75000"/>
              </a:schemeClr>
            </a:solidFill>
            <a:ln>
              <a:noFill/>
            </a:ln>
            <a:effectLst>
              <a:outerShdw blurRad="152400" dist="76200" dir="2700000" algn="tl" rotWithShape="0">
                <a:prstClr val="black">
                  <a:alpha val="13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TextBox 34">
              <a:extLst>
                <a:ext uri="{FF2B5EF4-FFF2-40B4-BE49-F238E27FC236}">
                  <a16:creationId xmlns:a16="http://schemas.microsoft.com/office/drawing/2014/main" xmlns="" id="{2C34B7BF-A0E2-09A5-7129-CD258892C663}"/>
                </a:ext>
              </a:extLst>
            </p:cNvPr>
            <p:cNvSpPr txBox="1"/>
            <p:nvPr/>
          </p:nvSpPr>
          <p:spPr>
            <a:xfrm>
              <a:off x="5746415" y="860060"/>
              <a:ext cx="2927047" cy="843581"/>
            </a:xfrm>
            <a:prstGeom prst="rect">
              <a:avLst/>
            </a:prstGeom>
            <a:noFill/>
          </p:spPr>
          <p:txBody>
            <a:bodyPr wrap="square" rtlCol="0">
              <a:spAutoFit/>
            </a:bodyPr>
            <a:lstStyle/>
            <a:p>
              <a:r>
                <a:rPr lang="vi-VN" sz="4400" b="1" dirty="0">
                  <a:solidFill>
                    <a:schemeClr val="bg1"/>
                  </a:solidFill>
                  <a:latin typeface="Times New Roman" panose="02020603050405020304" pitchFamily="18" charset="0"/>
                  <a:cs typeface="Times New Roman" panose="02020603050405020304" pitchFamily="18" charset="0"/>
                </a:rPr>
                <a:t>Ghi Nhớ</a:t>
              </a:r>
              <a:endParaRPr lang="en-US" sz="4400" b="1" dirty="0">
                <a:solidFill>
                  <a:schemeClr val="bg1"/>
                </a:solidFill>
                <a:latin typeface="Times New Roman" panose="02020603050405020304" pitchFamily="18" charset="0"/>
                <a:cs typeface="Times New Roman" panose="02020603050405020304" pitchFamily="18" charset="0"/>
              </a:endParaRPr>
            </a:p>
          </p:txBody>
        </p:sp>
        <p:pic>
          <p:nvPicPr>
            <p:cNvPr id="36" name="Picture 35" descr="Icon&#10;&#10;Description automatically generated">
              <a:extLst>
                <a:ext uri="{FF2B5EF4-FFF2-40B4-BE49-F238E27FC236}">
                  <a16:creationId xmlns:a16="http://schemas.microsoft.com/office/drawing/2014/main" xmlns="" id="{93968A0B-328A-112B-EE26-D096154B2539}"/>
                </a:ext>
              </a:extLst>
            </p:cNvPr>
            <p:cNvPicPr>
              <a:picLocks noChangeAspect="1"/>
            </p:cNvPicPr>
            <p:nvPr/>
          </p:nvPicPr>
          <p:blipFill>
            <a:blip r:embed="rId5"/>
            <a:stretch>
              <a:fillRect/>
            </a:stretch>
          </p:blipFill>
          <p:spPr>
            <a:xfrm>
              <a:off x="4981023" y="890683"/>
              <a:ext cx="765392" cy="765392"/>
            </a:xfrm>
            <a:prstGeom prst="rect">
              <a:avLst/>
            </a:prstGeom>
          </p:spPr>
        </p:pic>
      </p:grpSp>
      <p:sp>
        <p:nvSpPr>
          <p:cNvPr id="37" name="Rectangle 36"/>
          <p:cNvSpPr/>
          <p:nvPr/>
        </p:nvSpPr>
        <p:spPr>
          <a:xfrm>
            <a:off x="3692987" y="2940722"/>
            <a:ext cx="5351447" cy="17032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panose="02020603050405020304" pitchFamily="18" charset="0"/>
              <a:cs typeface="Times New Roman" panose="02020603050405020304" pitchFamily="18" charset="0"/>
            </a:endParaRPr>
          </a:p>
          <a:p>
            <a:pPr marL="285750" indent="-285750" algn="just">
              <a:buFontTx/>
              <a:buChar char="-"/>
            </a:pPr>
            <a:r>
              <a:rPr lang="en-US" sz="2400" dirty="0" err="1">
                <a:solidFill>
                  <a:srgbClr val="000000"/>
                </a:solidFill>
                <a:latin typeface="Times New Roman" panose="02020603050405020304" pitchFamily="18" charset="0"/>
                <a:cs typeface="Times New Roman" panose="02020603050405020304" pitchFamily="18" charset="0"/>
              </a:rPr>
              <a:t>Nhiệt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độ</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ngọn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lửa</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là</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Nhiệt</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độ</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cao</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nhất</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có</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thể</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tạo</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ra</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bởi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phản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ứng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cháy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của</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chất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cháy</a:t>
            </a:r>
            <a:r>
              <a:rPr lang="en-US" sz="2400" dirty="0">
                <a:solidFill>
                  <a:srgbClr val="000000"/>
                </a:solidFill>
                <a:latin typeface="Times New Roman" panose="02020603050405020304" pitchFamily="18" charset="0"/>
                <a:cs typeface="Times New Roman" panose="02020603050405020304" pitchFamily="18" charset="0"/>
              </a:rPr>
              <a:t> ở </a:t>
            </a:r>
            <a:r>
              <a:rPr lang="en-US" sz="2400" dirty="0" err="1">
                <a:solidFill>
                  <a:srgbClr val="000000"/>
                </a:solidFill>
                <a:latin typeface="Times New Roman" panose="02020603050405020304" pitchFamily="18" charset="0"/>
                <a:cs typeface="Times New Roman" panose="02020603050405020304" pitchFamily="18" charset="0"/>
              </a:rPr>
              <a:t>áp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suất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khí</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quyển</a:t>
            </a:r>
            <a:endParaRPr lang="en-US" sz="2400" dirty="0">
              <a:latin typeface="Times New Roman" panose="02020603050405020304" pitchFamily="18" charset="0"/>
              <a:cs typeface="Times New Roman" panose="02020603050405020304" pitchFamily="18" charset="0"/>
            </a:endParaRPr>
          </a:p>
          <a:p>
            <a:pPr marL="285750" indent="-285750" algn="just">
              <a:buFontTx/>
              <a:buChar char="-"/>
            </a:pP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711AAE08-24CB-D805-E26B-7BF304EE2BBB}"/>
              </a:ext>
            </a:extLst>
          </p:cNvPr>
          <p:cNvPicPr>
            <a:picLocks noChangeAspect="1"/>
          </p:cNvPicPr>
          <p:nvPr/>
        </p:nvPicPr>
        <p:blipFill>
          <a:blip r:embed="rId6"/>
          <a:stretch>
            <a:fillRect/>
          </a:stretch>
        </p:blipFill>
        <p:spPr>
          <a:xfrm>
            <a:off x="1948077" y="-151658"/>
            <a:ext cx="6710901" cy="1140306"/>
          </a:xfrm>
          <a:prstGeom prst="rect">
            <a:avLst/>
          </a:prstGeom>
        </p:spPr>
      </p:pic>
      <p:sp>
        <p:nvSpPr>
          <p:cNvPr id="4" name="Title 3">
            <a:extLst>
              <a:ext uri="{FF2B5EF4-FFF2-40B4-BE49-F238E27FC236}">
                <a16:creationId xmlns:a16="http://schemas.microsoft.com/office/drawing/2014/main" xmlns="" id="{C856AC10-3B9B-A7A9-9D38-D1EDB5C9C5A7}"/>
              </a:ext>
            </a:extLst>
          </p:cNvPr>
          <p:cNvSpPr>
            <a:spLocks noGrp="1"/>
          </p:cNvSpPr>
          <p:nvPr>
            <p:ph type="title"/>
          </p:nvPr>
        </p:nvSpPr>
        <p:spPr>
          <a:xfrm>
            <a:off x="2310155" y="265874"/>
            <a:ext cx="7708500" cy="420600"/>
          </a:xfrm>
        </p:spPr>
        <p:txBody>
          <a:bodyPr/>
          <a:lstStyle/>
          <a:p>
            <a:pPr algn="l"/>
            <a:r>
              <a:rPr lang="en-US" sz="2800" b="1" dirty="0">
                <a:latin typeface="Times New Roman" panose="02020603050405020304" pitchFamily="18" charset="0"/>
                <a:cs typeface="Times New Roman" panose="02020603050405020304" pitchFamily="18" charset="0"/>
              </a:rPr>
              <a:t>II. </a:t>
            </a:r>
            <a:r>
              <a:rPr lang="en-US" sz="2800" b="1" dirty="0" err="1">
                <a:latin typeface="Times New Roman" panose="02020603050405020304" pitchFamily="18" charset="0"/>
                <a:cs typeface="Times New Roman" panose="02020603050405020304" pitchFamily="18" charset="0"/>
              </a:rPr>
              <a:t>Nhiệt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ngọn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lửa</a:t>
            </a:r>
            <a:endParaRPr lang="vi-VN" sz="2800" b="1" dirty="0">
              <a:latin typeface="Times New Roman" panose="02020603050405020304" pitchFamily="18" charset="0"/>
              <a:cs typeface="Times New Roman" panose="02020603050405020304" pitchFamily="18" charset="0"/>
            </a:endParaRPr>
          </a:p>
        </p:txBody>
      </p:sp>
      <p:sp>
        <p:nvSpPr>
          <p:cNvPr id="2" name="Rounded Rectangular Callout 1"/>
          <p:cNvSpPr/>
          <p:nvPr/>
        </p:nvSpPr>
        <p:spPr>
          <a:xfrm>
            <a:off x="3821164" y="650150"/>
            <a:ext cx="4837814" cy="1563447"/>
          </a:xfrm>
          <a:prstGeom prst="wedgeRoundRectCallout">
            <a:avLst/>
          </a:prstGeom>
          <a:solidFill>
            <a:schemeClr val="accent4">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smtClean="0">
                <a:solidFill>
                  <a:schemeClr val="tx1"/>
                </a:solidFill>
                <a:latin typeface="Times New Roman" pitchFamily="18" charset="0"/>
                <a:cs typeface="Times New Roman" pitchFamily="18" charset="0"/>
              </a:rPr>
              <a:t>Câu</a:t>
            </a:r>
            <a:r>
              <a:rPr lang="en-US" sz="2800" dirty="0" smtClean="0">
                <a:solidFill>
                  <a:schemeClr val="tx1"/>
                </a:solidFill>
                <a:latin typeface="Times New Roman" pitchFamily="18" charset="0"/>
                <a:cs typeface="Times New Roman" pitchFamily="18" charset="0"/>
              </a:rPr>
              <a:t> 5. </a:t>
            </a:r>
            <a:r>
              <a:rPr lang="en-US" sz="2800" dirty="0" err="1" smtClean="0">
                <a:solidFill>
                  <a:schemeClr val="tx1"/>
                </a:solidFill>
                <a:latin typeface="Times New Roman" pitchFamily="18" charset="0"/>
                <a:cs typeface="Times New Roman" pitchFamily="18" charset="0"/>
              </a:rPr>
              <a:t>Khái</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niệm</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về</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nhiệt</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độ</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ngọn</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lửa</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Lấy</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ví</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dụ</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813664486"/>
              </p:ext>
            </p:extLst>
          </p:nvPr>
        </p:nvGraphicFramePr>
        <p:xfrm>
          <a:off x="304704" y="650150"/>
          <a:ext cx="8739730" cy="2208219"/>
        </p:xfrm>
        <a:graphic>
          <a:graphicData uri="http://schemas.openxmlformats.org/drawingml/2006/table">
            <a:tbl>
              <a:tblPr firstRow="1" firstCol="1" bandRow="1">
                <a:tableStyleId>{B1F7A297-B704-4BC8-95AC-87400A6B415D}</a:tableStyleId>
              </a:tblPr>
              <a:tblGrid>
                <a:gridCol w="2025249">
                  <a:extLst>
                    <a:ext uri="{9D8B030D-6E8A-4147-A177-3AD203B41FA5}">
                      <a16:colId xmlns:a16="http://schemas.microsoft.com/office/drawing/2014/main" xmlns="" val="20000"/>
                    </a:ext>
                  </a:extLst>
                </a:gridCol>
                <a:gridCol w="2349093">
                  <a:extLst>
                    <a:ext uri="{9D8B030D-6E8A-4147-A177-3AD203B41FA5}">
                      <a16:colId xmlns:a16="http://schemas.microsoft.com/office/drawing/2014/main" xmlns="" val="20001"/>
                    </a:ext>
                  </a:extLst>
                </a:gridCol>
                <a:gridCol w="2051930">
                  <a:extLst>
                    <a:ext uri="{9D8B030D-6E8A-4147-A177-3AD203B41FA5}">
                      <a16:colId xmlns:a16="http://schemas.microsoft.com/office/drawing/2014/main" xmlns="" val="20002"/>
                    </a:ext>
                  </a:extLst>
                </a:gridCol>
                <a:gridCol w="2313458">
                  <a:extLst>
                    <a:ext uri="{9D8B030D-6E8A-4147-A177-3AD203B41FA5}">
                      <a16:colId xmlns:a16="http://schemas.microsoft.com/office/drawing/2014/main" xmlns="" val="20003"/>
                    </a:ext>
                  </a:extLst>
                </a:gridCol>
              </a:tblGrid>
              <a:tr h="572568">
                <a:tc gridSpan="4">
                  <a:txBody>
                    <a:bodyPr/>
                    <a:lstStyle/>
                    <a:p>
                      <a:pPr algn="ctr">
                        <a:lnSpc>
                          <a:spcPct val="115000"/>
                        </a:lnSpc>
                        <a:spcAft>
                          <a:spcPts val="0"/>
                        </a:spcAft>
                      </a:pPr>
                      <a:r>
                        <a:rPr lang="vi-VN" sz="1600" b="1" i="1" dirty="0" smtClean="0">
                          <a:solidFill>
                            <a:srgbClr val="000000"/>
                          </a:solidFill>
                          <a:latin typeface="Times New Roman" panose="02020603050405020304" pitchFamily="18" charset="0"/>
                          <a:cs typeface="Times New Roman" panose="02020603050405020304" pitchFamily="18" charset="0"/>
                        </a:rPr>
                        <a:t>Bảng 6</a:t>
                      </a:r>
                      <a:r>
                        <a:rPr lang="en-US" sz="1600" b="1" i="1" dirty="0" smtClean="0">
                          <a:solidFill>
                            <a:srgbClr val="000000"/>
                          </a:solidFill>
                          <a:latin typeface="Times New Roman" panose="02020603050405020304" pitchFamily="18" charset="0"/>
                          <a:cs typeface="Times New Roman" panose="02020603050405020304" pitchFamily="18" charset="0"/>
                        </a:rPr>
                        <a:t>.2.</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Nhiệt</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độ</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ngọn</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lửa</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của</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một</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số</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nhiên</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liệu</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trong</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không</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khí</a:t>
                      </a:r>
                      <a:r>
                        <a:rPr lang="en-US" sz="1600" b="1" i="1" baseline="0" dirty="0" smtClean="0">
                          <a:solidFill>
                            <a:srgbClr val="000000"/>
                          </a:solidFill>
                          <a:latin typeface="Times New Roman" panose="02020603050405020304" pitchFamily="18" charset="0"/>
                          <a:cs typeface="Times New Roman" panose="02020603050405020304" pitchFamily="18" charset="0"/>
                        </a:rPr>
                        <a:t> ở </a:t>
                      </a:r>
                      <a:r>
                        <a:rPr lang="en-US" sz="1600" b="1" i="1" baseline="0" dirty="0" err="1" smtClean="0">
                          <a:solidFill>
                            <a:srgbClr val="000000"/>
                          </a:solidFill>
                          <a:latin typeface="Times New Roman" panose="02020603050405020304" pitchFamily="18" charset="0"/>
                          <a:cs typeface="Times New Roman" panose="02020603050405020304" pitchFamily="18" charset="0"/>
                        </a:rPr>
                        <a:t>áp</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suất</a:t>
                      </a:r>
                      <a:r>
                        <a:rPr lang="en-US" sz="1600" b="1" i="1" baseline="0" dirty="0" smtClean="0">
                          <a:solidFill>
                            <a:srgbClr val="000000"/>
                          </a:solidFill>
                          <a:latin typeface="Times New Roman" panose="02020603050405020304" pitchFamily="18" charset="0"/>
                          <a:cs typeface="Times New Roman" panose="02020603050405020304" pitchFamily="18" charset="0"/>
                        </a:rPr>
                        <a:t> 1atm</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hMerge="1">
                  <a:txBody>
                    <a:bodyPr/>
                    <a:lstStyle/>
                    <a:p>
                      <a:pPr algn="ctr">
                        <a:lnSpc>
                          <a:spcPct val="115000"/>
                        </a:lnSpc>
                        <a:spcAft>
                          <a:spcPts val="0"/>
                        </a:spcAft>
                      </a:pP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hMerge="1">
                  <a:txBody>
                    <a:bodyPr/>
                    <a:lstStyle/>
                    <a:p>
                      <a:pPr algn="ctr">
                        <a:lnSpc>
                          <a:spcPct val="115000"/>
                        </a:lnSpc>
                        <a:spcAft>
                          <a:spcPts val="0"/>
                        </a:spcAft>
                      </a:pP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hMerge="1">
                  <a:txBody>
                    <a:bodyPr/>
                    <a:lstStyle/>
                    <a:p>
                      <a:pPr algn="ctr">
                        <a:lnSpc>
                          <a:spcPct val="115000"/>
                        </a:lnSpc>
                        <a:spcAft>
                          <a:spcPts val="0"/>
                        </a:spcAft>
                      </a:pP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r>
              <a:tr h="373067">
                <a:tc>
                  <a:txBody>
                    <a:bodyPr/>
                    <a:lstStyle/>
                    <a:p>
                      <a:pPr algn="ctr">
                        <a:lnSpc>
                          <a:spcPct val="115000"/>
                        </a:lnSpc>
                        <a:spcAft>
                          <a:spcPts val="0"/>
                        </a:spcAft>
                      </a:pPr>
                      <a:r>
                        <a:rPr lang="en-US" sz="1600" b="1" dirty="0" err="1">
                          <a:effectLst/>
                          <a:latin typeface="Times New Roman" panose="02020603050405020304" pitchFamily="18" charset="0"/>
                          <a:cs typeface="Times New Roman" panose="02020603050405020304" pitchFamily="18" charset="0"/>
                        </a:rPr>
                        <a:t>Nhiên</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liệu</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a:txBody>
                    <a:bodyPr/>
                    <a:lstStyle/>
                    <a:p>
                      <a:pPr algn="ctr">
                        <a:lnSpc>
                          <a:spcPct val="115000"/>
                        </a:lnSpc>
                        <a:spcAft>
                          <a:spcPts val="0"/>
                        </a:spcAft>
                      </a:pPr>
                      <a:r>
                        <a:rPr lang="en-US" sz="1600" b="1" dirty="0" err="1" smtClean="0">
                          <a:effectLst/>
                          <a:latin typeface="Times New Roman" panose="02020603050405020304" pitchFamily="18" charset="0"/>
                          <a:cs typeface="Times New Roman" panose="02020603050405020304" pitchFamily="18" charset="0"/>
                        </a:rPr>
                        <a:t>Nhiệt</a:t>
                      </a:r>
                      <a:r>
                        <a:rPr lang="en-US" sz="1600" b="1" baseline="0" dirty="0" smtClean="0">
                          <a:effectLst/>
                          <a:latin typeface="Times New Roman" panose="02020603050405020304" pitchFamily="18" charset="0"/>
                          <a:cs typeface="Times New Roman" panose="02020603050405020304" pitchFamily="18" charset="0"/>
                        </a:rPr>
                        <a:t> </a:t>
                      </a:r>
                      <a:r>
                        <a:rPr lang="en-US" sz="1600" b="1" baseline="0" dirty="0" err="1" smtClean="0">
                          <a:effectLst/>
                          <a:latin typeface="Times New Roman" panose="02020603050405020304" pitchFamily="18" charset="0"/>
                          <a:cs typeface="Times New Roman" panose="02020603050405020304" pitchFamily="18" charset="0"/>
                        </a:rPr>
                        <a:t>độ</a:t>
                      </a:r>
                      <a:r>
                        <a:rPr lang="en-US" sz="1600" b="1" baseline="0" dirty="0" smtClean="0">
                          <a:effectLst/>
                          <a:latin typeface="Times New Roman" panose="02020603050405020304" pitchFamily="18" charset="0"/>
                          <a:cs typeface="Times New Roman" panose="02020603050405020304" pitchFamily="18" charset="0"/>
                        </a:rPr>
                        <a:t> </a:t>
                      </a:r>
                      <a:r>
                        <a:rPr lang="en-US" sz="1600" b="1" baseline="0" dirty="0" err="1" smtClean="0">
                          <a:effectLst/>
                          <a:latin typeface="Times New Roman" panose="02020603050405020304" pitchFamily="18" charset="0"/>
                          <a:cs typeface="Times New Roman" panose="02020603050405020304" pitchFamily="18" charset="0"/>
                        </a:rPr>
                        <a:t>ngọn</a:t>
                      </a:r>
                      <a:r>
                        <a:rPr lang="en-US" sz="1600" b="1" baseline="0" dirty="0" smtClean="0">
                          <a:effectLst/>
                          <a:latin typeface="Times New Roman" panose="02020603050405020304" pitchFamily="18" charset="0"/>
                          <a:cs typeface="Times New Roman" panose="02020603050405020304" pitchFamily="18" charset="0"/>
                        </a:rPr>
                        <a:t> </a:t>
                      </a:r>
                      <a:r>
                        <a:rPr lang="en-US" sz="1600" b="1" baseline="0" dirty="0" err="1" smtClean="0">
                          <a:effectLst/>
                          <a:latin typeface="Times New Roman" panose="02020603050405020304" pitchFamily="18" charset="0"/>
                          <a:cs typeface="Times New Roman" panose="02020603050405020304" pitchFamily="18" charset="0"/>
                        </a:rPr>
                        <a:t>lửa</a:t>
                      </a:r>
                      <a:r>
                        <a:rPr lang="en-US" sz="1600" b="1" baseline="0" dirty="0" smtClean="0">
                          <a:effectLst/>
                          <a:latin typeface="Times New Roman" panose="02020603050405020304" pitchFamily="18" charset="0"/>
                          <a:cs typeface="Times New Roman" panose="02020603050405020304" pitchFamily="18" charset="0"/>
                        </a:rPr>
                        <a:t>, K</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a:txBody>
                    <a:bodyPr/>
                    <a:lstStyle/>
                    <a:p>
                      <a:pPr algn="ctr">
                        <a:lnSpc>
                          <a:spcPct val="115000"/>
                        </a:lnSpc>
                        <a:spcAft>
                          <a:spcPts val="0"/>
                        </a:spcAft>
                      </a:pPr>
                      <a:r>
                        <a:rPr lang="en-US" sz="1600" b="1" dirty="0" err="1">
                          <a:effectLst/>
                          <a:latin typeface="Times New Roman" panose="02020603050405020304" pitchFamily="18" charset="0"/>
                          <a:cs typeface="Times New Roman" panose="02020603050405020304" pitchFamily="18" charset="0"/>
                        </a:rPr>
                        <a:t>Nhiên</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liệu</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a:txBody>
                    <a:bodyPr/>
                    <a:lstStyle/>
                    <a:p>
                      <a:pPr algn="ctr">
                        <a:lnSpc>
                          <a:spcPct val="115000"/>
                        </a:lnSpc>
                        <a:spcAft>
                          <a:spcPts val="0"/>
                        </a:spcAft>
                      </a:pPr>
                      <a:r>
                        <a:rPr lang="en-US" sz="1600" b="1" dirty="0" err="1" smtClean="0">
                          <a:effectLst/>
                          <a:latin typeface="Times New Roman" panose="02020603050405020304" pitchFamily="18" charset="0"/>
                          <a:cs typeface="Times New Roman" panose="02020603050405020304" pitchFamily="18" charset="0"/>
                        </a:rPr>
                        <a:t>Nhiệt</a:t>
                      </a:r>
                      <a:r>
                        <a:rPr lang="en-US" sz="1600" b="1" baseline="0" dirty="0" smtClean="0">
                          <a:effectLst/>
                          <a:latin typeface="Times New Roman" panose="02020603050405020304" pitchFamily="18" charset="0"/>
                          <a:cs typeface="Times New Roman" panose="02020603050405020304" pitchFamily="18" charset="0"/>
                        </a:rPr>
                        <a:t> </a:t>
                      </a:r>
                      <a:r>
                        <a:rPr lang="en-US" sz="1600" b="1" baseline="0" dirty="0" err="1" smtClean="0">
                          <a:effectLst/>
                          <a:latin typeface="Times New Roman" panose="02020603050405020304" pitchFamily="18" charset="0"/>
                          <a:cs typeface="Times New Roman" panose="02020603050405020304" pitchFamily="18" charset="0"/>
                        </a:rPr>
                        <a:t>độ</a:t>
                      </a:r>
                      <a:r>
                        <a:rPr lang="en-US" sz="1600" b="1" baseline="0" dirty="0" smtClean="0">
                          <a:effectLst/>
                          <a:latin typeface="Times New Roman" panose="02020603050405020304" pitchFamily="18" charset="0"/>
                          <a:cs typeface="Times New Roman" panose="02020603050405020304" pitchFamily="18" charset="0"/>
                        </a:rPr>
                        <a:t> </a:t>
                      </a:r>
                      <a:r>
                        <a:rPr lang="en-US" sz="1600" b="1" baseline="0" dirty="0" err="1" smtClean="0">
                          <a:effectLst/>
                          <a:latin typeface="Times New Roman" panose="02020603050405020304" pitchFamily="18" charset="0"/>
                          <a:cs typeface="Times New Roman" panose="02020603050405020304" pitchFamily="18" charset="0"/>
                        </a:rPr>
                        <a:t>ngọn</a:t>
                      </a:r>
                      <a:r>
                        <a:rPr lang="en-US" sz="1600" b="1" baseline="0" dirty="0" smtClean="0">
                          <a:effectLst/>
                          <a:latin typeface="Times New Roman" panose="02020603050405020304" pitchFamily="18" charset="0"/>
                          <a:cs typeface="Times New Roman" panose="02020603050405020304" pitchFamily="18" charset="0"/>
                        </a:rPr>
                        <a:t> </a:t>
                      </a:r>
                      <a:r>
                        <a:rPr lang="en-US" sz="1600" b="1" baseline="0" dirty="0" err="1" smtClean="0">
                          <a:effectLst/>
                          <a:latin typeface="Times New Roman" panose="02020603050405020304" pitchFamily="18" charset="0"/>
                          <a:cs typeface="Times New Roman" panose="02020603050405020304" pitchFamily="18" charset="0"/>
                        </a:rPr>
                        <a:t>lửa</a:t>
                      </a:r>
                      <a:r>
                        <a:rPr lang="en-US" sz="1600" b="1" baseline="0" dirty="0" smtClean="0">
                          <a:effectLst/>
                          <a:latin typeface="Times New Roman" panose="02020603050405020304" pitchFamily="18" charset="0"/>
                          <a:cs typeface="Times New Roman" panose="02020603050405020304" pitchFamily="18" charset="0"/>
                        </a:rPr>
                        <a:t>, K</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extLst>
                  <a:ext uri="{0D108BD9-81ED-4DB2-BD59-A6C34878D82A}">
                    <a16:rowId xmlns:a16="http://schemas.microsoft.com/office/drawing/2014/main" xmlns="" val="10000"/>
                  </a:ext>
                </a:extLst>
              </a:tr>
              <a:tr h="315646">
                <a:tc>
                  <a:txBody>
                    <a:bodyPr/>
                    <a:lstStyle/>
                    <a:p>
                      <a:pPr>
                        <a:lnSpc>
                          <a:spcPct val="115000"/>
                        </a:lnSpc>
                        <a:spcAft>
                          <a:spcPts val="0"/>
                        </a:spcAft>
                      </a:pPr>
                      <a:r>
                        <a:rPr lang="en-US" sz="1600" dirty="0" err="1" smtClean="0">
                          <a:effectLst/>
                          <a:latin typeface="Times New Roman" panose="02020603050405020304" pitchFamily="18" charset="0"/>
                          <a:ea typeface="Calibri"/>
                          <a:cs typeface="Times New Roman" panose="02020603050405020304" pitchFamily="18" charset="0"/>
                        </a:rPr>
                        <a:t>Cacbon</a:t>
                      </a:r>
                      <a:r>
                        <a:rPr lang="en-US" sz="1600" baseline="0" dirty="0" smtClean="0">
                          <a:effectLst/>
                          <a:latin typeface="Times New Roman" panose="02020603050405020304" pitchFamily="18" charset="0"/>
                          <a:ea typeface="Calibri"/>
                          <a:cs typeface="Times New Roman" panose="02020603050405020304" pitchFamily="18" charset="0"/>
                        </a:rPr>
                        <a:t> monoxide</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2400</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Acetylene</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2600</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extLst>
                  <a:ext uri="{0D108BD9-81ED-4DB2-BD59-A6C34878D82A}">
                    <a16:rowId xmlns:a16="http://schemas.microsoft.com/office/drawing/2014/main" xmlns="" val="10001"/>
                  </a:ext>
                </a:extLst>
              </a:tr>
              <a:tr h="315646">
                <a:tc>
                  <a:txBody>
                    <a:bodyPr/>
                    <a:lstStyle/>
                    <a:p>
                      <a:pP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Hydrogen</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2400</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Propane</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2260</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extLst>
                  <a:ext uri="{0D108BD9-81ED-4DB2-BD59-A6C34878D82A}">
                    <a16:rowId xmlns:a16="http://schemas.microsoft.com/office/drawing/2014/main" xmlns="" val="10002"/>
                  </a:ext>
                </a:extLst>
              </a:tr>
              <a:tr h="315646">
                <a:tc>
                  <a:txBody>
                    <a:bodyPr/>
                    <a:lstStyle/>
                    <a:p>
                      <a:pP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Methane</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2220</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Benzene</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2370</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extLst>
                  <a:ext uri="{0D108BD9-81ED-4DB2-BD59-A6C34878D82A}">
                    <a16:rowId xmlns:a16="http://schemas.microsoft.com/office/drawing/2014/main" xmlns="" val="10003"/>
                  </a:ext>
                </a:extLst>
              </a:tr>
              <a:tr h="315646">
                <a:tc>
                  <a:txBody>
                    <a:bodyPr/>
                    <a:lstStyle/>
                    <a:p>
                      <a:pP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Than</a:t>
                      </a:r>
                      <a:r>
                        <a:rPr lang="en-US" sz="1600" baseline="0" dirty="0" smtClean="0">
                          <a:effectLst/>
                          <a:latin typeface="Times New Roman" panose="02020603050405020304" pitchFamily="18" charset="0"/>
                          <a:ea typeface="Calibri"/>
                          <a:cs typeface="Times New Roman" panose="02020603050405020304" pitchFamily="18" charset="0"/>
                        </a:rPr>
                        <a:t> </a:t>
                      </a:r>
                      <a:r>
                        <a:rPr lang="en-US" sz="1600" baseline="0" dirty="0" err="1" smtClean="0">
                          <a:effectLst/>
                          <a:latin typeface="Times New Roman" panose="02020603050405020304" pitchFamily="18" charset="0"/>
                          <a:ea typeface="Calibri"/>
                          <a:cs typeface="Times New Roman" panose="02020603050405020304" pitchFamily="18" charset="0"/>
                        </a:rPr>
                        <a:t>đá</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2200</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nSpc>
                          <a:spcPct val="115000"/>
                        </a:lnSpc>
                        <a:spcAft>
                          <a:spcPts val="0"/>
                        </a:spcAft>
                      </a:pPr>
                      <a:r>
                        <a:rPr lang="en-US" sz="1600" dirty="0" err="1" smtClean="0">
                          <a:effectLst/>
                          <a:latin typeface="Times New Roman" panose="02020603050405020304" pitchFamily="18" charset="0"/>
                          <a:ea typeface="Calibri"/>
                          <a:cs typeface="Times New Roman" panose="02020603050405020304" pitchFamily="18" charset="0"/>
                        </a:rPr>
                        <a:t>Dầu</a:t>
                      </a:r>
                      <a:r>
                        <a:rPr lang="en-US" sz="1600" baseline="0" dirty="0" smtClean="0">
                          <a:effectLst/>
                          <a:latin typeface="Times New Roman" panose="02020603050405020304" pitchFamily="18" charset="0"/>
                          <a:ea typeface="Calibri"/>
                          <a:cs typeface="Times New Roman" panose="02020603050405020304" pitchFamily="18" charset="0"/>
                        </a:rPr>
                        <a:t> </a:t>
                      </a:r>
                      <a:r>
                        <a:rPr lang="en-US" sz="1600" baseline="0" dirty="0" err="1" smtClean="0">
                          <a:effectLst/>
                          <a:latin typeface="Times New Roman" panose="02020603050405020304" pitchFamily="18" charset="0"/>
                          <a:ea typeface="Calibri"/>
                          <a:cs typeface="Times New Roman" panose="02020603050405020304" pitchFamily="18" charset="0"/>
                        </a:rPr>
                        <a:t>đốt</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2300</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347735544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1" nodeType="clickEffect">
                                  <p:stCondLst>
                                    <p:cond delay="0"/>
                                  </p:stCondLst>
                                  <p:childTnLst>
                                    <p:animEffect transition="out" filter="fade">
                                      <p:cBhvr>
                                        <p:cTn id="10" dur="500"/>
                                        <p:tgtEl>
                                          <p:spTgt spid="2"/>
                                        </p:tgtEl>
                                      </p:cBhvr>
                                    </p:animEffect>
                                    <p:set>
                                      <p:cBhvr>
                                        <p:cTn id="11" dur="1" fill="hold">
                                          <p:stCondLst>
                                            <p:cond delay="499"/>
                                          </p:stCondLst>
                                        </p:cTn>
                                        <p:tgtEl>
                                          <p:spTgt spid="2"/>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7"/>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2" grpId="0" animBg="1"/>
      <p:bldP spid="2"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pic>
        <p:nvPicPr>
          <p:cNvPr id="28" name="Picture 27" descr="Graphical user interface, icon&#10;&#10;Description automatically generated">
            <a:extLst>
              <a:ext uri="{FF2B5EF4-FFF2-40B4-BE49-F238E27FC236}">
                <a16:creationId xmlns:a16="http://schemas.microsoft.com/office/drawing/2014/main" xmlns="" id="{8DDC8C5B-8FDD-236D-B14A-A3E3E71FE661}"/>
              </a:ext>
            </a:extLst>
          </p:cNvPr>
          <p:cNvPicPr>
            <a:picLocks noChangeAspect="1"/>
          </p:cNvPicPr>
          <p:nvPr/>
        </p:nvPicPr>
        <p:blipFill>
          <a:blip r:embed="rId3"/>
          <a:stretch>
            <a:fillRect/>
          </a:stretch>
        </p:blipFill>
        <p:spPr>
          <a:xfrm>
            <a:off x="116205" y="-159949"/>
            <a:ext cx="1905913" cy="1905913"/>
          </a:xfrm>
          <a:prstGeom prst="rect">
            <a:avLst/>
          </a:prstGeom>
        </p:spPr>
      </p:pic>
      <p:pic>
        <p:nvPicPr>
          <p:cNvPr id="29" name="Picture 28" descr="Icon&#10;&#10;Description automatically generated">
            <a:extLst>
              <a:ext uri="{FF2B5EF4-FFF2-40B4-BE49-F238E27FC236}">
                <a16:creationId xmlns:a16="http://schemas.microsoft.com/office/drawing/2014/main" xmlns="" id="{C5F889AD-10C0-3C7B-F68D-1C09A5029948}"/>
              </a:ext>
            </a:extLst>
          </p:cNvPr>
          <p:cNvPicPr>
            <a:picLocks noChangeAspect="1"/>
          </p:cNvPicPr>
          <p:nvPr/>
        </p:nvPicPr>
        <p:blipFill>
          <a:blip r:embed="rId4"/>
          <a:stretch>
            <a:fillRect/>
          </a:stretch>
        </p:blipFill>
        <p:spPr>
          <a:xfrm>
            <a:off x="-436609" y="3125688"/>
            <a:ext cx="2306328" cy="2306328"/>
          </a:xfrm>
          <a:prstGeom prst="rect">
            <a:avLst/>
          </a:prstGeom>
        </p:spPr>
      </p:pic>
      <p:sp>
        <p:nvSpPr>
          <p:cNvPr id="30" name="Google Shape;1720;p65">
            <a:extLst>
              <a:ext uri="{FF2B5EF4-FFF2-40B4-BE49-F238E27FC236}">
                <a16:creationId xmlns:a16="http://schemas.microsoft.com/office/drawing/2014/main" xmlns="" id="{C9BE6D65-A6C8-A689-7FF8-279B091C3EF8}"/>
              </a:ext>
            </a:extLst>
          </p:cNvPr>
          <p:cNvSpPr/>
          <p:nvPr/>
        </p:nvSpPr>
        <p:spPr>
          <a:xfrm>
            <a:off x="605173" y="1173719"/>
            <a:ext cx="7150561" cy="1409252"/>
          </a:xfrm>
          <a:custGeom>
            <a:avLst/>
            <a:gdLst/>
            <a:ahLst/>
            <a:cxnLst/>
            <a:rect l="l" t="t" r="r" b="b"/>
            <a:pathLst>
              <a:path w="199801" h="103467" extrusionOk="0">
                <a:moveTo>
                  <a:pt x="100127" y="0"/>
                </a:moveTo>
                <a:cubicBezTo>
                  <a:pt x="91281" y="0"/>
                  <a:pt x="82435" y="60"/>
                  <a:pt x="73588" y="179"/>
                </a:cubicBezTo>
                <a:cubicBezTo>
                  <a:pt x="71909" y="207"/>
                  <a:pt x="70225" y="228"/>
                  <a:pt x="68546" y="260"/>
                </a:cubicBezTo>
                <a:cubicBezTo>
                  <a:pt x="52087" y="520"/>
                  <a:pt x="35630" y="988"/>
                  <a:pt x="19162" y="1665"/>
                </a:cubicBezTo>
                <a:cubicBezTo>
                  <a:pt x="18193" y="1706"/>
                  <a:pt x="17218" y="1746"/>
                  <a:pt x="16248" y="1787"/>
                </a:cubicBezTo>
                <a:cubicBezTo>
                  <a:pt x="16028" y="1796"/>
                  <a:pt x="15812" y="1804"/>
                  <a:pt x="15593" y="1813"/>
                </a:cubicBezTo>
                <a:cubicBezTo>
                  <a:pt x="15367" y="1808"/>
                  <a:pt x="15144" y="1805"/>
                  <a:pt x="14922" y="1805"/>
                </a:cubicBezTo>
                <a:cubicBezTo>
                  <a:pt x="8389" y="1805"/>
                  <a:pt x="3600" y="4346"/>
                  <a:pt x="3305" y="11429"/>
                </a:cubicBezTo>
                <a:cubicBezTo>
                  <a:pt x="3175" y="13103"/>
                  <a:pt x="2999" y="15015"/>
                  <a:pt x="2802" y="17121"/>
                </a:cubicBezTo>
                <a:cubicBezTo>
                  <a:pt x="2766" y="17494"/>
                  <a:pt x="2730" y="17871"/>
                  <a:pt x="2698" y="18258"/>
                </a:cubicBezTo>
                <a:cubicBezTo>
                  <a:pt x="2446" y="20869"/>
                  <a:pt x="2168" y="23752"/>
                  <a:pt x="1886" y="26831"/>
                </a:cubicBezTo>
                <a:cubicBezTo>
                  <a:pt x="1840" y="27303"/>
                  <a:pt x="1800" y="27784"/>
                  <a:pt x="1755" y="28269"/>
                </a:cubicBezTo>
                <a:cubicBezTo>
                  <a:pt x="1207" y="34357"/>
                  <a:pt x="673" y="41131"/>
                  <a:pt x="373" y="48018"/>
                </a:cubicBezTo>
                <a:cubicBezTo>
                  <a:pt x="373" y="48054"/>
                  <a:pt x="373" y="48094"/>
                  <a:pt x="368" y="48130"/>
                </a:cubicBezTo>
                <a:cubicBezTo>
                  <a:pt x="54" y="55430"/>
                  <a:pt x="1" y="62856"/>
                  <a:pt x="476" y="69733"/>
                </a:cubicBezTo>
                <a:cubicBezTo>
                  <a:pt x="508" y="70211"/>
                  <a:pt x="544" y="70686"/>
                  <a:pt x="584" y="71158"/>
                </a:cubicBezTo>
                <a:cubicBezTo>
                  <a:pt x="778" y="73585"/>
                  <a:pt x="1046" y="75939"/>
                  <a:pt x="1392" y="78183"/>
                </a:cubicBezTo>
                <a:cubicBezTo>
                  <a:pt x="1441" y="78494"/>
                  <a:pt x="1491" y="78798"/>
                  <a:pt x="1540" y="79103"/>
                </a:cubicBezTo>
                <a:cubicBezTo>
                  <a:pt x="2900" y="87234"/>
                  <a:pt x="5388" y="93865"/>
                  <a:pt x="9590" y="97461"/>
                </a:cubicBezTo>
                <a:cubicBezTo>
                  <a:pt x="9612" y="97479"/>
                  <a:pt x="9639" y="97497"/>
                  <a:pt x="9661" y="97510"/>
                </a:cubicBezTo>
                <a:cubicBezTo>
                  <a:pt x="10084" y="97812"/>
                  <a:pt x="10519" y="98082"/>
                  <a:pt x="10969" y="98328"/>
                </a:cubicBezTo>
                <a:cubicBezTo>
                  <a:pt x="15026" y="100582"/>
                  <a:pt x="19993" y="100869"/>
                  <a:pt x="24693" y="101067"/>
                </a:cubicBezTo>
                <a:cubicBezTo>
                  <a:pt x="47105" y="102494"/>
                  <a:pt x="69492" y="103284"/>
                  <a:pt x="91882" y="103437"/>
                </a:cubicBezTo>
                <a:cubicBezTo>
                  <a:pt x="93916" y="103454"/>
                  <a:pt x="95946" y="103464"/>
                  <a:pt x="97980" y="103464"/>
                </a:cubicBezTo>
                <a:cubicBezTo>
                  <a:pt x="98844" y="103466"/>
                  <a:pt x="99708" y="103467"/>
                  <a:pt x="100572" y="103467"/>
                </a:cubicBezTo>
                <a:cubicBezTo>
                  <a:pt x="115757" y="103467"/>
                  <a:pt x="130944" y="103166"/>
                  <a:pt x="146138" y="102575"/>
                </a:cubicBezTo>
                <a:cubicBezTo>
                  <a:pt x="147269" y="102534"/>
                  <a:pt x="148400" y="102485"/>
                  <a:pt x="149532" y="102436"/>
                </a:cubicBezTo>
                <a:cubicBezTo>
                  <a:pt x="158219" y="102076"/>
                  <a:pt x="166911" y="101620"/>
                  <a:pt x="175602" y="101067"/>
                </a:cubicBezTo>
                <a:cubicBezTo>
                  <a:pt x="176079" y="101083"/>
                  <a:pt x="176548" y="101092"/>
                  <a:pt x="177009" y="101092"/>
                </a:cubicBezTo>
                <a:cubicBezTo>
                  <a:pt x="189730" y="101092"/>
                  <a:pt x="196027" y="94765"/>
                  <a:pt x="198103" y="83886"/>
                </a:cubicBezTo>
                <a:cubicBezTo>
                  <a:pt x="198149" y="83679"/>
                  <a:pt x="198184" y="83468"/>
                  <a:pt x="198220" y="83257"/>
                </a:cubicBezTo>
                <a:cubicBezTo>
                  <a:pt x="198561" y="81295"/>
                  <a:pt x="198773" y="79185"/>
                  <a:pt x="198863" y="76944"/>
                </a:cubicBezTo>
                <a:cubicBezTo>
                  <a:pt x="198961" y="74515"/>
                  <a:pt x="199063" y="72073"/>
                  <a:pt x="199167" y="69613"/>
                </a:cubicBezTo>
                <a:cubicBezTo>
                  <a:pt x="199185" y="69230"/>
                  <a:pt x="199204" y="68850"/>
                  <a:pt x="199216" y="68468"/>
                </a:cubicBezTo>
                <a:cubicBezTo>
                  <a:pt x="199294" y="66627"/>
                  <a:pt x="199370" y="64781"/>
                  <a:pt x="199441" y="62927"/>
                </a:cubicBezTo>
                <a:cubicBezTo>
                  <a:pt x="199455" y="62560"/>
                  <a:pt x="199468" y="62191"/>
                  <a:pt x="199482" y="61823"/>
                </a:cubicBezTo>
                <a:cubicBezTo>
                  <a:pt x="199657" y="57027"/>
                  <a:pt x="199787" y="52202"/>
                  <a:pt x="199800" y="47376"/>
                </a:cubicBezTo>
                <a:lnTo>
                  <a:pt x="199800" y="45902"/>
                </a:lnTo>
                <a:cubicBezTo>
                  <a:pt x="199785" y="39540"/>
                  <a:pt x="199557" y="33189"/>
                  <a:pt x="198957" y="26923"/>
                </a:cubicBezTo>
                <a:cubicBezTo>
                  <a:pt x="198934" y="26685"/>
                  <a:pt x="198912" y="26448"/>
                  <a:pt x="198885" y="26209"/>
                </a:cubicBezTo>
                <a:cubicBezTo>
                  <a:pt x="198603" y="23400"/>
                  <a:pt x="198243" y="20607"/>
                  <a:pt x="197790" y="17837"/>
                </a:cubicBezTo>
                <a:cubicBezTo>
                  <a:pt x="197660" y="17050"/>
                  <a:pt x="197521" y="16265"/>
                  <a:pt x="197378" y="15479"/>
                </a:cubicBezTo>
                <a:cubicBezTo>
                  <a:pt x="196855" y="12633"/>
                  <a:pt x="196228" y="9817"/>
                  <a:pt x="195482" y="7034"/>
                </a:cubicBezTo>
                <a:cubicBezTo>
                  <a:pt x="195401" y="6738"/>
                  <a:pt x="195321" y="6442"/>
                  <a:pt x="195240" y="6150"/>
                </a:cubicBezTo>
                <a:cubicBezTo>
                  <a:pt x="194044" y="1903"/>
                  <a:pt x="187660" y="1599"/>
                  <a:pt x="182861" y="1599"/>
                </a:cubicBezTo>
                <a:cubicBezTo>
                  <a:pt x="182058" y="1599"/>
                  <a:pt x="181300" y="1607"/>
                  <a:pt x="180617" y="1607"/>
                </a:cubicBezTo>
                <a:cubicBezTo>
                  <a:pt x="180110" y="1607"/>
                  <a:pt x="179644" y="1603"/>
                  <a:pt x="179234" y="1586"/>
                </a:cubicBezTo>
                <a:cubicBezTo>
                  <a:pt x="173166" y="1345"/>
                  <a:pt x="167098" y="1143"/>
                  <a:pt x="161029" y="942"/>
                </a:cubicBezTo>
                <a:cubicBezTo>
                  <a:pt x="159943" y="907"/>
                  <a:pt x="158861" y="876"/>
                  <a:pt x="157774" y="844"/>
                </a:cubicBezTo>
                <a:cubicBezTo>
                  <a:pt x="138554" y="281"/>
                  <a:pt x="119341" y="0"/>
                  <a:pt x="100127" y="0"/>
                </a:cubicBezTo>
                <a:close/>
              </a:path>
            </a:pathLst>
          </a:custGeom>
          <a:solidFill>
            <a:srgbClr val="FFF4D4"/>
          </a:solidFill>
          <a:ln>
            <a:noFill/>
          </a:ln>
          <a:effectLst>
            <a:outerShdw blurRad="200025" dist="28575" algn="bl" rotWithShape="0">
              <a:srgbClr val="000000">
                <a:alpha val="10000"/>
              </a:srgbClr>
            </a:outerShdw>
          </a:effectLst>
        </p:spPr>
        <p:txBody>
          <a:bodyPr spcFirstLastPara="1" wrap="square" lIns="91425" tIns="91425" rIns="91425" bIns="91425" anchor="ctr" anchorCtr="0">
            <a:noAutofit/>
          </a:bodyPr>
          <a:lstStyle/>
          <a:p>
            <a:pPr algn="just"/>
            <a:r>
              <a:rPr lang="en-US" sz="2400" dirty="0" err="1">
                <a:latin typeface="Times New Roman" panose="02020603050405020304" pitchFamily="18" charset="0"/>
                <a:cs typeface="Times New Roman" panose="02020603050405020304" pitchFamily="18" charset="0"/>
              </a:rPr>
              <a:t>Câu</a:t>
            </a:r>
            <a:r>
              <a:rPr lang="en-US" sz="2400" dirty="0">
                <a:latin typeface="Times New Roman" panose="02020603050405020304" pitchFamily="18" charset="0"/>
                <a:cs typeface="Times New Roman" panose="02020603050405020304" pitchFamily="18" charset="0"/>
              </a:rPr>
              <a:t> 4.a.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ứng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cháy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ngọn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lửa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ý </a:t>
            </a:r>
            <a:r>
              <a:rPr lang="en-US" sz="2400" dirty="0" err="1">
                <a:latin typeface="Times New Roman" panose="02020603050405020304" pitchFamily="18" charset="0"/>
                <a:cs typeface="Times New Roman" panose="02020603050405020304" pitchFamily="18" charset="0"/>
              </a:rPr>
              <a:t>nghĩa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gì</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xuất</a:t>
            </a:r>
            <a:r>
              <a:rPr lang="en-US" sz="2400" dirty="0">
                <a:latin typeface="Times New Roman" panose="02020603050405020304" pitchFamily="18" charset="0"/>
                <a:cs typeface="Times New Roman" panose="02020603050405020304" pitchFamily="18" charset="0"/>
              </a:rPr>
              <a:t>?</a:t>
            </a:r>
          </a:p>
        </p:txBody>
      </p:sp>
      <p:sp>
        <p:nvSpPr>
          <p:cNvPr id="32" name="Google Shape;1720;p65">
            <a:extLst>
              <a:ext uri="{FF2B5EF4-FFF2-40B4-BE49-F238E27FC236}">
                <a16:creationId xmlns:a16="http://schemas.microsoft.com/office/drawing/2014/main" xmlns="" id="{C9BE6D65-A6C8-A689-7FF8-279B091C3EF8}"/>
              </a:ext>
            </a:extLst>
          </p:cNvPr>
          <p:cNvSpPr/>
          <p:nvPr/>
        </p:nvSpPr>
        <p:spPr>
          <a:xfrm>
            <a:off x="533611" y="988648"/>
            <a:ext cx="7822272" cy="1409253"/>
          </a:xfrm>
          <a:custGeom>
            <a:avLst/>
            <a:gdLst/>
            <a:ahLst/>
            <a:cxnLst/>
            <a:rect l="l" t="t" r="r" b="b"/>
            <a:pathLst>
              <a:path w="199801" h="103467" extrusionOk="0">
                <a:moveTo>
                  <a:pt x="100127" y="0"/>
                </a:moveTo>
                <a:cubicBezTo>
                  <a:pt x="91281" y="0"/>
                  <a:pt x="82435" y="60"/>
                  <a:pt x="73588" y="179"/>
                </a:cubicBezTo>
                <a:cubicBezTo>
                  <a:pt x="71909" y="207"/>
                  <a:pt x="70225" y="228"/>
                  <a:pt x="68546" y="260"/>
                </a:cubicBezTo>
                <a:cubicBezTo>
                  <a:pt x="52087" y="520"/>
                  <a:pt x="35630" y="988"/>
                  <a:pt x="19162" y="1665"/>
                </a:cubicBezTo>
                <a:cubicBezTo>
                  <a:pt x="18193" y="1706"/>
                  <a:pt x="17218" y="1746"/>
                  <a:pt x="16248" y="1787"/>
                </a:cubicBezTo>
                <a:cubicBezTo>
                  <a:pt x="16028" y="1796"/>
                  <a:pt x="15812" y="1804"/>
                  <a:pt x="15593" y="1813"/>
                </a:cubicBezTo>
                <a:cubicBezTo>
                  <a:pt x="15367" y="1808"/>
                  <a:pt x="15144" y="1805"/>
                  <a:pt x="14922" y="1805"/>
                </a:cubicBezTo>
                <a:cubicBezTo>
                  <a:pt x="8389" y="1805"/>
                  <a:pt x="3600" y="4346"/>
                  <a:pt x="3305" y="11429"/>
                </a:cubicBezTo>
                <a:cubicBezTo>
                  <a:pt x="3175" y="13103"/>
                  <a:pt x="2999" y="15015"/>
                  <a:pt x="2802" y="17121"/>
                </a:cubicBezTo>
                <a:cubicBezTo>
                  <a:pt x="2766" y="17494"/>
                  <a:pt x="2730" y="17871"/>
                  <a:pt x="2698" y="18258"/>
                </a:cubicBezTo>
                <a:cubicBezTo>
                  <a:pt x="2446" y="20869"/>
                  <a:pt x="2168" y="23752"/>
                  <a:pt x="1886" y="26831"/>
                </a:cubicBezTo>
                <a:cubicBezTo>
                  <a:pt x="1840" y="27303"/>
                  <a:pt x="1800" y="27784"/>
                  <a:pt x="1755" y="28269"/>
                </a:cubicBezTo>
                <a:cubicBezTo>
                  <a:pt x="1207" y="34357"/>
                  <a:pt x="673" y="41131"/>
                  <a:pt x="373" y="48018"/>
                </a:cubicBezTo>
                <a:cubicBezTo>
                  <a:pt x="373" y="48054"/>
                  <a:pt x="373" y="48094"/>
                  <a:pt x="368" y="48130"/>
                </a:cubicBezTo>
                <a:cubicBezTo>
                  <a:pt x="54" y="55430"/>
                  <a:pt x="1" y="62856"/>
                  <a:pt x="476" y="69733"/>
                </a:cubicBezTo>
                <a:cubicBezTo>
                  <a:pt x="508" y="70211"/>
                  <a:pt x="544" y="70686"/>
                  <a:pt x="584" y="71158"/>
                </a:cubicBezTo>
                <a:cubicBezTo>
                  <a:pt x="778" y="73585"/>
                  <a:pt x="1046" y="75939"/>
                  <a:pt x="1392" y="78183"/>
                </a:cubicBezTo>
                <a:cubicBezTo>
                  <a:pt x="1441" y="78494"/>
                  <a:pt x="1491" y="78798"/>
                  <a:pt x="1540" y="79103"/>
                </a:cubicBezTo>
                <a:cubicBezTo>
                  <a:pt x="2900" y="87234"/>
                  <a:pt x="5388" y="93865"/>
                  <a:pt x="9590" y="97461"/>
                </a:cubicBezTo>
                <a:cubicBezTo>
                  <a:pt x="9612" y="97479"/>
                  <a:pt x="9639" y="97497"/>
                  <a:pt x="9661" y="97510"/>
                </a:cubicBezTo>
                <a:cubicBezTo>
                  <a:pt x="10084" y="97812"/>
                  <a:pt x="10519" y="98082"/>
                  <a:pt x="10969" y="98328"/>
                </a:cubicBezTo>
                <a:cubicBezTo>
                  <a:pt x="15026" y="100582"/>
                  <a:pt x="19993" y="100869"/>
                  <a:pt x="24693" y="101067"/>
                </a:cubicBezTo>
                <a:cubicBezTo>
                  <a:pt x="47105" y="102494"/>
                  <a:pt x="69492" y="103284"/>
                  <a:pt x="91882" y="103437"/>
                </a:cubicBezTo>
                <a:cubicBezTo>
                  <a:pt x="93916" y="103454"/>
                  <a:pt x="95946" y="103464"/>
                  <a:pt x="97980" y="103464"/>
                </a:cubicBezTo>
                <a:cubicBezTo>
                  <a:pt x="98844" y="103466"/>
                  <a:pt x="99708" y="103467"/>
                  <a:pt x="100572" y="103467"/>
                </a:cubicBezTo>
                <a:cubicBezTo>
                  <a:pt x="115757" y="103467"/>
                  <a:pt x="130944" y="103166"/>
                  <a:pt x="146138" y="102575"/>
                </a:cubicBezTo>
                <a:cubicBezTo>
                  <a:pt x="147269" y="102534"/>
                  <a:pt x="148400" y="102485"/>
                  <a:pt x="149532" y="102436"/>
                </a:cubicBezTo>
                <a:cubicBezTo>
                  <a:pt x="158219" y="102076"/>
                  <a:pt x="166911" y="101620"/>
                  <a:pt x="175602" y="101067"/>
                </a:cubicBezTo>
                <a:cubicBezTo>
                  <a:pt x="176079" y="101083"/>
                  <a:pt x="176548" y="101092"/>
                  <a:pt x="177009" y="101092"/>
                </a:cubicBezTo>
                <a:cubicBezTo>
                  <a:pt x="189730" y="101092"/>
                  <a:pt x="196027" y="94765"/>
                  <a:pt x="198103" y="83886"/>
                </a:cubicBezTo>
                <a:cubicBezTo>
                  <a:pt x="198149" y="83679"/>
                  <a:pt x="198184" y="83468"/>
                  <a:pt x="198220" y="83257"/>
                </a:cubicBezTo>
                <a:cubicBezTo>
                  <a:pt x="198561" y="81295"/>
                  <a:pt x="198773" y="79185"/>
                  <a:pt x="198863" y="76944"/>
                </a:cubicBezTo>
                <a:cubicBezTo>
                  <a:pt x="198961" y="74515"/>
                  <a:pt x="199063" y="72073"/>
                  <a:pt x="199167" y="69613"/>
                </a:cubicBezTo>
                <a:cubicBezTo>
                  <a:pt x="199185" y="69230"/>
                  <a:pt x="199204" y="68850"/>
                  <a:pt x="199216" y="68468"/>
                </a:cubicBezTo>
                <a:cubicBezTo>
                  <a:pt x="199294" y="66627"/>
                  <a:pt x="199370" y="64781"/>
                  <a:pt x="199441" y="62927"/>
                </a:cubicBezTo>
                <a:cubicBezTo>
                  <a:pt x="199455" y="62560"/>
                  <a:pt x="199468" y="62191"/>
                  <a:pt x="199482" y="61823"/>
                </a:cubicBezTo>
                <a:cubicBezTo>
                  <a:pt x="199657" y="57027"/>
                  <a:pt x="199787" y="52202"/>
                  <a:pt x="199800" y="47376"/>
                </a:cubicBezTo>
                <a:lnTo>
                  <a:pt x="199800" y="45902"/>
                </a:lnTo>
                <a:cubicBezTo>
                  <a:pt x="199785" y="39540"/>
                  <a:pt x="199557" y="33189"/>
                  <a:pt x="198957" y="26923"/>
                </a:cubicBezTo>
                <a:cubicBezTo>
                  <a:pt x="198934" y="26685"/>
                  <a:pt x="198912" y="26448"/>
                  <a:pt x="198885" y="26209"/>
                </a:cubicBezTo>
                <a:cubicBezTo>
                  <a:pt x="198603" y="23400"/>
                  <a:pt x="198243" y="20607"/>
                  <a:pt x="197790" y="17837"/>
                </a:cubicBezTo>
                <a:cubicBezTo>
                  <a:pt x="197660" y="17050"/>
                  <a:pt x="197521" y="16265"/>
                  <a:pt x="197378" y="15479"/>
                </a:cubicBezTo>
                <a:cubicBezTo>
                  <a:pt x="196855" y="12633"/>
                  <a:pt x="196228" y="9817"/>
                  <a:pt x="195482" y="7034"/>
                </a:cubicBezTo>
                <a:cubicBezTo>
                  <a:pt x="195401" y="6738"/>
                  <a:pt x="195321" y="6442"/>
                  <a:pt x="195240" y="6150"/>
                </a:cubicBezTo>
                <a:cubicBezTo>
                  <a:pt x="194044" y="1903"/>
                  <a:pt x="187660" y="1599"/>
                  <a:pt x="182861" y="1599"/>
                </a:cubicBezTo>
                <a:cubicBezTo>
                  <a:pt x="182058" y="1599"/>
                  <a:pt x="181300" y="1607"/>
                  <a:pt x="180617" y="1607"/>
                </a:cubicBezTo>
                <a:cubicBezTo>
                  <a:pt x="180110" y="1607"/>
                  <a:pt x="179644" y="1603"/>
                  <a:pt x="179234" y="1586"/>
                </a:cubicBezTo>
                <a:cubicBezTo>
                  <a:pt x="173166" y="1345"/>
                  <a:pt x="167098" y="1143"/>
                  <a:pt x="161029" y="942"/>
                </a:cubicBezTo>
                <a:cubicBezTo>
                  <a:pt x="159943" y="907"/>
                  <a:pt x="158861" y="876"/>
                  <a:pt x="157774" y="844"/>
                </a:cubicBezTo>
                <a:cubicBezTo>
                  <a:pt x="138554" y="281"/>
                  <a:pt x="119341" y="0"/>
                  <a:pt x="100127" y="0"/>
                </a:cubicBezTo>
                <a:close/>
              </a:path>
            </a:pathLst>
          </a:custGeom>
          <a:solidFill>
            <a:srgbClr val="FFF4D4"/>
          </a:solidFill>
          <a:ln>
            <a:noFill/>
          </a:ln>
          <a:effectLst>
            <a:outerShdw blurRad="200025" dist="28575" algn="bl" rotWithShape="0">
              <a:srgbClr val="000000">
                <a:alpha val="10000"/>
              </a:srgbClr>
            </a:outerShdw>
          </a:effectLst>
        </p:spPr>
        <p:txBody>
          <a:bodyPr spcFirstLastPara="1" wrap="square" lIns="91425" tIns="91425" rIns="91425" bIns="91425" anchor="ctr" anchorCtr="0">
            <a:noAutofit/>
          </a:bodyPr>
          <a:lstStyle/>
          <a:p>
            <a:pPr algn="just"/>
            <a:r>
              <a:rPr lang="en-US" sz="2400" dirty="0" err="1">
                <a:latin typeface="Times New Roman" panose="02020603050405020304" pitchFamily="18" charset="0"/>
                <a:cs typeface="Times New Roman" panose="02020603050405020304" pitchFamily="18" charset="0"/>
              </a:rPr>
              <a:t>Câu</a:t>
            </a:r>
            <a:r>
              <a:rPr lang="en-US" sz="2400" dirty="0">
                <a:latin typeface="Times New Roman" panose="02020603050405020304" pitchFamily="18" charset="0"/>
                <a:cs typeface="Times New Roman" panose="02020603050405020304" pitchFamily="18" charset="0"/>
              </a:rPr>
              <a:t> 4.b.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ngọn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lửa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cháy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oxygen </a:t>
            </a:r>
            <a:r>
              <a:rPr lang="en-US" sz="2400" dirty="0" err="1">
                <a:latin typeface="Times New Roman" panose="02020603050405020304" pitchFamily="18" charset="0"/>
                <a:cs typeface="Times New Roman" panose="02020603050405020304" pitchFamily="18" charset="0"/>
              </a:rPr>
              <a:t>tinh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cháy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khí</a:t>
            </a:r>
            <a:r>
              <a:rPr lang="en-US" sz="2400" dirty="0">
                <a:latin typeface="Times New Roman" panose="02020603050405020304" pitchFamily="18" charset="0"/>
                <a:cs typeface="Times New Roman" panose="02020603050405020304" pitchFamily="18" charset="0"/>
              </a:rPr>
              <a:t>? </a:t>
            </a:r>
          </a:p>
        </p:txBody>
      </p:sp>
      <p:sp>
        <p:nvSpPr>
          <p:cNvPr id="2" name="Rectangle 1"/>
          <p:cNvSpPr/>
          <p:nvPr/>
        </p:nvSpPr>
        <p:spPr>
          <a:xfrm>
            <a:off x="533611" y="2833626"/>
            <a:ext cx="7822272" cy="1938992"/>
          </a:xfrm>
          <a:prstGeom prst="rect">
            <a:avLst/>
          </a:prstGeom>
          <a:solidFill>
            <a:schemeClr val="accent1"/>
          </a:solidFill>
        </p:spPr>
        <p:txBody>
          <a:bodyPr wrap="square">
            <a:spAutoFit/>
          </a:bodyPr>
          <a:lstStyle/>
          <a:p>
            <a:pPr algn="just"/>
            <a:r>
              <a:rPr lang="en-US" sz="2400" dirty="0">
                <a:effectLst/>
                <a:latin typeface="Times New Roman" panose="02020603050405020304" pitchFamily="18" charset="0"/>
                <a:ea typeface="Calibri"/>
                <a:cs typeface="Times New Roman" panose="02020603050405020304" pitchFamily="18" charset="0"/>
              </a:rPr>
              <a:t>Khi </a:t>
            </a:r>
            <a:r>
              <a:rPr lang="en-US" sz="2400" dirty="0" err="1">
                <a:effectLst/>
                <a:latin typeface="Times New Roman" panose="02020603050405020304" pitchFamily="18" charset="0"/>
                <a:ea typeface="Calibri"/>
                <a:cs typeface="Times New Roman" panose="02020603050405020304" pitchFamily="18" charset="0"/>
              </a:rPr>
              <a:t>đốt</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cháy</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trong</a:t>
            </a:r>
            <a:r>
              <a:rPr lang="en-US" sz="2400" dirty="0">
                <a:effectLst/>
                <a:latin typeface="Times New Roman" panose="02020603050405020304" pitchFamily="18" charset="0"/>
                <a:ea typeface="Calibri"/>
                <a:cs typeface="Times New Roman" panose="02020603050405020304" pitchFamily="18" charset="0"/>
              </a:rPr>
              <a:t> oxygen </a:t>
            </a:r>
            <a:r>
              <a:rPr lang="en-US" sz="2400" dirty="0" err="1">
                <a:effectLst/>
                <a:latin typeface="Times New Roman" panose="02020603050405020304" pitchFamily="18" charset="0"/>
                <a:ea typeface="Calibri"/>
                <a:cs typeface="Times New Roman" panose="02020603050405020304" pitchFamily="18" charset="0"/>
              </a:rPr>
              <a:t>tinh</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khiết</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toàn</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bộ</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nhiệt</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lượng</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tỏa</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ra</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chỉ</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dùng</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đốt</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nóng</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sản</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phẩm</a:t>
            </a:r>
            <a:r>
              <a:rPr lang="en-US" sz="2400" dirty="0">
                <a:effectLst/>
                <a:latin typeface="Times New Roman" panose="02020603050405020304" pitchFamily="18" charset="0"/>
                <a:ea typeface="Calibri"/>
                <a:cs typeface="Times New Roman" panose="02020603050405020304" pitchFamily="18" charset="0"/>
              </a:rPr>
              <a:t> </a:t>
            </a:r>
            <a:r>
              <a:rPr lang="en-US" sz="2400" dirty="0" err="1">
                <a:effectLst/>
                <a:latin typeface="Times New Roman" panose="02020603050405020304" pitchFamily="18" charset="0"/>
                <a:ea typeface="Calibri"/>
                <a:cs typeface="Times New Roman" panose="02020603050405020304" pitchFamily="18" charset="0"/>
              </a:rPr>
              <a:t>cháy</a:t>
            </a:r>
            <a:r>
              <a:rPr lang="en-US" sz="2400" dirty="0">
                <a:effectLst/>
                <a:latin typeface="Times New Roman" panose="02020603050405020304" pitchFamily="18" charset="0"/>
                <a:ea typeface="Calibri"/>
                <a:cs typeface="Times New Roman" panose="02020603050405020304" pitchFamily="18" charset="0"/>
              </a:rPr>
              <a:t>.</a:t>
            </a:r>
          </a:p>
          <a:p>
            <a:pPr algn="just"/>
            <a:r>
              <a:rPr lang="en-US" sz="2400" dirty="0">
                <a:latin typeface="Times New Roman" panose="02020603050405020304" pitchFamily="18" charset="0"/>
                <a:ea typeface="Calibri"/>
                <a:cs typeface="Times New Roman" panose="02020603050405020304" pitchFamily="18" charset="0"/>
              </a:rPr>
              <a:t>Khi </a:t>
            </a:r>
            <a:r>
              <a:rPr lang="en-US" sz="2400" dirty="0" err="1">
                <a:latin typeface="Times New Roman" panose="02020603050405020304" pitchFamily="18" charset="0"/>
                <a:ea typeface="Calibri"/>
                <a:cs typeface="Times New Roman" panose="02020603050405020304" pitchFamily="18" charset="0"/>
              </a:rPr>
              <a:t>đốt</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cháy</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trong</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không</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khí</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nhiệt</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lượng</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tỏa</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ra</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vừa</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dùng</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đốt</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nóng</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sản</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phẩm</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cháy</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vừa</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dùng</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đốt</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nóng</a:t>
            </a:r>
            <a:r>
              <a:rPr lang="en-US" sz="2400" dirty="0">
                <a:latin typeface="Times New Roman" panose="02020603050405020304" pitchFamily="18" charset="0"/>
                <a:ea typeface="Calibri"/>
                <a:cs typeface="Times New Roman" panose="02020603050405020304" pitchFamily="18" charset="0"/>
              </a:rPr>
              <a:t> nitrogen, </a:t>
            </a:r>
            <a:r>
              <a:rPr lang="en-US" sz="2400" dirty="0" err="1">
                <a:latin typeface="Times New Roman" panose="02020603050405020304" pitchFamily="18" charset="0"/>
                <a:ea typeface="Calibri"/>
                <a:cs typeface="Times New Roman" panose="02020603050405020304" pitchFamily="18" charset="0"/>
              </a:rPr>
              <a:t>lượng</a:t>
            </a:r>
            <a:r>
              <a:rPr lang="en-US" sz="2400" dirty="0">
                <a:latin typeface="Times New Roman" panose="02020603050405020304" pitchFamily="18" charset="0"/>
                <a:ea typeface="Calibri"/>
                <a:cs typeface="Times New Roman" panose="02020603050405020304" pitchFamily="18" charset="0"/>
              </a:rPr>
              <a:t> nitrogen </a:t>
            </a:r>
            <a:r>
              <a:rPr lang="en-US" sz="2400" dirty="0" err="1">
                <a:latin typeface="Times New Roman" panose="02020603050405020304" pitchFamily="18" charset="0"/>
                <a:ea typeface="Calibri"/>
                <a:cs typeface="Times New Roman" panose="02020603050405020304" pitchFamily="18" charset="0"/>
              </a:rPr>
              <a:t>này</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cao</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gần</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gấp</a:t>
            </a:r>
            <a:r>
              <a:rPr lang="en-US" sz="2400" dirty="0">
                <a:latin typeface="Times New Roman" panose="02020603050405020304" pitchFamily="18" charset="0"/>
                <a:ea typeface="Calibri"/>
                <a:cs typeface="Times New Roman" panose="02020603050405020304" pitchFamily="18" charset="0"/>
              </a:rPr>
              <a:t> 4 </a:t>
            </a:r>
            <a:r>
              <a:rPr lang="en-US" sz="2400" dirty="0" err="1">
                <a:latin typeface="Times New Roman" panose="02020603050405020304" pitchFamily="18" charset="0"/>
                <a:ea typeface="Calibri"/>
                <a:cs typeface="Times New Roman" panose="02020603050405020304" pitchFamily="18" charset="0"/>
              </a:rPr>
              <a:t>lần</a:t>
            </a:r>
            <a:r>
              <a:rPr lang="en-US" sz="2400" dirty="0">
                <a:latin typeface="Times New Roman" panose="02020603050405020304" pitchFamily="18" charset="0"/>
                <a:ea typeface="Calibri"/>
                <a:cs typeface="Times New Roman" panose="02020603050405020304" pitchFamily="18" charset="0"/>
              </a:rPr>
              <a:t> </a:t>
            </a:r>
            <a:r>
              <a:rPr lang="en-US" sz="2400" dirty="0" err="1">
                <a:latin typeface="Times New Roman" panose="02020603050405020304" pitchFamily="18" charset="0"/>
                <a:ea typeface="Calibri"/>
                <a:cs typeface="Times New Roman" panose="02020603050405020304" pitchFamily="18" charset="0"/>
              </a:rPr>
              <a:t>lượng</a:t>
            </a:r>
            <a:r>
              <a:rPr lang="en-US" sz="2400" dirty="0">
                <a:latin typeface="Times New Roman" panose="02020603050405020304" pitchFamily="18" charset="0"/>
                <a:ea typeface="Calibri"/>
                <a:cs typeface="Times New Roman" panose="02020603050405020304" pitchFamily="18" charset="0"/>
              </a:rPr>
              <a:t> oxygen ban </a:t>
            </a:r>
            <a:r>
              <a:rPr lang="en-US" sz="2400" dirty="0" err="1">
                <a:latin typeface="Times New Roman" panose="02020603050405020304" pitchFamily="18" charset="0"/>
                <a:ea typeface="Calibri"/>
                <a:cs typeface="Times New Roman" panose="02020603050405020304" pitchFamily="18" charset="0"/>
              </a:rPr>
              <a:t>đầu</a:t>
            </a:r>
            <a:r>
              <a:rPr lang="en-US" sz="2400" dirty="0">
                <a:latin typeface="Times New Roman" panose="02020603050405020304" pitchFamily="18" charset="0"/>
                <a:ea typeface="Calibri"/>
                <a:cs typeface="Times New Roman" panose="02020603050405020304" pitchFamily="18" charset="0"/>
              </a:rPr>
              <a:t>.</a:t>
            </a:r>
            <a:endParaRPr lang="en-US" sz="2400" dirty="0">
              <a:effectLst/>
              <a:latin typeface="Times New Roman" panose="02020603050405020304" pitchFamily="18" charset="0"/>
              <a:ea typeface="Calibri"/>
              <a:cs typeface="Times New Roman" panose="02020603050405020304" pitchFamily="18" charset="0"/>
            </a:endParaRPr>
          </a:p>
        </p:txBody>
      </p:sp>
      <p:pic>
        <p:nvPicPr>
          <p:cNvPr id="5" name="Picture 4">
            <a:extLst>
              <a:ext uri="{FF2B5EF4-FFF2-40B4-BE49-F238E27FC236}">
                <a16:creationId xmlns:a16="http://schemas.microsoft.com/office/drawing/2014/main" xmlns="" id="{711AAE08-24CB-D805-E26B-7BF304EE2BBB}"/>
              </a:ext>
            </a:extLst>
          </p:cNvPr>
          <p:cNvPicPr>
            <a:picLocks noChangeAspect="1"/>
          </p:cNvPicPr>
          <p:nvPr/>
        </p:nvPicPr>
        <p:blipFill>
          <a:blip r:embed="rId5"/>
          <a:stretch>
            <a:fillRect/>
          </a:stretch>
        </p:blipFill>
        <p:spPr>
          <a:xfrm>
            <a:off x="1948077" y="-151658"/>
            <a:ext cx="6710901" cy="1140306"/>
          </a:xfrm>
          <a:prstGeom prst="rect">
            <a:avLst/>
          </a:prstGeom>
        </p:spPr>
      </p:pic>
      <p:sp>
        <p:nvSpPr>
          <p:cNvPr id="4" name="Title 3">
            <a:extLst>
              <a:ext uri="{FF2B5EF4-FFF2-40B4-BE49-F238E27FC236}">
                <a16:creationId xmlns:a16="http://schemas.microsoft.com/office/drawing/2014/main" xmlns="" id="{C856AC10-3B9B-A7A9-9D38-D1EDB5C9C5A7}"/>
              </a:ext>
            </a:extLst>
          </p:cNvPr>
          <p:cNvSpPr>
            <a:spLocks noGrp="1"/>
          </p:cNvSpPr>
          <p:nvPr>
            <p:ph type="title"/>
          </p:nvPr>
        </p:nvSpPr>
        <p:spPr>
          <a:xfrm>
            <a:off x="2310155" y="265874"/>
            <a:ext cx="7708500" cy="420600"/>
          </a:xfrm>
        </p:spPr>
        <p:txBody>
          <a:bodyPr/>
          <a:lstStyle/>
          <a:p>
            <a:pPr algn="l"/>
            <a:r>
              <a:rPr lang="en-US" sz="2800" b="1" dirty="0">
                <a:latin typeface="Times New Roman" panose="02020603050405020304" pitchFamily="18" charset="0"/>
                <a:cs typeface="Times New Roman" panose="02020603050405020304" pitchFamily="18" charset="0"/>
              </a:rPr>
              <a:t>II. </a:t>
            </a:r>
            <a:r>
              <a:rPr lang="en-US" sz="2800" b="1" dirty="0" err="1">
                <a:latin typeface="Times New Roman" panose="02020603050405020304" pitchFamily="18" charset="0"/>
                <a:cs typeface="Times New Roman" panose="02020603050405020304" pitchFamily="18" charset="0"/>
              </a:rPr>
              <a:t>Nhiệt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ngọn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lửa</a:t>
            </a:r>
            <a:endParaRPr lang="vi-VN" sz="2800" b="1"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xmlns="" id="{FB786CAF-1445-3659-B582-E23AD8C807E1}"/>
              </a:ext>
            </a:extLst>
          </p:cNvPr>
          <p:cNvSpPr/>
          <p:nvPr/>
        </p:nvSpPr>
        <p:spPr>
          <a:xfrm>
            <a:off x="-28496" y="2938840"/>
            <a:ext cx="8685583" cy="22046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Nhiên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liệu</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là</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các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chất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có</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năng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suất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tỏa</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nhiệt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lớn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tạo</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ra</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được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nhiều</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nhiệt</a:t>
            </a:r>
            <a:r>
              <a:rPr lang="en-US" sz="2400" dirty="0">
                <a:solidFill>
                  <a:srgbClr val="000000"/>
                </a:solidFill>
                <a:latin typeface="Times New Roman" panose="02020603050405020304" pitchFamily="18" charset="0"/>
                <a:cs typeface="Times New Roman" panose="02020603050405020304" pitchFamily="18" charset="0"/>
              </a:rPr>
              <a:t> ở </a:t>
            </a:r>
            <a:r>
              <a:rPr lang="en-US" sz="2400" dirty="0" err="1">
                <a:solidFill>
                  <a:srgbClr val="000000"/>
                </a:solidFill>
                <a:latin typeface="Times New Roman" panose="02020603050405020304" pitchFamily="18" charset="0"/>
                <a:cs typeface="Times New Roman" panose="02020603050405020304" pitchFamily="18" charset="0"/>
              </a:rPr>
              <a:t>vùng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cháy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dẫn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tới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nhiệt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độ</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ngọn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lửa</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cao</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Trong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đời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sống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sản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xuất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nhiệt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độ</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ngọn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lửa</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cao</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sẽ</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làm</a:t>
            </a:r>
            <a:r>
              <a:rPr lang="en-US" sz="2400" dirty="0">
                <a:solidFill>
                  <a:srgbClr val="000000"/>
                </a:solidFill>
                <a:latin typeface="Times New Roman" panose="02020603050405020304" pitchFamily="18" charset="0"/>
                <a:cs typeface="Times New Roman" panose="02020603050405020304" pitchFamily="18" charset="0"/>
              </a:rPr>
              <a:t> tang </a:t>
            </a:r>
            <a:r>
              <a:rPr lang="en-US" sz="2400" dirty="0" err="1">
                <a:solidFill>
                  <a:srgbClr val="000000"/>
                </a:solidFill>
                <a:latin typeface="Times New Roman" panose="02020603050405020304" pitchFamily="18" charset="0"/>
                <a:cs typeface="Times New Roman" panose="02020603050405020304" pitchFamily="18" charset="0"/>
              </a:rPr>
              <a:t>tốc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độ</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và</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hiệu</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suất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các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quá</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trình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theo</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mục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đích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của</a:t>
            </a:r>
            <a:r>
              <a:rPr lang="en-US" sz="2400" dirty="0">
                <a:solidFill>
                  <a:srgbClr val="000000"/>
                </a:solidFill>
                <a:latin typeface="Times New Roman" panose="02020603050405020304" pitchFamily="18" charset="0"/>
                <a:cs typeface="Times New Roman" panose="02020603050405020304" pitchFamily="18" charset="0"/>
              </a:rPr>
              <a:t> con </a:t>
            </a:r>
            <a:r>
              <a:rPr lang="en-US" sz="2400" dirty="0" err="1">
                <a:solidFill>
                  <a:srgbClr val="000000"/>
                </a:solidFill>
                <a:latin typeface="Times New Roman" panose="02020603050405020304" pitchFamily="18" charset="0"/>
                <a:cs typeface="Times New Roman" panose="02020603050405020304" pitchFamily="18" charset="0"/>
              </a:rPr>
              <a:t>người</a:t>
            </a:r>
            <a:r>
              <a:rPr lang="en-US" sz="2400" dirty="0">
                <a:solidFill>
                  <a:srgbClr val="00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7642735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32"/>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0" grpId="1" animBg="1"/>
      <p:bldP spid="32" grpId="0" animBg="1"/>
      <p:bldP spid="32" grpId="1" animBg="1"/>
      <p:bldP spid="2" grpId="0" animBg="1"/>
      <p:bldP spid="2" grpId="1" animBg="1"/>
      <p:bldP spid="6" grpId="0" animBg="1"/>
      <p:bldP spid="6"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646" y="0"/>
            <a:ext cx="6705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3">
            <a:extLst>
              <a:ext uri="{FF2B5EF4-FFF2-40B4-BE49-F238E27FC236}">
                <a16:creationId xmlns:a16="http://schemas.microsoft.com/office/drawing/2014/main" xmlns="" id="{C856AC10-3B9B-A7A9-9D38-D1EDB5C9C5A7}"/>
              </a:ext>
            </a:extLst>
          </p:cNvPr>
          <p:cNvSpPr>
            <a:spLocks noGrp="1"/>
          </p:cNvSpPr>
          <p:nvPr>
            <p:ph type="title"/>
          </p:nvPr>
        </p:nvSpPr>
        <p:spPr>
          <a:xfrm>
            <a:off x="2310155" y="265874"/>
            <a:ext cx="7708500" cy="420600"/>
          </a:xfrm>
        </p:spPr>
        <p:txBody>
          <a:bodyPr/>
          <a:lstStyle/>
          <a:p>
            <a:pPr algn="l"/>
            <a:r>
              <a:rPr lang="en-US" sz="2800" b="1" dirty="0">
                <a:solidFill>
                  <a:schemeClr val="tx1"/>
                </a:solidFill>
                <a:latin typeface="Times New Roman" panose="02020603050405020304" pitchFamily="18" charset="0"/>
                <a:cs typeface="Times New Roman" panose="02020603050405020304" pitchFamily="18" charset="0"/>
              </a:rPr>
              <a:t>II. </a:t>
            </a:r>
            <a:r>
              <a:rPr lang="en-US" sz="2800" b="1" dirty="0" err="1">
                <a:solidFill>
                  <a:schemeClr val="tx1"/>
                </a:solidFill>
                <a:latin typeface="Times New Roman" panose="02020603050405020304" pitchFamily="18" charset="0"/>
                <a:cs typeface="Times New Roman" panose="02020603050405020304" pitchFamily="18" charset="0"/>
              </a:rPr>
              <a:t>Nhiệt</a:t>
            </a: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err="1">
                <a:solidFill>
                  <a:schemeClr val="tx1"/>
                </a:solidFill>
                <a:latin typeface="Times New Roman" panose="02020603050405020304" pitchFamily="18" charset="0"/>
                <a:cs typeface="Times New Roman" panose="02020603050405020304" pitchFamily="18" charset="0"/>
              </a:rPr>
              <a:t>độ</a:t>
            </a: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err="1">
                <a:solidFill>
                  <a:schemeClr val="tx1"/>
                </a:solidFill>
                <a:latin typeface="Times New Roman" panose="02020603050405020304" pitchFamily="18" charset="0"/>
                <a:cs typeface="Times New Roman" panose="02020603050405020304" pitchFamily="18" charset="0"/>
              </a:rPr>
              <a:t>ngọn</a:t>
            </a: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err="1">
                <a:solidFill>
                  <a:schemeClr val="tx1"/>
                </a:solidFill>
                <a:latin typeface="Times New Roman" panose="02020603050405020304" pitchFamily="18" charset="0"/>
                <a:cs typeface="Times New Roman" panose="02020603050405020304" pitchFamily="18" charset="0"/>
              </a:rPr>
              <a:t>lửa</a:t>
            </a:r>
            <a:endParaRPr lang="vi-VN" sz="2800" b="1" dirty="0">
              <a:solidFill>
                <a:schemeClr val="tx1"/>
              </a:solidFill>
              <a:latin typeface="Times New Roman" panose="02020603050405020304" pitchFamily="18" charset="0"/>
              <a:cs typeface="Times New Roman" panose="02020603050405020304" pitchFamily="18" charset="0"/>
            </a:endParaRP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1947"/>
            <a:ext cx="1908175" cy="190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495646" y="1769878"/>
            <a:ext cx="6127898" cy="1384995"/>
          </a:xfrm>
          <a:prstGeom prst="rect">
            <a:avLst/>
          </a:prstGeom>
          <a:noFill/>
          <a:ln>
            <a:solidFill>
              <a:schemeClr val="accent1">
                <a:lumMod val="50000"/>
              </a:schemeClr>
            </a:solidFill>
          </a:ln>
        </p:spPr>
        <p:txBody>
          <a:bodyPr wrap="square" rtlCol="0">
            <a:spAutoFit/>
          </a:bodyPr>
          <a:lstStyle/>
          <a:p>
            <a:r>
              <a:rPr lang="en-US" sz="2800" dirty="0" err="1" smtClean="0">
                <a:solidFill>
                  <a:schemeClr val="bg1"/>
                </a:solidFill>
                <a:latin typeface="Times New Roman" pitchFamily="18" charset="0"/>
                <a:cs typeface="Times New Roman" pitchFamily="18" charset="0"/>
              </a:rPr>
              <a:t>Báo</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cáo</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của</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các</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nhóm</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về</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các</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vụ</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cháy</a:t>
            </a:r>
            <a:r>
              <a:rPr lang="en-US" sz="2800" dirty="0" smtClean="0">
                <a:solidFill>
                  <a:schemeClr val="bg1"/>
                </a:solidFill>
                <a:latin typeface="Times New Roman" pitchFamily="18" charset="0"/>
                <a:cs typeface="Times New Roman" pitchFamily="18" charset="0"/>
              </a:rPr>
              <a:t> ( </a:t>
            </a:r>
            <a:r>
              <a:rPr lang="en-US" sz="2800" dirty="0" err="1" smtClean="0">
                <a:solidFill>
                  <a:schemeClr val="bg1"/>
                </a:solidFill>
                <a:latin typeface="Times New Roman" pitchFamily="18" charset="0"/>
                <a:cs typeface="Times New Roman" pitchFamily="18" charset="0"/>
              </a:rPr>
              <a:t>hậu</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quả</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nguyên</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nhân</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cách</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phòng</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tránh</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cách</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khắc</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phục</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hậu</a:t>
            </a:r>
            <a:r>
              <a:rPr lang="en-US" sz="2800" dirty="0" smtClean="0">
                <a:solidFill>
                  <a:schemeClr val="bg1"/>
                </a:solidFill>
                <a:latin typeface="Times New Roman" pitchFamily="18" charset="0"/>
                <a:cs typeface="Times New Roman" pitchFamily="18" charset="0"/>
              </a:rPr>
              <a:t> </a:t>
            </a:r>
            <a:r>
              <a:rPr lang="en-US" sz="2800" dirty="0" err="1" smtClean="0">
                <a:solidFill>
                  <a:schemeClr val="bg1"/>
                </a:solidFill>
                <a:latin typeface="Times New Roman" pitchFamily="18" charset="0"/>
                <a:cs typeface="Times New Roman" pitchFamily="18" charset="0"/>
              </a:rPr>
              <a:t>quả</a:t>
            </a:r>
            <a:r>
              <a:rPr lang="en-US" sz="2800" dirty="0" smtClean="0">
                <a:solidFill>
                  <a:schemeClr val="bg1"/>
                </a:solidFill>
                <a:latin typeface="Times New Roman" pitchFamily="18" charset="0"/>
                <a:cs typeface="Times New Roman" pitchFamily="18" charset="0"/>
              </a:rPr>
              <a:t>)</a:t>
            </a:r>
            <a:endParaRPr lang="en-US" sz="2800"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2900007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53" name="Google Shape;61;p7">
            <a:extLst>
              <a:ext uri="{FF2B5EF4-FFF2-40B4-BE49-F238E27FC236}">
                <a16:creationId xmlns:a16="http://schemas.microsoft.com/office/drawing/2014/main" xmlns="" id="{91E8B601-D3A5-0391-97A0-534B4C9DF9DA}"/>
              </a:ext>
            </a:extLst>
          </p:cNvPr>
          <p:cNvSpPr/>
          <p:nvPr/>
        </p:nvSpPr>
        <p:spPr>
          <a:xfrm>
            <a:off x="2955975" y="55407"/>
            <a:ext cx="4440243" cy="683719"/>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rgbClr val="FFF5D7"/>
          </a:solidFill>
          <a:ln>
            <a:noFill/>
          </a:ln>
          <a:effectLst>
            <a:outerShdw blurRad="200025" dist="19050" dir="5400000"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0"/>
          <p:cNvSpPr txBox="1">
            <a:spLocks noGrp="1"/>
          </p:cNvSpPr>
          <p:nvPr>
            <p:ph type="title"/>
          </p:nvPr>
        </p:nvSpPr>
        <p:spPr>
          <a:xfrm>
            <a:off x="917958" y="134281"/>
            <a:ext cx="7200990" cy="604845"/>
          </a:xfrm>
          <a:prstGeom prst="rect">
            <a:avLst/>
          </a:prstGeom>
        </p:spPr>
        <p:txBody>
          <a:bodyPr spcFirstLastPara="1" wrap="square" lIns="91425" tIns="91425" rIns="91425" bIns="91425" anchor="t" anchorCtr="0">
            <a:noAutofit/>
          </a:bodyPr>
          <a:lstStyle/>
          <a:p>
            <a:pPr lvl="0">
              <a:lnSpc>
                <a:spcPct val="100000"/>
              </a:lnSpc>
            </a:pPr>
            <a:r>
              <a:rPr lang="en-US" sz="2800" b="1" dirty="0">
                <a:latin typeface="+mn-lt"/>
              </a:rPr>
              <a:t>              </a:t>
            </a:r>
            <a:r>
              <a:rPr lang="en-US" sz="2800" b="1" dirty="0">
                <a:latin typeface="Times New Roman" panose="02020603050405020304" pitchFamily="18" charset="0"/>
                <a:cs typeface="Times New Roman" panose="02020603050405020304" pitchFamily="18" charset="0"/>
              </a:rPr>
              <a:t>III. N</a:t>
            </a:r>
            <a:r>
              <a:rPr lang="vi-VN" sz="2800" b="1" dirty="0">
                <a:latin typeface="Times New Roman" panose="02020603050405020304" pitchFamily="18" charset="0"/>
                <a:cs typeface="Times New Roman" panose="02020603050405020304" pitchFamily="18" charset="0"/>
              </a:rPr>
              <a:t>hiệt độ tự bốc cháy</a:t>
            </a:r>
          </a:p>
        </p:txBody>
      </p:sp>
      <p:pic>
        <p:nvPicPr>
          <p:cNvPr id="29" name="Picture 28" descr="Icon&#10;&#10;Description automatically generated">
            <a:extLst>
              <a:ext uri="{FF2B5EF4-FFF2-40B4-BE49-F238E27FC236}">
                <a16:creationId xmlns:a16="http://schemas.microsoft.com/office/drawing/2014/main" xmlns="" id="{03D72B46-CDAB-E6FA-B011-30B41669E2E3}"/>
              </a:ext>
            </a:extLst>
          </p:cNvPr>
          <p:cNvPicPr>
            <a:picLocks noChangeAspect="1"/>
          </p:cNvPicPr>
          <p:nvPr/>
        </p:nvPicPr>
        <p:blipFill>
          <a:blip r:embed="rId3"/>
          <a:stretch>
            <a:fillRect/>
          </a:stretch>
        </p:blipFill>
        <p:spPr>
          <a:xfrm>
            <a:off x="2110090" y="71142"/>
            <a:ext cx="667984" cy="667984"/>
          </a:xfrm>
          <a:prstGeom prst="rect">
            <a:avLst/>
          </a:prstGeom>
        </p:spPr>
      </p:pic>
      <p:grpSp>
        <p:nvGrpSpPr>
          <p:cNvPr id="30" name="Group 29">
            <a:extLst>
              <a:ext uri="{FF2B5EF4-FFF2-40B4-BE49-F238E27FC236}">
                <a16:creationId xmlns:a16="http://schemas.microsoft.com/office/drawing/2014/main" xmlns="" id="{73A71FB1-112D-5FCC-066B-DD5271B8B058}"/>
              </a:ext>
            </a:extLst>
          </p:cNvPr>
          <p:cNvGrpSpPr/>
          <p:nvPr/>
        </p:nvGrpSpPr>
        <p:grpSpPr>
          <a:xfrm>
            <a:off x="154721" y="3263104"/>
            <a:ext cx="3540869" cy="842181"/>
            <a:chOff x="4767943" y="813894"/>
            <a:chExt cx="3905519" cy="923330"/>
          </a:xfrm>
        </p:grpSpPr>
        <p:sp>
          <p:nvSpPr>
            <p:cNvPr id="31" name="Google Shape;634;p48">
              <a:extLst>
                <a:ext uri="{FF2B5EF4-FFF2-40B4-BE49-F238E27FC236}">
                  <a16:creationId xmlns:a16="http://schemas.microsoft.com/office/drawing/2014/main" xmlns="" id="{3C64C677-AA92-33A5-50CF-43945315B756}"/>
                </a:ext>
              </a:extLst>
            </p:cNvPr>
            <p:cNvSpPr/>
            <p:nvPr/>
          </p:nvSpPr>
          <p:spPr>
            <a:xfrm>
              <a:off x="4767943" y="813894"/>
              <a:ext cx="3795700" cy="923330"/>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chemeClr val="accent4">
                <a:lumMod val="75000"/>
              </a:schemeClr>
            </a:solidFill>
            <a:ln>
              <a:noFill/>
            </a:ln>
            <a:effectLst>
              <a:outerShdw blurRad="152400" dist="76200" dir="2700000" algn="tl" rotWithShape="0">
                <a:prstClr val="black">
                  <a:alpha val="13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TextBox 31">
              <a:extLst>
                <a:ext uri="{FF2B5EF4-FFF2-40B4-BE49-F238E27FC236}">
                  <a16:creationId xmlns:a16="http://schemas.microsoft.com/office/drawing/2014/main" xmlns="" id="{2C34B7BF-A0E2-09A5-7129-CD258892C663}"/>
                </a:ext>
              </a:extLst>
            </p:cNvPr>
            <p:cNvSpPr txBox="1"/>
            <p:nvPr/>
          </p:nvSpPr>
          <p:spPr>
            <a:xfrm>
              <a:off x="5746415" y="860060"/>
              <a:ext cx="2927047" cy="843581"/>
            </a:xfrm>
            <a:prstGeom prst="rect">
              <a:avLst/>
            </a:prstGeom>
            <a:noFill/>
          </p:spPr>
          <p:txBody>
            <a:bodyPr wrap="square" rtlCol="0">
              <a:spAutoFit/>
            </a:bodyPr>
            <a:lstStyle/>
            <a:p>
              <a:r>
                <a:rPr lang="vi-VN" sz="4400" b="1" dirty="0">
                  <a:solidFill>
                    <a:schemeClr val="bg1"/>
                  </a:solidFill>
                  <a:latin typeface="+mn-lt"/>
                </a:rPr>
                <a:t>Ghi Nhớ</a:t>
              </a:r>
              <a:endParaRPr lang="en-US" sz="4400" b="1" dirty="0">
                <a:solidFill>
                  <a:schemeClr val="bg1"/>
                </a:solidFill>
                <a:latin typeface="+mn-lt"/>
              </a:endParaRPr>
            </a:p>
          </p:txBody>
        </p:sp>
        <p:pic>
          <p:nvPicPr>
            <p:cNvPr id="33" name="Picture 32" descr="Icon&#10;&#10;Description automatically generated">
              <a:extLst>
                <a:ext uri="{FF2B5EF4-FFF2-40B4-BE49-F238E27FC236}">
                  <a16:creationId xmlns:a16="http://schemas.microsoft.com/office/drawing/2014/main" xmlns="" id="{93968A0B-328A-112B-EE26-D096154B2539}"/>
                </a:ext>
              </a:extLst>
            </p:cNvPr>
            <p:cNvPicPr>
              <a:picLocks noChangeAspect="1"/>
            </p:cNvPicPr>
            <p:nvPr/>
          </p:nvPicPr>
          <p:blipFill>
            <a:blip r:embed="rId4"/>
            <a:stretch>
              <a:fillRect/>
            </a:stretch>
          </p:blipFill>
          <p:spPr>
            <a:xfrm>
              <a:off x="4981023" y="890683"/>
              <a:ext cx="765392" cy="765392"/>
            </a:xfrm>
            <a:prstGeom prst="rect">
              <a:avLst/>
            </a:prstGeom>
          </p:spPr>
        </p:pic>
      </p:grpSp>
      <p:sp>
        <p:nvSpPr>
          <p:cNvPr id="7" name="Rectangle 6"/>
          <p:cNvSpPr/>
          <p:nvPr/>
        </p:nvSpPr>
        <p:spPr>
          <a:xfrm>
            <a:off x="3596026" y="3263104"/>
            <a:ext cx="5547974" cy="18679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a:p>
            <a:pPr algn="just"/>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Nhiệt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độ</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tự</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bốc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cháy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là</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nhiệt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độ</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thấp</a:t>
            </a:r>
            <a:r>
              <a:rPr lang="en-US" sz="2400" dirty="0">
                <a:solidFill>
                  <a:srgbClr val="000000"/>
                </a:solidFill>
                <a:latin typeface="Times New Roman" panose="02020603050405020304" pitchFamily="18" charset="0"/>
                <a:cs typeface="Times New Roman" panose="02020603050405020304" pitchFamily="18" charset="0"/>
              </a:rPr>
              <a:t> ở </a:t>
            </a:r>
            <a:r>
              <a:rPr lang="en-US" sz="2400" dirty="0" err="1">
                <a:solidFill>
                  <a:srgbClr val="000000"/>
                </a:solidFill>
                <a:latin typeface="Times New Roman" panose="02020603050405020304" pitchFamily="18" charset="0"/>
                <a:cs typeface="Times New Roman" panose="02020603050405020304" pitchFamily="18" charset="0"/>
              </a:rPr>
              <a:t>áp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suất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khí</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quyển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tại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đó</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chất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cháy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tự</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cháy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trong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không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khí</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mà</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không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cần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tiếp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xúc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với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nguồn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lửa</a:t>
            </a:r>
            <a:r>
              <a:rPr lang="en-US" sz="2400" dirty="0">
                <a:solidFill>
                  <a:srgbClr val="000000"/>
                </a:solidFill>
                <a:latin typeface="Times New Roman" panose="02020603050405020304" pitchFamily="18" charset="0"/>
                <a:cs typeface="Times New Roman" panose="02020603050405020304" pitchFamily="18" charset="0"/>
              </a:rPr>
              <a:t>.</a:t>
            </a:r>
          </a:p>
          <a:p>
            <a:pPr marL="285750" indent="-285750" algn="just">
              <a:buFontTx/>
              <a:buChar char="-"/>
            </a:pPr>
            <a:endParaRPr lang="en-US" sz="2400" dirty="0"/>
          </a:p>
        </p:txBody>
      </p:sp>
      <p:sp>
        <p:nvSpPr>
          <p:cNvPr id="10" name="Rounded Rectangular Callout 9"/>
          <p:cNvSpPr/>
          <p:nvPr/>
        </p:nvSpPr>
        <p:spPr>
          <a:xfrm>
            <a:off x="3821164" y="989197"/>
            <a:ext cx="4837814" cy="1563447"/>
          </a:xfrm>
          <a:prstGeom prst="wedgeRoundRectCallout">
            <a:avLst/>
          </a:prstGeom>
          <a:solidFill>
            <a:schemeClr val="accent4">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smtClean="0">
                <a:solidFill>
                  <a:schemeClr val="tx1"/>
                </a:solidFill>
                <a:latin typeface="Times New Roman" pitchFamily="18" charset="0"/>
                <a:cs typeface="Times New Roman" pitchFamily="18" charset="0"/>
              </a:rPr>
              <a:t>Câu</a:t>
            </a:r>
            <a:r>
              <a:rPr lang="en-US" sz="2800" dirty="0" smtClean="0">
                <a:solidFill>
                  <a:schemeClr val="tx1"/>
                </a:solidFill>
                <a:latin typeface="Times New Roman" pitchFamily="18" charset="0"/>
                <a:cs typeface="Times New Roman" pitchFamily="18" charset="0"/>
              </a:rPr>
              <a:t> 8. </a:t>
            </a:r>
            <a:r>
              <a:rPr lang="en-US" sz="2800" dirty="0" err="1" smtClean="0">
                <a:solidFill>
                  <a:schemeClr val="tx1"/>
                </a:solidFill>
                <a:latin typeface="Times New Roman" pitchFamily="18" charset="0"/>
                <a:cs typeface="Times New Roman" pitchFamily="18" charset="0"/>
              </a:rPr>
              <a:t>Khái</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niệm</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về</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nhiệt</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độ</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tự</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bốc</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cháy</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Lấy</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ví</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dụ</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1534349199"/>
              </p:ext>
            </p:extLst>
          </p:nvPr>
        </p:nvGraphicFramePr>
        <p:xfrm>
          <a:off x="347906" y="989197"/>
          <a:ext cx="8739730" cy="2097988"/>
        </p:xfrm>
        <a:graphic>
          <a:graphicData uri="http://schemas.openxmlformats.org/drawingml/2006/table">
            <a:tbl>
              <a:tblPr firstRow="1" firstCol="1" bandRow="1">
                <a:tableStyleId>{B1F7A297-B704-4BC8-95AC-87400A6B415D}</a:tableStyleId>
              </a:tblPr>
              <a:tblGrid>
                <a:gridCol w="2025249">
                  <a:extLst>
                    <a:ext uri="{9D8B030D-6E8A-4147-A177-3AD203B41FA5}">
                      <a16:colId xmlns:a16="http://schemas.microsoft.com/office/drawing/2014/main" xmlns="" val="20000"/>
                    </a:ext>
                  </a:extLst>
                </a:gridCol>
                <a:gridCol w="2349093">
                  <a:extLst>
                    <a:ext uri="{9D8B030D-6E8A-4147-A177-3AD203B41FA5}">
                      <a16:colId xmlns:a16="http://schemas.microsoft.com/office/drawing/2014/main" xmlns="" val="20001"/>
                    </a:ext>
                  </a:extLst>
                </a:gridCol>
                <a:gridCol w="2051930">
                  <a:extLst>
                    <a:ext uri="{9D8B030D-6E8A-4147-A177-3AD203B41FA5}">
                      <a16:colId xmlns:a16="http://schemas.microsoft.com/office/drawing/2014/main" xmlns="" val="20002"/>
                    </a:ext>
                  </a:extLst>
                </a:gridCol>
                <a:gridCol w="2313458">
                  <a:extLst>
                    <a:ext uri="{9D8B030D-6E8A-4147-A177-3AD203B41FA5}">
                      <a16:colId xmlns:a16="http://schemas.microsoft.com/office/drawing/2014/main" xmlns="" val="20003"/>
                    </a:ext>
                  </a:extLst>
                </a:gridCol>
              </a:tblGrid>
              <a:tr h="462337">
                <a:tc gridSpan="4">
                  <a:txBody>
                    <a:bodyPr/>
                    <a:lstStyle/>
                    <a:p>
                      <a:pPr algn="ctr">
                        <a:lnSpc>
                          <a:spcPct val="115000"/>
                        </a:lnSpc>
                        <a:spcAft>
                          <a:spcPts val="0"/>
                        </a:spcAft>
                      </a:pPr>
                      <a:r>
                        <a:rPr lang="vi-VN" sz="1600" b="1" i="1" dirty="0" smtClean="0">
                          <a:solidFill>
                            <a:srgbClr val="000000"/>
                          </a:solidFill>
                          <a:latin typeface="Times New Roman" panose="02020603050405020304" pitchFamily="18" charset="0"/>
                          <a:cs typeface="Times New Roman" panose="02020603050405020304" pitchFamily="18" charset="0"/>
                        </a:rPr>
                        <a:t>Bảng 6</a:t>
                      </a:r>
                      <a:r>
                        <a:rPr lang="en-US" sz="1600" b="1" i="1" dirty="0" smtClean="0">
                          <a:solidFill>
                            <a:srgbClr val="000000"/>
                          </a:solidFill>
                          <a:latin typeface="Times New Roman" panose="02020603050405020304" pitchFamily="18" charset="0"/>
                          <a:cs typeface="Times New Roman" panose="02020603050405020304" pitchFamily="18" charset="0"/>
                        </a:rPr>
                        <a:t>.3.</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Nhiệt</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độ</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tự</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bốc</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cháy</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của</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một</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số</a:t>
                      </a:r>
                      <a:r>
                        <a:rPr lang="en-US" sz="1600" b="1" i="1" baseline="0" dirty="0" smtClean="0">
                          <a:solidFill>
                            <a:srgbClr val="000000"/>
                          </a:solidFill>
                          <a:latin typeface="Times New Roman" panose="02020603050405020304" pitchFamily="18" charset="0"/>
                          <a:cs typeface="Times New Roman" panose="02020603050405020304" pitchFamily="18" charset="0"/>
                        </a:rPr>
                        <a:t> </a:t>
                      </a:r>
                      <a:r>
                        <a:rPr lang="en-US" sz="1600" b="1" i="1" baseline="0" dirty="0" err="1" smtClean="0">
                          <a:solidFill>
                            <a:srgbClr val="000000"/>
                          </a:solidFill>
                          <a:latin typeface="Times New Roman" panose="02020603050405020304" pitchFamily="18" charset="0"/>
                          <a:cs typeface="Times New Roman" panose="02020603050405020304" pitchFamily="18" charset="0"/>
                        </a:rPr>
                        <a:t>chất</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hMerge="1">
                  <a:txBody>
                    <a:bodyPr/>
                    <a:lstStyle/>
                    <a:p>
                      <a:pPr algn="ctr">
                        <a:lnSpc>
                          <a:spcPct val="115000"/>
                        </a:lnSpc>
                        <a:spcAft>
                          <a:spcPts val="0"/>
                        </a:spcAft>
                      </a:pP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hMerge="1">
                  <a:txBody>
                    <a:bodyPr/>
                    <a:lstStyle/>
                    <a:p>
                      <a:pPr algn="ctr">
                        <a:lnSpc>
                          <a:spcPct val="115000"/>
                        </a:lnSpc>
                        <a:spcAft>
                          <a:spcPts val="0"/>
                        </a:spcAft>
                      </a:pP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hMerge="1">
                  <a:txBody>
                    <a:bodyPr/>
                    <a:lstStyle/>
                    <a:p>
                      <a:pPr algn="ctr">
                        <a:lnSpc>
                          <a:spcPct val="115000"/>
                        </a:lnSpc>
                        <a:spcAft>
                          <a:spcPts val="0"/>
                        </a:spcAft>
                      </a:pP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r>
              <a:tr h="373067">
                <a:tc>
                  <a:txBody>
                    <a:bodyPr/>
                    <a:lstStyle/>
                    <a:p>
                      <a:pPr algn="ctr">
                        <a:lnSpc>
                          <a:spcPct val="115000"/>
                        </a:lnSpc>
                        <a:spcAft>
                          <a:spcPts val="0"/>
                        </a:spcAft>
                      </a:pPr>
                      <a:r>
                        <a:rPr lang="en-US" sz="1600" b="1" dirty="0" err="1">
                          <a:effectLst/>
                          <a:latin typeface="Times New Roman" panose="02020603050405020304" pitchFamily="18" charset="0"/>
                          <a:cs typeface="Times New Roman" panose="02020603050405020304" pitchFamily="18" charset="0"/>
                        </a:rPr>
                        <a:t>Nhiên</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liệu</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a:txBody>
                    <a:bodyPr/>
                    <a:lstStyle/>
                    <a:p>
                      <a:pPr algn="ctr">
                        <a:lnSpc>
                          <a:spcPct val="115000"/>
                        </a:lnSpc>
                        <a:spcAft>
                          <a:spcPts val="0"/>
                        </a:spcAft>
                      </a:pPr>
                      <a:r>
                        <a:rPr lang="en-US" sz="1600" b="1" dirty="0" err="1" smtClean="0">
                          <a:effectLst/>
                          <a:latin typeface="Times New Roman" panose="02020603050405020304" pitchFamily="18" charset="0"/>
                          <a:cs typeface="Times New Roman" panose="02020603050405020304" pitchFamily="18" charset="0"/>
                        </a:rPr>
                        <a:t>Nhiệt</a:t>
                      </a:r>
                      <a:r>
                        <a:rPr lang="en-US" sz="1600" b="1" baseline="0" dirty="0" smtClean="0">
                          <a:effectLst/>
                          <a:latin typeface="Times New Roman" panose="02020603050405020304" pitchFamily="18" charset="0"/>
                          <a:cs typeface="Times New Roman" panose="02020603050405020304" pitchFamily="18" charset="0"/>
                        </a:rPr>
                        <a:t> </a:t>
                      </a:r>
                      <a:r>
                        <a:rPr lang="en-US" sz="1600" b="1" baseline="0" dirty="0" err="1" smtClean="0">
                          <a:effectLst/>
                          <a:latin typeface="Times New Roman" panose="02020603050405020304" pitchFamily="18" charset="0"/>
                          <a:cs typeface="Times New Roman" panose="02020603050405020304" pitchFamily="18" charset="0"/>
                        </a:rPr>
                        <a:t>độ</a:t>
                      </a:r>
                      <a:r>
                        <a:rPr lang="en-US" sz="1600" b="1" baseline="0" dirty="0" smtClean="0">
                          <a:effectLst/>
                          <a:latin typeface="Times New Roman" panose="02020603050405020304" pitchFamily="18" charset="0"/>
                          <a:cs typeface="Times New Roman" panose="02020603050405020304" pitchFamily="18" charset="0"/>
                        </a:rPr>
                        <a:t> </a:t>
                      </a:r>
                      <a:r>
                        <a:rPr lang="en-US" sz="1600" b="1" baseline="0" dirty="0" err="1" smtClean="0">
                          <a:effectLst/>
                          <a:latin typeface="Times New Roman" panose="02020603050405020304" pitchFamily="18" charset="0"/>
                          <a:cs typeface="Times New Roman" panose="02020603050405020304" pitchFamily="18" charset="0"/>
                        </a:rPr>
                        <a:t>tự</a:t>
                      </a:r>
                      <a:r>
                        <a:rPr lang="en-US" sz="1600" b="1" baseline="0" dirty="0" smtClean="0">
                          <a:effectLst/>
                          <a:latin typeface="Times New Roman" panose="02020603050405020304" pitchFamily="18" charset="0"/>
                          <a:cs typeface="Times New Roman" panose="02020603050405020304" pitchFamily="18" charset="0"/>
                        </a:rPr>
                        <a:t> </a:t>
                      </a:r>
                      <a:r>
                        <a:rPr lang="en-US" sz="1600" b="1" baseline="0" dirty="0" err="1" smtClean="0">
                          <a:effectLst/>
                          <a:latin typeface="Times New Roman" panose="02020603050405020304" pitchFamily="18" charset="0"/>
                          <a:cs typeface="Times New Roman" panose="02020603050405020304" pitchFamily="18" charset="0"/>
                        </a:rPr>
                        <a:t>bốc</a:t>
                      </a:r>
                      <a:r>
                        <a:rPr lang="en-US" sz="1600" b="1" baseline="0" dirty="0" smtClean="0">
                          <a:effectLst/>
                          <a:latin typeface="Times New Roman" panose="02020603050405020304" pitchFamily="18" charset="0"/>
                          <a:cs typeface="Times New Roman" panose="02020603050405020304" pitchFamily="18" charset="0"/>
                        </a:rPr>
                        <a:t> </a:t>
                      </a:r>
                      <a:r>
                        <a:rPr lang="en-US" sz="1600" b="1" baseline="0" dirty="0" err="1" smtClean="0">
                          <a:effectLst/>
                          <a:latin typeface="Times New Roman" panose="02020603050405020304" pitchFamily="18" charset="0"/>
                          <a:cs typeface="Times New Roman" panose="02020603050405020304" pitchFamily="18" charset="0"/>
                        </a:rPr>
                        <a:t>cháy</a:t>
                      </a:r>
                      <a:r>
                        <a:rPr lang="en-US" sz="1600" b="1" baseline="0" dirty="0" smtClean="0">
                          <a:effectLst/>
                          <a:latin typeface="Times New Roman" panose="02020603050405020304" pitchFamily="18" charset="0"/>
                          <a:cs typeface="Times New Roman" panose="02020603050405020304" pitchFamily="18" charset="0"/>
                        </a:rPr>
                        <a:t>, </a:t>
                      </a:r>
                      <a:r>
                        <a:rPr lang="en-US" sz="1600" b="1" baseline="30000" dirty="0" smtClean="0">
                          <a:effectLst/>
                          <a:latin typeface="Times New Roman" panose="02020603050405020304" pitchFamily="18" charset="0"/>
                          <a:cs typeface="Times New Roman" panose="02020603050405020304" pitchFamily="18" charset="0"/>
                        </a:rPr>
                        <a:t>0</a:t>
                      </a:r>
                      <a:r>
                        <a:rPr lang="en-US" sz="1600" b="1" baseline="0" dirty="0" smtClean="0">
                          <a:effectLst/>
                          <a:latin typeface="Times New Roman" panose="02020603050405020304" pitchFamily="18" charset="0"/>
                          <a:cs typeface="Times New Roman" panose="02020603050405020304" pitchFamily="18" charset="0"/>
                        </a:rPr>
                        <a:t>C</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a:txBody>
                    <a:bodyPr/>
                    <a:lstStyle/>
                    <a:p>
                      <a:pPr algn="ctr">
                        <a:lnSpc>
                          <a:spcPct val="115000"/>
                        </a:lnSpc>
                        <a:spcAft>
                          <a:spcPts val="0"/>
                        </a:spcAft>
                      </a:pPr>
                      <a:r>
                        <a:rPr lang="en-US" sz="1600" b="1" dirty="0" err="1">
                          <a:effectLst/>
                          <a:latin typeface="Times New Roman" panose="02020603050405020304" pitchFamily="18" charset="0"/>
                          <a:cs typeface="Times New Roman" panose="02020603050405020304" pitchFamily="18" charset="0"/>
                        </a:rPr>
                        <a:t>Nhiên</a:t>
                      </a:r>
                      <a:r>
                        <a:rPr lang="en-US" sz="1600" b="1" dirty="0">
                          <a:effectLst/>
                          <a:latin typeface="Times New Roman" panose="02020603050405020304" pitchFamily="18" charset="0"/>
                          <a:cs typeface="Times New Roman" panose="02020603050405020304" pitchFamily="18" charset="0"/>
                        </a:rPr>
                        <a:t> </a:t>
                      </a:r>
                      <a:r>
                        <a:rPr lang="en-US" sz="1600" b="1" dirty="0" err="1">
                          <a:effectLst/>
                          <a:latin typeface="Times New Roman" panose="02020603050405020304" pitchFamily="18" charset="0"/>
                          <a:cs typeface="Times New Roman" panose="02020603050405020304" pitchFamily="18" charset="0"/>
                        </a:rPr>
                        <a:t>liệu</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tc>
                  <a:txBody>
                    <a:bodyPr/>
                    <a:lstStyle/>
                    <a:p>
                      <a:pPr algn="ctr">
                        <a:lnSpc>
                          <a:spcPct val="115000"/>
                        </a:lnSpc>
                        <a:spcAft>
                          <a:spcPts val="0"/>
                        </a:spcAft>
                      </a:pPr>
                      <a:r>
                        <a:rPr lang="en-US" sz="1600" b="1" dirty="0" err="1" smtClean="0">
                          <a:effectLst/>
                          <a:latin typeface="Times New Roman" panose="02020603050405020304" pitchFamily="18" charset="0"/>
                          <a:cs typeface="Times New Roman" panose="02020603050405020304" pitchFamily="18" charset="0"/>
                        </a:rPr>
                        <a:t>Nhiệt</a:t>
                      </a:r>
                      <a:r>
                        <a:rPr lang="en-US" sz="1600" b="1" baseline="0" dirty="0" smtClean="0">
                          <a:effectLst/>
                          <a:latin typeface="Times New Roman" panose="02020603050405020304" pitchFamily="18" charset="0"/>
                          <a:cs typeface="Times New Roman" panose="02020603050405020304" pitchFamily="18" charset="0"/>
                        </a:rPr>
                        <a:t> </a:t>
                      </a:r>
                      <a:r>
                        <a:rPr lang="en-US" sz="1600" b="1" baseline="0" dirty="0" err="1" smtClean="0">
                          <a:effectLst/>
                          <a:latin typeface="Times New Roman" panose="02020603050405020304" pitchFamily="18" charset="0"/>
                          <a:cs typeface="Times New Roman" panose="02020603050405020304" pitchFamily="18" charset="0"/>
                        </a:rPr>
                        <a:t>độ</a:t>
                      </a:r>
                      <a:r>
                        <a:rPr lang="en-US" sz="1600" b="1" baseline="0" dirty="0" smtClean="0">
                          <a:effectLst/>
                          <a:latin typeface="Times New Roman" panose="02020603050405020304" pitchFamily="18" charset="0"/>
                          <a:cs typeface="Times New Roman" panose="02020603050405020304" pitchFamily="18" charset="0"/>
                        </a:rPr>
                        <a:t> </a:t>
                      </a:r>
                      <a:r>
                        <a:rPr lang="en-US" sz="1600" b="1" baseline="0" dirty="0" err="1" smtClean="0">
                          <a:effectLst/>
                          <a:latin typeface="Times New Roman" panose="02020603050405020304" pitchFamily="18" charset="0"/>
                          <a:cs typeface="Times New Roman" panose="02020603050405020304" pitchFamily="18" charset="0"/>
                        </a:rPr>
                        <a:t>tự</a:t>
                      </a:r>
                      <a:r>
                        <a:rPr lang="en-US" sz="1600" b="1" baseline="0" dirty="0" smtClean="0">
                          <a:effectLst/>
                          <a:latin typeface="Times New Roman" panose="02020603050405020304" pitchFamily="18" charset="0"/>
                          <a:cs typeface="Times New Roman" panose="02020603050405020304" pitchFamily="18" charset="0"/>
                        </a:rPr>
                        <a:t> </a:t>
                      </a:r>
                      <a:r>
                        <a:rPr lang="en-US" sz="1600" b="1" baseline="0" dirty="0" err="1" smtClean="0">
                          <a:effectLst/>
                          <a:latin typeface="Times New Roman" panose="02020603050405020304" pitchFamily="18" charset="0"/>
                          <a:cs typeface="Times New Roman" panose="02020603050405020304" pitchFamily="18" charset="0"/>
                        </a:rPr>
                        <a:t>bốc</a:t>
                      </a:r>
                      <a:r>
                        <a:rPr lang="en-US" sz="1600" b="1" baseline="0" dirty="0" smtClean="0">
                          <a:effectLst/>
                          <a:latin typeface="Times New Roman" panose="02020603050405020304" pitchFamily="18" charset="0"/>
                          <a:cs typeface="Times New Roman" panose="02020603050405020304" pitchFamily="18" charset="0"/>
                        </a:rPr>
                        <a:t> </a:t>
                      </a:r>
                      <a:r>
                        <a:rPr lang="en-US" sz="1600" b="1" baseline="0" dirty="0" err="1" smtClean="0">
                          <a:effectLst/>
                          <a:latin typeface="Times New Roman" panose="02020603050405020304" pitchFamily="18" charset="0"/>
                          <a:cs typeface="Times New Roman" panose="02020603050405020304" pitchFamily="18" charset="0"/>
                        </a:rPr>
                        <a:t>cháy</a:t>
                      </a:r>
                      <a:r>
                        <a:rPr lang="en-US" sz="1600" b="1" baseline="0" dirty="0" smtClean="0">
                          <a:effectLst/>
                          <a:latin typeface="Times New Roman" panose="02020603050405020304" pitchFamily="18" charset="0"/>
                          <a:cs typeface="Times New Roman" panose="02020603050405020304" pitchFamily="18" charset="0"/>
                        </a:rPr>
                        <a:t>, </a:t>
                      </a:r>
                      <a:r>
                        <a:rPr lang="en-US" sz="1600" b="1" baseline="30000" dirty="0" smtClean="0">
                          <a:effectLst/>
                          <a:latin typeface="Times New Roman" panose="02020603050405020304" pitchFamily="18" charset="0"/>
                          <a:cs typeface="Times New Roman" panose="02020603050405020304" pitchFamily="18" charset="0"/>
                        </a:rPr>
                        <a:t>0</a:t>
                      </a:r>
                      <a:r>
                        <a:rPr lang="en-US" sz="1600" b="1" baseline="0" dirty="0" smtClean="0">
                          <a:effectLst/>
                          <a:latin typeface="Times New Roman" panose="02020603050405020304" pitchFamily="18" charset="0"/>
                          <a:cs typeface="Times New Roman" panose="02020603050405020304" pitchFamily="18" charset="0"/>
                        </a:rPr>
                        <a:t>C</a:t>
                      </a:r>
                      <a:endParaRPr lang="en-US" sz="1600" b="1"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00B050"/>
                    </a:solidFill>
                  </a:tcPr>
                </a:tc>
                <a:extLst>
                  <a:ext uri="{0D108BD9-81ED-4DB2-BD59-A6C34878D82A}">
                    <a16:rowId xmlns:a16="http://schemas.microsoft.com/office/drawing/2014/main" xmlns="" val="10000"/>
                  </a:ext>
                </a:extLst>
              </a:tr>
              <a:tr h="315646">
                <a:tc>
                  <a:txBody>
                    <a:bodyPr/>
                    <a:lstStyle/>
                    <a:p>
                      <a:pPr>
                        <a:lnSpc>
                          <a:spcPct val="115000"/>
                        </a:lnSpc>
                        <a:spcAft>
                          <a:spcPts val="0"/>
                        </a:spcAft>
                      </a:pPr>
                      <a:r>
                        <a:rPr lang="en-US" sz="1600" dirty="0" err="1" smtClean="0">
                          <a:effectLst/>
                          <a:latin typeface="Times New Roman" panose="02020603050405020304" pitchFamily="18" charset="0"/>
                          <a:ea typeface="Calibri"/>
                          <a:cs typeface="Times New Roman" panose="02020603050405020304" pitchFamily="18" charset="0"/>
                        </a:rPr>
                        <a:t>Cacbon</a:t>
                      </a:r>
                      <a:r>
                        <a:rPr lang="en-US" sz="1600" baseline="0" dirty="0" smtClean="0">
                          <a:effectLst/>
                          <a:latin typeface="Times New Roman" panose="02020603050405020304" pitchFamily="18" charset="0"/>
                          <a:ea typeface="Calibri"/>
                          <a:cs typeface="Times New Roman" panose="02020603050405020304" pitchFamily="18" charset="0"/>
                        </a:rPr>
                        <a:t> monoxide</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605</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Propane</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470</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extLst>
                  <a:ext uri="{0D108BD9-81ED-4DB2-BD59-A6C34878D82A}">
                    <a16:rowId xmlns:a16="http://schemas.microsoft.com/office/drawing/2014/main" xmlns="" val="10001"/>
                  </a:ext>
                </a:extLst>
              </a:tr>
              <a:tr h="315646">
                <a:tc>
                  <a:txBody>
                    <a:bodyPr/>
                    <a:lstStyle/>
                    <a:p>
                      <a:pP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Hydrogen</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560</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Pentane</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285</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extLst>
                  <a:ext uri="{0D108BD9-81ED-4DB2-BD59-A6C34878D82A}">
                    <a16:rowId xmlns:a16="http://schemas.microsoft.com/office/drawing/2014/main" xmlns="" val="10002"/>
                  </a:ext>
                </a:extLst>
              </a:tr>
              <a:tr h="315646">
                <a:tc>
                  <a:txBody>
                    <a:bodyPr/>
                    <a:lstStyle/>
                    <a:p>
                      <a:pP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Methane</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610</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Octane</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210</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extLst>
                  <a:ext uri="{0D108BD9-81ED-4DB2-BD59-A6C34878D82A}">
                    <a16:rowId xmlns:a16="http://schemas.microsoft.com/office/drawing/2014/main" xmlns="" val="10003"/>
                  </a:ext>
                </a:extLst>
              </a:tr>
              <a:tr h="315646">
                <a:tc>
                  <a:txBody>
                    <a:bodyPr/>
                    <a:lstStyle/>
                    <a:p>
                      <a:pP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Ethane</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525</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Benzene</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tc>
                  <a:txBody>
                    <a:bodyPr/>
                    <a:lstStyle/>
                    <a:p>
                      <a:pPr algn="ctr">
                        <a:lnSpc>
                          <a:spcPct val="115000"/>
                        </a:lnSpc>
                        <a:spcAft>
                          <a:spcPts val="0"/>
                        </a:spcAft>
                      </a:pPr>
                      <a:r>
                        <a:rPr lang="en-US" sz="1600" dirty="0" smtClean="0">
                          <a:effectLst/>
                          <a:latin typeface="Times New Roman" panose="02020603050405020304" pitchFamily="18" charset="0"/>
                          <a:ea typeface="Calibri"/>
                          <a:cs typeface="Times New Roman" panose="02020603050405020304" pitchFamily="18" charset="0"/>
                        </a:rPr>
                        <a:t>555</a:t>
                      </a:r>
                      <a:endParaRPr lang="en-US" sz="1600" dirty="0">
                        <a:effectLst/>
                        <a:latin typeface="Times New Roman" panose="02020603050405020304" pitchFamily="18" charset="0"/>
                        <a:ea typeface="Calibri"/>
                        <a:cs typeface="Times New Roman" panose="02020603050405020304" pitchFamily="18" charset="0"/>
                      </a:endParaRPr>
                    </a:p>
                  </a:txBody>
                  <a:tcPr marL="68580" marR="68580" marT="0" marB="0">
                    <a:solidFill>
                      <a:srgbClr val="FFF5D7"/>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41492865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1" nodeType="clickEffect">
                                  <p:stCondLst>
                                    <p:cond delay="0"/>
                                  </p:stCondLst>
                                  <p:childTnLst>
                                    <p:animEffect transition="out" filter="fade">
                                      <p:cBhvr>
                                        <p:cTn id="10" dur="500"/>
                                        <p:tgtEl>
                                          <p:spTgt spid="10"/>
                                        </p:tgtEl>
                                      </p:cBhvr>
                                    </p:animEffect>
                                    <p:set>
                                      <p:cBhvr>
                                        <p:cTn id="11" dur="1" fill="hold">
                                          <p:stCondLst>
                                            <p:cond delay="499"/>
                                          </p:stCondLst>
                                        </p:cTn>
                                        <p:tgtEl>
                                          <p:spTgt spid="10"/>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7" grpId="0" animBg="1"/>
      <p:bldP spid="10" grpId="0" animBg="1"/>
      <p:bldP spid="10"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D51934-587D-E385-1811-F0C201DCACEB}"/>
              </a:ext>
            </a:extLst>
          </p:cNvPr>
          <p:cNvSpPr>
            <a:spLocks noGrp="1"/>
          </p:cNvSpPr>
          <p:nvPr>
            <p:ph type="title"/>
          </p:nvPr>
        </p:nvSpPr>
        <p:spPr/>
        <p:txBody>
          <a:bodyPr/>
          <a:lstStyle/>
          <a:p>
            <a:pPr>
              <a:lnSpc>
                <a:spcPct val="150000"/>
              </a:lnSpc>
            </a:pPr>
            <a:r>
              <a:rPr lang="vi-VN" sz="2400" dirty="0">
                <a:solidFill>
                  <a:srgbClr val="000000"/>
                </a:solidFill>
                <a:latin typeface="Times New Roman" panose="02020603050405020304" pitchFamily="18" charset="0"/>
                <a:cs typeface="Times New Roman" panose="02020603050405020304" pitchFamily="18" charset="0"/>
              </a:rPr>
              <a:t>Sau đây là 1 ví dụ về một vụ nổ hơi xăng dầu do</a:t>
            </a:r>
            <a:r>
              <a:rPr lang="vi-VN" sz="2400" i="0" dirty="0">
                <a:solidFill>
                  <a:srgbClr val="000000"/>
                </a:solidFill>
                <a:effectLst/>
                <a:latin typeface="Times New Roman" panose="02020603050405020304" pitchFamily="18" charset="0"/>
                <a:cs typeface="Times New Roman" panose="02020603050405020304" pitchFamily="18" charset="0"/>
              </a:rPr>
              <a:t> một người thợ dùng máy cưa sắt cắt thùng hóa chất, chiếc thùng bén lửa, phát nổ, bay thẳng lên cao. Trong gang tấc, người thợ rụt tay, lùi lại nên không ảnh hưởng đến tính mạng.</a:t>
            </a:r>
            <a:endParaRPr lang="vi-VN" sz="2400" dirty="0">
              <a:solidFill>
                <a:srgbClr val="000000"/>
              </a:solidFill>
              <a:latin typeface="Times New Roman" panose="02020603050405020304" pitchFamily="18" charset="0"/>
              <a:cs typeface="Times New Roman" panose="02020603050405020304" pitchFamily="18" charset="0"/>
            </a:endParaRPr>
          </a:p>
        </p:txBody>
      </p:sp>
      <p:sp>
        <p:nvSpPr>
          <p:cNvPr id="4" name="Arrow: Right 3">
            <a:extLst>
              <a:ext uri="{FF2B5EF4-FFF2-40B4-BE49-F238E27FC236}">
                <a16:creationId xmlns:a16="http://schemas.microsoft.com/office/drawing/2014/main" xmlns="" id="{79EF5315-E3E3-44EE-3F6D-24172F70669F}"/>
              </a:ext>
            </a:extLst>
          </p:cNvPr>
          <p:cNvSpPr/>
          <p:nvPr/>
        </p:nvSpPr>
        <p:spPr>
          <a:xfrm>
            <a:off x="3037386" y="3955328"/>
            <a:ext cx="2639833" cy="6405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dirty="0">
                <a:solidFill>
                  <a:srgbClr val="000000"/>
                </a:solidFill>
                <a:latin typeface="+mj-lt"/>
                <a:hlinkClick r:id="rId2" action="ppaction://hlinkfile"/>
              </a:rPr>
              <a:t>Xem đoạn video</a:t>
            </a:r>
            <a:endParaRPr lang="vi-VN" sz="2400" dirty="0">
              <a:solidFill>
                <a:srgbClr val="000000"/>
              </a:solidFill>
              <a:latin typeface="+mj-lt"/>
            </a:endParaRPr>
          </a:p>
        </p:txBody>
      </p:sp>
    </p:spTree>
    <p:extLst>
      <p:ext uri="{BB962C8B-B14F-4D97-AF65-F5344CB8AC3E}">
        <p14:creationId xmlns:p14="http://schemas.microsoft.com/office/powerpoint/2010/main" val="3614070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pic>
        <p:nvPicPr>
          <p:cNvPr id="19" name="Picture 18" descr="Icon&#10;&#10;Description automatically generated">
            <a:extLst>
              <a:ext uri="{FF2B5EF4-FFF2-40B4-BE49-F238E27FC236}">
                <a16:creationId xmlns:a16="http://schemas.microsoft.com/office/drawing/2014/main" xmlns="" id="{F04FE855-9B15-C717-8063-D60BF52936B5}"/>
              </a:ext>
            </a:extLst>
          </p:cNvPr>
          <p:cNvPicPr>
            <a:picLocks noChangeAspect="1"/>
          </p:cNvPicPr>
          <p:nvPr/>
        </p:nvPicPr>
        <p:blipFill>
          <a:blip r:embed="rId3"/>
          <a:stretch>
            <a:fillRect/>
          </a:stretch>
        </p:blipFill>
        <p:spPr>
          <a:xfrm>
            <a:off x="7450146" y="3644937"/>
            <a:ext cx="1476215" cy="1476215"/>
          </a:xfrm>
          <a:prstGeom prst="rect">
            <a:avLst/>
          </a:prstGeom>
        </p:spPr>
      </p:pic>
      <p:grpSp>
        <p:nvGrpSpPr>
          <p:cNvPr id="5" name="Group 4">
            <a:extLst>
              <a:ext uri="{FF2B5EF4-FFF2-40B4-BE49-F238E27FC236}">
                <a16:creationId xmlns:a16="http://schemas.microsoft.com/office/drawing/2014/main" xmlns="" id="{77A3A94C-BFC5-A7EB-0CA6-34D53FCD0495}"/>
              </a:ext>
            </a:extLst>
          </p:cNvPr>
          <p:cNvGrpSpPr/>
          <p:nvPr/>
        </p:nvGrpSpPr>
        <p:grpSpPr>
          <a:xfrm>
            <a:off x="495934" y="1304498"/>
            <a:ext cx="8648066" cy="1940210"/>
            <a:chOff x="2547841" y="435586"/>
            <a:chExt cx="4672599" cy="955006"/>
          </a:xfrm>
        </p:grpSpPr>
        <p:sp>
          <p:nvSpPr>
            <p:cNvPr id="63" name="Google Shape;634;p48">
              <a:extLst>
                <a:ext uri="{FF2B5EF4-FFF2-40B4-BE49-F238E27FC236}">
                  <a16:creationId xmlns:a16="http://schemas.microsoft.com/office/drawing/2014/main" xmlns="" id="{386FB296-0729-31A2-EC7E-DB29F24C3ED8}"/>
                </a:ext>
              </a:extLst>
            </p:cNvPr>
            <p:cNvSpPr/>
            <p:nvPr/>
          </p:nvSpPr>
          <p:spPr>
            <a:xfrm>
              <a:off x="2547841" y="435586"/>
              <a:ext cx="4041217" cy="923330"/>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chemeClr val="accent4">
                <a:lumMod val="75000"/>
              </a:schemeClr>
            </a:solidFill>
            <a:ln>
              <a:noFill/>
            </a:ln>
            <a:effectLst>
              <a:outerShdw blurRad="152400" dist="76200" dir="2700000" algn="tl" rotWithShape="0">
                <a:prstClr val="black">
                  <a:alpha val="13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TextBox 11">
              <a:extLst>
                <a:ext uri="{FF2B5EF4-FFF2-40B4-BE49-F238E27FC236}">
                  <a16:creationId xmlns:a16="http://schemas.microsoft.com/office/drawing/2014/main" xmlns="" id="{A20B3251-D7AF-AA98-7515-DA3A5A4F4F3B}"/>
                </a:ext>
              </a:extLst>
            </p:cNvPr>
            <p:cNvSpPr txBox="1"/>
            <p:nvPr/>
          </p:nvSpPr>
          <p:spPr>
            <a:xfrm>
              <a:off x="3722228" y="436187"/>
              <a:ext cx="3498212" cy="954405"/>
            </a:xfrm>
            <a:prstGeom prst="rect">
              <a:avLst/>
            </a:prstGeom>
            <a:noFill/>
          </p:spPr>
          <p:txBody>
            <a:bodyPr wrap="square" rtlCol="0">
              <a:spAutoFit/>
            </a:bodyPr>
            <a:lstStyle/>
            <a:p>
              <a:r>
                <a:rPr lang="en-US" sz="6000" b="1" dirty="0">
                  <a:solidFill>
                    <a:srgbClr val="FF0000"/>
                  </a:solidFill>
                  <a:latin typeface="Times New Roman" panose="02020603050405020304" pitchFamily="18" charset="0"/>
                  <a:cs typeface="Times New Roman" panose="02020603050405020304" pitchFamily="18" charset="0"/>
                </a:rPr>
                <a:t>CỦNG CỐ </a:t>
              </a:r>
            </a:p>
            <a:p>
              <a:r>
                <a:rPr lang="en-US" sz="6000" b="1" dirty="0">
                  <a:solidFill>
                    <a:srgbClr val="FF0000"/>
                  </a:solidFill>
                  <a:latin typeface="Times New Roman" panose="02020603050405020304" pitchFamily="18" charset="0"/>
                  <a:cs typeface="Times New Roman" panose="02020603050405020304" pitchFamily="18" charset="0"/>
                </a:rPr>
                <a:t>BÀI HỌC</a:t>
              </a:r>
            </a:p>
          </p:txBody>
        </p:sp>
        <p:pic>
          <p:nvPicPr>
            <p:cNvPr id="4" name="Picture 3" descr="A picture containing toy, vector graphics&#10;&#10;Description automatically generated">
              <a:extLst>
                <a:ext uri="{FF2B5EF4-FFF2-40B4-BE49-F238E27FC236}">
                  <a16:creationId xmlns:a16="http://schemas.microsoft.com/office/drawing/2014/main" xmlns="" id="{2B4241EA-5AD0-EE31-C58C-1BABF0871663}"/>
                </a:ext>
              </a:extLst>
            </p:cNvPr>
            <p:cNvPicPr>
              <a:picLocks noChangeAspect="1"/>
            </p:cNvPicPr>
            <p:nvPr/>
          </p:nvPicPr>
          <p:blipFill>
            <a:blip r:embed="rId4"/>
            <a:stretch>
              <a:fillRect/>
            </a:stretch>
          </p:blipFill>
          <p:spPr>
            <a:xfrm>
              <a:off x="2712755" y="478412"/>
              <a:ext cx="879531" cy="879531"/>
            </a:xfrm>
            <a:prstGeom prst="rect">
              <a:avLst/>
            </a:prstGeom>
          </p:spPr>
        </p:pic>
      </p:grpSp>
    </p:spTree>
    <p:extLst>
      <p:ext uri="{BB962C8B-B14F-4D97-AF65-F5344CB8AC3E}">
        <p14:creationId xmlns:p14="http://schemas.microsoft.com/office/powerpoint/2010/main" val="40831291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hlinkClick r:id="rId4" action="ppaction://hlinksldjump"/>
          </p:cNvPr>
          <p:cNvSpPr/>
          <p:nvPr/>
        </p:nvSpPr>
        <p:spPr>
          <a:xfrm>
            <a:off x="899592" y="53561"/>
            <a:ext cx="6929486" cy="428628"/>
          </a:xfrm>
          <a:prstGeom prst="roundRect">
            <a:avLst/>
          </a:prstGeom>
          <a:solidFill>
            <a:schemeClr val="accent1">
              <a:lumMod val="60000"/>
              <a:lumOff val="4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400" b="1" dirty="0" smtClean="0">
                <a:solidFill>
                  <a:schemeClr val="bg1"/>
                </a:solidFill>
                <a:latin typeface="Times New Roman" pitchFamily="18" charset="0"/>
                <a:cs typeface="Times New Roman" pitchFamily="18" charset="0"/>
              </a:rPr>
              <a:t>CÂU </a:t>
            </a:r>
            <a:r>
              <a:rPr lang="en-US" sz="2400" b="1" dirty="0">
                <a:solidFill>
                  <a:schemeClr val="bg1"/>
                </a:solidFill>
                <a:latin typeface="Times New Roman" pitchFamily="18" charset="0"/>
                <a:cs typeface="Times New Roman" pitchFamily="18" charset="0"/>
              </a:rPr>
              <a:t>HỎI SỐ 1</a:t>
            </a:r>
          </a:p>
        </p:txBody>
      </p:sp>
      <p:sp>
        <p:nvSpPr>
          <p:cNvPr id="4" name="Rounded Rectangle 3"/>
          <p:cNvSpPr/>
          <p:nvPr/>
        </p:nvSpPr>
        <p:spPr>
          <a:xfrm>
            <a:off x="363807" y="573861"/>
            <a:ext cx="8001055" cy="691725"/>
          </a:xfrm>
          <a:prstGeom prst="roundRect">
            <a:avLst/>
          </a:prstGeom>
          <a:solidFill>
            <a:schemeClr val="accent4">
              <a:lumMod val="90000"/>
            </a:schemeClr>
          </a:solidFill>
        </p:spPr>
        <p:style>
          <a:lnRef idx="3">
            <a:schemeClr val="lt1"/>
          </a:lnRef>
          <a:fillRef idx="1">
            <a:schemeClr val="accent2"/>
          </a:fillRef>
          <a:effectRef idx="1">
            <a:schemeClr val="accent2"/>
          </a:effectRef>
          <a:fontRef idx="minor">
            <a:schemeClr val="lt1"/>
          </a:fontRef>
        </p:style>
        <p:txBody>
          <a:bodyPr rtlCol="0" anchor="ctr"/>
          <a:lstStyle/>
          <a:p>
            <a:pPr algn="ctr">
              <a:lnSpc>
                <a:spcPct val="150000"/>
              </a:lnSpc>
            </a:pPr>
            <a:endParaRPr lang="en-US" sz="2400" b="1" dirty="0">
              <a:latin typeface="Times New Roman" panose="02020603050405020304" pitchFamily="18" charset="0"/>
              <a:cs typeface="Times New Roman" pitchFamily="18" charset="0"/>
            </a:endParaRPr>
          </a:p>
          <a:p>
            <a:r>
              <a:rPr lang="fr-FR" sz="2400" b="1" dirty="0" err="1">
                <a:solidFill>
                  <a:schemeClr val="tx1"/>
                </a:solidFill>
                <a:latin typeface="Times New Roman" panose="02020603050405020304" pitchFamily="18" charset="0"/>
                <a:cs typeface="Times New Roman" pitchFamily="18" charset="0"/>
              </a:rPr>
              <a:t>Câu</a:t>
            </a:r>
            <a:r>
              <a:rPr lang="fr-FR" sz="2400" b="1" dirty="0">
                <a:solidFill>
                  <a:schemeClr val="tx1"/>
                </a:solidFill>
                <a:latin typeface="Times New Roman" panose="02020603050405020304" pitchFamily="18" charset="0"/>
                <a:cs typeface="Times New Roman" pitchFamily="18" charset="0"/>
              </a:rPr>
              <a:t> 1: </a:t>
            </a:r>
            <a:r>
              <a:rPr lang="en-US" sz="2400" dirty="0" err="1">
                <a:solidFill>
                  <a:schemeClr val="tx1"/>
                </a:solidFill>
                <a:latin typeface="Times New Roman" panose="02020603050405020304" pitchFamily="18" charset="0"/>
                <a:cs typeface="Times New Roman" panose="02020603050405020304" pitchFamily="18" charset="0"/>
              </a:rPr>
              <a:t>Điểm</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chớp</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cháy</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là</a:t>
            </a:r>
            <a:r>
              <a:rPr lang="en-US" sz="2400" dirty="0">
                <a:solidFill>
                  <a:schemeClr val="tx1"/>
                </a:solidFill>
                <a:latin typeface="Times New Roman" panose="02020603050405020304" pitchFamily="18" charset="0"/>
                <a:cs typeface="Times New Roman" panose="02020603050405020304" pitchFamily="18" charset="0"/>
              </a:rPr>
              <a:t> </a:t>
            </a:r>
          </a:p>
          <a:p>
            <a:pPr algn="ctr">
              <a:lnSpc>
                <a:spcPct val="150000"/>
              </a:lnSpc>
            </a:pPr>
            <a:endParaRPr lang="en-US" sz="2400" b="1" dirty="0">
              <a:latin typeface="Times New Roman" panose="02020603050405020304" pitchFamily="18" charset="0"/>
              <a:cs typeface="Times New Roman" pitchFamily="18" charset="0"/>
            </a:endParaRPr>
          </a:p>
        </p:txBody>
      </p:sp>
      <p:sp>
        <p:nvSpPr>
          <p:cNvPr id="40" name="Smiley Face 39">
            <a:hlinkClick r:id="rId5" action="ppaction://hlinksldjump"/>
          </p:cNvPr>
          <p:cNvSpPr/>
          <p:nvPr/>
        </p:nvSpPr>
        <p:spPr>
          <a:xfrm>
            <a:off x="251520" y="107139"/>
            <a:ext cx="428628" cy="321471"/>
          </a:xfrm>
          <a:prstGeom prst="smileyFace">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US"/>
          </a:p>
        </p:txBody>
      </p:sp>
      <p:grpSp>
        <p:nvGrpSpPr>
          <p:cNvPr id="164" name="Group 18"/>
          <p:cNvGrpSpPr>
            <a:grpSpLocks/>
          </p:cNvGrpSpPr>
          <p:nvPr/>
        </p:nvGrpSpPr>
        <p:grpSpPr bwMode="auto">
          <a:xfrm>
            <a:off x="8120104" y="-43551"/>
            <a:ext cx="1010645" cy="708208"/>
            <a:chOff x="4224" y="2976"/>
            <a:chExt cx="1248" cy="1248"/>
          </a:xfrm>
        </p:grpSpPr>
        <p:sp>
          <p:nvSpPr>
            <p:cNvPr id="165"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66"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20</a:t>
              </a:r>
            </a:p>
          </p:txBody>
        </p:sp>
      </p:grpSp>
      <p:grpSp>
        <p:nvGrpSpPr>
          <p:cNvPr id="167" name="Group 18"/>
          <p:cNvGrpSpPr>
            <a:grpSpLocks/>
          </p:cNvGrpSpPr>
          <p:nvPr/>
        </p:nvGrpSpPr>
        <p:grpSpPr bwMode="auto">
          <a:xfrm>
            <a:off x="8120104" y="-43551"/>
            <a:ext cx="1010645" cy="708208"/>
            <a:chOff x="4224" y="2976"/>
            <a:chExt cx="1248" cy="1248"/>
          </a:xfrm>
        </p:grpSpPr>
        <p:sp>
          <p:nvSpPr>
            <p:cNvPr id="168"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69"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19</a:t>
              </a:r>
            </a:p>
          </p:txBody>
        </p:sp>
      </p:grpSp>
      <p:grpSp>
        <p:nvGrpSpPr>
          <p:cNvPr id="170" name="Group 18"/>
          <p:cNvGrpSpPr>
            <a:grpSpLocks/>
          </p:cNvGrpSpPr>
          <p:nvPr/>
        </p:nvGrpSpPr>
        <p:grpSpPr bwMode="auto">
          <a:xfrm>
            <a:off x="8120104" y="-43551"/>
            <a:ext cx="1010645" cy="708208"/>
            <a:chOff x="4224" y="2976"/>
            <a:chExt cx="1248" cy="1248"/>
          </a:xfrm>
        </p:grpSpPr>
        <p:sp>
          <p:nvSpPr>
            <p:cNvPr id="171"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72"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18</a:t>
              </a:r>
            </a:p>
          </p:txBody>
        </p:sp>
      </p:grpSp>
      <p:grpSp>
        <p:nvGrpSpPr>
          <p:cNvPr id="173" name="Group 18"/>
          <p:cNvGrpSpPr>
            <a:grpSpLocks/>
          </p:cNvGrpSpPr>
          <p:nvPr/>
        </p:nvGrpSpPr>
        <p:grpSpPr bwMode="auto">
          <a:xfrm>
            <a:off x="8120104" y="-43551"/>
            <a:ext cx="1010645" cy="708208"/>
            <a:chOff x="4224" y="2976"/>
            <a:chExt cx="1248" cy="1248"/>
          </a:xfrm>
        </p:grpSpPr>
        <p:sp>
          <p:nvSpPr>
            <p:cNvPr id="174"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75"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17</a:t>
              </a:r>
            </a:p>
          </p:txBody>
        </p:sp>
      </p:grpSp>
      <p:grpSp>
        <p:nvGrpSpPr>
          <p:cNvPr id="176" name="Group 18"/>
          <p:cNvGrpSpPr>
            <a:grpSpLocks/>
          </p:cNvGrpSpPr>
          <p:nvPr/>
        </p:nvGrpSpPr>
        <p:grpSpPr bwMode="auto">
          <a:xfrm>
            <a:off x="8120104" y="-43551"/>
            <a:ext cx="1010645" cy="708208"/>
            <a:chOff x="4224" y="2976"/>
            <a:chExt cx="1248" cy="1248"/>
          </a:xfrm>
        </p:grpSpPr>
        <p:sp>
          <p:nvSpPr>
            <p:cNvPr id="177"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78"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16</a:t>
              </a:r>
            </a:p>
          </p:txBody>
        </p:sp>
      </p:grpSp>
      <p:grpSp>
        <p:nvGrpSpPr>
          <p:cNvPr id="179" name="Group 18"/>
          <p:cNvGrpSpPr>
            <a:grpSpLocks/>
          </p:cNvGrpSpPr>
          <p:nvPr/>
        </p:nvGrpSpPr>
        <p:grpSpPr bwMode="auto">
          <a:xfrm>
            <a:off x="8120104" y="-43551"/>
            <a:ext cx="1010645" cy="708208"/>
            <a:chOff x="4224" y="2976"/>
            <a:chExt cx="1248" cy="1248"/>
          </a:xfrm>
        </p:grpSpPr>
        <p:sp>
          <p:nvSpPr>
            <p:cNvPr id="180"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81"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15</a:t>
              </a:r>
            </a:p>
          </p:txBody>
        </p:sp>
      </p:grpSp>
      <p:grpSp>
        <p:nvGrpSpPr>
          <p:cNvPr id="182" name="Group 18"/>
          <p:cNvGrpSpPr>
            <a:grpSpLocks/>
          </p:cNvGrpSpPr>
          <p:nvPr/>
        </p:nvGrpSpPr>
        <p:grpSpPr bwMode="auto">
          <a:xfrm>
            <a:off x="8120104" y="-43551"/>
            <a:ext cx="1010645" cy="708208"/>
            <a:chOff x="4224" y="2976"/>
            <a:chExt cx="1248" cy="1248"/>
          </a:xfrm>
        </p:grpSpPr>
        <p:sp>
          <p:nvSpPr>
            <p:cNvPr id="183"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84"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14</a:t>
              </a:r>
            </a:p>
          </p:txBody>
        </p:sp>
      </p:grpSp>
      <p:grpSp>
        <p:nvGrpSpPr>
          <p:cNvPr id="185" name="Group 18"/>
          <p:cNvGrpSpPr>
            <a:grpSpLocks/>
          </p:cNvGrpSpPr>
          <p:nvPr/>
        </p:nvGrpSpPr>
        <p:grpSpPr bwMode="auto">
          <a:xfrm>
            <a:off x="8120104" y="-43551"/>
            <a:ext cx="1010645" cy="708208"/>
            <a:chOff x="4224" y="2976"/>
            <a:chExt cx="1248" cy="1248"/>
          </a:xfrm>
        </p:grpSpPr>
        <p:sp>
          <p:nvSpPr>
            <p:cNvPr id="186"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87"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13</a:t>
              </a:r>
            </a:p>
          </p:txBody>
        </p:sp>
      </p:grpSp>
      <p:grpSp>
        <p:nvGrpSpPr>
          <p:cNvPr id="188" name="Group 18"/>
          <p:cNvGrpSpPr>
            <a:grpSpLocks/>
          </p:cNvGrpSpPr>
          <p:nvPr/>
        </p:nvGrpSpPr>
        <p:grpSpPr bwMode="auto">
          <a:xfrm>
            <a:off x="8120104" y="-43551"/>
            <a:ext cx="1010645" cy="708208"/>
            <a:chOff x="4224" y="2976"/>
            <a:chExt cx="1248" cy="1248"/>
          </a:xfrm>
        </p:grpSpPr>
        <p:sp>
          <p:nvSpPr>
            <p:cNvPr id="189"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90"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12</a:t>
              </a:r>
            </a:p>
          </p:txBody>
        </p:sp>
      </p:grpSp>
      <p:grpSp>
        <p:nvGrpSpPr>
          <p:cNvPr id="191" name="Group 18"/>
          <p:cNvGrpSpPr>
            <a:grpSpLocks/>
          </p:cNvGrpSpPr>
          <p:nvPr/>
        </p:nvGrpSpPr>
        <p:grpSpPr bwMode="auto">
          <a:xfrm>
            <a:off x="8120104" y="-43551"/>
            <a:ext cx="1010645" cy="708208"/>
            <a:chOff x="4224" y="2976"/>
            <a:chExt cx="1248" cy="1248"/>
          </a:xfrm>
        </p:grpSpPr>
        <p:sp>
          <p:nvSpPr>
            <p:cNvPr id="192"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93"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11</a:t>
              </a:r>
            </a:p>
          </p:txBody>
        </p:sp>
      </p:grpSp>
      <p:grpSp>
        <p:nvGrpSpPr>
          <p:cNvPr id="194" name="Group 18"/>
          <p:cNvGrpSpPr>
            <a:grpSpLocks/>
          </p:cNvGrpSpPr>
          <p:nvPr/>
        </p:nvGrpSpPr>
        <p:grpSpPr bwMode="auto">
          <a:xfrm>
            <a:off x="8120104" y="-43551"/>
            <a:ext cx="1010645" cy="708208"/>
            <a:chOff x="4224" y="2976"/>
            <a:chExt cx="1248" cy="1248"/>
          </a:xfrm>
        </p:grpSpPr>
        <p:sp>
          <p:nvSpPr>
            <p:cNvPr id="195"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96"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10</a:t>
              </a:r>
            </a:p>
          </p:txBody>
        </p:sp>
      </p:grpSp>
      <p:grpSp>
        <p:nvGrpSpPr>
          <p:cNvPr id="197" name="Group 21"/>
          <p:cNvGrpSpPr>
            <a:grpSpLocks/>
          </p:cNvGrpSpPr>
          <p:nvPr/>
        </p:nvGrpSpPr>
        <p:grpSpPr bwMode="auto">
          <a:xfrm>
            <a:off x="8120104" y="-43551"/>
            <a:ext cx="1010645" cy="708208"/>
            <a:chOff x="4224" y="2976"/>
            <a:chExt cx="1248" cy="1248"/>
          </a:xfrm>
        </p:grpSpPr>
        <p:sp>
          <p:nvSpPr>
            <p:cNvPr id="198" name="Oval 22"/>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99" name="Oval 23"/>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9</a:t>
              </a:r>
            </a:p>
          </p:txBody>
        </p:sp>
      </p:grpSp>
      <p:grpSp>
        <p:nvGrpSpPr>
          <p:cNvPr id="200" name="Group 24"/>
          <p:cNvGrpSpPr>
            <a:grpSpLocks/>
          </p:cNvGrpSpPr>
          <p:nvPr/>
        </p:nvGrpSpPr>
        <p:grpSpPr bwMode="auto">
          <a:xfrm>
            <a:off x="8120104" y="-43551"/>
            <a:ext cx="1010645" cy="708208"/>
            <a:chOff x="4224" y="2976"/>
            <a:chExt cx="1248" cy="1248"/>
          </a:xfrm>
        </p:grpSpPr>
        <p:sp>
          <p:nvSpPr>
            <p:cNvPr id="201" name="Oval 25"/>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202" name="Oval 26"/>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8</a:t>
              </a:r>
            </a:p>
          </p:txBody>
        </p:sp>
      </p:grpSp>
      <p:grpSp>
        <p:nvGrpSpPr>
          <p:cNvPr id="203" name="Group 27"/>
          <p:cNvGrpSpPr>
            <a:grpSpLocks/>
          </p:cNvGrpSpPr>
          <p:nvPr/>
        </p:nvGrpSpPr>
        <p:grpSpPr bwMode="auto">
          <a:xfrm>
            <a:off x="8120104" y="-43551"/>
            <a:ext cx="1010645" cy="708208"/>
            <a:chOff x="4224" y="2976"/>
            <a:chExt cx="1248" cy="1248"/>
          </a:xfrm>
        </p:grpSpPr>
        <p:sp>
          <p:nvSpPr>
            <p:cNvPr id="204" name="Oval 28"/>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205" name="Oval 29"/>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7</a:t>
              </a:r>
            </a:p>
          </p:txBody>
        </p:sp>
      </p:grpSp>
      <p:grpSp>
        <p:nvGrpSpPr>
          <p:cNvPr id="206" name="Group 30"/>
          <p:cNvGrpSpPr>
            <a:grpSpLocks/>
          </p:cNvGrpSpPr>
          <p:nvPr/>
        </p:nvGrpSpPr>
        <p:grpSpPr bwMode="auto">
          <a:xfrm>
            <a:off x="8120104" y="-43551"/>
            <a:ext cx="1010645" cy="708208"/>
            <a:chOff x="4224" y="2976"/>
            <a:chExt cx="1248" cy="1248"/>
          </a:xfrm>
        </p:grpSpPr>
        <p:sp>
          <p:nvSpPr>
            <p:cNvPr id="207" name="Oval 31"/>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208" name="Oval 32"/>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6</a:t>
              </a:r>
            </a:p>
          </p:txBody>
        </p:sp>
      </p:grpSp>
      <p:grpSp>
        <p:nvGrpSpPr>
          <p:cNvPr id="209" name="Group 33"/>
          <p:cNvGrpSpPr>
            <a:grpSpLocks/>
          </p:cNvGrpSpPr>
          <p:nvPr/>
        </p:nvGrpSpPr>
        <p:grpSpPr bwMode="auto">
          <a:xfrm>
            <a:off x="8120104" y="-43551"/>
            <a:ext cx="1010645" cy="708208"/>
            <a:chOff x="4224" y="2976"/>
            <a:chExt cx="1248" cy="1248"/>
          </a:xfrm>
        </p:grpSpPr>
        <p:sp>
          <p:nvSpPr>
            <p:cNvPr id="210" name="Oval 34"/>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211" name="Oval 35"/>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5</a:t>
              </a:r>
            </a:p>
          </p:txBody>
        </p:sp>
      </p:grpSp>
      <p:grpSp>
        <p:nvGrpSpPr>
          <p:cNvPr id="212" name="Group 36"/>
          <p:cNvGrpSpPr>
            <a:grpSpLocks/>
          </p:cNvGrpSpPr>
          <p:nvPr/>
        </p:nvGrpSpPr>
        <p:grpSpPr bwMode="auto">
          <a:xfrm>
            <a:off x="8120104" y="-43551"/>
            <a:ext cx="1010645" cy="708208"/>
            <a:chOff x="4224" y="2976"/>
            <a:chExt cx="1248" cy="1248"/>
          </a:xfrm>
        </p:grpSpPr>
        <p:sp>
          <p:nvSpPr>
            <p:cNvPr id="213" name="Oval 37"/>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214" name="Oval 38"/>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4</a:t>
              </a:r>
            </a:p>
          </p:txBody>
        </p:sp>
      </p:grpSp>
      <p:grpSp>
        <p:nvGrpSpPr>
          <p:cNvPr id="215" name="Group 39"/>
          <p:cNvGrpSpPr>
            <a:grpSpLocks/>
          </p:cNvGrpSpPr>
          <p:nvPr/>
        </p:nvGrpSpPr>
        <p:grpSpPr bwMode="auto">
          <a:xfrm>
            <a:off x="8120104" y="-43551"/>
            <a:ext cx="1010645" cy="708208"/>
            <a:chOff x="4224" y="2976"/>
            <a:chExt cx="1248" cy="1248"/>
          </a:xfrm>
        </p:grpSpPr>
        <p:sp>
          <p:nvSpPr>
            <p:cNvPr id="216" name="Oval 40"/>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217" name="Oval 41"/>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3</a:t>
              </a:r>
            </a:p>
          </p:txBody>
        </p:sp>
      </p:grpSp>
      <p:grpSp>
        <p:nvGrpSpPr>
          <p:cNvPr id="218" name="Group 42"/>
          <p:cNvGrpSpPr>
            <a:grpSpLocks/>
          </p:cNvGrpSpPr>
          <p:nvPr/>
        </p:nvGrpSpPr>
        <p:grpSpPr bwMode="auto">
          <a:xfrm>
            <a:off x="8120104" y="-43551"/>
            <a:ext cx="1010645" cy="708208"/>
            <a:chOff x="4224" y="2976"/>
            <a:chExt cx="1248" cy="1248"/>
          </a:xfrm>
        </p:grpSpPr>
        <p:sp>
          <p:nvSpPr>
            <p:cNvPr id="219" name="Oval 43"/>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220" name="Oval 44"/>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2</a:t>
              </a:r>
            </a:p>
          </p:txBody>
        </p:sp>
      </p:grpSp>
      <p:grpSp>
        <p:nvGrpSpPr>
          <p:cNvPr id="221" name="Group 45"/>
          <p:cNvGrpSpPr>
            <a:grpSpLocks/>
          </p:cNvGrpSpPr>
          <p:nvPr/>
        </p:nvGrpSpPr>
        <p:grpSpPr bwMode="auto">
          <a:xfrm>
            <a:off x="8120104" y="-43551"/>
            <a:ext cx="1010645" cy="708208"/>
            <a:chOff x="4224" y="2976"/>
            <a:chExt cx="1248" cy="1248"/>
          </a:xfrm>
        </p:grpSpPr>
        <p:sp>
          <p:nvSpPr>
            <p:cNvPr id="222" name="Oval 46"/>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223" name="Oval 47"/>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a:t>
              </a:r>
            </a:p>
          </p:txBody>
        </p:sp>
      </p:grpSp>
      <p:sp>
        <p:nvSpPr>
          <p:cNvPr id="224" name="Oval 2" descr="dongho"/>
          <p:cNvSpPr>
            <a:spLocks noChangeArrowheads="1"/>
          </p:cNvSpPr>
          <p:nvPr/>
        </p:nvSpPr>
        <p:spPr bwMode="auto">
          <a:xfrm>
            <a:off x="8097126" y="-53490"/>
            <a:ext cx="1046874" cy="720686"/>
          </a:xfrm>
          <a:prstGeom prst="ellipse">
            <a:avLst/>
          </a:prstGeom>
          <a:blipFill dpi="0" rotWithShape="1">
            <a:blip r:embed="rId6" cstate="print"/>
            <a:srcRect/>
            <a:stretch>
              <a:fillRect/>
            </a:stretch>
          </a:bli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0" name="Rectangle 9"/>
          <p:cNvSpPr/>
          <p:nvPr/>
        </p:nvSpPr>
        <p:spPr>
          <a:xfrm>
            <a:off x="1109726" y="2789080"/>
            <a:ext cx="7884972" cy="461665"/>
          </a:xfrm>
          <a:prstGeom prst="rect">
            <a:avLst/>
          </a:prstGeom>
        </p:spPr>
        <p:txBody>
          <a:bodyPr wrap="square">
            <a:spAutoFit/>
          </a:bodyPr>
          <a:lstStyle/>
          <a:p>
            <a:endParaRPr lang="en-US" sz="2400" dirty="0">
              <a:latin typeface="Times New Roman" panose="02020603050405020304" pitchFamily="18" charset="0"/>
              <a:cs typeface="Times New Roman" panose="02020603050405020304" pitchFamily="18" charset="0"/>
            </a:endParaRPr>
          </a:p>
        </p:txBody>
      </p:sp>
      <p:grpSp>
        <p:nvGrpSpPr>
          <p:cNvPr id="121" name="Group 22"/>
          <p:cNvGrpSpPr>
            <a:grpSpLocks/>
          </p:cNvGrpSpPr>
          <p:nvPr/>
        </p:nvGrpSpPr>
        <p:grpSpPr bwMode="auto">
          <a:xfrm>
            <a:off x="130239" y="1265586"/>
            <a:ext cx="438150" cy="285750"/>
            <a:chOff x="1152" y="3600"/>
            <a:chExt cx="276" cy="240"/>
          </a:xfrm>
        </p:grpSpPr>
        <p:sp>
          <p:nvSpPr>
            <p:cNvPr id="122" name="Line 4"/>
            <p:cNvSpPr>
              <a:spLocks noChangeShapeType="1"/>
            </p:cNvSpPr>
            <p:nvPr/>
          </p:nvSpPr>
          <p:spPr bwMode="auto">
            <a:xfrm>
              <a:off x="1152" y="3744"/>
              <a:ext cx="96" cy="96"/>
            </a:xfrm>
            <a:prstGeom prst="line">
              <a:avLst/>
            </a:prstGeom>
            <a:noFill/>
            <a:ln w="57150">
              <a:solidFill>
                <a:srgbClr val="FF0000"/>
              </a:solidFill>
              <a:round/>
              <a:headEnd/>
              <a:tailEnd/>
            </a:ln>
          </p:spPr>
          <p:txBody>
            <a:bodyPr/>
            <a:lstStyle/>
            <a:p>
              <a:endParaRPr lang="en-US"/>
            </a:p>
          </p:txBody>
        </p:sp>
        <p:sp>
          <p:nvSpPr>
            <p:cNvPr id="123" name="Line 5"/>
            <p:cNvSpPr>
              <a:spLocks noChangeShapeType="1"/>
            </p:cNvSpPr>
            <p:nvPr/>
          </p:nvSpPr>
          <p:spPr bwMode="auto">
            <a:xfrm flipV="1">
              <a:off x="1236" y="3600"/>
              <a:ext cx="192" cy="240"/>
            </a:xfrm>
            <a:prstGeom prst="line">
              <a:avLst/>
            </a:prstGeom>
            <a:noFill/>
            <a:ln w="57150">
              <a:solidFill>
                <a:srgbClr val="FF0000"/>
              </a:solidFill>
              <a:round/>
              <a:headEnd/>
              <a:tailEnd/>
            </a:ln>
          </p:spPr>
          <p:txBody>
            <a:bodyPr/>
            <a:lstStyle/>
            <a:p>
              <a:endParaRPr lang="en-US"/>
            </a:p>
          </p:txBody>
        </p:sp>
      </p:grpSp>
      <p:sp>
        <p:nvSpPr>
          <p:cNvPr id="5" name="Rectangle 4"/>
          <p:cNvSpPr>
            <a:spLocks noChangeArrowheads="1"/>
          </p:cNvSpPr>
          <p:nvPr/>
        </p:nvSpPr>
        <p:spPr bwMode="auto">
          <a:xfrm>
            <a:off x="0" y="-153888"/>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p:cNvSpPr/>
          <p:nvPr/>
        </p:nvSpPr>
        <p:spPr>
          <a:xfrm>
            <a:off x="184731" y="1265586"/>
            <a:ext cx="8809967" cy="3323987"/>
          </a:xfrm>
          <a:prstGeom prst="rect">
            <a:avLst/>
          </a:prstGeom>
        </p:spPr>
        <p:txBody>
          <a:bodyPr wrap="square">
            <a:spAutoFit/>
          </a:bodyPr>
          <a:lstStyle/>
          <a:p>
            <a:pPr lvl="0" algn="just"/>
            <a:r>
              <a:rPr lang="en-US" sz="2100" dirty="0">
                <a:latin typeface="Times New Roman" panose="02020603050405020304" pitchFamily="18" charset="0"/>
                <a:cs typeface="Times New Roman" panose="02020603050405020304" pitchFamily="18" charset="0"/>
              </a:rPr>
              <a:t>A. </a:t>
            </a:r>
            <a:r>
              <a:rPr lang="en-US" sz="2100" dirty="0" err="1">
                <a:latin typeface="Times New Roman" panose="02020603050405020304" pitchFamily="18" charset="0"/>
                <a:cs typeface="Times New Roman" panose="02020603050405020304" pitchFamily="18" charset="0"/>
              </a:rPr>
              <a:t>Nhiệt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độ</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thấp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nhất</a:t>
            </a:r>
            <a:r>
              <a:rPr lang="en-US" sz="2100" dirty="0">
                <a:latin typeface="Times New Roman" panose="02020603050405020304" pitchFamily="18" charset="0"/>
                <a:cs typeface="Times New Roman" panose="02020603050405020304" pitchFamily="18" charset="0"/>
              </a:rPr>
              <a:t> ở </a:t>
            </a:r>
            <a:r>
              <a:rPr lang="en-US" sz="2100" dirty="0" err="1">
                <a:latin typeface="Times New Roman" panose="02020603050405020304" pitchFamily="18" charset="0"/>
                <a:cs typeface="Times New Roman" panose="02020603050405020304" pitchFamily="18" charset="0"/>
              </a:rPr>
              <a:t>áp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suất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của</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khí</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quyển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mà</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một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hợp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chất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hữu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cơ</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hoặc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vật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liệt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dễ</a:t>
            </a:r>
            <a:r>
              <a:rPr lang="en-US" sz="2100" dirty="0">
                <a:latin typeface="Times New Roman" panose="02020603050405020304" pitchFamily="18" charset="0"/>
                <a:cs typeface="Times New Roman" panose="02020603050405020304" pitchFamily="18" charset="0"/>
              </a:rPr>
              <a:t> bay </a:t>
            </a:r>
            <a:r>
              <a:rPr lang="en-US" sz="2100" dirty="0" err="1">
                <a:latin typeface="Times New Roman" panose="02020603050405020304" pitchFamily="18" charset="0"/>
                <a:cs typeface="Times New Roman" panose="02020603050405020304" pitchFamily="18" charset="0"/>
              </a:rPr>
              <a:t>hơi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tạo</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thành</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lượng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hơi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đủ</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để</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bốc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cháy</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trong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không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khí</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gặp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nguồn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lửa</a:t>
            </a:r>
            <a:r>
              <a:rPr lang="en-US" sz="2100" dirty="0">
                <a:latin typeface="Times New Roman" panose="02020603050405020304" pitchFamily="18" charset="0"/>
                <a:cs typeface="Times New Roman" panose="02020603050405020304" pitchFamily="18" charset="0"/>
              </a:rPr>
              <a:t>.</a:t>
            </a:r>
          </a:p>
          <a:p>
            <a:pPr lvl="0" algn="just"/>
            <a:r>
              <a:rPr lang="en-US" sz="2100" dirty="0">
                <a:latin typeface="Times New Roman" panose="02020603050405020304" pitchFamily="18" charset="0"/>
                <a:cs typeface="Times New Roman" panose="02020603050405020304" pitchFamily="18" charset="0"/>
              </a:rPr>
              <a:t>B. </a:t>
            </a:r>
            <a:r>
              <a:rPr lang="en-US" sz="2100" dirty="0" err="1">
                <a:latin typeface="Times New Roman" panose="02020603050405020304" pitchFamily="18" charset="0"/>
                <a:cs typeface="Times New Roman" panose="02020603050405020304" pitchFamily="18" charset="0"/>
              </a:rPr>
              <a:t>Nhiệt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độ</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cao</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nhất</a:t>
            </a:r>
            <a:r>
              <a:rPr lang="en-US" sz="2100" dirty="0">
                <a:latin typeface="Times New Roman" panose="02020603050405020304" pitchFamily="18" charset="0"/>
                <a:cs typeface="Times New Roman" panose="02020603050405020304" pitchFamily="18" charset="0"/>
              </a:rPr>
              <a:t> ở </a:t>
            </a:r>
            <a:r>
              <a:rPr lang="en-US" sz="2100" dirty="0" err="1">
                <a:latin typeface="Times New Roman" panose="02020603050405020304" pitchFamily="18" charset="0"/>
                <a:cs typeface="Times New Roman" panose="02020603050405020304" pitchFamily="18" charset="0"/>
              </a:rPr>
              <a:t>áp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suất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của</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khí</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quyển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mà</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một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hợp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chất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hữu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cơ</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hoặc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vật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liệu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dễ</a:t>
            </a:r>
            <a:r>
              <a:rPr lang="en-US" sz="2100" dirty="0">
                <a:latin typeface="Times New Roman" panose="02020603050405020304" pitchFamily="18" charset="0"/>
                <a:cs typeface="Times New Roman" panose="02020603050405020304" pitchFamily="18" charset="0"/>
              </a:rPr>
              <a:t> bay </a:t>
            </a:r>
            <a:r>
              <a:rPr lang="en-US" sz="2100" dirty="0" err="1">
                <a:latin typeface="Times New Roman" panose="02020603050405020304" pitchFamily="18" charset="0"/>
                <a:cs typeface="Times New Roman" panose="02020603050405020304" pitchFamily="18" charset="0"/>
              </a:rPr>
              <a:t>hơi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tạo</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thành</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lượng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hơi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đủ</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để</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bốc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cháy</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trong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không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khí</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gặp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ngọn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lửa</a:t>
            </a:r>
            <a:r>
              <a:rPr lang="en-US" sz="2100" dirty="0">
                <a:latin typeface="Times New Roman" panose="02020603050405020304" pitchFamily="18" charset="0"/>
                <a:cs typeface="Times New Roman" panose="02020603050405020304" pitchFamily="18" charset="0"/>
              </a:rPr>
              <a:t>.</a:t>
            </a:r>
          </a:p>
          <a:p>
            <a:pPr lvl="0" algn="just"/>
            <a:r>
              <a:rPr lang="en-US" sz="2100" dirty="0">
                <a:latin typeface="Times New Roman" panose="02020603050405020304" pitchFamily="18" charset="0"/>
                <a:cs typeface="Times New Roman" panose="02020603050405020304" pitchFamily="18" charset="0"/>
              </a:rPr>
              <a:t>C. </a:t>
            </a:r>
            <a:r>
              <a:rPr lang="en-US" sz="2100" dirty="0" err="1">
                <a:latin typeface="Times New Roman" panose="02020603050405020304" pitchFamily="18" charset="0"/>
                <a:cs typeface="Times New Roman" panose="02020603050405020304" pitchFamily="18" charset="0"/>
              </a:rPr>
              <a:t>Nhiệt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độ</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thấp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nhất</a:t>
            </a:r>
            <a:r>
              <a:rPr lang="en-US" sz="2100" dirty="0">
                <a:latin typeface="Times New Roman" panose="02020603050405020304" pitchFamily="18" charset="0"/>
                <a:cs typeface="Times New Roman" panose="02020603050405020304" pitchFamily="18" charset="0"/>
              </a:rPr>
              <a:t> ở </a:t>
            </a:r>
            <a:r>
              <a:rPr lang="en-US" sz="2100" dirty="0" err="1">
                <a:latin typeface="Times New Roman" panose="02020603050405020304" pitchFamily="18" charset="0"/>
                <a:cs typeface="Times New Roman" panose="02020603050405020304" pitchFamily="18" charset="0"/>
              </a:rPr>
              <a:t>áp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suất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của</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khí</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quyển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mà</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một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hợp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chất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hữu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cơ</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hoặc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vật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liệu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dễ</a:t>
            </a:r>
            <a:r>
              <a:rPr lang="en-US" sz="2100" dirty="0">
                <a:latin typeface="Times New Roman" panose="02020603050405020304" pitchFamily="18" charset="0"/>
                <a:cs typeface="Times New Roman" panose="02020603050405020304" pitchFamily="18" charset="0"/>
              </a:rPr>
              <a:t> bay </a:t>
            </a:r>
            <a:r>
              <a:rPr lang="en-US" sz="2100" dirty="0" err="1">
                <a:latin typeface="Times New Roman" panose="02020603050405020304" pitchFamily="18" charset="0"/>
                <a:cs typeface="Times New Roman" panose="02020603050405020304" pitchFamily="18" charset="0"/>
              </a:rPr>
              <a:t>hơi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tạo</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thành</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lượng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hơi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đủ</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để</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bốc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cháy</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trong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không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khí</a:t>
            </a:r>
            <a:r>
              <a:rPr lang="en-US" sz="2100" dirty="0">
                <a:latin typeface="Times New Roman" panose="02020603050405020304" pitchFamily="18" charset="0"/>
                <a:cs typeface="Times New Roman" panose="02020603050405020304" pitchFamily="18" charset="0"/>
              </a:rPr>
              <a:t>.</a:t>
            </a:r>
          </a:p>
          <a:p>
            <a:pPr lvl="0" algn="just"/>
            <a:r>
              <a:rPr lang="en-US" sz="2100" dirty="0">
                <a:latin typeface="Times New Roman" panose="02020603050405020304" pitchFamily="18" charset="0"/>
                <a:cs typeface="Times New Roman" panose="02020603050405020304" pitchFamily="18" charset="0"/>
              </a:rPr>
              <a:t>D. </a:t>
            </a:r>
            <a:r>
              <a:rPr lang="en-US" sz="2100" dirty="0" err="1">
                <a:latin typeface="Times New Roman" panose="02020603050405020304" pitchFamily="18" charset="0"/>
                <a:cs typeface="Times New Roman" panose="02020603050405020304" pitchFamily="18" charset="0"/>
              </a:rPr>
              <a:t>Nhiệt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độ</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cao</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nhất</a:t>
            </a:r>
            <a:r>
              <a:rPr lang="en-US" sz="2100" dirty="0">
                <a:latin typeface="Times New Roman" panose="02020603050405020304" pitchFamily="18" charset="0"/>
                <a:cs typeface="Times New Roman" panose="02020603050405020304" pitchFamily="18" charset="0"/>
              </a:rPr>
              <a:t> ở </a:t>
            </a:r>
            <a:r>
              <a:rPr lang="en-US" sz="2100" dirty="0" err="1">
                <a:latin typeface="Times New Roman" panose="02020603050405020304" pitchFamily="18" charset="0"/>
                <a:cs typeface="Times New Roman" panose="02020603050405020304" pitchFamily="18" charset="0"/>
              </a:rPr>
              <a:t>áp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suất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của</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khí</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quyển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mà</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một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hợp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chất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hữu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cơ</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hoặc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vật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liệu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dễ</a:t>
            </a:r>
            <a:r>
              <a:rPr lang="en-US" sz="2100" dirty="0">
                <a:latin typeface="Times New Roman" panose="02020603050405020304" pitchFamily="18" charset="0"/>
                <a:cs typeface="Times New Roman" panose="02020603050405020304" pitchFamily="18" charset="0"/>
              </a:rPr>
              <a:t> bay </a:t>
            </a:r>
            <a:r>
              <a:rPr lang="en-US" sz="2100" dirty="0" err="1">
                <a:latin typeface="Times New Roman" panose="02020603050405020304" pitchFamily="18" charset="0"/>
                <a:cs typeface="Times New Roman" panose="02020603050405020304" pitchFamily="18" charset="0"/>
              </a:rPr>
              <a:t>hơi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tạo</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thành</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lượng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hơi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đủ</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để</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bốc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cháy</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trong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không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khí</a:t>
            </a:r>
            <a:r>
              <a:rPr lang="en-US" sz="21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24170010"/>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himes.wav"/>
          </p:stSnd>
        </p:sndAc>
      </p:transition>
    </mc:Choice>
    <mc:Fallback xmlns="">
      <p:transition spd="slow">
        <p:sndAc>
          <p:stSnd>
            <p:snd r:embed="rId10" name="chimes.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grpId="0" nodeType="withEffect">
                                  <p:stCondLst>
                                    <p:cond delay="0"/>
                                  </p:stCondLst>
                                  <p:childTnLst>
                                    <p:set>
                                      <p:cBhvr>
                                        <p:cTn id="6" dur="1" fill="hold">
                                          <p:stCondLst>
                                            <p:cond delay="0"/>
                                          </p:stCondLst>
                                        </p:cTn>
                                        <p:tgtEl>
                                          <p:spTgt spid="224"/>
                                        </p:tgtEl>
                                        <p:attrNameLst>
                                          <p:attrName>style.visibility</p:attrName>
                                        </p:attrNameLst>
                                      </p:cBhvr>
                                      <p:to>
                                        <p:strVal val="visible"/>
                                      </p:to>
                                    </p:set>
                                    <p:anim calcmode="lin" valueType="num">
                                      <p:cBhvr>
                                        <p:cTn id="7" dur="1000" fill="hold"/>
                                        <p:tgtEl>
                                          <p:spTgt spid="224"/>
                                        </p:tgtEl>
                                        <p:attrNameLst>
                                          <p:attrName>ppt_w</p:attrName>
                                        </p:attrNameLst>
                                      </p:cBhvr>
                                      <p:tavLst>
                                        <p:tav tm="0" fmla="#ppt_w*sin(2.5*pi*$)">
                                          <p:val>
                                            <p:fltVal val="0"/>
                                          </p:val>
                                        </p:tav>
                                        <p:tav tm="100000">
                                          <p:val>
                                            <p:fltVal val="1"/>
                                          </p:val>
                                        </p:tav>
                                      </p:tavLst>
                                    </p:anim>
                                    <p:anim calcmode="lin" valueType="num">
                                      <p:cBhvr>
                                        <p:cTn id="8" dur="1000" fill="hold"/>
                                        <p:tgtEl>
                                          <p:spTgt spid="22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cashreg.wav"/>
                                        </p:tgtEl>
                                      </p:cMediaNode>
                                    </p:audio>
                                  </p:subTnLst>
                                </p:cTn>
                              </p:par>
                            </p:childTnLst>
                          </p:cTn>
                        </p:par>
                        <p:par>
                          <p:cTn id="9" fill="hold">
                            <p:stCondLst>
                              <p:cond delay="1000"/>
                            </p:stCondLst>
                            <p:childTnLst>
                              <p:par>
                                <p:cTn id="10" presetID="10" presetClass="exit" presetSubtype="0" fill="hold" grpId="1" nodeType="afterEffect">
                                  <p:stCondLst>
                                    <p:cond delay="0"/>
                                  </p:stCondLst>
                                  <p:childTnLst>
                                    <p:animEffect transition="out" filter="fade">
                                      <p:cBhvr>
                                        <p:cTn id="11" dur="500"/>
                                        <p:tgtEl>
                                          <p:spTgt spid="224"/>
                                        </p:tgtEl>
                                      </p:cBhvr>
                                    </p:animEffect>
                                    <p:set>
                                      <p:cBhvr>
                                        <p:cTn id="12" dur="1" fill="hold">
                                          <p:stCondLst>
                                            <p:cond delay="499"/>
                                          </p:stCondLst>
                                        </p:cTn>
                                        <p:tgtEl>
                                          <p:spTgt spid="224"/>
                                        </p:tgtEl>
                                        <p:attrNameLst>
                                          <p:attrName>style.visibility</p:attrName>
                                        </p:attrNameLst>
                                      </p:cBhvr>
                                      <p:to>
                                        <p:strVal val="hidden"/>
                                      </p:to>
                                    </p:set>
                                  </p:childTnLst>
                                  <p:subTnLst>
                                    <p:audio>
                                      <p:cMediaNode>
                                        <p:cTn display="0" masterRel="sameClick">
                                          <p:stCondLst>
                                            <p:cond evt="begin" delay="0">
                                              <p:tn val="10"/>
                                            </p:cond>
                                          </p:stCondLst>
                                          <p:endCondLst>
                                            <p:cond evt="onStopAudio" delay="0">
                                              <p:tgtEl>
                                                <p:sldTgt/>
                                              </p:tgtEl>
                                            </p:cond>
                                          </p:endCondLst>
                                        </p:cTn>
                                        <p:tgtEl>
                                          <p:sndTgt r:embed="rId3" name="cashreg.wav"/>
                                        </p:tgtEl>
                                      </p:cMediaNode>
                                    </p:audio>
                                  </p:subTnLst>
                                </p:cTn>
                              </p:par>
                            </p:childTnLst>
                          </p:cTn>
                        </p:par>
                        <p:par>
                          <p:cTn id="13" fill="hold">
                            <p:stCondLst>
                              <p:cond delay="1500"/>
                            </p:stCondLst>
                            <p:childTnLst>
                              <p:par>
                                <p:cTn id="14" presetID="1" presetClass="entr" presetSubtype="0" fill="hold" nodeType="afterEffect">
                                  <p:stCondLst>
                                    <p:cond delay="0"/>
                                  </p:stCondLst>
                                  <p:childTnLst>
                                    <p:set>
                                      <p:cBhvr>
                                        <p:cTn id="15" dur="1" fill="hold">
                                          <p:stCondLst>
                                            <p:cond delay="0"/>
                                          </p:stCondLst>
                                        </p:cTn>
                                        <p:tgtEl>
                                          <p:spTgt spid="164"/>
                                        </p:tgtEl>
                                        <p:attrNameLst>
                                          <p:attrName>style.visibility</p:attrName>
                                        </p:attrNameLst>
                                      </p:cBhvr>
                                      <p:to>
                                        <p:strVal val="visible"/>
                                      </p:to>
                                    </p:set>
                                  </p:childTnLst>
                                  <p:subTnLst>
                                    <p:audio>
                                      <p:cMediaNode>
                                        <p:cTn display="0" masterRel="sameClick">
                                          <p:stCondLst>
                                            <p:cond evt="begin" delay="0">
                                              <p:tn val="14"/>
                                            </p:cond>
                                          </p:stCondLst>
                                          <p:endCondLst>
                                            <p:cond evt="onStopAudio" delay="0">
                                              <p:tgtEl>
                                                <p:sldTgt/>
                                              </p:tgtEl>
                                            </p:cond>
                                          </p:endCondLst>
                                        </p:cTn>
                                        <p:tgtEl>
                                          <p:sndTgt r:embed="rId3" name="cashreg.wav"/>
                                        </p:tgtEl>
                                      </p:cMediaNode>
                                    </p:audio>
                                  </p:subTnLst>
                                </p:cTn>
                              </p:par>
                            </p:childTnLst>
                          </p:cTn>
                        </p:par>
                        <p:par>
                          <p:cTn id="16" fill="hold">
                            <p:stCondLst>
                              <p:cond delay="1500"/>
                            </p:stCondLst>
                            <p:childTnLst>
                              <p:par>
                                <p:cTn id="17" presetID="1" presetClass="entr" presetSubtype="0" fill="hold" nodeType="afterEffect">
                                  <p:stCondLst>
                                    <p:cond delay="1000"/>
                                  </p:stCondLst>
                                  <p:childTnLst>
                                    <p:set>
                                      <p:cBhvr>
                                        <p:cTn id="18" dur="1" fill="hold">
                                          <p:stCondLst>
                                            <p:cond delay="0"/>
                                          </p:stCondLst>
                                        </p:cTn>
                                        <p:tgtEl>
                                          <p:spTgt spid="167"/>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3" name="cashreg.wav"/>
                                        </p:tgtEl>
                                      </p:cMediaNode>
                                    </p:audio>
                                  </p:subTnLst>
                                </p:cTn>
                              </p:par>
                            </p:childTnLst>
                          </p:cTn>
                        </p:par>
                        <p:par>
                          <p:cTn id="19" fill="hold">
                            <p:stCondLst>
                              <p:cond delay="2500"/>
                            </p:stCondLst>
                            <p:childTnLst>
                              <p:par>
                                <p:cTn id="20" presetID="1" presetClass="entr" presetSubtype="0" fill="hold" nodeType="afterEffect">
                                  <p:stCondLst>
                                    <p:cond delay="1000"/>
                                  </p:stCondLst>
                                  <p:childTnLst>
                                    <p:set>
                                      <p:cBhvr>
                                        <p:cTn id="21" dur="1" fill="hold">
                                          <p:stCondLst>
                                            <p:cond delay="0"/>
                                          </p:stCondLst>
                                        </p:cTn>
                                        <p:tgtEl>
                                          <p:spTgt spid="170"/>
                                        </p:tgtEl>
                                        <p:attrNameLst>
                                          <p:attrName>style.visibility</p:attrName>
                                        </p:attrNameLst>
                                      </p:cBhvr>
                                      <p:to>
                                        <p:strVal val="visible"/>
                                      </p:to>
                                    </p:set>
                                  </p:childTnLst>
                                  <p:subTnLst>
                                    <p:audio>
                                      <p:cMediaNode>
                                        <p:cTn display="0" masterRel="sameClick">
                                          <p:stCondLst>
                                            <p:cond evt="begin" delay="0">
                                              <p:tn val="20"/>
                                            </p:cond>
                                          </p:stCondLst>
                                          <p:endCondLst>
                                            <p:cond evt="onStopAudio" delay="0">
                                              <p:tgtEl>
                                                <p:sldTgt/>
                                              </p:tgtEl>
                                            </p:cond>
                                          </p:endCondLst>
                                        </p:cTn>
                                        <p:tgtEl>
                                          <p:sndTgt r:embed="rId3" name="cashreg.wav"/>
                                        </p:tgtEl>
                                      </p:cMediaNode>
                                    </p:audio>
                                  </p:subTnLst>
                                </p:cTn>
                              </p:par>
                            </p:childTnLst>
                          </p:cTn>
                        </p:par>
                        <p:par>
                          <p:cTn id="22" fill="hold">
                            <p:stCondLst>
                              <p:cond delay="3500"/>
                            </p:stCondLst>
                            <p:childTnLst>
                              <p:par>
                                <p:cTn id="23" presetID="1" presetClass="entr" presetSubtype="0" fill="hold" nodeType="afterEffect">
                                  <p:stCondLst>
                                    <p:cond delay="1000"/>
                                  </p:stCondLst>
                                  <p:childTnLst>
                                    <p:set>
                                      <p:cBhvr>
                                        <p:cTn id="24" dur="1" fill="hold">
                                          <p:stCondLst>
                                            <p:cond delay="0"/>
                                          </p:stCondLst>
                                        </p:cTn>
                                        <p:tgtEl>
                                          <p:spTgt spid="173"/>
                                        </p:tgtEl>
                                        <p:attrNameLst>
                                          <p:attrName>style.visibility</p:attrName>
                                        </p:attrNameLst>
                                      </p:cBhvr>
                                      <p:to>
                                        <p:strVal val="visible"/>
                                      </p:to>
                                    </p:set>
                                  </p:childTnLst>
                                  <p:subTnLst>
                                    <p:audio>
                                      <p:cMediaNode>
                                        <p:cTn display="0" masterRel="sameClick">
                                          <p:stCondLst>
                                            <p:cond evt="begin" delay="0">
                                              <p:tn val="23"/>
                                            </p:cond>
                                          </p:stCondLst>
                                          <p:endCondLst>
                                            <p:cond evt="onStopAudio" delay="0">
                                              <p:tgtEl>
                                                <p:sldTgt/>
                                              </p:tgtEl>
                                            </p:cond>
                                          </p:endCondLst>
                                        </p:cTn>
                                        <p:tgtEl>
                                          <p:sndTgt r:embed="rId3" name="cashreg.wav"/>
                                        </p:tgtEl>
                                      </p:cMediaNode>
                                    </p:audio>
                                  </p:subTnLst>
                                </p:cTn>
                              </p:par>
                            </p:childTnLst>
                          </p:cTn>
                        </p:par>
                        <p:par>
                          <p:cTn id="25" fill="hold">
                            <p:stCondLst>
                              <p:cond delay="4500"/>
                            </p:stCondLst>
                            <p:childTnLst>
                              <p:par>
                                <p:cTn id="26" presetID="1" presetClass="entr" presetSubtype="0" fill="hold" nodeType="afterEffect">
                                  <p:stCondLst>
                                    <p:cond delay="1000"/>
                                  </p:stCondLst>
                                  <p:childTnLst>
                                    <p:set>
                                      <p:cBhvr>
                                        <p:cTn id="27" dur="1" fill="hold">
                                          <p:stCondLst>
                                            <p:cond delay="0"/>
                                          </p:stCondLst>
                                        </p:cTn>
                                        <p:tgtEl>
                                          <p:spTgt spid="176"/>
                                        </p:tgtEl>
                                        <p:attrNameLst>
                                          <p:attrName>style.visibility</p:attrName>
                                        </p:attrNameLst>
                                      </p:cBhvr>
                                      <p:to>
                                        <p:strVal val="visible"/>
                                      </p:to>
                                    </p:set>
                                  </p:childTnLst>
                                  <p:subTnLst>
                                    <p:audio>
                                      <p:cMediaNode>
                                        <p:cTn display="0" masterRel="sameClick">
                                          <p:stCondLst>
                                            <p:cond evt="begin" delay="0">
                                              <p:tn val="26"/>
                                            </p:cond>
                                          </p:stCondLst>
                                          <p:endCondLst>
                                            <p:cond evt="onStopAudio" delay="0">
                                              <p:tgtEl>
                                                <p:sldTgt/>
                                              </p:tgtEl>
                                            </p:cond>
                                          </p:endCondLst>
                                        </p:cTn>
                                        <p:tgtEl>
                                          <p:sndTgt r:embed="rId3" name="cashreg.wav"/>
                                        </p:tgtEl>
                                      </p:cMediaNode>
                                    </p:audio>
                                  </p:subTnLst>
                                </p:cTn>
                              </p:par>
                            </p:childTnLst>
                          </p:cTn>
                        </p:par>
                        <p:par>
                          <p:cTn id="28" fill="hold">
                            <p:stCondLst>
                              <p:cond delay="5500"/>
                            </p:stCondLst>
                            <p:childTnLst>
                              <p:par>
                                <p:cTn id="29" presetID="1" presetClass="entr" presetSubtype="0" fill="hold" nodeType="afterEffect">
                                  <p:stCondLst>
                                    <p:cond delay="1000"/>
                                  </p:stCondLst>
                                  <p:childTnLst>
                                    <p:set>
                                      <p:cBhvr>
                                        <p:cTn id="30" dur="1" fill="hold">
                                          <p:stCondLst>
                                            <p:cond delay="0"/>
                                          </p:stCondLst>
                                        </p:cTn>
                                        <p:tgtEl>
                                          <p:spTgt spid="179"/>
                                        </p:tgtEl>
                                        <p:attrNameLst>
                                          <p:attrName>style.visibility</p:attrName>
                                        </p:attrNameLst>
                                      </p:cBhvr>
                                      <p:to>
                                        <p:strVal val="visible"/>
                                      </p:to>
                                    </p:set>
                                  </p:childTnLst>
                                  <p:subTnLst>
                                    <p:audio>
                                      <p:cMediaNode>
                                        <p:cTn display="0" masterRel="sameClick">
                                          <p:stCondLst>
                                            <p:cond evt="begin" delay="0">
                                              <p:tn val="29"/>
                                            </p:cond>
                                          </p:stCondLst>
                                          <p:endCondLst>
                                            <p:cond evt="onStopAudio" delay="0">
                                              <p:tgtEl>
                                                <p:sldTgt/>
                                              </p:tgtEl>
                                            </p:cond>
                                          </p:endCondLst>
                                        </p:cTn>
                                        <p:tgtEl>
                                          <p:sndTgt r:embed="rId3" name="cashreg.wav"/>
                                        </p:tgtEl>
                                      </p:cMediaNode>
                                    </p:audio>
                                  </p:subTnLst>
                                </p:cTn>
                              </p:par>
                            </p:childTnLst>
                          </p:cTn>
                        </p:par>
                        <p:par>
                          <p:cTn id="31" fill="hold">
                            <p:stCondLst>
                              <p:cond delay="6500"/>
                            </p:stCondLst>
                            <p:childTnLst>
                              <p:par>
                                <p:cTn id="32" presetID="1" presetClass="entr" presetSubtype="0" fill="hold" nodeType="afterEffect">
                                  <p:stCondLst>
                                    <p:cond delay="1000"/>
                                  </p:stCondLst>
                                  <p:childTnLst>
                                    <p:set>
                                      <p:cBhvr>
                                        <p:cTn id="33" dur="1" fill="hold">
                                          <p:stCondLst>
                                            <p:cond delay="0"/>
                                          </p:stCondLst>
                                        </p:cTn>
                                        <p:tgtEl>
                                          <p:spTgt spid="182"/>
                                        </p:tgtEl>
                                        <p:attrNameLst>
                                          <p:attrName>style.visibility</p:attrName>
                                        </p:attrNameLst>
                                      </p:cBhvr>
                                      <p:to>
                                        <p:strVal val="visible"/>
                                      </p:to>
                                    </p:set>
                                  </p:childTnLst>
                                  <p:subTnLst>
                                    <p:audio>
                                      <p:cMediaNode>
                                        <p:cTn display="0" masterRel="sameClick">
                                          <p:stCondLst>
                                            <p:cond evt="begin" delay="0">
                                              <p:tn val="32"/>
                                            </p:cond>
                                          </p:stCondLst>
                                          <p:endCondLst>
                                            <p:cond evt="onStopAudio" delay="0">
                                              <p:tgtEl>
                                                <p:sldTgt/>
                                              </p:tgtEl>
                                            </p:cond>
                                          </p:endCondLst>
                                        </p:cTn>
                                        <p:tgtEl>
                                          <p:sndTgt r:embed="rId3" name="cashreg.wav"/>
                                        </p:tgtEl>
                                      </p:cMediaNode>
                                    </p:audio>
                                  </p:subTnLst>
                                </p:cTn>
                              </p:par>
                            </p:childTnLst>
                          </p:cTn>
                        </p:par>
                        <p:par>
                          <p:cTn id="34" fill="hold">
                            <p:stCondLst>
                              <p:cond delay="7500"/>
                            </p:stCondLst>
                            <p:childTnLst>
                              <p:par>
                                <p:cTn id="35" presetID="1" presetClass="entr" presetSubtype="0" fill="hold" nodeType="afterEffect">
                                  <p:stCondLst>
                                    <p:cond delay="1000"/>
                                  </p:stCondLst>
                                  <p:childTnLst>
                                    <p:set>
                                      <p:cBhvr>
                                        <p:cTn id="36" dur="1" fill="hold">
                                          <p:stCondLst>
                                            <p:cond delay="0"/>
                                          </p:stCondLst>
                                        </p:cTn>
                                        <p:tgtEl>
                                          <p:spTgt spid="185"/>
                                        </p:tgtEl>
                                        <p:attrNameLst>
                                          <p:attrName>style.visibility</p:attrName>
                                        </p:attrNameLst>
                                      </p:cBhvr>
                                      <p:to>
                                        <p:strVal val="visible"/>
                                      </p:to>
                                    </p:set>
                                  </p:childTnLst>
                                  <p:subTnLst>
                                    <p:audio>
                                      <p:cMediaNode>
                                        <p:cTn display="0" masterRel="sameClick">
                                          <p:stCondLst>
                                            <p:cond evt="begin" delay="0">
                                              <p:tn val="35"/>
                                            </p:cond>
                                          </p:stCondLst>
                                          <p:endCondLst>
                                            <p:cond evt="onStopAudio" delay="0">
                                              <p:tgtEl>
                                                <p:sldTgt/>
                                              </p:tgtEl>
                                            </p:cond>
                                          </p:endCondLst>
                                        </p:cTn>
                                        <p:tgtEl>
                                          <p:sndTgt r:embed="rId3" name="cashreg.wav"/>
                                        </p:tgtEl>
                                      </p:cMediaNode>
                                    </p:audio>
                                  </p:subTnLst>
                                </p:cTn>
                              </p:par>
                            </p:childTnLst>
                          </p:cTn>
                        </p:par>
                        <p:par>
                          <p:cTn id="37" fill="hold">
                            <p:stCondLst>
                              <p:cond delay="8500"/>
                            </p:stCondLst>
                            <p:childTnLst>
                              <p:par>
                                <p:cTn id="38" presetID="1" presetClass="entr" presetSubtype="0" fill="hold" nodeType="afterEffect">
                                  <p:stCondLst>
                                    <p:cond delay="1000"/>
                                  </p:stCondLst>
                                  <p:childTnLst>
                                    <p:set>
                                      <p:cBhvr>
                                        <p:cTn id="39" dur="1" fill="hold">
                                          <p:stCondLst>
                                            <p:cond delay="0"/>
                                          </p:stCondLst>
                                        </p:cTn>
                                        <p:tgtEl>
                                          <p:spTgt spid="188"/>
                                        </p:tgtEl>
                                        <p:attrNameLst>
                                          <p:attrName>style.visibility</p:attrName>
                                        </p:attrNameLst>
                                      </p:cBhvr>
                                      <p:to>
                                        <p:strVal val="visible"/>
                                      </p:to>
                                    </p:set>
                                  </p:childTnLst>
                                  <p:subTnLst>
                                    <p:audio>
                                      <p:cMediaNode>
                                        <p:cTn display="0" masterRel="sameClick">
                                          <p:stCondLst>
                                            <p:cond evt="begin" delay="0">
                                              <p:tn val="38"/>
                                            </p:cond>
                                          </p:stCondLst>
                                          <p:endCondLst>
                                            <p:cond evt="onStopAudio" delay="0">
                                              <p:tgtEl>
                                                <p:sldTgt/>
                                              </p:tgtEl>
                                            </p:cond>
                                          </p:endCondLst>
                                        </p:cTn>
                                        <p:tgtEl>
                                          <p:sndTgt r:embed="rId3" name="cashreg.wav"/>
                                        </p:tgtEl>
                                      </p:cMediaNode>
                                    </p:audio>
                                  </p:subTnLst>
                                </p:cTn>
                              </p:par>
                            </p:childTnLst>
                          </p:cTn>
                        </p:par>
                        <p:par>
                          <p:cTn id="40" fill="hold">
                            <p:stCondLst>
                              <p:cond delay="9500"/>
                            </p:stCondLst>
                            <p:childTnLst>
                              <p:par>
                                <p:cTn id="41" presetID="1" presetClass="entr" presetSubtype="0" fill="hold" nodeType="afterEffect">
                                  <p:stCondLst>
                                    <p:cond delay="1000"/>
                                  </p:stCondLst>
                                  <p:childTnLst>
                                    <p:set>
                                      <p:cBhvr>
                                        <p:cTn id="42" dur="1" fill="hold">
                                          <p:stCondLst>
                                            <p:cond delay="0"/>
                                          </p:stCondLst>
                                        </p:cTn>
                                        <p:tgtEl>
                                          <p:spTgt spid="191"/>
                                        </p:tgtEl>
                                        <p:attrNameLst>
                                          <p:attrName>style.visibility</p:attrName>
                                        </p:attrNameLst>
                                      </p:cBhvr>
                                      <p:to>
                                        <p:strVal val="visible"/>
                                      </p:to>
                                    </p:set>
                                  </p:childTnLst>
                                  <p:subTnLst>
                                    <p:audio>
                                      <p:cMediaNode>
                                        <p:cTn display="0" masterRel="sameClick">
                                          <p:stCondLst>
                                            <p:cond evt="begin" delay="0">
                                              <p:tn val="41"/>
                                            </p:cond>
                                          </p:stCondLst>
                                          <p:endCondLst>
                                            <p:cond evt="onStopAudio" delay="0">
                                              <p:tgtEl>
                                                <p:sldTgt/>
                                              </p:tgtEl>
                                            </p:cond>
                                          </p:endCondLst>
                                        </p:cTn>
                                        <p:tgtEl>
                                          <p:sndTgt r:embed="rId3" name="cashreg.wav"/>
                                        </p:tgtEl>
                                      </p:cMediaNode>
                                    </p:audio>
                                  </p:subTnLst>
                                </p:cTn>
                              </p:par>
                            </p:childTnLst>
                          </p:cTn>
                        </p:par>
                        <p:par>
                          <p:cTn id="43" fill="hold">
                            <p:stCondLst>
                              <p:cond delay="10500"/>
                            </p:stCondLst>
                            <p:childTnLst>
                              <p:par>
                                <p:cTn id="44" presetID="1" presetClass="entr" presetSubtype="0" fill="hold" nodeType="afterEffect">
                                  <p:stCondLst>
                                    <p:cond delay="1000"/>
                                  </p:stCondLst>
                                  <p:childTnLst>
                                    <p:set>
                                      <p:cBhvr>
                                        <p:cTn id="45" dur="1" fill="hold">
                                          <p:stCondLst>
                                            <p:cond delay="0"/>
                                          </p:stCondLst>
                                        </p:cTn>
                                        <p:tgtEl>
                                          <p:spTgt spid="194"/>
                                        </p:tgtEl>
                                        <p:attrNameLst>
                                          <p:attrName>style.visibility</p:attrName>
                                        </p:attrNameLst>
                                      </p:cBhvr>
                                      <p:to>
                                        <p:strVal val="visible"/>
                                      </p:to>
                                    </p:set>
                                  </p:childTnLst>
                                  <p:subTnLst>
                                    <p:audio>
                                      <p:cMediaNode>
                                        <p:cTn display="0" masterRel="sameClick">
                                          <p:stCondLst>
                                            <p:cond evt="begin" delay="0">
                                              <p:tn val="44"/>
                                            </p:cond>
                                          </p:stCondLst>
                                          <p:endCondLst>
                                            <p:cond evt="onStopAudio" delay="0">
                                              <p:tgtEl>
                                                <p:sldTgt/>
                                              </p:tgtEl>
                                            </p:cond>
                                          </p:endCondLst>
                                        </p:cTn>
                                        <p:tgtEl>
                                          <p:sndTgt r:embed="rId3" name="cashreg.wav"/>
                                        </p:tgtEl>
                                      </p:cMediaNode>
                                    </p:audio>
                                  </p:subTnLst>
                                </p:cTn>
                              </p:par>
                            </p:childTnLst>
                          </p:cTn>
                        </p:par>
                        <p:par>
                          <p:cTn id="46" fill="hold">
                            <p:stCondLst>
                              <p:cond delay="11500"/>
                            </p:stCondLst>
                            <p:childTnLst>
                              <p:par>
                                <p:cTn id="47" presetID="1" presetClass="entr" presetSubtype="0" fill="hold" nodeType="afterEffect">
                                  <p:stCondLst>
                                    <p:cond delay="1000"/>
                                  </p:stCondLst>
                                  <p:childTnLst>
                                    <p:set>
                                      <p:cBhvr>
                                        <p:cTn id="48" dur="1" fill="hold">
                                          <p:stCondLst>
                                            <p:cond delay="0"/>
                                          </p:stCondLst>
                                        </p:cTn>
                                        <p:tgtEl>
                                          <p:spTgt spid="197"/>
                                        </p:tgtEl>
                                        <p:attrNameLst>
                                          <p:attrName>style.visibility</p:attrName>
                                        </p:attrNameLst>
                                      </p:cBhvr>
                                      <p:to>
                                        <p:strVal val="visible"/>
                                      </p:to>
                                    </p:set>
                                  </p:childTnLst>
                                  <p:subTnLst>
                                    <p:audio>
                                      <p:cMediaNode>
                                        <p:cTn display="0" masterRel="sameClick">
                                          <p:stCondLst>
                                            <p:cond evt="begin" delay="0">
                                              <p:tn val="47"/>
                                            </p:cond>
                                          </p:stCondLst>
                                          <p:endCondLst>
                                            <p:cond evt="onStopAudio" delay="0">
                                              <p:tgtEl>
                                                <p:sldTgt/>
                                              </p:tgtEl>
                                            </p:cond>
                                          </p:endCondLst>
                                        </p:cTn>
                                        <p:tgtEl>
                                          <p:sndTgt r:embed="rId3" name="cashreg.wav"/>
                                        </p:tgtEl>
                                      </p:cMediaNode>
                                    </p:audio>
                                  </p:subTnLst>
                                </p:cTn>
                              </p:par>
                            </p:childTnLst>
                          </p:cTn>
                        </p:par>
                        <p:par>
                          <p:cTn id="49" fill="hold">
                            <p:stCondLst>
                              <p:cond delay="12500"/>
                            </p:stCondLst>
                            <p:childTnLst>
                              <p:par>
                                <p:cTn id="50" presetID="1" presetClass="entr" presetSubtype="0" fill="hold" nodeType="afterEffect">
                                  <p:stCondLst>
                                    <p:cond delay="1000"/>
                                  </p:stCondLst>
                                  <p:childTnLst>
                                    <p:set>
                                      <p:cBhvr>
                                        <p:cTn id="51" dur="1" fill="hold">
                                          <p:stCondLst>
                                            <p:cond delay="0"/>
                                          </p:stCondLst>
                                        </p:cTn>
                                        <p:tgtEl>
                                          <p:spTgt spid="200"/>
                                        </p:tgtEl>
                                        <p:attrNameLst>
                                          <p:attrName>style.visibility</p:attrName>
                                        </p:attrNameLst>
                                      </p:cBhvr>
                                      <p:to>
                                        <p:strVal val="visible"/>
                                      </p:to>
                                    </p:set>
                                  </p:childTnLst>
                                  <p:subTnLst>
                                    <p:audio>
                                      <p:cMediaNode>
                                        <p:cTn display="0" masterRel="sameClick">
                                          <p:stCondLst>
                                            <p:cond evt="begin" delay="0">
                                              <p:tn val="50"/>
                                            </p:cond>
                                          </p:stCondLst>
                                          <p:endCondLst>
                                            <p:cond evt="onStopAudio" delay="0">
                                              <p:tgtEl>
                                                <p:sldTgt/>
                                              </p:tgtEl>
                                            </p:cond>
                                          </p:endCondLst>
                                        </p:cTn>
                                        <p:tgtEl>
                                          <p:sndTgt r:embed="rId3" name="cashreg.wav"/>
                                        </p:tgtEl>
                                      </p:cMediaNode>
                                    </p:audio>
                                  </p:subTnLst>
                                </p:cTn>
                              </p:par>
                            </p:childTnLst>
                          </p:cTn>
                        </p:par>
                        <p:par>
                          <p:cTn id="52" fill="hold">
                            <p:stCondLst>
                              <p:cond delay="13500"/>
                            </p:stCondLst>
                            <p:childTnLst>
                              <p:par>
                                <p:cTn id="53" presetID="1" presetClass="entr" presetSubtype="0" fill="hold" nodeType="afterEffect">
                                  <p:stCondLst>
                                    <p:cond delay="1000"/>
                                  </p:stCondLst>
                                  <p:childTnLst>
                                    <p:set>
                                      <p:cBhvr>
                                        <p:cTn id="54" dur="1" fill="hold">
                                          <p:stCondLst>
                                            <p:cond delay="0"/>
                                          </p:stCondLst>
                                        </p:cTn>
                                        <p:tgtEl>
                                          <p:spTgt spid="203"/>
                                        </p:tgtEl>
                                        <p:attrNameLst>
                                          <p:attrName>style.visibility</p:attrName>
                                        </p:attrNameLst>
                                      </p:cBhvr>
                                      <p:to>
                                        <p:strVal val="visible"/>
                                      </p:to>
                                    </p:set>
                                  </p:childTnLst>
                                  <p:subTnLst>
                                    <p:audio>
                                      <p:cMediaNode>
                                        <p:cTn display="0" masterRel="sameClick">
                                          <p:stCondLst>
                                            <p:cond evt="begin" delay="0">
                                              <p:tn val="53"/>
                                            </p:cond>
                                          </p:stCondLst>
                                          <p:endCondLst>
                                            <p:cond evt="onStopAudio" delay="0">
                                              <p:tgtEl>
                                                <p:sldTgt/>
                                              </p:tgtEl>
                                            </p:cond>
                                          </p:endCondLst>
                                        </p:cTn>
                                        <p:tgtEl>
                                          <p:sndTgt r:embed="rId3" name="cashreg.wav"/>
                                        </p:tgtEl>
                                      </p:cMediaNode>
                                    </p:audio>
                                  </p:subTnLst>
                                </p:cTn>
                              </p:par>
                            </p:childTnLst>
                          </p:cTn>
                        </p:par>
                        <p:par>
                          <p:cTn id="55" fill="hold">
                            <p:stCondLst>
                              <p:cond delay="14500"/>
                            </p:stCondLst>
                            <p:childTnLst>
                              <p:par>
                                <p:cTn id="56" presetID="1" presetClass="entr" presetSubtype="0" fill="hold" nodeType="afterEffect">
                                  <p:stCondLst>
                                    <p:cond delay="1000"/>
                                  </p:stCondLst>
                                  <p:childTnLst>
                                    <p:set>
                                      <p:cBhvr>
                                        <p:cTn id="57" dur="1" fill="hold">
                                          <p:stCondLst>
                                            <p:cond delay="0"/>
                                          </p:stCondLst>
                                        </p:cTn>
                                        <p:tgtEl>
                                          <p:spTgt spid="206"/>
                                        </p:tgtEl>
                                        <p:attrNameLst>
                                          <p:attrName>style.visibility</p:attrName>
                                        </p:attrNameLst>
                                      </p:cBhvr>
                                      <p:to>
                                        <p:strVal val="visible"/>
                                      </p:to>
                                    </p:set>
                                  </p:childTnLst>
                                  <p:subTnLst>
                                    <p:audio>
                                      <p:cMediaNode>
                                        <p:cTn display="0" masterRel="sameClick">
                                          <p:stCondLst>
                                            <p:cond evt="begin" delay="0">
                                              <p:tn val="56"/>
                                            </p:cond>
                                          </p:stCondLst>
                                          <p:endCondLst>
                                            <p:cond evt="onStopAudio" delay="0">
                                              <p:tgtEl>
                                                <p:sldTgt/>
                                              </p:tgtEl>
                                            </p:cond>
                                          </p:endCondLst>
                                        </p:cTn>
                                        <p:tgtEl>
                                          <p:sndTgt r:embed="rId3" name="cashreg.wav"/>
                                        </p:tgtEl>
                                      </p:cMediaNode>
                                    </p:audio>
                                  </p:subTnLst>
                                </p:cTn>
                              </p:par>
                            </p:childTnLst>
                          </p:cTn>
                        </p:par>
                        <p:par>
                          <p:cTn id="58" fill="hold">
                            <p:stCondLst>
                              <p:cond delay="15500"/>
                            </p:stCondLst>
                            <p:childTnLst>
                              <p:par>
                                <p:cTn id="59" presetID="1" presetClass="entr" presetSubtype="0" fill="hold" nodeType="afterEffect">
                                  <p:stCondLst>
                                    <p:cond delay="1000"/>
                                  </p:stCondLst>
                                  <p:childTnLst>
                                    <p:set>
                                      <p:cBhvr>
                                        <p:cTn id="60" dur="1" fill="hold">
                                          <p:stCondLst>
                                            <p:cond delay="0"/>
                                          </p:stCondLst>
                                        </p:cTn>
                                        <p:tgtEl>
                                          <p:spTgt spid="209"/>
                                        </p:tgtEl>
                                        <p:attrNameLst>
                                          <p:attrName>style.visibility</p:attrName>
                                        </p:attrNameLst>
                                      </p:cBhvr>
                                      <p:to>
                                        <p:strVal val="visible"/>
                                      </p:to>
                                    </p:set>
                                  </p:childTnLst>
                                  <p:subTnLst>
                                    <p:audio>
                                      <p:cMediaNode>
                                        <p:cTn display="0" masterRel="sameClick">
                                          <p:stCondLst>
                                            <p:cond evt="begin" delay="0">
                                              <p:tn val="59"/>
                                            </p:cond>
                                          </p:stCondLst>
                                          <p:endCondLst>
                                            <p:cond evt="onStopAudio" delay="0">
                                              <p:tgtEl>
                                                <p:sldTgt/>
                                              </p:tgtEl>
                                            </p:cond>
                                          </p:endCondLst>
                                        </p:cTn>
                                        <p:tgtEl>
                                          <p:sndTgt r:embed="rId3" name="cashreg.wav"/>
                                        </p:tgtEl>
                                      </p:cMediaNode>
                                    </p:audio>
                                  </p:subTnLst>
                                </p:cTn>
                              </p:par>
                            </p:childTnLst>
                          </p:cTn>
                        </p:par>
                        <p:par>
                          <p:cTn id="61" fill="hold">
                            <p:stCondLst>
                              <p:cond delay="16500"/>
                            </p:stCondLst>
                            <p:childTnLst>
                              <p:par>
                                <p:cTn id="62" presetID="1" presetClass="entr" presetSubtype="0" fill="hold" nodeType="afterEffect">
                                  <p:stCondLst>
                                    <p:cond delay="1000"/>
                                  </p:stCondLst>
                                  <p:childTnLst>
                                    <p:set>
                                      <p:cBhvr>
                                        <p:cTn id="63" dur="1" fill="hold">
                                          <p:stCondLst>
                                            <p:cond delay="0"/>
                                          </p:stCondLst>
                                        </p:cTn>
                                        <p:tgtEl>
                                          <p:spTgt spid="212"/>
                                        </p:tgtEl>
                                        <p:attrNameLst>
                                          <p:attrName>style.visibility</p:attrName>
                                        </p:attrNameLst>
                                      </p:cBhvr>
                                      <p:to>
                                        <p:strVal val="visible"/>
                                      </p:to>
                                    </p:set>
                                  </p:childTnLst>
                                  <p:subTnLst>
                                    <p:audio>
                                      <p:cMediaNode>
                                        <p:cTn display="0" masterRel="sameClick">
                                          <p:stCondLst>
                                            <p:cond evt="begin" delay="0">
                                              <p:tn val="62"/>
                                            </p:cond>
                                          </p:stCondLst>
                                          <p:endCondLst>
                                            <p:cond evt="onStopAudio" delay="0">
                                              <p:tgtEl>
                                                <p:sldTgt/>
                                              </p:tgtEl>
                                            </p:cond>
                                          </p:endCondLst>
                                        </p:cTn>
                                        <p:tgtEl>
                                          <p:sndTgt r:embed="rId3" name="cashreg.wav"/>
                                        </p:tgtEl>
                                      </p:cMediaNode>
                                    </p:audio>
                                  </p:subTnLst>
                                </p:cTn>
                              </p:par>
                            </p:childTnLst>
                          </p:cTn>
                        </p:par>
                        <p:par>
                          <p:cTn id="64" fill="hold">
                            <p:stCondLst>
                              <p:cond delay="17500"/>
                            </p:stCondLst>
                            <p:childTnLst>
                              <p:par>
                                <p:cTn id="65" presetID="1" presetClass="entr" presetSubtype="0" fill="hold" nodeType="afterEffect">
                                  <p:stCondLst>
                                    <p:cond delay="1000"/>
                                  </p:stCondLst>
                                  <p:childTnLst>
                                    <p:set>
                                      <p:cBhvr>
                                        <p:cTn id="66" dur="1" fill="hold">
                                          <p:stCondLst>
                                            <p:cond delay="0"/>
                                          </p:stCondLst>
                                        </p:cTn>
                                        <p:tgtEl>
                                          <p:spTgt spid="215"/>
                                        </p:tgtEl>
                                        <p:attrNameLst>
                                          <p:attrName>style.visibility</p:attrName>
                                        </p:attrNameLst>
                                      </p:cBhvr>
                                      <p:to>
                                        <p:strVal val="visible"/>
                                      </p:to>
                                    </p:set>
                                  </p:childTnLst>
                                  <p:subTnLst>
                                    <p:audio>
                                      <p:cMediaNode>
                                        <p:cTn display="0" masterRel="sameClick">
                                          <p:stCondLst>
                                            <p:cond evt="begin" delay="0">
                                              <p:tn val="65"/>
                                            </p:cond>
                                          </p:stCondLst>
                                          <p:endCondLst>
                                            <p:cond evt="onStopAudio" delay="0">
                                              <p:tgtEl>
                                                <p:sldTgt/>
                                              </p:tgtEl>
                                            </p:cond>
                                          </p:endCondLst>
                                        </p:cTn>
                                        <p:tgtEl>
                                          <p:sndTgt r:embed="rId3" name="cashreg.wav"/>
                                        </p:tgtEl>
                                      </p:cMediaNode>
                                    </p:audio>
                                  </p:subTnLst>
                                </p:cTn>
                              </p:par>
                            </p:childTnLst>
                          </p:cTn>
                        </p:par>
                        <p:par>
                          <p:cTn id="67" fill="hold">
                            <p:stCondLst>
                              <p:cond delay="18500"/>
                            </p:stCondLst>
                            <p:childTnLst>
                              <p:par>
                                <p:cTn id="68" presetID="1" presetClass="entr" presetSubtype="0" fill="hold" nodeType="afterEffect">
                                  <p:stCondLst>
                                    <p:cond delay="1000"/>
                                  </p:stCondLst>
                                  <p:childTnLst>
                                    <p:set>
                                      <p:cBhvr>
                                        <p:cTn id="69" dur="1" fill="hold">
                                          <p:stCondLst>
                                            <p:cond delay="0"/>
                                          </p:stCondLst>
                                        </p:cTn>
                                        <p:tgtEl>
                                          <p:spTgt spid="218"/>
                                        </p:tgtEl>
                                        <p:attrNameLst>
                                          <p:attrName>style.visibility</p:attrName>
                                        </p:attrNameLst>
                                      </p:cBhvr>
                                      <p:to>
                                        <p:strVal val="visible"/>
                                      </p:to>
                                    </p:set>
                                  </p:childTnLst>
                                  <p:subTnLst>
                                    <p:audio>
                                      <p:cMediaNode>
                                        <p:cTn display="0" masterRel="sameClick">
                                          <p:stCondLst>
                                            <p:cond evt="begin" delay="0">
                                              <p:tn val="68"/>
                                            </p:cond>
                                          </p:stCondLst>
                                          <p:endCondLst>
                                            <p:cond evt="onStopAudio" delay="0">
                                              <p:tgtEl>
                                                <p:sldTgt/>
                                              </p:tgtEl>
                                            </p:cond>
                                          </p:endCondLst>
                                        </p:cTn>
                                        <p:tgtEl>
                                          <p:sndTgt r:embed="rId3" name="cashreg.wav"/>
                                        </p:tgtEl>
                                      </p:cMediaNode>
                                    </p:audio>
                                  </p:subTnLst>
                                </p:cTn>
                              </p:par>
                            </p:childTnLst>
                          </p:cTn>
                        </p:par>
                        <p:par>
                          <p:cTn id="70" fill="hold">
                            <p:stCondLst>
                              <p:cond delay="19500"/>
                            </p:stCondLst>
                            <p:childTnLst>
                              <p:par>
                                <p:cTn id="71" presetID="1" presetClass="entr" presetSubtype="0" fill="hold" nodeType="afterEffect">
                                  <p:stCondLst>
                                    <p:cond delay="1000"/>
                                  </p:stCondLst>
                                  <p:childTnLst>
                                    <p:set>
                                      <p:cBhvr>
                                        <p:cTn id="72" dur="1" fill="hold">
                                          <p:stCondLst>
                                            <p:cond delay="0"/>
                                          </p:stCondLst>
                                        </p:cTn>
                                        <p:tgtEl>
                                          <p:spTgt spid="221"/>
                                        </p:tgtEl>
                                        <p:attrNameLst>
                                          <p:attrName>style.visibility</p:attrName>
                                        </p:attrNameLst>
                                      </p:cBhvr>
                                      <p:to>
                                        <p:strVal val="visible"/>
                                      </p:to>
                                    </p:set>
                                  </p:childTnLst>
                                  <p:subTnLst>
                                    <p:audio>
                                      <p:cMediaNode>
                                        <p:cTn display="0" masterRel="sameClick">
                                          <p:stCondLst>
                                            <p:cond evt="begin" delay="0">
                                              <p:tn val="71"/>
                                            </p:cond>
                                          </p:stCondLst>
                                          <p:endCondLst>
                                            <p:cond evt="onStopAudio" delay="0">
                                              <p:tgtEl>
                                                <p:sldTgt/>
                                              </p:tgtEl>
                                            </p:cond>
                                          </p:endCondLst>
                                        </p:cTn>
                                        <p:tgtEl>
                                          <p:sndTgt r:embed="rId3" name="cashreg.wav"/>
                                        </p:tgtEl>
                                      </p:cMediaNode>
                                    </p:audio>
                                  </p:sub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animBg="1"/>
      <p:bldP spid="224"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hlinkClick r:id="rId4" action="ppaction://hlinksldjump"/>
          </p:cNvPr>
          <p:cNvSpPr/>
          <p:nvPr/>
        </p:nvSpPr>
        <p:spPr>
          <a:xfrm>
            <a:off x="1115616" y="144900"/>
            <a:ext cx="6929486" cy="428628"/>
          </a:xfrm>
          <a:prstGeom prst="roundRect">
            <a:avLst/>
          </a:prstGeom>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400" b="1" dirty="0" smtClean="0">
                <a:solidFill>
                  <a:schemeClr val="bg1"/>
                </a:solidFill>
                <a:latin typeface="Times New Roman" pitchFamily="18" charset="0"/>
                <a:cs typeface="Times New Roman" pitchFamily="18" charset="0"/>
              </a:rPr>
              <a:t>CÂU </a:t>
            </a:r>
            <a:r>
              <a:rPr lang="en-US" sz="2400" b="1" dirty="0">
                <a:solidFill>
                  <a:schemeClr val="bg1"/>
                </a:solidFill>
                <a:latin typeface="Times New Roman" pitchFamily="18" charset="0"/>
                <a:cs typeface="Times New Roman" pitchFamily="18" charset="0"/>
              </a:rPr>
              <a:t>HỎI SỐ 2</a:t>
            </a:r>
          </a:p>
        </p:txBody>
      </p:sp>
      <p:sp>
        <p:nvSpPr>
          <p:cNvPr id="4" name="Rounded Rectangle 3"/>
          <p:cNvSpPr/>
          <p:nvPr/>
        </p:nvSpPr>
        <p:spPr>
          <a:xfrm>
            <a:off x="192334" y="519522"/>
            <a:ext cx="8572560" cy="511610"/>
          </a:xfrm>
          <a:prstGeom prst="roundRect">
            <a:avLst/>
          </a:prstGeom>
          <a:solidFill>
            <a:srgbClr val="9ECDD8"/>
          </a:solidFill>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err="1">
                <a:latin typeface="Times New Roman" panose="02020603050405020304" pitchFamily="18" charset="0"/>
                <a:cs typeface="Times New Roman" panose="02020603050405020304" pitchFamily="18" charset="0"/>
              </a:rPr>
              <a:t>Câu</a:t>
            </a:r>
            <a:r>
              <a:rPr lang="en-US" sz="2800" b="1" dirty="0">
                <a:latin typeface="Times New Roman" panose="02020603050405020304" pitchFamily="18" charset="0"/>
                <a:cs typeface="Times New Roman" panose="02020603050405020304" pitchFamily="18" charset="0"/>
              </a:rPr>
              <a:t> 2: </a:t>
            </a:r>
            <a:r>
              <a:rPr lang="en-US" sz="2800" dirty="0" err="1">
                <a:latin typeface="Times New Roman" panose="02020603050405020304" pitchFamily="18" charset="0"/>
                <a:cs typeface="Times New Roman" panose="02020603050405020304" pitchFamily="18" charset="0"/>
              </a:rPr>
              <a:t>Nhiệt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tự</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bốc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cháy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là</a:t>
            </a:r>
            <a:endParaRPr lang="en-US" sz="2800" dirty="0">
              <a:latin typeface="Times New Roman" panose="02020603050405020304" pitchFamily="18" charset="0"/>
              <a:cs typeface="Times New Roman" panose="02020603050405020304" pitchFamily="18" charset="0"/>
            </a:endParaRPr>
          </a:p>
        </p:txBody>
      </p:sp>
      <p:sp>
        <p:nvSpPr>
          <p:cNvPr id="31" name="Smiley Face 30">
            <a:hlinkClick r:id="rId5" action="ppaction://hlinksldjump"/>
          </p:cNvPr>
          <p:cNvSpPr/>
          <p:nvPr/>
        </p:nvSpPr>
        <p:spPr>
          <a:xfrm>
            <a:off x="539552" y="198051"/>
            <a:ext cx="428628" cy="321471"/>
          </a:xfrm>
          <a:prstGeom prst="smileyFace">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US"/>
          </a:p>
        </p:txBody>
      </p:sp>
      <p:grpSp>
        <p:nvGrpSpPr>
          <p:cNvPr id="30" name="Group 18"/>
          <p:cNvGrpSpPr>
            <a:grpSpLocks/>
          </p:cNvGrpSpPr>
          <p:nvPr/>
        </p:nvGrpSpPr>
        <p:grpSpPr bwMode="auto">
          <a:xfrm>
            <a:off x="8084608" y="-10599"/>
            <a:ext cx="1010645" cy="708208"/>
            <a:chOff x="4224" y="2976"/>
            <a:chExt cx="1248" cy="1248"/>
          </a:xfrm>
        </p:grpSpPr>
        <p:sp>
          <p:nvSpPr>
            <p:cNvPr id="32"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33"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20</a:t>
              </a:r>
            </a:p>
          </p:txBody>
        </p:sp>
      </p:grpSp>
      <p:grpSp>
        <p:nvGrpSpPr>
          <p:cNvPr id="34" name="Group 18"/>
          <p:cNvGrpSpPr>
            <a:grpSpLocks/>
          </p:cNvGrpSpPr>
          <p:nvPr/>
        </p:nvGrpSpPr>
        <p:grpSpPr bwMode="auto">
          <a:xfrm>
            <a:off x="8084608" y="-10599"/>
            <a:ext cx="1010645" cy="708208"/>
            <a:chOff x="4224" y="2976"/>
            <a:chExt cx="1248" cy="1248"/>
          </a:xfrm>
        </p:grpSpPr>
        <p:sp>
          <p:nvSpPr>
            <p:cNvPr id="35"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36"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19</a:t>
              </a:r>
            </a:p>
          </p:txBody>
        </p:sp>
      </p:grpSp>
      <p:grpSp>
        <p:nvGrpSpPr>
          <p:cNvPr id="37" name="Group 18"/>
          <p:cNvGrpSpPr>
            <a:grpSpLocks/>
          </p:cNvGrpSpPr>
          <p:nvPr/>
        </p:nvGrpSpPr>
        <p:grpSpPr bwMode="auto">
          <a:xfrm>
            <a:off x="8084608" y="-10599"/>
            <a:ext cx="1010645" cy="708208"/>
            <a:chOff x="4224" y="2976"/>
            <a:chExt cx="1248" cy="1248"/>
          </a:xfrm>
        </p:grpSpPr>
        <p:sp>
          <p:nvSpPr>
            <p:cNvPr id="38"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39"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18</a:t>
              </a:r>
            </a:p>
          </p:txBody>
        </p:sp>
      </p:grpSp>
      <p:grpSp>
        <p:nvGrpSpPr>
          <p:cNvPr id="40" name="Group 18"/>
          <p:cNvGrpSpPr>
            <a:grpSpLocks/>
          </p:cNvGrpSpPr>
          <p:nvPr/>
        </p:nvGrpSpPr>
        <p:grpSpPr bwMode="auto">
          <a:xfrm>
            <a:off x="8084608" y="-10599"/>
            <a:ext cx="1010645" cy="708208"/>
            <a:chOff x="4224" y="2976"/>
            <a:chExt cx="1248" cy="1248"/>
          </a:xfrm>
        </p:grpSpPr>
        <p:sp>
          <p:nvSpPr>
            <p:cNvPr id="41"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42"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17</a:t>
              </a:r>
            </a:p>
          </p:txBody>
        </p:sp>
      </p:grpSp>
      <p:grpSp>
        <p:nvGrpSpPr>
          <p:cNvPr id="55" name="Group 18"/>
          <p:cNvGrpSpPr>
            <a:grpSpLocks/>
          </p:cNvGrpSpPr>
          <p:nvPr/>
        </p:nvGrpSpPr>
        <p:grpSpPr bwMode="auto">
          <a:xfrm>
            <a:off x="8084608" y="-10599"/>
            <a:ext cx="1010645" cy="708208"/>
            <a:chOff x="4224" y="2976"/>
            <a:chExt cx="1248" cy="1248"/>
          </a:xfrm>
        </p:grpSpPr>
        <p:sp>
          <p:nvSpPr>
            <p:cNvPr id="56"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57"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16</a:t>
              </a:r>
            </a:p>
          </p:txBody>
        </p:sp>
      </p:grpSp>
      <p:grpSp>
        <p:nvGrpSpPr>
          <p:cNvPr id="58" name="Group 18"/>
          <p:cNvGrpSpPr>
            <a:grpSpLocks/>
          </p:cNvGrpSpPr>
          <p:nvPr/>
        </p:nvGrpSpPr>
        <p:grpSpPr bwMode="auto">
          <a:xfrm>
            <a:off x="8084608" y="-10599"/>
            <a:ext cx="1010645" cy="708208"/>
            <a:chOff x="4224" y="2976"/>
            <a:chExt cx="1248" cy="1248"/>
          </a:xfrm>
        </p:grpSpPr>
        <p:sp>
          <p:nvSpPr>
            <p:cNvPr id="59"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60"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15</a:t>
              </a:r>
            </a:p>
          </p:txBody>
        </p:sp>
      </p:grpSp>
      <p:grpSp>
        <p:nvGrpSpPr>
          <p:cNvPr id="61" name="Group 18"/>
          <p:cNvGrpSpPr>
            <a:grpSpLocks/>
          </p:cNvGrpSpPr>
          <p:nvPr/>
        </p:nvGrpSpPr>
        <p:grpSpPr bwMode="auto">
          <a:xfrm>
            <a:off x="8084608" y="-10599"/>
            <a:ext cx="1010645" cy="708208"/>
            <a:chOff x="4224" y="2976"/>
            <a:chExt cx="1248" cy="1248"/>
          </a:xfrm>
        </p:grpSpPr>
        <p:sp>
          <p:nvSpPr>
            <p:cNvPr id="62"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63"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14</a:t>
              </a:r>
            </a:p>
          </p:txBody>
        </p:sp>
      </p:grpSp>
      <p:grpSp>
        <p:nvGrpSpPr>
          <p:cNvPr id="64" name="Group 18"/>
          <p:cNvGrpSpPr>
            <a:grpSpLocks/>
          </p:cNvGrpSpPr>
          <p:nvPr/>
        </p:nvGrpSpPr>
        <p:grpSpPr bwMode="auto">
          <a:xfrm>
            <a:off x="8084608" y="-10599"/>
            <a:ext cx="1010645" cy="708208"/>
            <a:chOff x="4224" y="2976"/>
            <a:chExt cx="1248" cy="1248"/>
          </a:xfrm>
        </p:grpSpPr>
        <p:sp>
          <p:nvSpPr>
            <p:cNvPr id="65"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66"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13</a:t>
              </a:r>
            </a:p>
          </p:txBody>
        </p:sp>
      </p:grpSp>
      <p:grpSp>
        <p:nvGrpSpPr>
          <p:cNvPr id="67" name="Group 18"/>
          <p:cNvGrpSpPr>
            <a:grpSpLocks/>
          </p:cNvGrpSpPr>
          <p:nvPr/>
        </p:nvGrpSpPr>
        <p:grpSpPr bwMode="auto">
          <a:xfrm>
            <a:off x="8084608" y="-10599"/>
            <a:ext cx="1010645" cy="708208"/>
            <a:chOff x="4224" y="2976"/>
            <a:chExt cx="1248" cy="1248"/>
          </a:xfrm>
        </p:grpSpPr>
        <p:sp>
          <p:nvSpPr>
            <p:cNvPr id="68"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69"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12</a:t>
              </a:r>
            </a:p>
          </p:txBody>
        </p:sp>
      </p:grpSp>
      <p:grpSp>
        <p:nvGrpSpPr>
          <p:cNvPr id="70" name="Group 18"/>
          <p:cNvGrpSpPr>
            <a:grpSpLocks/>
          </p:cNvGrpSpPr>
          <p:nvPr/>
        </p:nvGrpSpPr>
        <p:grpSpPr bwMode="auto">
          <a:xfrm>
            <a:off x="8084608" y="-10599"/>
            <a:ext cx="1010645" cy="708208"/>
            <a:chOff x="4224" y="2976"/>
            <a:chExt cx="1248" cy="1248"/>
          </a:xfrm>
        </p:grpSpPr>
        <p:sp>
          <p:nvSpPr>
            <p:cNvPr id="71"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72"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11</a:t>
              </a:r>
            </a:p>
          </p:txBody>
        </p:sp>
      </p:grpSp>
      <p:grpSp>
        <p:nvGrpSpPr>
          <p:cNvPr id="73" name="Group 18"/>
          <p:cNvGrpSpPr>
            <a:grpSpLocks/>
          </p:cNvGrpSpPr>
          <p:nvPr/>
        </p:nvGrpSpPr>
        <p:grpSpPr bwMode="auto">
          <a:xfrm>
            <a:off x="8084608" y="-10599"/>
            <a:ext cx="1010645" cy="708208"/>
            <a:chOff x="4224" y="2976"/>
            <a:chExt cx="1248" cy="1248"/>
          </a:xfrm>
        </p:grpSpPr>
        <p:sp>
          <p:nvSpPr>
            <p:cNvPr id="74"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75"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10</a:t>
              </a:r>
            </a:p>
          </p:txBody>
        </p:sp>
      </p:grpSp>
      <p:grpSp>
        <p:nvGrpSpPr>
          <p:cNvPr id="76" name="Group 21"/>
          <p:cNvGrpSpPr>
            <a:grpSpLocks/>
          </p:cNvGrpSpPr>
          <p:nvPr/>
        </p:nvGrpSpPr>
        <p:grpSpPr bwMode="auto">
          <a:xfrm>
            <a:off x="8084608" y="-10599"/>
            <a:ext cx="1010645" cy="708208"/>
            <a:chOff x="4224" y="2976"/>
            <a:chExt cx="1248" cy="1248"/>
          </a:xfrm>
        </p:grpSpPr>
        <p:sp>
          <p:nvSpPr>
            <p:cNvPr id="77" name="Oval 22"/>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78" name="Oval 23"/>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9</a:t>
              </a:r>
            </a:p>
          </p:txBody>
        </p:sp>
      </p:grpSp>
      <p:grpSp>
        <p:nvGrpSpPr>
          <p:cNvPr id="79" name="Group 24"/>
          <p:cNvGrpSpPr>
            <a:grpSpLocks/>
          </p:cNvGrpSpPr>
          <p:nvPr/>
        </p:nvGrpSpPr>
        <p:grpSpPr bwMode="auto">
          <a:xfrm>
            <a:off x="8084608" y="-10599"/>
            <a:ext cx="1010645" cy="708208"/>
            <a:chOff x="4224" y="2976"/>
            <a:chExt cx="1248" cy="1248"/>
          </a:xfrm>
        </p:grpSpPr>
        <p:sp>
          <p:nvSpPr>
            <p:cNvPr id="80" name="Oval 25"/>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81" name="Oval 26"/>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8</a:t>
              </a:r>
            </a:p>
          </p:txBody>
        </p:sp>
      </p:grpSp>
      <p:grpSp>
        <p:nvGrpSpPr>
          <p:cNvPr id="82" name="Group 27"/>
          <p:cNvGrpSpPr>
            <a:grpSpLocks/>
          </p:cNvGrpSpPr>
          <p:nvPr/>
        </p:nvGrpSpPr>
        <p:grpSpPr bwMode="auto">
          <a:xfrm>
            <a:off x="8084608" y="-10599"/>
            <a:ext cx="1010645" cy="708208"/>
            <a:chOff x="4224" y="2976"/>
            <a:chExt cx="1248" cy="1248"/>
          </a:xfrm>
        </p:grpSpPr>
        <p:sp>
          <p:nvSpPr>
            <p:cNvPr id="83" name="Oval 28"/>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84" name="Oval 29"/>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7</a:t>
              </a:r>
            </a:p>
          </p:txBody>
        </p:sp>
      </p:grpSp>
      <p:grpSp>
        <p:nvGrpSpPr>
          <p:cNvPr id="85" name="Group 30"/>
          <p:cNvGrpSpPr>
            <a:grpSpLocks/>
          </p:cNvGrpSpPr>
          <p:nvPr/>
        </p:nvGrpSpPr>
        <p:grpSpPr bwMode="auto">
          <a:xfrm>
            <a:off x="8084608" y="-10599"/>
            <a:ext cx="1010645" cy="708208"/>
            <a:chOff x="4224" y="2976"/>
            <a:chExt cx="1248" cy="1248"/>
          </a:xfrm>
        </p:grpSpPr>
        <p:sp>
          <p:nvSpPr>
            <p:cNvPr id="86" name="Oval 31"/>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87" name="Oval 32"/>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6</a:t>
              </a:r>
            </a:p>
          </p:txBody>
        </p:sp>
      </p:grpSp>
      <p:grpSp>
        <p:nvGrpSpPr>
          <p:cNvPr id="88" name="Group 33"/>
          <p:cNvGrpSpPr>
            <a:grpSpLocks/>
          </p:cNvGrpSpPr>
          <p:nvPr/>
        </p:nvGrpSpPr>
        <p:grpSpPr bwMode="auto">
          <a:xfrm>
            <a:off x="8084608" y="-10599"/>
            <a:ext cx="1010645" cy="708208"/>
            <a:chOff x="4224" y="2976"/>
            <a:chExt cx="1248" cy="1248"/>
          </a:xfrm>
        </p:grpSpPr>
        <p:sp>
          <p:nvSpPr>
            <p:cNvPr id="89" name="Oval 34"/>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90" name="Oval 35"/>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5</a:t>
              </a:r>
            </a:p>
          </p:txBody>
        </p:sp>
      </p:grpSp>
      <p:grpSp>
        <p:nvGrpSpPr>
          <p:cNvPr id="91" name="Group 36"/>
          <p:cNvGrpSpPr>
            <a:grpSpLocks/>
          </p:cNvGrpSpPr>
          <p:nvPr/>
        </p:nvGrpSpPr>
        <p:grpSpPr bwMode="auto">
          <a:xfrm>
            <a:off x="8084608" y="-10599"/>
            <a:ext cx="1010645" cy="708208"/>
            <a:chOff x="4224" y="2976"/>
            <a:chExt cx="1248" cy="1248"/>
          </a:xfrm>
        </p:grpSpPr>
        <p:sp>
          <p:nvSpPr>
            <p:cNvPr id="92" name="Oval 37"/>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93" name="Oval 38"/>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4</a:t>
              </a:r>
            </a:p>
          </p:txBody>
        </p:sp>
      </p:grpSp>
      <p:grpSp>
        <p:nvGrpSpPr>
          <p:cNvPr id="94" name="Group 39"/>
          <p:cNvGrpSpPr>
            <a:grpSpLocks/>
          </p:cNvGrpSpPr>
          <p:nvPr/>
        </p:nvGrpSpPr>
        <p:grpSpPr bwMode="auto">
          <a:xfrm>
            <a:off x="8084608" y="-10599"/>
            <a:ext cx="1010645" cy="708208"/>
            <a:chOff x="4224" y="2976"/>
            <a:chExt cx="1248" cy="1248"/>
          </a:xfrm>
        </p:grpSpPr>
        <p:sp>
          <p:nvSpPr>
            <p:cNvPr id="95" name="Oval 40"/>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96" name="Oval 41"/>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3</a:t>
              </a:r>
            </a:p>
          </p:txBody>
        </p:sp>
      </p:grpSp>
      <p:grpSp>
        <p:nvGrpSpPr>
          <p:cNvPr id="97" name="Group 42"/>
          <p:cNvGrpSpPr>
            <a:grpSpLocks/>
          </p:cNvGrpSpPr>
          <p:nvPr/>
        </p:nvGrpSpPr>
        <p:grpSpPr bwMode="auto">
          <a:xfrm>
            <a:off x="8084608" y="-10599"/>
            <a:ext cx="1010645" cy="708208"/>
            <a:chOff x="4224" y="2976"/>
            <a:chExt cx="1248" cy="1248"/>
          </a:xfrm>
        </p:grpSpPr>
        <p:sp>
          <p:nvSpPr>
            <p:cNvPr id="98" name="Oval 43"/>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99" name="Oval 44"/>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2</a:t>
              </a:r>
            </a:p>
          </p:txBody>
        </p:sp>
      </p:grpSp>
      <p:grpSp>
        <p:nvGrpSpPr>
          <p:cNvPr id="100" name="Group 45"/>
          <p:cNvGrpSpPr>
            <a:grpSpLocks/>
          </p:cNvGrpSpPr>
          <p:nvPr/>
        </p:nvGrpSpPr>
        <p:grpSpPr bwMode="auto">
          <a:xfrm>
            <a:off x="8084608" y="-10599"/>
            <a:ext cx="1010645" cy="708208"/>
            <a:chOff x="4224" y="2976"/>
            <a:chExt cx="1248" cy="1248"/>
          </a:xfrm>
        </p:grpSpPr>
        <p:sp>
          <p:nvSpPr>
            <p:cNvPr id="101" name="Oval 46"/>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02" name="Oval 47"/>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a:t>
              </a:r>
            </a:p>
          </p:txBody>
        </p:sp>
      </p:grpSp>
      <p:sp>
        <p:nvSpPr>
          <p:cNvPr id="103" name="Oval 2" descr="dongho"/>
          <p:cNvSpPr>
            <a:spLocks noChangeArrowheads="1"/>
          </p:cNvSpPr>
          <p:nvPr/>
        </p:nvSpPr>
        <p:spPr bwMode="auto">
          <a:xfrm>
            <a:off x="8061630" y="-20538"/>
            <a:ext cx="1046874" cy="720686"/>
          </a:xfrm>
          <a:prstGeom prst="ellipse">
            <a:avLst/>
          </a:prstGeom>
          <a:blipFill dpi="0" rotWithShape="1">
            <a:blip r:embed="rId6" cstate="print"/>
            <a:srcRect/>
            <a:stretch>
              <a:fillRect/>
            </a:stretch>
          </a:bli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20" name="Rectangle 19"/>
          <p:cNvSpPr/>
          <p:nvPr/>
        </p:nvSpPr>
        <p:spPr>
          <a:xfrm>
            <a:off x="6588224" y="1923678"/>
            <a:ext cx="1326364" cy="461665"/>
          </a:xfrm>
          <a:prstGeom prst="rect">
            <a:avLst/>
          </a:prstGeom>
        </p:spPr>
        <p:txBody>
          <a:bodyPr wrap="square">
            <a:spAutoFit/>
          </a:bodyPr>
          <a:lstStyle/>
          <a:p>
            <a:pPr algn="ctr"/>
            <a:r>
              <a:rPr lang="en-US" sz="2400" dirty="0">
                <a:latin typeface="Times New Roman" panose="02020603050405020304" pitchFamily="18" charset="0"/>
                <a:cs typeface="Times New Roman" panose="02020603050405020304" pitchFamily="18" charset="0"/>
              </a:rPr>
              <a:t>.</a:t>
            </a:r>
          </a:p>
        </p:txBody>
      </p:sp>
      <p:grpSp>
        <p:nvGrpSpPr>
          <p:cNvPr id="104" name="Group 22"/>
          <p:cNvGrpSpPr>
            <a:grpSpLocks/>
          </p:cNvGrpSpPr>
          <p:nvPr/>
        </p:nvGrpSpPr>
        <p:grpSpPr bwMode="auto">
          <a:xfrm>
            <a:off x="240434" y="2379648"/>
            <a:ext cx="438150" cy="285750"/>
            <a:chOff x="1152" y="3600"/>
            <a:chExt cx="276" cy="240"/>
          </a:xfrm>
        </p:grpSpPr>
        <p:sp>
          <p:nvSpPr>
            <p:cNvPr id="105" name="Line 4"/>
            <p:cNvSpPr>
              <a:spLocks noChangeShapeType="1"/>
            </p:cNvSpPr>
            <p:nvPr/>
          </p:nvSpPr>
          <p:spPr bwMode="auto">
            <a:xfrm>
              <a:off x="1152" y="3744"/>
              <a:ext cx="96" cy="96"/>
            </a:xfrm>
            <a:prstGeom prst="line">
              <a:avLst/>
            </a:prstGeom>
            <a:noFill/>
            <a:ln w="57150">
              <a:solidFill>
                <a:srgbClr val="FF0000"/>
              </a:solidFill>
              <a:round/>
              <a:headEnd/>
              <a:tailEnd/>
            </a:ln>
          </p:spPr>
          <p:txBody>
            <a:bodyPr/>
            <a:lstStyle/>
            <a:p>
              <a:endParaRPr lang="en-US"/>
            </a:p>
          </p:txBody>
        </p:sp>
        <p:sp>
          <p:nvSpPr>
            <p:cNvPr id="106" name="Line 5"/>
            <p:cNvSpPr>
              <a:spLocks noChangeShapeType="1"/>
            </p:cNvSpPr>
            <p:nvPr/>
          </p:nvSpPr>
          <p:spPr bwMode="auto">
            <a:xfrm flipV="1">
              <a:off x="1236" y="3600"/>
              <a:ext cx="192" cy="240"/>
            </a:xfrm>
            <a:prstGeom prst="line">
              <a:avLst/>
            </a:prstGeom>
            <a:noFill/>
            <a:ln w="57150">
              <a:solidFill>
                <a:srgbClr val="FF0000"/>
              </a:solidFill>
              <a:round/>
              <a:headEnd/>
              <a:tailEnd/>
            </a:ln>
          </p:spPr>
          <p:txBody>
            <a:bodyPr/>
            <a:lstStyle/>
            <a:p>
              <a:endParaRPr lang="en-US"/>
            </a:p>
          </p:txBody>
        </p:sp>
      </p:grpSp>
      <p:sp>
        <p:nvSpPr>
          <p:cNvPr id="17" name="Rectangle 16"/>
          <p:cNvSpPr/>
          <p:nvPr/>
        </p:nvSpPr>
        <p:spPr>
          <a:xfrm>
            <a:off x="196924" y="1127355"/>
            <a:ext cx="8766870" cy="3293209"/>
          </a:xfrm>
          <a:prstGeom prst="rect">
            <a:avLst/>
          </a:prstGeom>
        </p:spPr>
        <p:txBody>
          <a:bodyPr wrap="square">
            <a:spAutoFit/>
          </a:bodyPr>
          <a:lstStyle/>
          <a:p>
            <a:pPr lvl="0" algn="just"/>
            <a:r>
              <a:rPr lang="en-US" sz="2600" dirty="0">
                <a:latin typeface="Times New Roman" panose="02020603050405020304" pitchFamily="18" charset="0"/>
                <a:cs typeface="Times New Roman" panose="02020603050405020304" pitchFamily="18" charset="0"/>
              </a:rPr>
              <a:t>A. </a:t>
            </a:r>
            <a:r>
              <a:rPr lang="en-US" sz="2600" dirty="0" err="1">
                <a:latin typeface="Times New Roman" panose="02020603050405020304" pitchFamily="18" charset="0"/>
                <a:cs typeface="Times New Roman" panose="02020603050405020304" pitchFamily="18" charset="0"/>
              </a:rPr>
              <a:t>Nhiệt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cao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tại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đó</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cháy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tự</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cháy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không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cần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tiếp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xúc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với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nguồn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nhiệt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tại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điều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kiện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áp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suất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quyển</a:t>
            </a:r>
            <a:endParaRPr lang="en-US" sz="2600" dirty="0">
              <a:latin typeface="Times New Roman" panose="02020603050405020304" pitchFamily="18" charset="0"/>
              <a:cs typeface="Times New Roman" panose="02020603050405020304" pitchFamily="18" charset="0"/>
            </a:endParaRPr>
          </a:p>
          <a:p>
            <a:pPr lvl="0" algn="just"/>
            <a:r>
              <a:rPr lang="en-US" sz="2600" dirty="0">
                <a:latin typeface="Times New Roman" panose="02020603050405020304" pitchFamily="18" charset="0"/>
                <a:cs typeface="Times New Roman" panose="02020603050405020304" pitchFamily="18" charset="0"/>
              </a:rPr>
              <a:t>B. </a:t>
            </a:r>
            <a:r>
              <a:rPr lang="en-US" sz="2600" dirty="0" err="1">
                <a:latin typeface="Times New Roman" panose="02020603050405020304" pitchFamily="18" charset="0"/>
                <a:cs typeface="Times New Roman" panose="02020603050405020304" pitchFamily="18" charset="0"/>
              </a:rPr>
              <a:t>Nhiệt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thấp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tại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đó</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cháy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tự</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cháy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không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cần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tiếp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xúc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với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nguồn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nhiệt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tại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điều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kiện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áp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suất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quyển</a:t>
            </a:r>
            <a:r>
              <a:rPr lang="en-US" sz="2600" dirty="0">
                <a:latin typeface="Times New Roman" panose="02020603050405020304" pitchFamily="18" charset="0"/>
                <a:cs typeface="Times New Roman" panose="02020603050405020304" pitchFamily="18" charset="0"/>
              </a:rPr>
              <a:t>.</a:t>
            </a:r>
          </a:p>
          <a:p>
            <a:pPr lvl="0" algn="just"/>
            <a:r>
              <a:rPr lang="en-US" sz="2600" dirty="0">
                <a:latin typeface="Times New Roman" panose="02020603050405020304" pitchFamily="18" charset="0"/>
                <a:cs typeface="Times New Roman" panose="02020603050405020304" pitchFamily="18" charset="0"/>
              </a:rPr>
              <a:t>C. </a:t>
            </a:r>
            <a:r>
              <a:rPr lang="en-US" sz="2600" dirty="0" err="1">
                <a:latin typeface="Times New Roman" panose="02020603050405020304" pitchFamily="18" charset="0"/>
                <a:cs typeface="Times New Roman" panose="02020603050405020304" pitchFamily="18" charset="0"/>
              </a:rPr>
              <a:t>Nhiệt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thấp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tại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đó</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cháy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tự</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cháy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tiếp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xúc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với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nguồn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nhiệt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tại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điều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kiện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áp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suất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quyển</a:t>
            </a:r>
            <a:r>
              <a:rPr lang="en-US" sz="2600" dirty="0">
                <a:latin typeface="Times New Roman" panose="02020603050405020304" pitchFamily="18" charset="0"/>
                <a:cs typeface="Times New Roman" panose="02020603050405020304" pitchFamily="18" charset="0"/>
              </a:rPr>
              <a:t>.</a:t>
            </a:r>
          </a:p>
          <a:p>
            <a:pPr lvl="0" algn="just"/>
            <a:r>
              <a:rPr lang="en-US" sz="2600" dirty="0">
                <a:latin typeface="Times New Roman" panose="02020603050405020304" pitchFamily="18" charset="0"/>
                <a:cs typeface="Times New Roman" panose="02020603050405020304" pitchFamily="18" charset="0"/>
              </a:rPr>
              <a:t>D. </a:t>
            </a:r>
            <a:r>
              <a:rPr lang="en-US" sz="2600" dirty="0" err="1">
                <a:latin typeface="Times New Roman" panose="02020603050405020304" pitchFamily="18" charset="0"/>
                <a:cs typeface="Times New Roman" panose="02020603050405020304" pitchFamily="18" charset="0"/>
              </a:rPr>
              <a:t>Nhiệt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cao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tại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dó</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cháy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tự</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cháy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tiếp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xúc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với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nguồn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nhiệt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tại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điều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kiện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áp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suất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khí</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quyển</a:t>
            </a:r>
            <a:r>
              <a:rPr lang="en-US" sz="2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88091957"/>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himes.wav"/>
          </p:stSnd>
        </p:sndAc>
      </p:transition>
    </mc:Choice>
    <mc:Fallback xmlns="">
      <p:transition spd="slow">
        <p:sndAc>
          <p:stSnd>
            <p:snd r:embed="rId7" name="chimes.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grpId="0" nodeType="withEffect">
                                  <p:stCondLst>
                                    <p:cond delay="0"/>
                                  </p:stCondLst>
                                  <p:childTnLst>
                                    <p:set>
                                      <p:cBhvr>
                                        <p:cTn id="6" dur="1" fill="hold">
                                          <p:stCondLst>
                                            <p:cond delay="0"/>
                                          </p:stCondLst>
                                        </p:cTn>
                                        <p:tgtEl>
                                          <p:spTgt spid="103"/>
                                        </p:tgtEl>
                                        <p:attrNameLst>
                                          <p:attrName>style.visibility</p:attrName>
                                        </p:attrNameLst>
                                      </p:cBhvr>
                                      <p:to>
                                        <p:strVal val="visible"/>
                                      </p:to>
                                    </p:set>
                                    <p:anim calcmode="lin" valueType="num">
                                      <p:cBhvr>
                                        <p:cTn id="7" dur="1000" fill="hold"/>
                                        <p:tgtEl>
                                          <p:spTgt spid="103"/>
                                        </p:tgtEl>
                                        <p:attrNameLst>
                                          <p:attrName>ppt_w</p:attrName>
                                        </p:attrNameLst>
                                      </p:cBhvr>
                                      <p:tavLst>
                                        <p:tav tm="0" fmla="#ppt_w*sin(2.5*pi*$)">
                                          <p:val>
                                            <p:fltVal val="0"/>
                                          </p:val>
                                        </p:tav>
                                        <p:tav tm="100000">
                                          <p:val>
                                            <p:fltVal val="1"/>
                                          </p:val>
                                        </p:tav>
                                      </p:tavLst>
                                    </p:anim>
                                    <p:anim calcmode="lin" valueType="num">
                                      <p:cBhvr>
                                        <p:cTn id="8" dur="1000" fill="hold"/>
                                        <p:tgtEl>
                                          <p:spTgt spid="10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cashreg.wav"/>
                                        </p:tgtEl>
                                      </p:cMediaNode>
                                    </p:audio>
                                  </p:subTnLst>
                                </p:cTn>
                              </p:par>
                            </p:childTnLst>
                          </p:cTn>
                        </p:par>
                        <p:par>
                          <p:cTn id="9" fill="hold">
                            <p:stCondLst>
                              <p:cond delay="1000"/>
                            </p:stCondLst>
                            <p:childTnLst>
                              <p:par>
                                <p:cTn id="10" presetID="10" presetClass="exit" presetSubtype="0" fill="hold" grpId="1" nodeType="afterEffect">
                                  <p:stCondLst>
                                    <p:cond delay="0"/>
                                  </p:stCondLst>
                                  <p:childTnLst>
                                    <p:animEffect transition="out" filter="fade">
                                      <p:cBhvr>
                                        <p:cTn id="11" dur="500"/>
                                        <p:tgtEl>
                                          <p:spTgt spid="103"/>
                                        </p:tgtEl>
                                      </p:cBhvr>
                                    </p:animEffect>
                                    <p:set>
                                      <p:cBhvr>
                                        <p:cTn id="12" dur="1" fill="hold">
                                          <p:stCondLst>
                                            <p:cond delay="499"/>
                                          </p:stCondLst>
                                        </p:cTn>
                                        <p:tgtEl>
                                          <p:spTgt spid="103"/>
                                        </p:tgtEl>
                                        <p:attrNameLst>
                                          <p:attrName>style.visibility</p:attrName>
                                        </p:attrNameLst>
                                      </p:cBhvr>
                                      <p:to>
                                        <p:strVal val="hidden"/>
                                      </p:to>
                                    </p:set>
                                  </p:childTnLst>
                                  <p:subTnLst>
                                    <p:audio>
                                      <p:cMediaNode>
                                        <p:cTn display="0" masterRel="sameClick">
                                          <p:stCondLst>
                                            <p:cond evt="begin" delay="0">
                                              <p:tn val="10"/>
                                            </p:cond>
                                          </p:stCondLst>
                                          <p:endCondLst>
                                            <p:cond evt="onStopAudio" delay="0">
                                              <p:tgtEl>
                                                <p:sldTgt/>
                                              </p:tgtEl>
                                            </p:cond>
                                          </p:endCondLst>
                                        </p:cTn>
                                        <p:tgtEl>
                                          <p:sndTgt r:embed="rId3" name="cashreg.wav"/>
                                        </p:tgtEl>
                                      </p:cMediaNode>
                                    </p:audio>
                                  </p:subTnLst>
                                </p:cTn>
                              </p:par>
                            </p:childTnLst>
                          </p:cTn>
                        </p:par>
                        <p:par>
                          <p:cTn id="13" fill="hold">
                            <p:stCondLst>
                              <p:cond delay="1500"/>
                            </p:stCondLst>
                            <p:childTnLst>
                              <p:par>
                                <p:cTn id="14" presetID="1" presetClass="entr" presetSubtype="0" fill="hold" nodeType="afterEffect">
                                  <p:stCondLst>
                                    <p:cond delay="0"/>
                                  </p:stCondLst>
                                  <p:childTnLst>
                                    <p:set>
                                      <p:cBhvr>
                                        <p:cTn id="15" dur="1" fill="hold">
                                          <p:stCondLst>
                                            <p:cond delay="0"/>
                                          </p:stCondLst>
                                        </p:cTn>
                                        <p:tgtEl>
                                          <p:spTgt spid="30"/>
                                        </p:tgtEl>
                                        <p:attrNameLst>
                                          <p:attrName>style.visibility</p:attrName>
                                        </p:attrNameLst>
                                      </p:cBhvr>
                                      <p:to>
                                        <p:strVal val="visible"/>
                                      </p:to>
                                    </p:set>
                                  </p:childTnLst>
                                  <p:subTnLst>
                                    <p:audio>
                                      <p:cMediaNode>
                                        <p:cTn display="0" masterRel="sameClick">
                                          <p:stCondLst>
                                            <p:cond evt="begin" delay="0">
                                              <p:tn val="14"/>
                                            </p:cond>
                                          </p:stCondLst>
                                          <p:endCondLst>
                                            <p:cond evt="onStopAudio" delay="0">
                                              <p:tgtEl>
                                                <p:sldTgt/>
                                              </p:tgtEl>
                                            </p:cond>
                                          </p:endCondLst>
                                        </p:cTn>
                                        <p:tgtEl>
                                          <p:sndTgt r:embed="rId3" name="cashreg.wav"/>
                                        </p:tgtEl>
                                      </p:cMediaNode>
                                    </p:audio>
                                  </p:subTnLst>
                                </p:cTn>
                              </p:par>
                            </p:childTnLst>
                          </p:cTn>
                        </p:par>
                        <p:par>
                          <p:cTn id="16" fill="hold">
                            <p:stCondLst>
                              <p:cond delay="1500"/>
                            </p:stCondLst>
                            <p:childTnLst>
                              <p:par>
                                <p:cTn id="17" presetID="1" presetClass="entr" presetSubtype="0" fill="hold" nodeType="afterEffect">
                                  <p:stCondLst>
                                    <p:cond delay="1000"/>
                                  </p:stCondLst>
                                  <p:childTnLst>
                                    <p:set>
                                      <p:cBhvr>
                                        <p:cTn id="18" dur="1" fill="hold">
                                          <p:stCondLst>
                                            <p:cond delay="0"/>
                                          </p:stCondLst>
                                        </p:cTn>
                                        <p:tgtEl>
                                          <p:spTgt spid="34"/>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3" name="cashreg.wav"/>
                                        </p:tgtEl>
                                      </p:cMediaNode>
                                    </p:audio>
                                  </p:subTnLst>
                                </p:cTn>
                              </p:par>
                            </p:childTnLst>
                          </p:cTn>
                        </p:par>
                        <p:par>
                          <p:cTn id="19" fill="hold">
                            <p:stCondLst>
                              <p:cond delay="2500"/>
                            </p:stCondLst>
                            <p:childTnLst>
                              <p:par>
                                <p:cTn id="20" presetID="1" presetClass="entr" presetSubtype="0" fill="hold" nodeType="afterEffect">
                                  <p:stCondLst>
                                    <p:cond delay="1000"/>
                                  </p:stCondLst>
                                  <p:childTnLst>
                                    <p:set>
                                      <p:cBhvr>
                                        <p:cTn id="21" dur="1" fill="hold">
                                          <p:stCondLst>
                                            <p:cond delay="0"/>
                                          </p:stCondLst>
                                        </p:cTn>
                                        <p:tgtEl>
                                          <p:spTgt spid="37"/>
                                        </p:tgtEl>
                                        <p:attrNameLst>
                                          <p:attrName>style.visibility</p:attrName>
                                        </p:attrNameLst>
                                      </p:cBhvr>
                                      <p:to>
                                        <p:strVal val="visible"/>
                                      </p:to>
                                    </p:set>
                                  </p:childTnLst>
                                  <p:subTnLst>
                                    <p:audio>
                                      <p:cMediaNode>
                                        <p:cTn display="0" masterRel="sameClick">
                                          <p:stCondLst>
                                            <p:cond evt="begin" delay="0">
                                              <p:tn val="20"/>
                                            </p:cond>
                                          </p:stCondLst>
                                          <p:endCondLst>
                                            <p:cond evt="onStopAudio" delay="0">
                                              <p:tgtEl>
                                                <p:sldTgt/>
                                              </p:tgtEl>
                                            </p:cond>
                                          </p:endCondLst>
                                        </p:cTn>
                                        <p:tgtEl>
                                          <p:sndTgt r:embed="rId3" name="cashreg.wav"/>
                                        </p:tgtEl>
                                      </p:cMediaNode>
                                    </p:audio>
                                  </p:subTnLst>
                                </p:cTn>
                              </p:par>
                            </p:childTnLst>
                          </p:cTn>
                        </p:par>
                        <p:par>
                          <p:cTn id="22" fill="hold">
                            <p:stCondLst>
                              <p:cond delay="3500"/>
                            </p:stCondLst>
                            <p:childTnLst>
                              <p:par>
                                <p:cTn id="23" presetID="1" presetClass="entr" presetSubtype="0" fill="hold" nodeType="afterEffect">
                                  <p:stCondLst>
                                    <p:cond delay="1000"/>
                                  </p:stCondLst>
                                  <p:childTnLst>
                                    <p:set>
                                      <p:cBhvr>
                                        <p:cTn id="24" dur="1" fill="hold">
                                          <p:stCondLst>
                                            <p:cond delay="0"/>
                                          </p:stCondLst>
                                        </p:cTn>
                                        <p:tgtEl>
                                          <p:spTgt spid="40"/>
                                        </p:tgtEl>
                                        <p:attrNameLst>
                                          <p:attrName>style.visibility</p:attrName>
                                        </p:attrNameLst>
                                      </p:cBhvr>
                                      <p:to>
                                        <p:strVal val="visible"/>
                                      </p:to>
                                    </p:set>
                                  </p:childTnLst>
                                  <p:subTnLst>
                                    <p:audio>
                                      <p:cMediaNode>
                                        <p:cTn display="0" masterRel="sameClick">
                                          <p:stCondLst>
                                            <p:cond evt="begin" delay="0">
                                              <p:tn val="23"/>
                                            </p:cond>
                                          </p:stCondLst>
                                          <p:endCondLst>
                                            <p:cond evt="onStopAudio" delay="0">
                                              <p:tgtEl>
                                                <p:sldTgt/>
                                              </p:tgtEl>
                                            </p:cond>
                                          </p:endCondLst>
                                        </p:cTn>
                                        <p:tgtEl>
                                          <p:sndTgt r:embed="rId3" name="cashreg.wav"/>
                                        </p:tgtEl>
                                      </p:cMediaNode>
                                    </p:audio>
                                  </p:subTnLst>
                                </p:cTn>
                              </p:par>
                            </p:childTnLst>
                          </p:cTn>
                        </p:par>
                        <p:par>
                          <p:cTn id="25" fill="hold">
                            <p:stCondLst>
                              <p:cond delay="4500"/>
                            </p:stCondLst>
                            <p:childTnLst>
                              <p:par>
                                <p:cTn id="26" presetID="1" presetClass="entr" presetSubtype="0" fill="hold" nodeType="afterEffect">
                                  <p:stCondLst>
                                    <p:cond delay="1000"/>
                                  </p:stCondLst>
                                  <p:childTnLst>
                                    <p:set>
                                      <p:cBhvr>
                                        <p:cTn id="27" dur="1" fill="hold">
                                          <p:stCondLst>
                                            <p:cond delay="0"/>
                                          </p:stCondLst>
                                        </p:cTn>
                                        <p:tgtEl>
                                          <p:spTgt spid="55"/>
                                        </p:tgtEl>
                                        <p:attrNameLst>
                                          <p:attrName>style.visibility</p:attrName>
                                        </p:attrNameLst>
                                      </p:cBhvr>
                                      <p:to>
                                        <p:strVal val="visible"/>
                                      </p:to>
                                    </p:set>
                                  </p:childTnLst>
                                  <p:subTnLst>
                                    <p:audio>
                                      <p:cMediaNode>
                                        <p:cTn display="0" masterRel="sameClick">
                                          <p:stCondLst>
                                            <p:cond evt="begin" delay="0">
                                              <p:tn val="26"/>
                                            </p:cond>
                                          </p:stCondLst>
                                          <p:endCondLst>
                                            <p:cond evt="onStopAudio" delay="0">
                                              <p:tgtEl>
                                                <p:sldTgt/>
                                              </p:tgtEl>
                                            </p:cond>
                                          </p:endCondLst>
                                        </p:cTn>
                                        <p:tgtEl>
                                          <p:sndTgt r:embed="rId3" name="cashreg.wav"/>
                                        </p:tgtEl>
                                      </p:cMediaNode>
                                    </p:audio>
                                  </p:subTnLst>
                                </p:cTn>
                              </p:par>
                            </p:childTnLst>
                          </p:cTn>
                        </p:par>
                        <p:par>
                          <p:cTn id="28" fill="hold">
                            <p:stCondLst>
                              <p:cond delay="5500"/>
                            </p:stCondLst>
                            <p:childTnLst>
                              <p:par>
                                <p:cTn id="29" presetID="1" presetClass="entr" presetSubtype="0" fill="hold" nodeType="afterEffect">
                                  <p:stCondLst>
                                    <p:cond delay="1000"/>
                                  </p:stCondLst>
                                  <p:childTnLst>
                                    <p:set>
                                      <p:cBhvr>
                                        <p:cTn id="30" dur="1" fill="hold">
                                          <p:stCondLst>
                                            <p:cond delay="0"/>
                                          </p:stCondLst>
                                        </p:cTn>
                                        <p:tgtEl>
                                          <p:spTgt spid="58"/>
                                        </p:tgtEl>
                                        <p:attrNameLst>
                                          <p:attrName>style.visibility</p:attrName>
                                        </p:attrNameLst>
                                      </p:cBhvr>
                                      <p:to>
                                        <p:strVal val="visible"/>
                                      </p:to>
                                    </p:set>
                                  </p:childTnLst>
                                  <p:subTnLst>
                                    <p:audio>
                                      <p:cMediaNode>
                                        <p:cTn display="0" masterRel="sameClick">
                                          <p:stCondLst>
                                            <p:cond evt="begin" delay="0">
                                              <p:tn val="29"/>
                                            </p:cond>
                                          </p:stCondLst>
                                          <p:endCondLst>
                                            <p:cond evt="onStopAudio" delay="0">
                                              <p:tgtEl>
                                                <p:sldTgt/>
                                              </p:tgtEl>
                                            </p:cond>
                                          </p:endCondLst>
                                        </p:cTn>
                                        <p:tgtEl>
                                          <p:sndTgt r:embed="rId3" name="cashreg.wav"/>
                                        </p:tgtEl>
                                      </p:cMediaNode>
                                    </p:audio>
                                  </p:subTnLst>
                                </p:cTn>
                              </p:par>
                            </p:childTnLst>
                          </p:cTn>
                        </p:par>
                        <p:par>
                          <p:cTn id="31" fill="hold">
                            <p:stCondLst>
                              <p:cond delay="6500"/>
                            </p:stCondLst>
                            <p:childTnLst>
                              <p:par>
                                <p:cTn id="32" presetID="1" presetClass="entr" presetSubtype="0" fill="hold" nodeType="afterEffect">
                                  <p:stCondLst>
                                    <p:cond delay="1000"/>
                                  </p:stCondLst>
                                  <p:childTnLst>
                                    <p:set>
                                      <p:cBhvr>
                                        <p:cTn id="33" dur="1" fill="hold">
                                          <p:stCondLst>
                                            <p:cond delay="0"/>
                                          </p:stCondLst>
                                        </p:cTn>
                                        <p:tgtEl>
                                          <p:spTgt spid="61"/>
                                        </p:tgtEl>
                                        <p:attrNameLst>
                                          <p:attrName>style.visibility</p:attrName>
                                        </p:attrNameLst>
                                      </p:cBhvr>
                                      <p:to>
                                        <p:strVal val="visible"/>
                                      </p:to>
                                    </p:set>
                                  </p:childTnLst>
                                  <p:subTnLst>
                                    <p:audio>
                                      <p:cMediaNode>
                                        <p:cTn display="0" masterRel="sameClick">
                                          <p:stCondLst>
                                            <p:cond evt="begin" delay="0">
                                              <p:tn val="32"/>
                                            </p:cond>
                                          </p:stCondLst>
                                          <p:endCondLst>
                                            <p:cond evt="onStopAudio" delay="0">
                                              <p:tgtEl>
                                                <p:sldTgt/>
                                              </p:tgtEl>
                                            </p:cond>
                                          </p:endCondLst>
                                        </p:cTn>
                                        <p:tgtEl>
                                          <p:sndTgt r:embed="rId3" name="cashreg.wav"/>
                                        </p:tgtEl>
                                      </p:cMediaNode>
                                    </p:audio>
                                  </p:subTnLst>
                                </p:cTn>
                              </p:par>
                            </p:childTnLst>
                          </p:cTn>
                        </p:par>
                        <p:par>
                          <p:cTn id="34" fill="hold">
                            <p:stCondLst>
                              <p:cond delay="7500"/>
                            </p:stCondLst>
                            <p:childTnLst>
                              <p:par>
                                <p:cTn id="35" presetID="1" presetClass="entr" presetSubtype="0" fill="hold" nodeType="afterEffect">
                                  <p:stCondLst>
                                    <p:cond delay="1000"/>
                                  </p:stCondLst>
                                  <p:childTnLst>
                                    <p:set>
                                      <p:cBhvr>
                                        <p:cTn id="36" dur="1" fill="hold">
                                          <p:stCondLst>
                                            <p:cond delay="0"/>
                                          </p:stCondLst>
                                        </p:cTn>
                                        <p:tgtEl>
                                          <p:spTgt spid="64"/>
                                        </p:tgtEl>
                                        <p:attrNameLst>
                                          <p:attrName>style.visibility</p:attrName>
                                        </p:attrNameLst>
                                      </p:cBhvr>
                                      <p:to>
                                        <p:strVal val="visible"/>
                                      </p:to>
                                    </p:set>
                                  </p:childTnLst>
                                  <p:subTnLst>
                                    <p:audio>
                                      <p:cMediaNode>
                                        <p:cTn display="0" masterRel="sameClick">
                                          <p:stCondLst>
                                            <p:cond evt="begin" delay="0">
                                              <p:tn val="35"/>
                                            </p:cond>
                                          </p:stCondLst>
                                          <p:endCondLst>
                                            <p:cond evt="onStopAudio" delay="0">
                                              <p:tgtEl>
                                                <p:sldTgt/>
                                              </p:tgtEl>
                                            </p:cond>
                                          </p:endCondLst>
                                        </p:cTn>
                                        <p:tgtEl>
                                          <p:sndTgt r:embed="rId3" name="cashreg.wav"/>
                                        </p:tgtEl>
                                      </p:cMediaNode>
                                    </p:audio>
                                  </p:subTnLst>
                                </p:cTn>
                              </p:par>
                            </p:childTnLst>
                          </p:cTn>
                        </p:par>
                        <p:par>
                          <p:cTn id="37" fill="hold">
                            <p:stCondLst>
                              <p:cond delay="8500"/>
                            </p:stCondLst>
                            <p:childTnLst>
                              <p:par>
                                <p:cTn id="38" presetID="1" presetClass="entr" presetSubtype="0" fill="hold" nodeType="afterEffect">
                                  <p:stCondLst>
                                    <p:cond delay="1000"/>
                                  </p:stCondLst>
                                  <p:childTnLst>
                                    <p:set>
                                      <p:cBhvr>
                                        <p:cTn id="39" dur="1" fill="hold">
                                          <p:stCondLst>
                                            <p:cond delay="0"/>
                                          </p:stCondLst>
                                        </p:cTn>
                                        <p:tgtEl>
                                          <p:spTgt spid="67"/>
                                        </p:tgtEl>
                                        <p:attrNameLst>
                                          <p:attrName>style.visibility</p:attrName>
                                        </p:attrNameLst>
                                      </p:cBhvr>
                                      <p:to>
                                        <p:strVal val="visible"/>
                                      </p:to>
                                    </p:set>
                                  </p:childTnLst>
                                  <p:subTnLst>
                                    <p:audio>
                                      <p:cMediaNode>
                                        <p:cTn display="0" masterRel="sameClick">
                                          <p:stCondLst>
                                            <p:cond evt="begin" delay="0">
                                              <p:tn val="38"/>
                                            </p:cond>
                                          </p:stCondLst>
                                          <p:endCondLst>
                                            <p:cond evt="onStopAudio" delay="0">
                                              <p:tgtEl>
                                                <p:sldTgt/>
                                              </p:tgtEl>
                                            </p:cond>
                                          </p:endCondLst>
                                        </p:cTn>
                                        <p:tgtEl>
                                          <p:sndTgt r:embed="rId3" name="cashreg.wav"/>
                                        </p:tgtEl>
                                      </p:cMediaNode>
                                    </p:audio>
                                  </p:subTnLst>
                                </p:cTn>
                              </p:par>
                            </p:childTnLst>
                          </p:cTn>
                        </p:par>
                        <p:par>
                          <p:cTn id="40" fill="hold">
                            <p:stCondLst>
                              <p:cond delay="9500"/>
                            </p:stCondLst>
                            <p:childTnLst>
                              <p:par>
                                <p:cTn id="41" presetID="1" presetClass="entr" presetSubtype="0" fill="hold" nodeType="afterEffect">
                                  <p:stCondLst>
                                    <p:cond delay="1000"/>
                                  </p:stCondLst>
                                  <p:childTnLst>
                                    <p:set>
                                      <p:cBhvr>
                                        <p:cTn id="42" dur="1" fill="hold">
                                          <p:stCondLst>
                                            <p:cond delay="0"/>
                                          </p:stCondLst>
                                        </p:cTn>
                                        <p:tgtEl>
                                          <p:spTgt spid="70"/>
                                        </p:tgtEl>
                                        <p:attrNameLst>
                                          <p:attrName>style.visibility</p:attrName>
                                        </p:attrNameLst>
                                      </p:cBhvr>
                                      <p:to>
                                        <p:strVal val="visible"/>
                                      </p:to>
                                    </p:set>
                                  </p:childTnLst>
                                  <p:subTnLst>
                                    <p:audio>
                                      <p:cMediaNode>
                                        <p:cTn display="0" masterRel="sameClick">
                                          <p:stCondLst>
                                            <p:cond evt="begin" delay="0">
                                              <p:tn val="41"/>
                                            </p:cond>
                                          </p:stCondLst>
                                          <p:endCondLst>
                                            <p:cond evt="onStopAudio" delay="0">
                                              <p:tgtEl>
                                                <p:sldTgt/>
                                              </p:tgtEl>
                                            </p:cond>
                                          </p:endCondLst>
                                        </p:cTn>
                                        <p:tgtEl>
                                          <p:sndTgt r:embed="rId3" name="cashreg.wav"/>
                                        </p:tgtEl>
                                      </p:cMediaNode>
                                    </p:audio>
                                  </p:subTnLst>
                                </p:cTn>
                              </p:par>
                            </p:childTnLst>
                          </p:cTn>
                        </p:par>
                        <p:par>
                          <p:cTn id="43" fill="hold">
                            <p:stCondLst>
                              <p:cond delay="10500"/>
                            </p:stCondLst>
                            <p:childTnLst>
                              <p:par>
                                <p:cTn id="44" presetID="1" presetClass="entr" presetSubtype="0" fill="hold" nodeType="afterEffect">
                                  <p:stCondLst>
                                    <p:cond delay="1000"/>
                                  </p:stCondLst>
                                  <p:childTnLst>
                                    <p:set>
                                      <p:cBhvr>
                                        <p:cTn id="45" dur="1" fill="hold">
                                          <p:stCondLst>
                                            <p:cond delay="0"/>
                                          </p:stCondLst>
                                        </p:cTn>
                                        <p:tgtEl>
                                          <p:spTgt spid="73"/>
                                        </p:tgtEl>
                                        <p:attrNameLst>
                                          <p:attrName>style.visibility</p:attrName>
                                        </p:attrNameLst>
                                      </p:cBhvr>
                                      <p:to>
                                        <p:strVal val="visible"/>
                                      </p:to>
                                    </p:set>
                                  </p:childTnLst>
                                  <p:subTnLst>
                                    <p:audio>
                                      <p:cMediaNode>
                                        <p:cTn display="0" masterRel="sameClick">
                                          <p:stCondLst>
                                            <p:cond evt="begin" delay="0">
                                              <p:tn val="44"/>
                                            </p:cond>
                                          </p:stCondLst>
                                          <p:endCondLst>
                                            <p:cond evt="onStopAudio" delay="0">
                                              <p:tgtEl>
                                                <p:sldTgt/>
                                              </p:tgtEl>
                                            </p:cond>
                                          </p:endCondLst>
                                        </p:cTn>
                                        <p:tgtEl>
                                          <p:sndTgt r:embed="rId3" name="cashreg.wav"/>
                                        </p:tgtEl>
                                      </p:cMediaNode>
                                    </p:audio>
                                  </p:subTnLst>
                                </p:cTn>
                              </p:par>
                            </p:childTnLst>
                          </p:cTn>
                        </p:par>
                        <p:par>
                          <p:cTn id="46" fill="hold">
                            <p:stCondLst>
                              <p:cond delay="11500"/>
                            </p:stCondLst>
                            <p:childTnLst>
                              <p:par>
                                <p:cTn id="47" presetID="1" presetClass="entr" presetSubtype="0" fill="hold" nodeType="afterEffect">
                                  <p:stCondLst>
                                    <p:cond delay="1000"/>
                                  </p:stCondLst>
                                  <p:childTnLst>
                                    <p:set>
                                      <p:cBhvr>
                                        <p:cTn id="48" dur="1" fill="hold">
                                          <p:stCondLst>
                                            <p:cond delay="0"/>
                                          </p:stCondLst>
                                        </p:cTn>
                                        <p:tgtEl>
                                          <p:spTgt spid="76"/>
                                        </p:tgtEl>
                                        <p:attrNameLst>
                                          <p:attrName>style.visibility</p:attrName>
                                        </p:attrNameLst>
                                      </p:cBhvr>
                                      <p:to>
                                        <p:strVal val="visible"/>
                                      </p:to>
                                    </p:set>
                                  </p:childTnLst>
                                  <p:subTnLst>
                                    <p:audio>
                                      <p:cMediaNode>
                                        <p:cTn display="0" masterRel="sameClick">
                                          <p:stCondLst>
                                            <p:cond evt="begin" delay="0">
                                              <p:tn val="47"/>
                                            </p:cond>
                                          </p:stCondLst>
                                          <p:endCondLst>
                                            <p:cond evt="onStopAudio" delay="0">
                                              <p:tgtEl>
                                                <p:sldTgt/>
                                              </p:tgtEl>
                                            </p:cond>
                                          </p:endCondLst>
                                        </p:cTn>
                                        <p:tgtEl>
                                          <p:sndTgt r:embed="rId3" name="cashreg.wav"/>
                                        </p:tgtEl>
                                      </p:cMediaNode>
                                    </p:audio>
                                  </p:subTnLst>
                                </p:cTn>
                              </p:par>
                            </p:childTnLst>
                          </p:cTn>
                        </p:par>
                        <p:par>
                          <p:cTn id="49" fill="hold">
                            <p:stCondLst>
                              <p:cond delay="12500"/>
                            </p:stCondLst>
                            <p:childTnLst>
                              <p:par>
                                <p:cTn id="50" presetID="1" presetClass="entr" presetSubtype="0" fill="hold" nodeType="afterEffect">
                                  <p:stCondLst>
                                    <p:cond delay="1000"/>
                                  </p:stCondLst>
                                  <p:childTnLst>
                                    <p:set>
                                      <p:cBhvr>
                                        <p:cTn id="51" dur="1" fill="hold">
                                          <p:stCondLst>
                                            <p:cond delay="0"/>
                                          </p:stCondLst>
                                        </p:cTn>
                                        <p:tgtEl>
                                          <p:spTgt spid="79"/>
                                        </p:tgtEl>
                                        <p:attrNameLst>
                                          <p:attrName>style.visibility</p:attrName>
                                        </p:attrNameLst>
                                      </p:cBhvr>
                                      <p:to>
                                        <p:strVal val="visible"/>
                                      </p:to>
                                    </p:set>
                                  </p:childTnLst>
                                  <p:subTnLst>
                                    <p:audio>
                                      <p:cMediaNode>
                                        <p:cTn display="0" masterRel="sameClick">
                                          <p:stCondLst>
                                            <p:cond evt="begin" delay="0">
                                              <p:tn val="50"/>
                                            </p:cond>
                                          </p:stCondLst>
                                          <p:endCondLst>
                                            <p:cond evt="onStopAudio" delay="0">
                                              <p:tgtEl>
                                                <p:sldTgt/>
                                              </p:tgtEl>
                                            </p:cond>
                                          </p:endCondLst>
                                        </p:cTn>
                                        <p:tgtEl>
                                          <p:sndTgt r:embed="rId3" name="cashreg.wav"/>
                                        </p:tgtEl>
                                      </p:cMediaNode>
                                    </p:audio>
                                  </p:subTnLst>
                                </p:cTn>
                              </p:par>
                            </p:childTnLst>
                          </p:cTn>
                        </p:par>
                        <p:par>
                          <p:cTn id="52" fill="hold">
                            <p:stCondLst>
                              <p:cond delay="13500"/>
                            </p:stCondLst>
                            <p:childTnLst>
                              <p:par>
                                <p:cTn id="53" presetID="1" presetClass="entr" presetSubtype="0" fill="hold" nodeType="afterEffect">
                                  <p:stCondLst>
                                    <p:cond delay="1000"/>
                                  </p:stCondLst>
                                  <p:childTnLst>
                                    <p:set>
                                      <p:cBhvr>
                                        <p:cTn id="54" dur="1" fill="hold">
                                          <p:stCondLst>
                                            <p:cond delay="0"/>
                                          </p:stCondLst>
                                        </p:cTn>
                                        <p:tgtEl>
                                          <p:spTgt spid="82"/>
                                        </p:tgtEl>
                                        <p:attrNameLst>
                                          <p:attrName>style.visibility</p:attrName>
                                        </p:attrNameLst>
                                      </p:cBhvr>
                                      <p:to>
                                        <p:strVal val="visible"/>
                                      </p:to>
                                    </p:set>
                                  </p:childTnLst>
                                  <p:subTnLst>
                                    <p:audio>
                                      <p:cMediaNode>
                                        <p:cTn display="0" masterRel="sameClick">
                                          <p:stCondLst>
                                            <p:cond evt="begin" delay="0">
                                              <p:tn val="53"/>
                                            </p:cond>
                                          </p:stCondLst>
                                          <p:endCondLst>
                                            <p:cond evt="onStopAudio" delay="0">
                                              <p:tgtEl>
                                                <p:sldTgt/>
                                              </p:tgtEl>
                                            </p:cond>
                                          </p:endCondLst>
                                        </p:cTn>
                                        <p:tgtEl>
                                          <p:sndTgt r:embed="rId3" name="cashreg.wav"/>
                                        </p:tgtEl>
                                      </p:cMediaNode>
                                    </p:audio>
                                  </p:subTnLst>
                                </p:cTn>
                              </p:par>
                            </p:childTnLst>
                          </p:cTn>
                        </p:par>
                        <p:par>
                          <p:cTn id="55" fill="hold">
                            <p:stCondLst>
                              <p:cond delay="14500"/>
                            </p:stCondLst>
                            <p:childTnLst>
                              <p:par>
                                <p:cTn id="56" presetID="1" presetClass="entr" presetSubtype="0" fill="hold" nodeType="afterEffect">
                                  <p:stCondLst>
                                    <p:cond delay="1000"/>
                                  </p:stCondLst>
                                  <p:childTnLst>
                                    <p:set>
                                      <p:cBhvr>
                                        <p:cTn id="57" dur="1" fill="hold">
                                          <p:stCondLst>
                                            <p:cond delay="0"/>
                                          </p:stCondLst>
                                        </p:cTn>
                                        <p:tgtEl>
                                          <p:spTgt spid="85"/>
                                        </p:tgtEl>
                                        <p:attrNameLst>
                                          <p:attrName>style.visibility</p:attrName>
                                        </p:attrNameLst>
                                      </p:cBhvr>
                                      <p:to>
                                        <p:strVal val="visible"/>
                                      </p:to>
                                    </p:set>
                                  </p:childTnLst>
                                  <p:subTnLst>
                                    <p:audio>
                                      <p:cMediaNode>
                                        <p:cTn display="0" masterRel="sameClick">
                                          <p:stCondLst>
                                            <p:cond evt="begin" delay="0">
                                              <p:tn val="56"/>
                                            </p:cond>
                                          </p:stCondLst>
                                          <p:endCondLst>
                                            <p:cond evt="onStopAudio" delay="0">
                                              <p:tgtEl>
                                                <p:sldTgt/>
                                              </p:tgtEl>
                                            </p:cond>
                                          </p:endCondLst>
                                        </p:cTn>
                                        <p:tgtEl>
                                          <p:sndTgt r:embed="rId3" name="cashreg.wav"/>
                                        </p:tgtEl>
                                      </p:cMediaNode>
                                    </p:audio>
                                  </p:subTnLst>
                                </p:cTn>
                              </p:par>
                            </p:childTnLst>
                          </p:cTn>
                        </p:par>
                        <p:par>
                          <p:cTn id="58" fill="hold">
                            <p:stCondLst>
                              <p:cond delay="15500"/>
                            </p:stCondLst>
                            <p:childTnLst>
                              <p:par>
                                <p:cTn id="59" presetID="1" presetClass="entr" presetSubtype="0" fill="hold" nodeType="afterEffect">
                                  <p:stCondLst>
                                    <p:cond delay="1000"/>
                                  </p:stCondLst>
                                  <p:childTnLst>
                                    <p:set>
                                      <p:cBhvr>
                                        <p:cTn id="60" dur="1" fill="hold">
                                          <p:stCondLst>
                                            <p:cond delay="0"/>
                                          </p:stCondLst>
                                        </p:cTn>
                                        <p:tgtEl>
                                          <p:spTgt spid="88"/>
                                        </p:tgtEl>
                                        <p:attrNameLst>
                                          <p:attrName>style.visibility</p:attrName>
                                        </p:attrNameLst>
                                      </p:cBhvr>
                                      <p:to>
                                        <p:strVal val="visible"/>
                                      </p:to>
                                    </p:set>
                                  </p:childTnLst>
                                  <p:subTnLst>
                                    <p:audio>
                                      <p:cMediaNode>
                                        <p:cTn display="0" masterRel="sameClick">
                                          <p:stCondLst>
                                            <p:cond evt="begin" delay="0">
                                              <p:tn val="59"/>
                                            </p:cond>
                                          </p:stCondLst>
                                          <p:endCondLst>
                                            <p:cond evt="onStopAudio" delay="0">
                                              <p:tgtEl>
                                                <p:sldTgt/>
                                              </p:tgtEl>
                                            </p:cond>
                                          </p:endCondLst>
                                        </p:cTn>
                                        <p:tgtEl>
                                          <p:sndTgt r:embed="rId3" name="cashreg.wav"/>
                                        </p:tgtEl>
                                      </p:cMediaNode>
                                    </p:audio>
                                  </p:subTnLst>
                                </p:cTn>
                              </p:par>
                            </p:childTnLst>
                          </p:cTn>
                        </p:par>
                        <p:par>
                          <p:cTn id="61" fill="hold">
                            <p:stCondLst>
                              <p:cond delay="16500"/>
                            </p:stCondLst>
                            <p:childTnLst>
                              <p:par>
                                <p:cTn id="62" presetID="1" presetClass="entr" presetSubtype="0" fill="hold" nodeType="afterEffect">
                                  <p:stCondLst>
                                    <p:cond delay="1000"/>
                                  </p:stCondLst>
                                  <p:childTnLst>
                                    <p:set>
                                      <p:cBhvr>
                                        <p:cTn id="63" dur="1" fill="hold">
                                          <p:stCondLst>
                                            <p:cond delay="0"/>
                                          </p:stCondLst>
                                        </p:cTn>
                                        <p:tgtEl>
                                          <p:spTgt spid="91"/>
                                        </p:tgtEl>
                                        <p:attrNameLst>
                                          <p:attrName>style.visibility</p:attrName>
                                        </p:attrNameLst>
                                      </p:cBhvr>
                                      <p:to>
                                        <p:strVal val="visible"/>
                                      </p:to>
                                    </p:set>
                                  </p:childTnLst>
                                  <p:subTnLst>
                                    <p:audio>
                                      <p:cMediaNode>
                                        <p:cTn display="0" masterRel="sameClick">
                                          <p:stCondLst>
                                            <p:cond evt="begin" delay="0">
                                              <p:tn val="62"/>
                                            </p:cond>
                                          </p:stCondLst>
                                          <p:endCondLst>
                                            <p:cond evt="onStopAudio" delay="0">
                                              <p:tgtEl>
                                                <p:sldTgt/>
                                              </p:tgtEl>
                                            </p:cond>
                                          </p:endCondLst>
                                        </p:cTn>
                                        <p:tgtEl>
                                          <p:sndTgt r:embed="rId3" name="cashreg.wav"/>
                                        </p:tgtEl>
                                      </p:cMediaNode>
                                    </p:audio>
                                  </p:subTnLst>
                                </p:cTn>
                              </p:par>
                            </p:childTnLst>
                          </p:cTn>
                        </p:par>
                        <p:par>
                          <p:cTn id="64" fill="hold">
                            <p:stCondLst>
                              <p:cond delay="17500"/>
                            </p:stCondLst>
                            <p:childTnLst>
                              <p:par>
                                <p:cTn id="65" presetID="1" presetClass="entr" presetSubtype="0" fill="hold" nodeType="afterEffect">
                                  <p:stCondLst>
                                    <p:cond delay="1000"/>
                                  </p:stCondLst>
                                  <p:childTnLst>
                                    <p:set>
                                      <p:cBhvr>
                                        <p:cTn id="66" dur="1" fill="hold">
                                          <p:stCondLst>
                                            <p:cond delay="0"/>
                                          </p:stCondLst>
                                        </p:cTn>
                                        <p:tgtEl>
                                          <p:spTgt spid="94"/>
                                        </p:tgtEl>
                                        <p:attrNameLst>
                                          <p:attrName>style.visibility</p:attrName>
                                        </p:attrNameLst>
                                      </p:cBhvr>
                                      <p:to>
                                        <p:strVal val="visible"/>
                                      </p:to>
                                    </p:set>
                                  </p:childTnLst>
                                  <p:subTnLst>
                                    <p:audio>
                                      <p:cMediaNode>
                                        <p:cTn display="0" masterRel="sameClick">
                                          <p:stCondLst>
                                            <p:cond evt="begin" delay="0">
                                              <p:tn val="65"/>
                                            </p:cond>
                                          </p:stCondLst>
                                          <p:endCondLst>
                                            <p:cond evt="onStopAudio" delay="0">
                                              <p:tgtEl>
                                                <p:sldTgt/>
                                              </p:tgtEl>
                                            </p:cond>
                                          </p:endCondLst>
                                        </p:cTn>
                                        <p:tgtEl>
                                          <p:sndTgt r:embed="rId3" name="cashreg.wav"/>
                                        </p:tgtEl>
                                      </p:cMediaNode>
                                    </p:audio>
                                  </p:subTnLst>
                                </p:cTn>
                              </p:par>
                            </p:childTnLst>
                          </p:cTn>
                        </p:par>
                        <p:par>
                          <p:cTn id="67" fill="hold">
                            <p:stCondLst>
                              <p:cond delay="18500"/>
                            </p:stCondLst>
                            <p:childTnLst>
                              <p:par>
                                <p:cTn id="68" presetID="1" presetClass="entr" presetSubtype="0" fill="hold" nodeType="afterEffect">
                                  <p:stCondLst>
                                    <p:cond delay="1000"/>
                                  </p:stCondLst>
                                  <p:childTnLst>
                                    <p:set>
                                      <p:cBhvr>
                                        <p:cTn id="69" dur="1" fill="hold">
                                          <p:stCondLst>
                                            <p:cond delay="0"/>
                                          </p:stCondLst>
                                        </p:cTn>
                                        <p:tgtEl>
                                          <p:spTgt spid="97"/>
                                        </p:tgtEl>
                                        <p:attrNameLst>
                                          <p:attrName>style.visibility</p:attrName>
                                        </p:attrNameLst>
                                      </p:cBhvr>
                                      <p:to>
                                        <p:strVal val="visible"/>
                                      </p:to>
                                    </p:set>
                                  </p:childTnLst>
                                  <p:subTnLst>
                                    <p:audio>
                                      <p:cMediaNode>
                                        <p:cTn display="0" masterRel="sameClick">
                                          <p:stCondLst>
                                            <p:cond evt="begin" delay="0">
                                              <p:tn val="68"/>
                                            </p:cond>
                                          </p:stCondLst>
                                          <p:endCondLst>
                                            <p:cond evt="onStopAudio" delay="0">
                                              <p:tgtEl>
                                                <p:sldTgt/>
                                              </p:tgtEl>
                                            </p:cond>
                                          </p:endCondLst>
                                        </p:cTn>
                                        <p:tgtEl>
                                          <p:sndTgt r:embed="rId3" name="cashreg.wav"/>
                                        </p:tgtEl>
                                      </p:cMediaNode>
                                    </p:audio>
                                  </p:subTnLst>
                                </p:cTn>
                              </p:par>
                            </p:childTnLst>
                          </p:cTn>
                        </p:par>
                        <p:par>
                          <p:cTn id="70" fill="hold">
                            <p:stCondLst>
                              <p:cond delay="19500"/>
                            </p:stCondLst>
                            <p:childTnLst>
                              <p:par>
                                <p:cTn id="71" presetID="1" presetClass="entr" presetSubtype="0" fill="hold" nodeType="afterEffect">
                                  <p:stCondLst>
                                    <p:cond delay="1000"/>
                                  </p:stCondLst>
                                  <p:childTnLst>
                                    <p:set>
                                      <p:cBhvr>
                                        <p:cTn id="72" dur="1" fill="hold">
                                          <p:stCondLst>
                                            <p:cond delay="0"/>
                                          </p:stCondLst>
                                        </p:cTn>
                                        <p:tgtEl>
                                          <p:spTgt spid="100"/>
                                        </p:tgtEl>
                                        <p:attrNameLst>
                                          <p:attrName>style.visibility</p:attrName>
                                        </p:attrNameLst>
                                      </p:cBhvr>
                                      <p:to>
                                        <p:strVal val="visible"/>
                                      </p:to>
                                    </p:set>
                                  </p:childTnLst>
                                  <p:subTnLst>
                                    <p:audio>
                                      <p:cMediaNode>
                                        <p:cTn display="0" masterRel="sameClick">
                                          <p:stCondLst>
                                            <p:cond evt="begin" delay="0">
                                              <p:tn val="71"/>
                                            </p:cond>
                                          </p:stCondLst>
                                          <p:endCondLst>
                                            <p:cond evt="onStopAudio" delay="0">
                                              <p:tgtEl>
                                                <p:sldTgt/>
                                              </p:tgtEl>
                                            </p:cond>
                                          </p:endCondLst>
                                        </p:cTn>
                                        <p:tgtEl>
                                          <p:sndTgt r:embed="rId3" name="cashreg.wav"/>
                                        </p:tgtEl>
                                      </p:cMediaNode>
                                    </p:audio>
                                  </p:sub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03"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hlinkClick r:id="rId3" action="ppaction://hlinksldjump"/>
          </p:cNvPr>
          <p:cNvSpPr/>
          <p:nvPr/>
        </p:nvSpPr>
        <p:spPr>
          <a:xfrm>
            <a:off x="1115616" y="144900"/>
            <a:ext cx="6929486" cy="428628"/>
          </a:xfrm>
          <a:prstGeom prst="roundRect">
            <a:avLst/>
          </a:prstGeom>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400" b="1" dirty="0" smtClean="0">
                <a:solidFill>
                  <a:schemeClr val="bg1"/>
                </a:solidFill>
                <a:latin typeface="Times New Roman" pitchFamily="18" charset="0"/>
                <a:cs typeface="Times New Roman" pitchFamily="18" charset="0"/>
              </a:rPr>
              <a:t>CÂU </a:t>
            </a:r>
            <a:r>
              <a:rPr lang="en-US" sz="2400" b="1" dirty="0">
                <a:solidFill>
                  <a:schemeClr val="bg1"/>
                </a:solidFill>
                <a:latin typeface="Times New Roman" pitchFamily="18" charset="0"/>
                <a:cs typeface="Times New Roman" pitchFamily="18" charset="0"/>
              </a:rPr>
              <a:t>HỎI SỐ </a:t>
            </a:r>
            <a:r>
              <a:rPr lang="en-US" sz="2400" b="1" dirty="0" smtClean="0">
                <a:solidFill>
                  <a:schemeClr val="bg1"/>
                </a:solidFill>
                <a:latin typeface="Times New Roman" pitchFamily="18" charset="0"/>
                <a:cs typeface="Times New Roman" pitchFamily="18" charset="0"/>
              </a:rPr>
              <a:t>3</a:t>
            </a:r>
            <a:endParaRPr lang="en-US" sz="2400" b="1" dirty="0">
              <a:solidFill>
                <a:schemeClr val="bg1"/>
              </a:solidFill>
              <a:latin typeface="Times New Roman" pitchFamily="18" charset="0"/>
              <a:cs typeface="Times New Roman" pitchFamily="18" charset="0"/>
            </a:endParaRPr>
          </a:p>
        </p:txBody>
      </p:sp>
      <p:sp>
        <p:nvSpPr>
          <p:cNvPr id="3" name="Rounded Rectangle 2"/>
          <p:cNvSpPr/>
          <p:nvPr/>
        </p:nvSpPr>
        <p:spPr>
          <a:xfrm>
            <a:off x="192334" y="581164"/>
            <a:ext cx="8572560" cy="1586681"/>
          </a:xfrm>
          <a:prstGeom prst="roundRect">
            <a:avLst/>
          </a:prstGeom>
          <a:solidFill>
            <a:srgbClr val="9ECDD8"/>
          </a:solidFill>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err="1">
                <a:latin typeface="Times New Roman" panose="02020603050405020304" pitchFamily="18" charset="0"/>
                <a:cs typeface="Times New Roman" panose="02020603050405020304" pitchFamily="18" charset="0"/>
              </a:rPr>
              <a:t>Câu</a:t>
            </a:r>
            <a:r>
              <a:rPr lang="en-US" sz="2800" b="1" dirty="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3: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cồn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cẩn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thận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bỏng</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cồn.Những</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tiềm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ẩn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bỏng</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cồn</a:t>
            </a:r>
            <a:r>
              <a:rPr lang="en-US" sz="2800" dirty="0">
                <a:latin typeface="Times New Roman" pitchFamily="18" charset="0"/>
                <a:cs typeface="Times New Roman" pitchFamily="18" charset="0"/>
              </a:rPr>
              <a:t>.</a:t>
            </a:r>
            <a:r>
              <a:rPr lang="en-US" sz="2800" dirty="0" smtClean="0">
                <a:latin typeface="Times New Roman" pitchFamily="18" charset="0"/>
                <a:cs typeface="Times New Roman" pitchFamily="18" charset="0"/>
              </a:rPr>
              <a:t> </a:t>
            </a:r>
            <a:endParaRPr lang="en-US" sz="2800" dirty="0">
              <a:latin typeface="Times New Roman" pitchFamily="18" charset="0"/>
              <a:cs typeface="Times New Roman" pitchFamily="18" charset="0"/>
            </a:endParaRPr>
          </a:p>
          <a:p>
            <a:endParaRPr lang="en-US" sz="28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421240" y="2085652"/>
            <a:ext cx="8343654" cy="2677656"/>
          </a:xfrm>
          <a:prstGeom prst="rect">
            <a:avLst/>
          </a:prstGeom>
          <a:noFill/>
        </p:spPr>
        <p:txBody>
          <a:bodyPr wrap="square" rtlCol="0">
            <a:spAutoFit/>
          </a:bodyPr>
          <a:lstStyle/>
          <a:p>
            <a:pPr lvl="0"/>
            <a:r>
              <a:rPr lang="en-US" sz="2800" dirty="0" smtClean="0">
                <a:latin typeface="Times New Roman" pitchFamily="18" charset="0"/>
                <a:cs typeface="Times New Roman" pitchFamily="18" charset="0"/>
              </a:rPr>
              <a:t>A. </a:t>
            </a:r>
            <a:r>
              <a:rPr lang="en-US" sz="2800" dirty="0" err="1" smtClean="0">
                <a:latin typeface="Times New Roman" pitchFamily="18" charset="0"/>
                <a:cs typeface="Times New Roman" pitchFamily="18" charset="0"/>
              </a:rPr>
              <a:t>cồn</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dễ</a:t>
            </a:r>
            <a:r>
              <a:rPr lang="en-US" sz="2800" dirty="0">
                <a:latin typeface="Times New Roman" pitchFamily="18" charset="0"/>
                <a:cs typeface="Times New Roman" pitchFamily="18" charset="0"/>
              </a:rPr>
              <a:t> bay </a:t>
            </a:r>
            <a:r>
              <a:rPr lang="en-US" sz="2800" dirty="0" err="1">
                <a:latin typeface="Times New Roman" pitchFamily="18" charset="0"/>
                <a:cs typeface="Times New Roman" pitchFamily="18" charset="0"/>
              </a:rPr>
              <a:t>hơi</a:t>
            </a:r>
            <a:endParaRPr lang="en-US" sz="2800" dirty="0">
              <a:latin typeface="Times New Roman" pitchFamily="18" charset="0"/>
              <a:cs typeface="Times New Roman" pitchFamily="18" charset="0"/>
            </a:endParaRPr>
          </a:p>
          <a:p>
            <a:pPr lvl="0"/>
            <a:r>
              <a:rPr lang="en-US" sz="2800" dirty="0" smtClean="0">
                <a:latin typeface="Times New Roman" pitchFamily="18" charset="0"/>
                <a:cs typeface="Times New Roman" pitchFamily="18" charset="0"/>
              </a:rPr>
              <a:t>B. </a:t>
            </a:r>
            <a:r>
              <a:rPr lang="en-US" sz="2800" dirty="0" err="1" smtClean="0">
                <a:latin typeface="Times New Roman" pitchFamily="18" charset="0"/>
                <a:cs typeface="Times New Roman" pitchFamily="18" charset="0"/>
              </a:rPr>
              <a:t>cồn</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dễ</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bắt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lửa</a:t>
            </a:r>
            <a:endParaRPr lang="en-US" sz="2800" dirty="0">
              <a:latin typeface="Times New Roman" pitchFamily="18" charset="0"/>
              <a:cs typeface="Times New Roman" pitchFamily="18" charset="0"/>
            </a:endParaRPr>
          </a:p>
          <a:p>
            <a:pPr lvl="0"/>
            <a:r>
              <a:rPr lang="en-US" sz="2800" dirty="0" smtClean="0">
                <a:latin typeface="Times New Roman" pitchFamily="18" charset="0"/>
                <a:cs typeface="Times New Roman" pitchFamily="18" charset="0"/>
              </a:rPr>
              <a:t>C. </a:t>
            </a:r>
            <a:r>
              <a:rPr lang="en-US" sz="2800" dirty="0" err="1" smtClean="0">
                <a:latin typeface="Times New Roman" pitchFamily="18" charset="0"/>
                <a:cs typeface="Times New Roman" pitchFamily="18" charset="0"/>
              </a:rPr>
              <a:t>phản</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ứng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tỏa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mạnh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ngọn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lửa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cao</a:t>
            </a:r>
            <a:endParaRPr lang="en-US" sz="2800" dirty="0">
              <a:latin typeface="Times New Roman" pitchFamily="18" charset="0"/>
              <a:cs typeface="Times New Roman" pitchFamily="18" charset="0"/>
            </a:endParaRPr>
          </a:p>
          <a:p>
            <a:pPr lvl="0"/>
            <a:r>
              <a:rPr lang="en-US" sz="2800" dirty="0" smtClean="0">
                <a:latin typeface="Times New Roman" pitchFamily="18" charset="0"/>
                <a:cs typeface="Times New Roman" pitchFamily="18" charset="0"/>
              </a:rPr>
              <a:t>D. </a:t>
            </a:r>
            <a:r>
              <a:rPr lang="en-US" sz="2800" dirty="0" err="1" smtClean="0">
                <a:latin typeface="Times New Roman" pitchFamily="18" charset="0"/>
                <a:cs typeface="Times New Roman" pitchFamily="18" charset="0"/>
              </a:rPr>
              <a:t>cồn</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dễ</a:t>
            </a:r>
            <a:r>
              <a:rPr lang="en-US" sz="2800" dirty="0">
                <a:latin typeface="Times New Roman" pitchFamily="18" charset="0"/>
                <a:cs typeface="Times New Roman" pitchFamily="18" charset="0"/>
              </a:rPr>
              <a:t> bay </a:t>
            </a:r>
            <a:r>
              <a:rPr lang="en-US" sz="2800" dirty="0" err="1">
                <a:latin typeface="Times New Roman" pitchFamily="18" charset="0"/>
                <a:cs typeface="Times New Roman" pitchFamily="18" charset="0"/>
              </a:rPr>
              <a:t>hơi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cồn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dễ</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bắt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lửa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ứng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tỏa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mạnh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ngọn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lửa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cao</a:t>
            </a:r>
            <a:r>
              <a:rPr lang="en-US" sz="2800" dirty="0">
                <a:latin typeface="Times New Roman" pitchFamily="18" charset="0"/>
                <a:cs typeface="Times New Roman" pitchFamily="18" charset="0"/>
              </a:rPr>
              <a:t>.</a:t>
            </a:r>
          </a:p>
          <a:p>
            <a:endParaRPr lang="en-US" sz="2800" dirty="0">
              <a:latin typeface="Times New Roman" pitchFamily="18" charset="0"/>
              <a:cs typeface="Times New Roman" pitchFamily="18" charset="0"/>
            </a:endParaRPr>
          </a:p>
        </p:txBody>
      </p:sp>
      <p:grpSp>
        <p:nvGrpSpPr>
          <p:cNvPr id="8" name="Group 22"/>
          <p:cNvGrpSpPr>
            <a:grpSpLocks/>
          </p:cNvGrpSpPr>
          <p:nvPr/>
        </p:nvGrpSpPr>
        <p:grpSpPr bwMode="auto">
          <a:xfrm>
            <a:off x="459509" y="3424480"/>
            <a:ext cx="438150" cy="285750"/>
            <a:chOff x="1152" y="3600"/>
            <a:chExt cx="276" cy="240"/>
          </a:xfrm>
        </p:grpSpPr>
        <p:sp>
          <p:nvSpPr>
            <p:cNvPr id="9" name="Line 4"/>
            <p:cNvSpPr>
              <a:spLocks noChangeShapeType="1"/>
            </p:cNvSpPr>
            <p:nvPr/>
          </p:nvSpPr>
          <p:spPr bwMode="auto">
            <a:xfrm>
              <a:off x="1152" y="3744"/>
              <a:ext cx="96" cy="96"/>
            </a:xfrm>
            <a:prstGeom prst="line">
              <a:avLst/>
            </a:prstGeom>
            <a:noFill/>
            <a:ln w="57150">
              <a:solidFill>
                <a:srgbClr val="FF0000"/>
              </a:solidFill>
              <a:round/>
              <a:headEnd/>
              <a:tailEnd/>
            </a:ln>
          </p:spPr>
          <p:txBody>
            <a:bodyPr/>
            <a:lstStyle/>
            <a:p>
              <a:endParaRPr lang="en-US"/>
            </a:p>
          </p:txBody>
        </p:sp>
        <p:sp>
          <p:nvSpPr>
            <p:cNvPr id="10" name="Line 5"/>
            <p:cNvSpPr>
              <a:spLocks noChangeShapeType="1"/>
            </p:cNvSpPr>
            <p:nvPr/>
          </p:nvSpPr>
          <p:spPr bwMode="auto">
            <a:xfrm flipV="1">
              <a:off x="1236" y="3600"/>
              <a:ext cx="192" cy="240"/>
            </a:xfrm>
            <a:prstGeom prst="line">
              <a:avLst/>
            </a:prstGeom>
            <a:noFill/>
            <a:ln w="57150">
              <a:solidFill>
                <a:srgbClr val="FF0000"/>
              </a:solidFill>
              <a:round/>
              <a:headEnd/>
              <a:tailEnd/>
            </a:ln>
          </p:spPr>
          <p:txBody>
            <a:bodyPr/>
            <a:lstStyle/>
            <a:p>
              <a:endParaRPr lang="en-US"/>
            </a:p>
          </p:txBody>
        </p:sp>
      </p:grpSp>
      <p:sp>
        <p:nvSpPr>
          <p:cNvPr id="13" name="Rounded Rectangle 12">
            <a:hlinkClick r:id="rId3" action="ppaction://hlinksldjump"/>
          </p:cNvPr>
          <p:cNvSpPr/>
          <p:nvPr/>
        </p:nvSpPr>
        <p:spPr>
          <a:xfrm>
            <a:off x="1115616" y="144900"/>
            <a:ext cx="6929486" cy="428628"/>
          </a:xfrm>
          <a:prstGeom prst="roundRect">
            <a:avLst/>
          </a:prstGeom>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400" b="1" dirty="0" smtClean="0">
                <a:solidFill>
                  <a:schemeClr val="bg1"/>
                </a:solidFill>
                <a:latin typeface="Times New Roman" pitchFamily="18" charset="0"/>
                <a:cs typeface="Times New Roman" pitchFamily="18" charset="0"/>
              </a:rPr>
              <a:t>CÂU </a:t>
            </a:r>
            <a:r>
              <a:rPr lang="en-US" sz="2400" b="1" dirty="0">
                <a:solidFill>
                  <a:schemeClr val="bg1"/>
                </a:solidFill>
                <a:latin typeface="Times New Roman" pitchFamily="18" charset="0"/>
                <a:cs typeface="Times New Roman" pitchFamily="18" charset="0"/>
              </a:rPr>
              <a:t>HỎI SỐ 2</a:t>
            </a:r>
          </a:p>
        </p:txBody>
      </p:sp>
      <p:sp>
        <p:nvSpPr>
          <p:cNvPr id="15" name="Smiley Face 14">
            <a:hlinkClick r:id="rId4" action="ppaction://hlinksldjump"/>
          </p:cNvPr>
          <p:cNvSpPr/>
          <p:nvPr/>
        </p:nvSpPr>
        <p:spPr>
          <a:xfrm>
            <a:off x="539552" y="198051"/>
            <a:ext cx="428628" cy="321471"/>
          </a:xfrm>
          <a:prstGeom prst="smileyFace">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US"/>
          </a:p>
        </p:txBody>
      </p:sp>
      <p:grpSp>
        <p:nvGrpSpPr>
          <p:cNvPr id="16" name="Group 18"/>
          <p:cNvGrpSpPr>
            <a:grpSpLocks/>
          </p:cNvGrpSpPr>
          <p:nvPr/>
        </p:nvGrpSpPr>
        <p:grpSpPr bwMode="auto">
          <a:xfrm>
            <a:off x="8084608" y="-10599"/>
            <a:ext cx="1010645" cy="708208"/>
            <a:chOff x="4224" y="2976"/>
            <a:chExt cx="1248" cy="1248"/>
          </a:xfrm>
        </p:grpSpPr>
        <p:sp>
          <p:nvSpPr>
            <p:cNvPr id="17"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18"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20</a:t>
              </a:r>
            </a:p>
          </p:txBody>
        </p:sp>
      </p:grpSp>
      <p:grpSp>
        <p:nvGrpSpPr>
          <p:cNvPr id="19" name="Group 18"/>
          <p:cNvGrpSpPr>
            <a:grpSpLocks/>
          </p:cNvGrpSpPr>
          <p:nvPr/>
        </p:nvGrpSpPr>
        <p:grpSpPr bwMode="auto">
          <a:xfrm>
            <a:off x="8084608" y="-10599"/>
            <a:ext cx="1010645" cy="708208"/>
            <a:chOff x="4224" y="2976"/>
            <a:chExt cx="1248" cy="1248"/>
          </a:xfrm>
        </p:grpSpPr>
        <p:sp>
          <p:nvSpPr>
            <p:cNvPr id="20"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21"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19</a:t>
              </a:r>
            </a:p>
          </p:txBody>
        </p:sp>
      </p:grpSp>
      <p:grpSp>
        <p:nvGrpSpPr>
          <p:cNvPr id="22" name="Group 18"/>
          <p:cNvGrpSpPr>
            <a:grpSpLocks/>
          </p:cNvGrpSpPr>
          <p:nvPr/>
        </p:nvGrpSpPr>
        <p:grpSpPr bwMode="auto">
          <a:xfrm>
            <a:off x="8084608" y="-10599"/>
            <a:ext cx="1010645" cy="708208"/>
            <a:chOff x="4224" y="2976"/>
            <a:chExt cx="1248" cy="1248"/>
          </a:xfrm>
        </p:grpSpPr>
        <p:sp>
          <p:nvSpPr>
            <p:cNvPr id="23"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24"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18</a:t>
              </a:r>
            </a:p>
          </p:txBody>
        </p:sp>
      </p:grpSp>
      <p:grpSp>
        <p:nvGrpSpPr>
          <p:cNvPr id="25" name="Group 18"/>
          <p:cNvGrpSpPr>
            <a:grpSpLocks/>
          </p:cNvGrpSpPr>
          <p:nvPr/>
        </p:nvGrpSpPr>
        <p:grpSpPr bwMode="auto">
          <a:xfrm>
            <a:off x="8084608" y="-10599"/>
            <a:ext cx="1010645" cy="708208"/>
            <a:chOff x="4224" y="2976"/>
            <a:chExt cx="1248" cy="1248"/>
          </a:xfrm>
        </p:grpSpPr>
        <p:sp>
          <p:nvSpPr>
            <p:cNvPr id="26"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27"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17</a:t>
              </a:r>
            </a:p>
          </p:txBody>
        </p:sp>
      </p:grpSp>
      <p:grpSp>
        <p:nvGrpSpPr>
          <p:cNvPr id="28" name="Group 18"/>
          <p:cNvGrpSpPr>
            <a:grpSpLocks/>
          </p:cNvGrpSpPr>
          <p:nvPr/>
        </p:nvGrpSpPr>
        <p:grpSpPr bwMode="auto">
          <a:xfrm>
            <a:off x="8084608" y="-10599"/>
            <a:ext cx="1010645" cy="708208"/>
            <a:chOff x="4224" y="2976"/>
            <a:chExt cx="1248" cy="1248"/>
          </a:xfrm>
        </p:grpSpPr>
        <p:sp>
          <p:nvSpPr>
            <p:cNvPr id="29"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30"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16</a:t>
              </a:r>
            </a:p>
          </p:txBody>
        </p:sp>
      </p:grpSp>
      <p:grpSp>
        <p:nvGrpSpPr>
          <p:cNvPr id="31" name="Group 18"/>
          <p:cNvGrpSpPr>
            <a:grpSpLocks/>
          </p:cNvGrpSpPr>
          <p:nvPr/>
        </p:nvGrpSpPr>
        <p:grpSpPr bwMode="auto">
          <a:xfrm>
            <a:off x="8084608" y="-10599"/>
            <a:ext cx="1010645" cy="708208"/>
            <a:chOff x="4224" y="2976"/>
            <a:chExt cx="1248" cy="1248"/>
          </a:xfrm>
        </p:grpSpPr>
        <p:sp>
          <p:nvSpPr>
            <p:cNvPr id="32"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33"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15</a:t>
              </a:r>
            </a:p>
          </p:txBody>
        </p:sp>
      </p:grpSp>
      <p:grpSp>
        <p:nvGrpSpPr>
          <p:cNvPr id="34" name="Group 18"/>
          <p:cNvGrpSpPr>
            <a:grpSpLocks/>
          </p:cNvGrpSpPr>
          <p:nvPr/>
        </p:nvGrpSpPr>
        <p:grpSpPr bwMode="auto">
          <a:xfrm>
            <a:off x="8084608" y="-10599"/>
            <a:ext cx="1010645" cy="708208"/>
            <a:chOff x="4224" y="2976"/>
            <a:chExt cx="1248" cy="1248"/>
          </a:xfrm>
        </p:grpSpPr>
        <p:sp>
          <p:nvSpPr>
            <p:cNvPr id="35"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36"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14</a:t>
              </a:r>
            </a:p>
          </p:txBody>
        </p:sp>
      </p:grpSp>
      <p:grpSp>
        <p:nvGrpSpPr>
          <p:cNvPr id="37" name="Group 18"/>
          <p:cNvGrpSpPr>
            <a:grpSpLocks/>
          </p:cNvGrpSpPr>
          <p:nvPr/>
        </p:nvGrpSpPr>
        <p:grpSpPr bwMode="auto">
          <a:xfrm>
            <a:off x="8084608" y="-10599"/>
            <a:ext cx="1010645" cy="708208"/>
            <a:chOff x="4224" y="2976"/>
            <a:chExt cx="1248" cy="1248"/>
          </a:xfrm>
        </p:grpSpPr>
        <p:sp>
          <p:nvSpPr>
            <p:cNvPr id="38"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39"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13</a:t>
              </a:r>
            </a:p>
          </p:txBody>
        </p:sp>
      </p:grpSp>
      <p:grpSp>
        <p:nvGrpSpPr>
          <p:cNvPr id="40" name="Group 18"/>
          <p:cNvGrpSpPr>
            <a:grpSpLocks/>
          </p:cNvGrpSpPr>
          <p:nvPr/>
        </p:nvGrpSpPr>
        <p:grpSpPr bwMode="auto">
          <a:xfrm>
            <a:off x="8084608" y="-10599"/>
            <a:ext cx="1010645" cy="708208"/>
            <a:chOff x="4224" y="2976"/>
            <a:chExt cx="1248" cy="1248"/>
          </a:xfrm>
        </p:grpSpPr>
        <p:sp>
          <p:nvSpPr>
            <p:cNvPr id="41"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42"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12</a:t>
              </a:r>
            </a:p>
          </p:txBody>
        </p:sp>
      </p:grpSp>
      <p:grpSp>
        <p:nvGrpSpPr>
          <p:cNvPr id="43" name="Group 18"/>
          <p:cNvGrpSpPr>
            <a:grpSpLocks/>
          </p:cNvGrpSpPr>
          <p:nvPr/>
        </p:nvGrpSpPr>
        <p:grpSpPr bwMode="auto">
          <a:xfrm>
            <a:off x="8084608" y="-10599"/>
            <a:ext cx="1010645" cy="708208"/>
            <a:chOff x="4224" y="2976"/>
            <a:chExt cx="1248" cy="1248"/>
          </a:xfrm>
        </p:grpSpPr>
        <p:sp>
          <p:nvSpPr>
            <p:cNvPr id="44"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45"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11</a:t>
              </a:r>
            </a:p>
          </p:txBody>
        </p:sp>
      </p:grpSp>
      <p:grpSp>
        <p:nvGrpSpPr>
          <p:cNvPr id="46" name="Group 18"/>
          <p:cNvGrpSpPr>
            <a:grpSpLocks/>
          </p:cNvGrpSpPr>
          <p:nvPr/>
        </p:nvGrpSpPr>
        <p:grpSpPr bwMode="auto">
          <a:xfrm>
            <a:off x="8084608" y="-10599"/>
            <a:ext cx="1010645" cy="708208"/>
            <a:chOff x="4224" y="2976"/>
            <a:chExt cx="1248" cy="1248"/>
          </a:xfrm>
        </p:grpSpPr>
        <p:sp>
          <p:nvSpPr>
            <p:cNvPr id="47" name="Oval 19"/>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48" name="Oval 20"/>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10</a:t>
              </a:r>
            </a:p>
          </p:txBody>
        </p:sp>
      </p:grpSp>
      <p:grpSp>
        <p:nvGrpSpPr>
          <p:cNvPr id="49" name="Group 21"/>
          <p:cNvGrpSpPr>
            <a:grpSpLocks/>
          </p:cNvGrpSpPr>
          <p:nvPr/>
        </p:nvGrpSpPr>
        <p:grpSpPr bwMode="auto">
          <a:xfrm>
            <a:off x="8084608" y="-10599"/>
            <a:ext cx="1010645" cy="708208"/>
            <a:chOff x="4224" y="2976"/>
            <a:chExt cx="1248" cy="1248"/>
          </a:xfrm>
        </p:grpSpPr>
        <p:sp>
          <p:nvSpPr>
            <p:cNvPr id="50" name="Oval 22"/>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51" name="Oval 23"/>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9</a:t>
              </a:r>
            </a:p>
          </p:txBody>
        </p:sp>
      </p:grpSp>
      <p:grpSp>
        <p:nvGrpSpPr>
          <p:cNvPr id="52" name="Group 24"/>
          <p:cNvGrpSpPr>
            <a:grpSpLocks/>
          </p:cNvGrpSpPr>
          <p:nvPr/>
        </p:nvGrpSpPr>
        <p:grpSpPr bwMode="auto">
          <a:xfrm>
            <a:off x="8084608" y="-10599"/>
            <a:ext cx="1010645" cy="708208"/>
            <a:chOff x="4224" y="2976"/>
            <a:chExt cx="1248" cy="1248"/>
          </a:xfrm>
        </p:grpSpPr>
        <p:sp>
          <p:nvSpPr>
            <p:cNvPr id="53" name="Oval 25"/>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54" name="Oval 26"/>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8</a:t>
              </a:r>
            </a:p>
          </p:txBody>
        </p:sp>
      </p:grpSp>
      <p:grpSp>
        <p:nvGrpSpPr>
          <p:cNvPr id="55" name="Group 27"/>
          <p:cNvGrpSpPr>
            <a:grpSpLocks/>
          </p:cNvGrpSpPr>
          <p:nvPr/>
        </p:nvGrpSpPr>
        <p:grpSpPr bwMode="auto">
          <a:xfrm>
            <a:off x="8084608" y="-10599"/>
            <a:ext cx="1010645" cy="708208"/>
            <a:chOff x="4224" y="2976"/>
            <a:chExt cx="1248" cy="1248"/>
          </a:xfrm>
        </p:grpSpPr>
        <p:sp>
          <p:nvSpPr>
            <p:cNvPr id="56" name="Oval 28"/>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57" name="Oval 29"/>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7</a:t>
              </a:r>
            </a:p>
          </p:txBody>
        </p:sp>
      </p:grpSp>
      <p:grpSp>
        <p:nvGrpSpPr>
          <p:cNvPr id="58" name="Group 30"/>
          <p:cNvGrpSpPr>
            <a:grpSpLocks/>
          </p:cNvGrpSpPr>
          <p:nvPr/>
        </p:nvGrpSpPr>
        <p:grpSpPr bwMode="auto">
          <a:xfrm>
            <a:off x="8084608" y="-10599"/>
            <a:ext cx="1010645" cy="708208"/>
            <a:chOff x="4224" y="2976"/>
            <a:chExt cx="1248" cy="1248"/>
          </a:xfrm>
        </p:grpSpPr>
        <p:sp>
          <p:nvSpPr>
            <p:cNvPr id="59" name="Oval 31"/>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60" name="Oval 32"/>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6</a:t>
              </a:r>
            </a:p>
          </p:txBody>
        </p:sp>
      </p:grpSp>
      <p:grpSp>
        <p:nvGrpSpPr>
          <p:cNvPr id="61" name="Group 33"/>
          <p:cNvGrpSpPr>
            <a:grpSpLocks/>
          </p:cNvGrpSpPr>
          <p:nvPr/>
        </p:nvGrpSpPr>
        <p:grpSpPr bwMode="auto">
          <a:xfrm>
            <a:off x="8084608" y="-10599"/>
            <a:ext cx="1010645" cy="708208"/>
            <a:chOff x="4224" y="2976"/>
            <a:chExt cx="1248" cy="1248"/>
          </a:xfrm>
        </p:grpSpPr>
        <p:sp>
          <p:nvSpPr>
            <p:cNvPr id="62" name="Oval 34"/>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63" name="Oval 35"/>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5</a:t>
              </a:r>
            </a:p>
          </p:txBody>
        </p:sp>
      </p:grpSp>
      <p:grpSp>
        <p:nvGrpSpPr>
          <p:cNvPr id="64" name="Group 36"/>
          <p:cNvGrpSpPr>
            <a:grpSpLocks/>
          </p:cNvGrpSpPr>
          <p:nvPr/>
        </p:nvGrpSpPr>
        <p:grpSpPr bwMode="auto">
          <a:xfrm>
            <a:off x="8084608" y="-10599"/>
            <a:ext cx="1010645" cy="708208"/>
            <a:chOff x="4224" y="2976"/>
            <a:chExt cx="1248" cy="1248"/>
          </a:xfrm>
        </p:grpSpPr>
        <p:sp>
          <p:nvSpPr>
            <p:cNvPr id="65" name="Oval 37"/>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66" name="Oval 38"/>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a:latin typeface="Times New Roman" pitchFamily="18" charset="0"/>
                  <a:cs typeface="Times New Roman" pitchFamily="18" charset="0"/>
                </a:rPr>
                <a:t>4</a:t>
              </a:r>
            </a:p>
          </p:txBody>
        </p:sp>
      </p:grpSp>
      <p:grpSp>
        <p:nvGrpSpPr>
          <p:cNvPr id="67" name="Group 39"/>
          <p:cNvGrpSpPr>
            <a:grpSpLocks/>
          </p:cNvGrpSpPr>
          <p:nvPr/>
        </p:nvGrpSpPr>
        <p:grpSpPr bwMode="auto">
          <a:xfrm>
            <a:off x="8084608" y="-10599"/>
            <a:ext cx="1010645" cy="708208"/>
            <a:chOff x="4224" y="2976"/>
            <a:chExt cx="1248" cy="1248"/>
          </a:xfrm>
        </p:grpSpPr>
        <p:sp>
          <p:nvSpPr>
            <p:cNvPr id="68" name="Oval 40"/>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69" name="Oval 41"/>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3</a:t>
              </a:r>
            </a:p>
          </p:txBody>
        </p:sp>
      </p:grpSp>
      <p:grpSp>
        <p:nvGrpSpPr>
          <p:cNvPr id="70" name="Group 42"/>
          <p:cNvGrpSpPr>
            <a:grpSpLocks/>
          </p:cNvGrpSpPr>
          <p:nvPr/>
        </p:nvGrpSpPr>
        <p:grpSpPr bwMode="auto">
          <a:xfrm>
            <a:off x="8084608" y="-10599"/>
            <a:ext cx="1010645" cy="708208"/>
            <a:chOff x="4224" y="2976"/>
            <a:chExt cx="1248" cy="1248"/>
          </a:xfrm>
        </p:grpSpPr>
        <p:sp>
          <p:nvSpPr>
            <p:cNvPr id="71" name="Oval 43"/>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72" name="Oval 44"/>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2</a:t>
              </a:r>
            </a:p>
          </p:txBody>
        </p:sp>
      </p:grpSp>
      <p:grpSp>
        <p:nvGrpSpPr>
          <p:cNvPr id="73" name="Group 45"/>
          <p:cNvGrpSpPr>
            <a:grpSpLocks/>
          </p:cNvGrpSpPr>
          <p:nvPr/>
        </p:nvGrpSpPr>
        <p:grpSpPr bwMode="auto">
          <a:xfrm>
            <a:off x="8084608" y="-10599"/>
            <a:ext cx="1010645" cy="708208"/>
            <a:chOff x="4224" y="2976"/>
            <a:chExt cx="1248" cy="1248"/>
          </a:xfrm>
        </p:grpSpPr>
        <p:sp>
          <p:nvSpPr>
            <p:cNvPr id="74" name="Oval 46"/>
            <p:cNvSpPr>
              <a:spLocks noChangeArrowheads="1"/>
            </p:cNvSpPr>
            <p:nvPr/>
          </p:nvSpPr>
          <p:spPr bwMode="auto">
            <a:xfrm>
              <a:off x="4224" y="2976"/>
              <a:ext cx="1248" cy="1248"/>
            </a:xfrm>
            <a:prstGeom prst="ellipse">
              <a:avLst/>
            </a:prstGeom>
            <a:solidFill>
              <a:srgbClr val="000080">
                <a:alpha val="8117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75" name="Oval 47"/>
            <p:cNvSpPr>
              <a:spLocks noChangeArrowheads="1"/>
            </p:cNvSpPr>
            <p:nvPr/>
          </p:nvSpPr>
          <p:spPr bwMode="auto">
            <a:xfrm>
              <a:off x="4392" y="3152"/>
              <a:ext cx="912" cy="912"/>
            </a:xfrm>
            <a:prstGeom prst="ellipse">
              <a:avLst/>
            </a:prstGeom>
            <a:solidFill>
              <a:schemeClr val="bg1"/>
            </a:soli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4000" b="1" dirty="0">
                  <a:latin typeface="Times New Roman" pitchFamily="18" charset="0"/>
                  <a:cs typeface="Times New Roman" pitchFamily="18" charset="0"/>
                </a:rPr>
                <a:t>1</a:t>
              </a:r>
            </a:p>
          </p:txBody>
        </p:sp>
      </p:grpSp>
      <p:sp>
        <p:nvSpPr>
          <p:cNvPr id="76" name="Oval 2" descr="dongho"/>
          <p:cNvSpPr>
            <a:spLocks noChangeArrowheads="1"/>
          </p:cNvSpPr>
          <p:nvPr/>
        </p:nvSpPr>
        <p:spPr bwMode="auto">
          <a:xfrm>
            <a:off x="8061630" y="-20538"/>
            <a:ext cx="1046874" cy="720686"/>
          </a:xfrm>
          <a:prstGeom prst="ellipse">
            <a:avLst/>
          </a:prstGeom>
          <a:blipFill dpi="0" rotWithShape="1">
            <a:blip r:embed="rId5" cstate="print"/>
            <a:srcRect/>
            <a:stretch>
              <a:fillRect/>
            </a:stretch>
          </a:bli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4000">
              <a:latin typeface="Times New Roman" pitchFamily="18" charset="0"/>
              <a:cs typeface="Times New Roman" pitchFamily="18" charset="0"/>
            </a:endParaRPr>
          </a:p>
        </p:txBody>
      </p:sp>
      <p:sp>
        <p:nvSpPr>
          <p:cNvPr id="77" name="Rectangle 76"/>
          <p:cNvSpPr/>
          <p:nvPr/>
        </p:nvSpPr>
        <p:spPr>
          <a:xfrm>
            <a:off x="6588224" y="1923678"/>
            <a:ext cx="1326364" cy="461665"/>
          </a:xfrm>
          <a:prstGeom prst="rect">
            <a:avLst/>
          </a:prstGeom>
        </p:spPr>
        <p:txBody>
          <a:bodyPr wrap="square">
            <a:spAutoFit/>
          </a:bodyPr>
          <a:lstStyle/>
          <a:p>
            <a:pPr algn="ct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5821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grpId="0" nodeType="withEffect">
                                  <p:stCondLst>
                                    <p:cond delay="0"/>
                                  </p:stCondLst>
                                  <p:childTnLst>
                                    <p:set>
                                      <p:cBhvr>
                                        <p:cTn id="6" dur="1" fill="hold">
                                          <p:stCondLst>
                                            <p:cond delay="0"/>
                                          </p:stCondLst>
                                        </p:cTn>
                                        <p:tgtEl>
                                          <p:spTgt spid="76"/>
                                        </p:tgtEl>
                                        <p:attrNameLst>
                                          <p:attrName>style.visibility</p:attrName>
                                        </p:attrNameLst>
                                      </p:cBhvr>
                                      <p:to>
                                        <p:strVal val="visible"/>
                                      </p:to>
                                    </p:set>
                                    <p:anim calcmode="lin" valueType="num">
                                      <p:cBhvr>
                                        <p:cTn id="7" dur="1000" fill="hold"/>
                                        <p:tgtEl>
                                          <p:spTgt spid="76"/>
                                        </p:tgtEl>
                                        <p:attrNameLst>
                                          <p:attrName>ppt_w</p:attrName>
                                        </p:attrNameLst>
                                      </p:cBhvr>
                                      <p:tavLst>
                                        <p:tav tm="0" fmla="#ppt_w*sin(2.5*pi*$)">
                                          <p:val>
                                            <p:fltVal val="0"/>
                                          </p:val>
                                        </p:tav>
                                        <p:tav tm="100000">
                                          <p:val>
                                            <p:fltVal val="1"/>
                                          </p:val>
                                        </p:tav>
                                      </p:tavLst>
                                    </p:anim>
                                    <p:anim calcmode="lin" valueType="num">
                                      <p:cBhvr>
                                        <p:cTn id="8" dur="1000" fill="hold"/>
                                        <p:tgtEl>
                                          <p:spTgt spid="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par>
                          <p:cTn id="9" fill="hold">
                            <p:stCondLst>
                              <p:cond delay="1000"/>
                            </p:stCondLst>
                            <p:childTnLst>
                              <p:par>
                                <p:cTn id="10" presetID="10" presetClass="exit" presetSubtype="0" fill="hold" grpId="1" nodeType="afterEffect">
                                  <p:stCondLst>
                                    <p:cond delay="0"/>
                                  </p:stCondLst>
                                  <p:childTnLst>
                                    <p:animEffect transition="out" filter="fade">
                                      <p:cBhvr>
                                        <p:cTn id="11" dur="500"/>
                                        <p:tgtEl>
                                          <p:spTgt spid="76"/>
                                        </p:tgtEl>
                                      </p:cBhvr>
                                    </p:animEffect>
                                    <p:set>
                                      <p:cBhvr>
                                        <p:cTn id="12" dur="1" fill="hold">
                                          <p:stCondLst>
                                            <p:cond delay="499"/>
                                          </p:stCondLst>
                                        </p:cTn>
                                        <p:tgtEl>
                                          <p:spTgt spid="76"/>
                                        </p:tgtEl>
                                        <p:attrNameLst>
                                          <p:attrName>style.visibility</p:attrName>
                                        </p:attrNameLst>
                                      </p:cBhvr>
                                      <p:to>
                                        <p:strVal val="hidden"/>
                                      </p:to>
                                    </p:set>
                                  </p:childTnLst>
                                  <p:subTnLst>
                                    <p:audio>
                                      <p:cMediaNode>
                                        <p:cTn display="0" masterRel="sameClick">
                                          <p:stCondLst>
                                            <p:cond evt="begin" delay="0">
                                              <p:tn val="10"/>
                                            </p:cond>
                                          </p:stCondLst>
                                          <p:endCondLst>
                                            <p:cond evt="onStopAudio" delay="0">
                                              <p:tgtEl>
                                                <p:sldTgt/>
                                              </p:tgtEl>
                                            </p:cond>
                                          </p:endCondLst>
                                        </p:cTn>
                                        <p:tgtEl>
                                          <p:sndTgt r:embed="rId2" name="cashreg.wav"/>
                                        </p:tgtEl>
                                      </p:cMediaNode>
                                    </p:audio>
                                  </p:subTnLst>
                                </p:cTn>
                              </p:par>
                            </p:childTnLst>
                          </p:cTn>
                        </p:par>
                        <p:par>
                          <p:cTn id="13" fill="hold">
                            <p:stCondLst>
                              <p:cond delay="1500"/>
                            </p:stCondLst>
                            <p:childTnLst>
                              <p:par>
                                <p:cTn id="14" presetID="1"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childTnLst>
                                  <p:subTnLst>
                                    <p:audio>
                                      <p:cMediaNode>
                                        <p:cTn display="0" masterRel="sameClick">
                                          <p:stCondLst>
                                            <p:cond evt="begin" delay="0">
                                              <p:tn val="14"/>
                                            </p:cond>
                                          </p:stCondLst>
                                          <p:endCondLst>
                                            <p:cond evt="onStopAudio" delay="0">
                                              <p:tgtEl>
                                                <p:sldTgt/>
                                              </p:tgtEl>
                                            </p:cond>
                                          </p:endCondLst>
                                        </p:cTn>
                                        <p:tgtEl>
                                          <p:sndTgt r:embed="rId2" name="cashreg.wav"/>
                                        </p:tgtEl>
                                      </p:cMediaNode>
                                    </p:audio>
                                  </p:subTnLst>
                                </p:cTn>
                              </p:par>
                            </p:childTnLst>
                          </p:cTn>
                        </p:par>
                        <p:par>
                          <p:cTn id="16" fill="hold">
                            <p:stCondLst>
                              <p:cond delay="1500"/>
                            </p:stCondLst>
                            <p:childTnLst>
                              <p:par>
                                <p:cTn id="17" presetID="1" presetClass="entr" presetSubtype="0" fill="hold" nodeType="afterEffect">
                                  <p:stCondLst>
                                    <p:cond delay="1000"/>
                                  </p:stCondLst>
                                  <p:childTnLst>
                                    <p:set>
                                      <p:cBhvr>
                                        <p:cTn id="18" dur="1" fill="hold">
                                          <p:stCondLst>
                                            <p:cond delay="0"/>
                                          </p:stCondLst>
                                        </p:cTn>
                                        <p:tgtEl>
                                          <p:spTgt spid="19"/>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2" name="cashreg.wav"/>
                                        </p:tgtEl>
                                      </p:cMediaNode>
                                    </p:audio>
                                  </p:subTnLst>
                                </p:cTn>
                              </p:par>
                            </p:childTnLst>
                          </p:cTn>
                        </p:par>
                        <p:par>
                          <p:cTn id="19" fill="hold">
                            <p:stCondLst>
                              <p:cond delay="2500"/>
                            </p:stCondLst>
                            <p:childTnLst>
                              <p:par>
                                <p:cTn id="20" presetID="1" presetClass="entr" presetSubtype="0" fill="hold" nodeType="afterEffect">
                                  <p:stCondLst>
                                    <p:cond delay="1000"/>
                                  </p:stCondLst>
                                  <p:childTnLst>
                                    <p:set>
                                      <p:cBhvr>
                                        <p:cTn id="21" dur="1" fill="hold">
                                          <p:stCondLst>
                                            <p:cond delay="0"/>
                                          </p:stCondLst>
                                        </p:cTn>
                                        <p:tgtEl>
                                          <p:spTgt spid="22"/>
                                        </p:tgtEl>
                                        <p:attrNameLst>
                                          <p:attrName>style.visibility</p:attrName>
                                        </p:attrNameLst>
                                      </p:cBhvr>
                                      <p:to>
                                        <p:strVal val="visible"/>
                                      </p:to>
                                    </p:set>
                                  </p:childTnLst>
                                  <p:subTnLst>
                                    <p:audio>
                                      <p:cMediaNode>
                                        <p:cTn display="0" masterRel="sameClick">
                                          <p:stCondLst>
                                            <p:cond evt="begin" delay="0">
                                              <p:tn val="20"/>
                                            </p:cond>
                                          </p:stCondLst>
                                          <p:endCondLst>
                                            <p:cond evt="onStopAudio" delay="0">
                                              <p:tgtEl>
                                                <p:sldTgt/>
                                              </p:tgtEl>
                                            </p:cond>
                                          </p:endCondLst>
                                        </p:cTn>
                                        <p:tgtEl>
                                          <p:sndTgt r:embed="rId2" name="cashreg.wav"/>
                                        </p:tgtEl>
                                      </p:cMediaNode>
                                    </p:audio>
                                  </p:subTnLst>
                                </p:cTn>
                              </p:par>
                            </p:childTnLst>
                          </p:cTn>
                        </p:par>
                        <p:par>
                          <p:cTn id="22" fill="hold">
                            <p:stCondLst>
                              <p:cond delay="3500"/>
                            </p:stCondLst>
                            <p:childTnLst>
                              <p:par>
                                <p:cTn id="23" presetID="1" presetClass="entr" presetSubtype="0" fill="hold" nodeType="afterEffect">
                                  <p:stCondLst>
                                    <p:cond delay="1000"/>
                                  </p:stCondLst>
                                  <p:childTnLst>
                                    <p:set>
                                      <p:cBhvr>
                                        <p:cTn id="24" dur="1" fill="hold">
                                          <p:stCondLst>
                                            <p:cond delay="0"/>
                                          </p:stCondLst>
                                        </p:cTn>
                                        <p:tgtEl>
                                          <p:spTgt spid="25"/>
                                        </p:tgtEl>
                                        <p:attrNameLst>
                                          <p:attrName>style.visibility</p:attrName>
                                        </p:attrNameLst>
                                      </p:cBhvr>
                                      <p:to>
                                        <p:strVal val="visible"/>
                                      </p:to>
                                    </p:set>
                                  </p:childTnLst>
                                  <p:subTnLst>
                                    <p:audio>
                                      <p:cMediaNode>
                                        <p:cTn display="0" masterRel="sameClick">
                                          <p:stCondLst>
                                            <p:cond evt="begin" delay="0">
                                              <p:tn val="23"/>
                                            </p:cond>
                                          </p:stCondLst>
                                          <p:endCondLst>
                                            <p:cond evt="onStopAudio" delay="0">
                                              <p:tgtEl>
                                                <p:sldTgt/>
                                              </p:tgtEl>
                                            </p:cond>
                                          </p:endCondLst>
                                        </p:cTn>
                                        <p:tgtEl>
                                          <p:sndTgt r:embed="rId2" name="cashreg.wav"/>
                                        </p:tgtEl>
                                      </p:cMediaNode>
                                    </p:audio>
                                  </p:subTnLst>
                                </p:cTn>
                              </p:par>
                            </p:childTnLst>
                          </p:cTn>
                        </p:par>
                        <p:par>
                          <p:cTn id="25" fill="hold">
                            <p:stCondLst>
                              <p:cond delay="4500"/>
                            </p:stCondLst>
                            <p:childTnLst>
                              <p:par>
                                <p:cTn id="26" presetID="1" presetClass="entr" presetSubtype="0" fill="hold" nodeType="afterEffect">
                                  <p:stCondLst>
                                    <p:cond delay="1000"/>
                                  </p:stCondLst>
                                  <p:childTnLst>
                                    <p:set>
                                      <p:cBhvr>
                                        <p:cTn id="27" dur="1" fill="hold">
                                          <p:stCondLst>
                                            <p:cond delay="0"/>
                                          </p:stCondLst>
                                        </p:cTn>
                                        <p:tgtEl>
                                          <p:spTgt spid="28"/>
                                        </p:tgtEl>
                                        <p:attrNameLst>
                                          <p:attrName>style.visibility</p:attrName>
                                        </p:attrNameLst>
                                      </p:cBhvr>
                                      <p:to>
                                        <p:strVal val="visible"/>
                                      </p:to>
                                    </p:set>
                                  </p:childTnLst>
                                  <p:subTnLst>
                                    <p:audio>
                                      <p:cMediaNode>
                                        <p:cTn display="0" masterRel="sameClick">
                                          <p:stCondLst>
                                            <p:cond evt="begin" delay="0">
                                              <p:tn val="26"/>
                                            </p:cond>
                                          </p:stCondLst>
                                          <p:endCondLst>
                                            <p:cond evt="onStopAudio" delay="0">
                                              <p:tgtEl>
                                                <p:sldTgt/>
                                              </p:tgtEl>
                                            </p:cond>
                                          </p:endCondLst>
                                        </p:cTn>
                                        <p:tgtEl>
                                          <p:sndTgt r:embed="rId2" name="cashreg.wav"/>
                                        </p:tgtEl>
                                      </p:cMediaNode>
                                    </p:audio>
                                  </p:subTnLst>
                                </p:cTn>
                              </p:par>
                            </p:childTnLst>
                          </p:cTn>
                        </p:par>
                        <p:par>
                          <p:cTn id="28" fill="hold">
                            <p:stCondLst>
                              <p:cond delay="5500"/>
                            </p:stCondLst>
                            <p:childTnLst>
                              <p:par>
                                <p:cTn id="29" presetID="1" presetClass="entr" presetSubtype="0" fill="hold" nodeType="afterEffect">
                                  <p:stCondLst>
                                    <p:cond delay="1000"/>
                                  </p:stCondLst>
                                  <p:childTnLst>
                                    <p:set>
                                      <p:cBhvr>
                                        <p:cTn id="30" dur="1" fill="hold">
                                          <p:stCondLst>
                                            <p:cond delay="0"/>
                                          </p:stCondLst>
                                        </p:cTn>
                                        <p:tgtEl>
                                          <p:spTgt spid="31"/>
                                        </p:tgtEl>
                                        <p:attrNameLst>
                                          <p:attrName>style.visibility</p:attrName>
                                        </p:attrNameLst>
                                      </p:cBhvr>
                                      <p:to>
                                        <p:strVal val="visible"/>
                                      </p:to>
                                    </p:set>
                                  </p:childTnLst>
                                  <p:subTnLst>
                                    <p:audio>
                                      <p:cMediaNode>
                                        <p:cTn display="0" masterRel="sameClick">
                                          <p:stCondLst>
                                            <p:cond evt="begin" delay="0">
                                              <p:tn val="29"/>
                                            </p:cond>
                                          </p:stCondLst>
                                          <p:endCondLst>
                                            <p:cond evt="onStopAudio" delay="0">
                                              <p:tgtEl>
                                                <p:sldTgt/>
                                              </p:tgtEl>
                                            </p:cond>
                                          </p:endCondLst>
                                        </p:cTn>
                                        <p:tgtEl>
                                          <p:sndTgt r:embed="rId2" name="cashreg.wav"/>
                                        </p:tgtEl>
                                      </p:cMediaNode>
                                    </p:audio>
                                  </p:subTnLst>
                                </p:cTn>
                              </p:par>
                            </p:childTnLst>
                          </p:cTn>
                        </p:par>
                        <p:par>
                          <p:cTn id="31" fill="hold">
                            <p:stCondLst>
                              <p:cond delay="6500"/>
                            </p:stCondLst>
                            <p:childTnLst>
                              <p:par>
                                <p:cTn id="32" presetID="1" presetClass="entr" presetSubtype="0" fill="hold" nodeType="afterEffect">
                                  <p:stCondLst>
                                    <p:cond delay="1000"/>
                                  </p:stCondLst>
                                  <p:childTnLst>
                                    <p:set>
                                      <p:cBhvr>
                                        <p:cTn id="33" dur="1" fill="hold">
                                          <p:stCondLst>
                                            <p:cond delay="0"/>
                                          </p:stCondLst>
                                        </p:cTn>
                                        <p:tgtEl>
                                          <p:spTgt spid="34"/>
                                        </p:tgtEl>
                                        <p:attrNameLst>
                                          <p:attrName>style.visibility</p:attrName>
                                        </p:attrNameLst>
                                      </p:cBhvr>
                                      <p:to>
                                        <p:strVal val="visible"/>
                                      </p:to>
                                    </p:set>
                                  </p:childTnLst>
                                  <p:subTnLst>
                                    <p:audio>
                                      <p:cMediaNode>
                                        <p:cTn display="0" masterRel="sameClick">
                                          <p:stCondLst>
                                            <p:cond evt="begin" delay="0">
                                              <p:tn val="32"/>
                                            </p:cond>
                                          </p:stCondLst>
                                          <p:endCondLst>
                                            <p:cond evt="onStopAudio" delay="0">
                                              <p:tgtEl>
                                                <p:sldTgt/>
                                              </p:tgtEl>
                                            </p:cond>
                                          </p:endCondLst>
                                        </p:cTn>
                                        <p:tgtEl>
                                          <p:sndTgt r:embed="rId2" name="cashreg.wav"/>
                                        </p:tgtEl>
                                      </p:cMediaNode>
                                    </p:audio>
                                  </p:subTnLst>
                                </p:cTn>
                              </p:par>
                            </p:childTnLst>
                          </p:cTn>
                        </p:par>
                        <p:par>
                          <p:cTn id="34" fill="hold">
                            <p:stCondLst>
                              <p:cond delay="7500"/>
                            </p:stCondLst>
                            <p:childTnLst>
                              <p:par>
                                <p:cTn id="35" presetID="1" presetClass="entr" presetSubtype="0" fill="hold" nodeType="afterEffect">
                                  <p:stCondLst>
                                    <p:cond delay="1000"/>
                                  </p:stCondLst>
                                  <p:childTnLst>
                                    <p:set>
                                      <p:cBhvr>
                                        <p:cTn id="36" dur="1" fill="hold">
                                          <p:stCondLst>
                                            <p:cond delay="0"/>
                                          </p:stCondLst>
                                        </p:cTn>
                                        <p:tgtEl>
                                          <p:spTgt spid="37"/>
                                        </p:tgtEl>
                                        <p:attrNameLst>
                                          <p:attrName>style.visibility</p:attrName>
                                        </p:attrNameLst>
                                      </p:cBhvr>
                                      <p:to>
                                        <p:strVal val="visible"/>
                                      </p:to>
                                    </p:set>
                                  </p:childTnLst>
                                  <p:subTnLst>
                                    <p:audio>
                                      <p:cMediaNode>
                                        <p:cTn display="0" masterRel="sameClick">
                                          <p:stCondLst>
                                            <p:cond evt="begin" delay="0">
                                              <p:tn val="35"/>
                                            </p:cond>
                                          </p:stCondLst>
                                          <p:endCondLst>
                                            <p:cond evt="onStopAudio" delay="0">
                                              <p:tgtEl>
                                                <p:sldTgt/>
                                              </p:tgtEl>
                                            </p:cond>
                                          </p:endCondLst>
                                        </p:cTn>
                                        <p:tgtEl>
                                          <p:sndTgt r:embed="rId2" name="cashreg.wav"/>
                                        </p:tgtEl>
                                      </p:cMediaNode>
                                    </p:audio>
                                  </p:subTnLst>
                                </p:cTn>
                              </p:par>
                            </p:childTnLst>
                          </p:cTn>
                        </p:par>
                        <p:par>
                          <p:cTn id="37" fill="hold">
                            <p:stCondLst>
                              <p:cond delay="8500"/>
                            </p:stCondLst>
                            <p:childTnLst>
                              <p:par>
                                <p:cTn id="38" presetID="1" presetClass="entr" presetSubtype="0" fill="hold" nodeType="afterEffect">
                                  <p:stCondLst>
                                    <p:cond delay="1000"/>
                                  </p:stCondLst>
                                  <p:childTnLst>
                                    <p:set>
                                      <p:cBhvr>
                                        <p:cTn id="39" dur="1" fill="hold">
                                          <p:stCondLst>
                                            <p:cond delay="0"/>
                                          </p:stCondLst>
                                        </p:cTn>
                                        <p:tgtEl>
                                          <p:spTgt spid="40"/>
                                        </p:tgtEl>
                                        <p:attrNameLst>
                                          <p:attrName>style.visibility</p:attrName>
                                        </p:attrNameLst>
                                      </p:cBhvr>
                                      <p:to>
                                        <p:strVal val="visible"/>
                                      </p:to>
                                    </p:set>
                                  </p:childTnLst>
                                  <p:subTnLst>
                                    <p:audio>
                                      <p:cMediaNode>
                                        <p:cTn display="0" masterRel="sameClick">
                                          <p:stCondLst>
                                            <p:cond evt="begin" delay="0">
                                              <p:tn val="38"/>
                                            </p:cond>
                                          </p:stCondLst>
                                          <p:endCondLst>
                                            <p:cond evt="onStopAudio" delay="0">
                                              <p:tgtEl>
                                                <p:sldTgt/>
                                              </p:tgtEl>
                                            </p:cond>
                                          </p:endCondLst>
                                        </p:cTn>
                                        <p:tgtEl>
                                          <p:sndTgt r:embed="rId2" name="cashreg.wav"/>
                                        </p:tgtEl>
                                      </p:cMediaNode>
                                    </p:audio>
                                  </p:subTnLst>
                                </p:cTn>
                              </p:par>
                            </p:childTnLst>
                          </p:cTn>
                        </p:par>
                        <p:par>
                          <p:cTn id="40" fill="hold">
                            <p:stCondLst>
                              <p:cond delay="9500"/>
                            </p:stCondLst>
                            <p:childTnLst>
                              <p:par>
                                <p:cTn id="41" presetID="1" presetClass="entr" presetSubtype="0" fill="hold" nodeType="afterEffect">
                                  <p:stCondLst>
                                    <p:cond delay="1000"/>
                                  </p:stCondLst>
                                  <p:childTnLst>
                                    <p:set>
                                      <p:cBhvr>
                                        <p:cTn id="42" dur="1" fill="hold">
                                          <p:stCondLst>
                                            <p:cond delay="0"/>
                                          </p:stCondLst>
                                        </p:cTn>
                                        <p:tgtEl>
                                          <p:spTgt spid="43"/>
                                        </p:tgtEl>
                                        <p:attrNameLst>
                                          <p:attrName>style.visibility</p:attrName>
                                        </p:attrNameLst>
                                      </p:cBhvr>
                                      <p:to>
                                        <p:strVal val="visible"/>
                                      </p:to>
                                    </p:set>
                                  </p:childTnLst>
                                  <p:subTnLst>
                                    <p:audio>
                                      <p:cMediaNode>
                                        <p:cTn display="0" masterRel="sameClick">
                                          <p:stCondLst>
                                            <p:cond evt="begin" delay="0">
                                              <p:tn val="41"/>
                                            </p:cond>
                                          </p:stCondLst>
                                          <p:endCondLst>
                                            <p:cond evt="onStopAudio" delay="0">
                                              <p:tgtEl>
                                                <p:sldTgt/>
                                              </p:tgtEl>
                                            </p:cond>
                                          </p:endCondLst>
                                        </p:cTn>
                                        <p:tgtEl>
                                          <p:sndTgt r:embed="rId2" name="cashreg.wav"/>
                                        </p:tgtEl>
                                      </p:cMediaNode>
                                    </p:audio>
                                  </p:subTnLst>
                                </p:cTn>
                              </p:par>
                            </p:childTnLst>
                          </p:cTn>
                        </p:par>
                        <p:par>
                          <p:cTn id="43" fill="hold">
                            <p:stCondLst>
                              <p:cond delay="10500"/>
                            </p:stCondLst>
                            <p:childTnLst>
                              <p:par>
                                <p:cTn id="44" presetID="1" presetClass="entr" presetSubtype="0" fill="hold" nodeType="afterEffect">
                                  <p:stCondLst>
                                    <p:cond delay="1000"/>
                                  </p:stCondLst>
                                  <p:childTnLst>
                                    <p:set>
                                      <p:cBhvr>
                                        <p:cTn id="45" dur="1" fill="hold">
                                          <p:stCondLst>
                                            <p:cond delay="0"/>
                                          </p:stCondLst>
                                        </p:cTn>
                                        <p:tgtEl>
                                          <p:spTgt spid="46"/>
                                        </p:tgtEl>
                                        <p:attrNameLst>
                                          <p:attrName>style.visibility</p:attrName>
                                        </p:attrNameLst>
                                      </p:cBhvr>
                                      <p:to>
                                        <p:strVal val="visible"/>
                                      </p:to>
                                    </p:set>
                                  </p:childTnLst>
                                  <p:subTnLst>
                                    <p:audio>
                                      <p:cMediaNode>
                                        <p:cTn display="0" masterRel="sameClick">
                                          <p:stCondLst>
                                            <p:cond evt="begin" delay="0">
                                              <p:tn val="44"/>
                                            </p:cond>
                                          </p:stCondLst>
                                          <p:endCondLst>
                                            <p:cond evt="onStopAudio" delay="0">
                                              <p:tgtEl>
                                                <p:sldTgt/>
                                              </p:tgtEl>
                                            </p:cond>
                                          </p:endCondLst>
                                        </p:cTn>
                                        <p:tgtEl>
                                          <p:sndTgt r:embed="rId2" name="cashreg.wav"/>
                                        </p:tgtEl>
                                      </p:cMediaNode>
                                    </p:audio>
                                  </p:subTnLst>
                                </p:cTn>
                              </p:par>
                            </p:childTnLst>
                          </p:cTn>
                        </p:par>
                        <p:par>
                          <p:cTn id="46" fill="hold">
                            <p:stCondLst>
                              <p:cond delay="11500"/>
                            </p:stCondLst>
                            <p:childTnLst>
                              <p:par>
                                <p:cTn id="47" presetID="1" presetClass="entr" presetSubtype="0" fill="hold" nodeType="afterEffect">
                                  <p:stCondLst>
                                    <p:cond delay="1000"/>
                                  </p:stCondLst>
                                  <p:childTnLst>
                                    <p:set>
                                      <p:cBhvr>
                                        <p:cTn id="48" dur="1" fill="hold">
                                          <p:stCondLst>
                                            <p:cond delay="0"/>
                                          </p:stCondLst>
                                        </p:cTn>
                                        <p:tgtEl>
                                          <p:spTgt spid="49"/>
                                        </p:tgtEl>
                                        <p:attrNameLst>
                                          <p:attrName>style.visibility</p:attrName>
                                        </p:attrNameLst>
                                      </p:cBhvr>
                                      <p:to>
                                        <p:strVal val="visible"/>
                                      </p:to>
                                    </p:set>
                                  </p:childTnLst>
                                  <p:subTnLst>
                                    <p:audio>
                                      <p:cMediaNode>
                                        <p:cTn display="0" masterRel="sameClick">
                                          <p:stCondLst>
                                            <p:cond evt="begin" delay="0">
                                              <p:tn val="47"/>
                                            </p:cond>
                                          </p:stCondLst>
                                          <p:endCondLst>
                                            <p:cond evt="onStopAudio" delay="0">
                                              <p:tgtEl>
                                                <p:sldTgt/>
                                              </p:tgtEl>
                                            </p:cond>
                                          </p:endCondLst>
                                        </p:cTn>
                                        <p:tgtEl>
                                          <p:sndTgt r:embed="rId2" name="cashreg.wav"/>
                                        </p:tgtEl>
                                      </p:cMediaNode>
                                    </p:audio>
                                  </p:subTnLst>
                                </p:cTn>
                              </p:par>
                            </p:childTnLst>
                          </p:cTn>
                        </p:par>
                        <p:par>
                          <p:cTn id="49" fill="hold">
                            <p:stCondLst>
                              <p:cond delay="12500"/>
                            </p:stCondLst>
                            <p:childTnLst>
                              <p:par>
                                <p:cTn id="50" presetID="1" presetClass="entr" presetSubtype="0" fill="hold" nodeType="afterEffect">
                                  <p:stCondLst>
                                    <p:cond delay="1000"/>
                                  </p:stCondLst>
                                  <p:childTnLst>
                                    <p:set>
                                      <p:cBhvr>
                                        <p:cTn id="51" dur="1" fill="hold">
                                          <p:stCondLst>
                                            <p:cond delay="0"/>
                                          </p:stCondLst>
                                        </p:cTn>
                                        <p:tgtEl>
                                          <p:spTgt spid="52"/>
                                        </p:tgtEl>
                                        <p:attrNameLst>
                                          <p:attrName>style.visibility</p:attrName>
                                        </p:attrNameLst>
                                      </p:cBhvr>
                                      <p:to>
                                        <p:strVal val="visible"/>
                                      </p:to>
                                    </p:set>
                                  </p:childTnLst>
                                  <p:subTnLst>
                                    <p:audio>
                                      <p:cMediaNode>
                                        <p:cTn display="0" masterRel="sameClick">
                                          <p:stCondLst>
                                            <p:cond evt="begin" delay="0">
                                              <p:tn val="50"/>
                                            </p:cond>
                                          </p:stCondLst>
                                          <p:endCondLst>
                                            <p:cond evt="onStopAudio" delay="0">
                                              <p:tgtEl>
                                                <p:sldTgt/>
                                              </p:tgtEl>
                                            </p:cond>
                                          </p:endCondLst>
                                        </p:cTn>
                                        <p:tgtEl>
                                          <p:sndTgt r:embed="rId2" name="cashreg.wav"/>
                                        </p:tgtEl>
                                      </p:cMediaNode>
                                    </p:audio>
                                  </p:subTnLst>
                                </p:cTn>
                              </p:par>
                            </p:childTnLst>
                          </p:cTn>
                        </p:par>
                        <p:par>
                          <p:cTn id="52" fill="hold">
                            <p:stCondLst>
                              <p:cond delay="13500"/>
                            </p:stCondLst>
                            <p:childTnLst>
                              <p:par>
                                <p:cTn id="53" presetID="1" presetClass="entr" presetSubtype="0" fill="hold" nodeType="afterEffect">
                                  <p:stCondLst>
                                    <p:cond delay="1000"/>
                                  </p:stCondLst>
                                  <p:childTnLst>
                                    <p:set>
                                      <p:cBhvr>
                                        <p:cTn id="54" dur="1" fill="hold">
                                          <p:stCondLst>
                                            <p:cond delay="0"/>
                                          </p:stCondLst>
                                        </p:cTn>
                                        <p:tgtEl>
                                          <p:spTgt spid="55"/>
                                        </p:tgtEl>
                                        <p:attrNameLst>
                                          <p:attrName>style.visibility</p:attrName>
                                        </p:attrNameLst>
                                      </p:cBhvr>
                                      <p:to>
                                        <p:strVal val="visible"/>
                                      </p:to>
                                    </p:set>
                                  </p:childTnLst>
                                  <p:subTnLst>
                                    <p:audio>
                                      <p:cMediaNode>
                                        <p:cTn display="0" masterRel="sameClick">
                                          <p:stCondLst>
                                            <p:cond evt="begin" delay="0">
                                              <p:tn val="53"/>
                                            </p:cond>
                                          </p:stCondLst>
                                          <p:endCondLst>
                                            <p:cond evt="onStopAudio" delay="0">
                                              <p:tgtEl>
                                                <p:sldTgt/>
                                              </p:tgtEl>
                                            </p:cond>
                                          </p:endCondLst>
                                        </p:cTn>
                                        <p:tgtEl>
                                          <p:sndTgt r:embed="rId2" name="cashreg.wav"/>
                                        </p:tgtEl>
                                      </p:cMediaNode>
                                    </p:audio>
                                  </p:subTnLst>
                                </p:cTn>
                              </p:par>
                            </p:childTnLst>
                          </p:cTn>
                        </p:par>
                        <p:par>
                          <p:cTn id="55" fill="hold">
                            <p:stCondLst>
                              <p:cond delay="14500"/>
                            </p:stCondLst>
                            <p:childTnLst>
                              <p:par>
                                <p:cTn id="56" presetID="1" presetClass="entr" presetSubtype="0" fill="hold" nodeType="afterEffect">
                                  <p:stCondLst>
                                    <p:cond delay="1000"/>
                                  </p:stCondLst>
                                  <p:childTnLst>
                                    <p:set>
                                      <p:cBhvr>
                                        <p:cTn id="57" dur="1" fill="hold">
                                          <p:stCondLst>
                                            <p:cond delay="0"/>
                                          </p:stCondLst>
                                        </p:cTn>
                                        <p:tgtEl>
                                          <p:spTgt spid="58"/>
                                        </p:tgtEl>
                                        <p:attrNameLst>
                                          <p:attrName>style.visibility</p:attrName>
                                        </p:attrNameLst>
                                      </p:cBhvr>
                                      <p:to>
                                        <p:strVal val="visible"/>
                                      </p:to>
                                    </p:set>
                                  </p:childTnLst>
                                  <p:subTnLst>
                                    <p:audio>
                                      <p:cMediaNode>
                                        <p:cTn display="0" masterRel="sameClick">
                                          <p:stCondLst>
                                            <p:cond evt="begin" delay="0">
                                              <p:tn val="56"/>
                                            </p:cond>
                                          </p:stCondLst>
                                          <p:endCondLst>
                                            <p:cond evt="onStopAudio" delay="0">
                                              <p:tgtEl>
                                                <p:sldTgt/>
                                              </p:tgtEl>
                                            </p:cond>
                                          </p:endCondLst>
                                        </p:cTn>
                                        <p:tgtEl>
                                          <p:sndTgt r:embed="rId2" name="cashreg.wav"/>
                                        </p:tgtEl>
                                      </p:cMediaNode>
                                    </p:audio>
                                  </p:subTnLst>
                                </p:cTn>
                              </p:par>
                            </p:childTnLst>
                          </p:cTn>
                        </p:par>
                        <p:par>
                          <p:cTn id="58" fill="hold">
                            <p:stCondLst>
                              <p:cond delay="15500"/>
                            </p:stCondLst>
                            <p:childTnLst>
                              <p:par>
                                <p:cTn id="59" presetID="1" presetClass="entr" presetSubtype="0" fill="hold" nodeType="afterEffect">
                                  <p:stCondLst>
                                    <p:cond delay="1000"/>
                                  </p:stCondLst>
                                  <p:childTnLst>
                                    <p:set>
                                      <p:cBhvr>
                                        <p:cTn id="60" dur="1" fill="hold">
                                          <p:stCondLst>
                                            <p:cond delay="0"/>
                                          </p:stCondLst>
                                        </p:cTn>
                                        <p:tgtEl>
                                          <p:spTgt spid="61"/>
                                        </p:tgtEl>
                                        <p:attrNameLst>
                                          <p:attrName>style.visibility</p:attrName>
                                        </p:attrNameLst>
                                      </p:cBhvr>
                                      <p:to>
                                        <p:strVal val="visible"/>
                                      </p:to>
                                    </p:set>
                                  </p:childTnLst>
                                  <p:subTnLst>
                                    <p:audio>
                                      <p:cMediaNode>
                                        <p:cTn display="0" masterRel="sameClick">
                                          <p:stCondLst>
                                            <p:cond evt="begin" delay="0">
                                              <p:tn val="59"/>
                                            </p:cond>
                                          </p:stCondLst>
                                          <p:endCondLst>
                                            <p:cond evt="onStopAudio" delay="0">
                                              <p:tgtEl>
                                                <p:sldTgt/>
                                              </p:tgtEl>
                                            </p:cond>
                                          </p:endCondLst>
                                        </p:cTn>
                                        <p:tgtEl>
                                          <p:sndTgt r:embed="rId2" name="cashreg.wav"/>
                                        </p:tgtEl>
                                      </p:cMediaNode>
                                    </p:audio>
                                  </p:subTnLst>
                                </p:cTn>
                              </p:par>
                            </p:childTnLst>
                          </p:cTn>
                        </p:par>
                        <p:par>
                          <p:cTn id="61" fill="hold">
                            <p:stCondLst>
                              <p:cond delay="16500"/>
                            </p:stCondLst>
                            <p:childTnLst>
                              <p:par>
                                <p:cTn id="62" presetID="1" presetClass="entr" presetSubtype="0" fill="hold" nodeType="afterEffect">
                                  <p:stCondLst>
                                    <p:cond delay="1000"/>
                                  </p:stCondLst>
                                  <p:childTnLst>
                                    <p:set>
                                      <p:cBhvr>
                                        <p:cTn id="63" dur="1" fill="hold">
                                          <p:stCondLst>
                                            <p:cond delay="0"/>
                                          </p:stCondLst>
                                        </p:cTn>
                                        <p:tgtEl>
                                          <p:spTgt spid="64"/>
                                        </p:tgtEl>
                                        <p:attrNameLst>
                                          <p:attrName>style.visibility</p:attrName>
                                        </p:attrNameLst>
                                      </p:cBhvr>
                                      <p:to>
                                        <p:strVal val="visible"/>
                                      </p:to>
                                    </p:set>
                                  </p:childTnLst>
                                  <p:subTnLst>
                                    <p:audio>
                                      <p:cMediaNode>
                                        <p:cTn display="0" masterRel="sameClick">
                                          <p:stCondLst>
                                            <p:cond evt="begin" delay="0">
                                              <p:tn val="62"/>
                                            </p:cond>
                                          </p:stCondLst>
                                          <p:endCondLst>
                                            <p:cond evt="onStopAudio" delay="0">
                                              <p:tgtEl>
                                                <p:sldTgt/>
                                              </p:tgtEl>
                                            </p:cond>
                                          </p:endCondLst>
                                        </p:cTn>
                                        <p:tgtEl>
                                          <p:sndTgt r:embed="rId2" name="cashreg.wav"/>
                                        </p:tgtEl>
                                      </p:cMediaNode>
                                    </p:audio>
                                  </p:subTnLst>
                                </p:cTn>
                              </p:par>
                            </p:childTnLst>
                          </p:cTn>
                        </p:par>
                        <p:par>
                          <p:cTn id="64" fill="hold">
                            <p:stCondLst>
                              <p:cond delay="17500"/>
                            </p:stCondLst>
                            <p:childTnLst>
                              <p:par>
                                <p:cTn id="65" presetID="1" presetClass="entr" presetSubtype="0" fill="hold" nodeType="afterEffect">
                                  <p:stCondLst>
                                    <p:cond delay="1000"/>
                                  </p:stCondLst>
                                  <p:childTnLst>
                                    <p:set>
                                      <p:cBhvr>
                                        <p:cTn id="66" dur="1" fill="hold">
                                          <p:stCondLst>
                                            <p:cond delay="0"/>
                                          </p:stCondLst>
                                        </p:cTn>
                                        <p:tgtEl>
                                          <p:spTgt spid="67"/>
                                        </p:tgtEl>
                                        <p:attrNameLst>
                                          <p:attrName>style.visibility</p:attrName>
                                        </p:attrNameLst>
                                      </p:cBhvr>
                                      <p:to>
                                        <p:strVal val="visible"/>
                                      </p:to>
                                    </p:set>
                                  </p:childTnLst>
                                  <p:subTnLst>
                                    <p:audio>
                                      <p:cMediaNode>
                                        <p:cTn display="0" masterRel="sameClick">
                                          <p:stCondLst>
                                            <p:cond evt="begin" delay="0">
                                              <p:tn val="65"/>
                                            </p:cond>
                                          </p:stCondLst>
                                          <p:endCondLst>
                                            <p:cond evt="onStopAudio" delay="0">
                                              <p:tgtEl>
                                                <p:sldTgt/>
                                              </p:tgtEl>
                                            </p:cond>
                                          </p:endCondLst>
                                        </p:cTn>
                                        <p:tgtEl>
                                          <p:sndTgt r:embed="rId2" name="cashreg.wav"/>
                                        </p:tgtEl>
                                      </p:cMediaNode>
                                    </p:audio>
                                  </p:subTnLst>
                                </p:cTn>
                              </p:par>
                            </p:childTnLst>
                          </p:cTn>
                        </p:par>
                        <p:par>
                          <p:cTn id="67" fill="hold">
                            <p:stCondLst>
                              <p:cond delay="18500"/>
                            </p:stCondLst>
                            <p:childTnLst>
                              <p:par>
                                <p:cTn id="68" presetID="1" presetClass="entr" presetSubtype="0" fill="hold" nodeType="afterEffect">
                                  <p:stCondLst>
                                    <p:cond delay="1000"/>
                                  </p:stCondLst>
                                  <p:childTnLst>
                                    <p:set>
                                      <p:cBhvr>
                                        <p:cTn id="69" dur="1" fill="hold">
                                          <p:stCondLst>
                                            <p:cond delay="0"/>
                                          </p:stCondLst>
                                        </p:cTn>
                                        <p:tgtEl>
                                          <p:spTgt spid="70"/>
                                        </p:tgtEl>
                                        <p:attrNameLst>
                                          <p:attrName>style.visibility</p:attrName>
                                        </p:attrNameLst>
                                      </p:cBhvr>
                                      <p:to>
                                        <p:strVal val="visible"/>
                                      </p:to>
                                    </p:set>
                                  </p:childTnLst>
                                  <p:subTnLst>
                                    <p:audio>
                                      <p:cMediaNode>
                                        <p:cTn display="0" masterRel="sameClick">
                                          <p:stCondLst>
                                            <p:cond evt="begin" delay="0">
                                              <p:tn val="68"/>
                                            </p:cond>
                                          </p:stCondLst>
                                          <p:endCondLst>
                                            <p:cond evt="onStopAudio" delay="0">
                                              <p:tgtEl>
                                                <p:sldTgt/>
                                              </p:tgtEl>
                                            </p:cond>
                                          </p:endCondLst>
                                        </p:cTn>
                                        <p:tgtEl>
                                          <p:sndTgt r:embed="rId2" name="cashreg.wav"/>
                                        </p:tgtEl>
                                      </p:cMediaNode>
                                    </p:audio>
                                  </p:subTnLst>
                                </p:cTn>
                              </p:par>
                            </p:childTnLst>
                          </p:cTn>
                        </p:par>
                        <p:par>
                          <p:cTn id="70" fill="hold">
                            <p:stCondLst>
                              <p:cond delay="19500"/>
                            </p:stCondLst>
                            <p:childTnLst>
                              <p:par>
                                <p:cTn id="71" presetID="1" presetClass="entr" presetSubtype="0" fill="hold" nodeType="afterEffect">
                                  <p:stCondLst>
                                    <p:cond delay="1000"/>
                                  </p:stCondLst>
                                  <p:childTnLst>
                                    <p:set>
                                      <p:cBhvr>
                                        <p:cTn id="72" dur="1" fill="hold">
                                          <p:stCondLst>
                                            <p:cond delay="0"/>
                                          </p:stCondLst>
                                        </p:cTn>
                                        <p:tgtEl>
                                          <p:spTgt spid="73"/>
                                        </p:tgtEl>
                                        <p:attrNameLst>
                                          <p:attrName>style.visibility</p:attrName>
                                        </p:attrNameLst>
                                      </p:cBhvr>
                                      <p:to>
                                        <p:strVal val="visible"/>
                                      </p:to>
                                    </p:set>
                                  </p:childTnLst>
                                  <p:subTnLst>
                                    <p:audio>
                                      <p:cMediaNode>
                                        <p:cTn display="0" masterRel="sameClick">
                                          <p:stCondLst>
                                            <p:cond evt="begin" delay="0">
                                              <p:tn val="71"/>
                                            </p:cond>
                                          </p:stCondLst>
                                          <p:endCondLst>
                                            <p:cond evt="onStopAudio" delay="0">
                                              <p:tgtEl>
                                                <p:sldTgt/>
                                              </p:tgtEl>
                                            </p:cond>
                                          </p:endCondLst>
                                        </p:cTn>
                                        <p:tgtEl>
                                          <p:sndTgt r:embed="rId2" name="cashreg.wav"/>
                                        </p:tgtEl>
                                      </p:cMediaNode>
                                    </p:audio>
                                  </p:sub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76"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9"/>
        <p:cNvGrpSpPr/>
        <p:nvPr/>
      </p:nvGrpSpPr>
      <p:grpSpPr>
        <a:xfrm>
          <a:off x="0" y="0"/>
          <a:ext cx="0" cy="0"/>
          <a:chOff x="0" y="0"/>
          <a:chExt cx="0" cy="0"/>
        </a:xfrm>
      </p:grpSpPr>
      <p:pic>
        <p:nvPicPr>
          <p:cNvPr id="18" name="Picture 17" descr="Icon&#10;&#10;Description automatically generated">
            <a:extLst>
              <a:ext uri="{FF2B5EF4-FFF2-40B4-BE49-F238E27FC236}">
                <a16:creationId xmlns:a16="http://schemas.microsoft.com/office/drawing/2014/main" xmlns="" id="{C5F889AD-10C0-3C7B-F68D-1C09A5029948}"/>
              </a:ext>
            </a:extLst>
          </p:cNvPr>
          <p:cNvPicPr>
            <a:picLocks noChangeAspect="1"/>
          </p:cNvPicPr>
          <p:nvPr/>
        </p:nvPicPr>
        <p:blipFill>
          <a:blip r:embed="rId3"/>
          <a:stretch>
            <a:fillRect/>
          </a:stretch>
        </p:blipFill>
        <p:spPr>
          <a:xfrm>
            <a:off x="-284209" y="3407132"/>
            <a:ext cx="2306328" cy="2306328"/>
          </a:xfrm>
          <a:prstGeom prst="rect">
            <a:avLst/>
          </a:prstGeom>
        </p:spPr>
      </p:pic>
      <p:grpSp>
        <p:nvGrpSpPr>
          <p:cNvPr id="8" name="!! BOX">
            <a:extLst>
              <a:ext uri="{FF2B5EF4-FFF2-40B4-BE49-F238E27FC236}">
                <a16:creationId xmlns:a16="http://schemas.microsoft.com/office/drawing/2014/main" xmlns="" id="{18EAC6F1-C2FF-536B-D7F7-39044C06B6EA}"/>
              </a:ext>
            </a:extLst>
          </p:cNvPr>
          <p:cNvGrpSpPr/>
          <p:nvPr/>
        </p:nvGrpSpPr>
        <p:grpSpPr>
          <a:xfrm>
            <a:off x="1779860" y="438353"/>
            <a:ext cx="7364140" cy="4060299"/>
            <a:chOff x="1665198" y="1725250"/>
            <a:chExt cx="7364140" cy="4060299"/>
          </a:xfrm>
        </p:grpSpPr>
        <p:grpSp>
          <p:nvGrpSpPr>
            <p:cNvPr id="7" name="Group 6">
              <a:extLst>
                <a:ext uri="{FF2B5EF4-FFF2-40B4-BE49-F238E27FC236}">
                  <a16:creationId xmlns:a16="http://schemas.microsoft.com/office/drawing/2014/main" xmlns="" id="{522B29C5-D96B-E55F-C91E-21C48B06BB24}"/>
                </a:ext>
              </a:extLst>
            </p:cNvPr>
            <p:cNvGrpSpPr/>
            <p:nvPr/>
          </p:nvGrpSpPr>
          <p:grpSpPr>
            <a:xfrm>
              <a:off x="1665198" y="1725250"/>
              <a:ext cx="7364140" cy="4060299"/>
              <a:chOff x="1665198" y="1725250"/>
              <a:chExt cx="7364140" cy="4060299"/>
            </a:xfrm>
          </p:grpSpPr>
          <p:sp>
            <p:nvSpPr>
              <p:cNvPr id="1720" name="Google Shape;1720;p65"/>
              <p:cNvSpPr/>
              <p:nvPr/>
            </p:nvSpPr>
            <p:spPr>
              <a:xfrm>
                <a:off x="2668543" y="1784123"/>
                <a:ext cx="6360795" cy="1766062"/>
              </a:xfrm>
              <a:custGeom>
                <a:avLst/>
                <a:gdLst/>
                <a:ahLst/>
                <a:cxnLst/>
                <a:rect l="l" t="t" r="r" b="b"/>
                <a:pathLst>
                  <a:path w="199801" h="103467" extrusionOk="0">
                    <a:moveTo>
                      <a:pt x="100127" y="0"/>
                    </a:moveTo>
                    <a:cubicBezTo>
                      <a:pt x="91281" y="0"/>
                      <a:pt x="82435" y="60"/>
                      <a:pt x="73588" y="179"/>
                    </a:cubicBezTo>
                    <a:cubicBezTo>
                      <a:pt x="71909" y="207"/>
                      <a:pt x="70225" y="228"/>
                      <a:pt x="68546" y="260"/>
                    </a:cubicBezTo>
                    <a:cubicBezTo>
                      <a:pt x="52087" y="520"/>
                      <a:pt x="35630" y="988"/>
                      <a:pt x="19162" y="1665"/>
                    </a:cubicBezTo>
                    <a:cubicBezTo>
                      <a:pt x="18193" y="1706"/>
                      <a:pt x="17218" y="1746"/>
                      <a:pt x="16248" y="1787"/>
                    </a:cubicBezTo>
                    <a:cubicBezTo>
                      <a:pt x="16028" y="1796"/>
                      <a:pt x="15812" y="1804"/>
                      <a:pt x="15593" y="1813"/>
                    </a:cubicBezTo>
                    <a:cubicBezTo>
                      <a:pt x="15367" y="1808"/>
                      <a:pt x="15144" y="1805"/>
                      <a:pt x="14922" y="1805"/>
                    </a:cubicBezTo>
                    <a:cubicBezTo>
                      <a:pt x="8389" y="1805"/>
                      <a:pt x="3600" y="4346"/>
                      <a:pt x="3305" y="11429"/>
                    </a:cubicBezTo>
                    <a:cubicBezTo>
                      <a:pt x="3175" y="13103"/>
                      <a:pt x="2999" y="15015"/>
                      <a:pt x="2802" y="17121"/>
                    </a:cubicBezTo>
                    <a:cubicBezTo>
                      <a:pt x="2766" y="17494"/>
                      <a:pt x="2730" y="17871"/>
                      <a:pt x="2698" y="18258"/>
                    </a:cubicBezTo>
                    <a:cubicBezTo>
                      <a:pt x="2446" y="20869"/>
                      <a:pt x="2168" y="23752"/>
                      <a:pt x="1886" y="26831"/>
                    </a:cubicBezTo>
                    <a:cubicBezTo>
                      <a:pt x="1840" y="27303"/>
                      <a:pt x="1800" y="27784"/>
                      <a:pt x="1755" y="28269"/>
                    </a:cubicBezTo>
                    <a:cubicBezTo>
                      <a:pt x="1207" y="34357"/>
                      <a:pt x="673" y="41131"/>
                      <a:pt x="373" y="48018"/>
                    </a:cubicBezTo>
                    <a:cubicBezTo>
                      <a:pt x="373" y="48054"/>
                      <a:pt x="373" y="48094"/>
                      <a:pt x="368" y="48130"/>
                    </a:cubicBezTo>
                    <a:cubicBezTo>
                      <a:pt x="54" y="55430"/>
                      <a:pt x="1" y="62856"/>
                      <a:pt x="476" y="69733"/>
                    </a:cubicBezTo>
                    <a:cubicBezTo>
                      <a:pt x="508" y="70211"/>
                      <a:pt x="544" y="70686"/>
                      <a:pt x="584" y="71158"/>
                    </a:cubicBezTo>
                    <a:cubicBezTo>
                      <a:pt x="778" y="73585"/>
                      <a:pt x="1046" y="75939"/>
                      <a:pt x="1392" y="78183"/>
                    </a:cubicBezTo>
                    <a:cubicBezTo>
                      <a:pt x="1441" y="78494"/>
                      <a:pt x="1491" y="78798"/>
                      <a:pt x="1540" y="79103"/>
                    </a:cubicBezTo>
                    <a:cubicBezTo>
                      <a:pt x="2900" y="87234"/>
                      <a:pt x="5388" y="93865"/>
                      <a:pt x="9590" y="97461"/>
                    </a:cubicBezTo>
                    <a:cubicBezTo>
                      <a:pt x="9612" y="97479"/>
                      <a:pt x="9639" y="97497"/>
                      <a:pt x="9661" y="97510"/>
                    </a:cubicBezTo>
                    <a:cubicBezTo>
                      <a:pt x="10084" y="97812"/>
                      <a:pt x="10519" y="98082"/>
                      <a:pt x="10969" y="98328"/>
                    </a:cubicBezTo>
                    <a:cubicBezTo>
                      <a:pt x="15026" y="100582"/>
                      <a:pt x="19993" y="100869"/>
                      <a:pt x="24693" y="101067"/>
                    </a:cubicBezTo>
                    <a:cubicBezTo>
                      <a:pt x="47105" y="102494"/>
                      <a:pt x="69492" y="103284"/>
                      <a:pt x="91882" y="103437"/>
                    </a:cubicBezTo>
                    <a:cubicBezTo>
                      <a:pt x="93916" y="103454"/>
                      <a:pt x="95946" y="103464"/>
                      <a:pt x="97980" y="103464"/>
                    </a:cubicBezTo>
                    <a:cubicBezTo>
                      <a:pt x="98844" y="103466"/>
                      <a:pt x="99708" y="103467"/>
                      <a:pt x="100572" y="103467"/>
                    </a:cubicBezTo>
                    <a:cubicBezTo>
                      <a:pt x="115757" y="103467"/>
                      <a:pt x="130944" y="103166"/>
                      <a:pt x="146138" y="102575"/>
                    </a:cubicBezTo>
                    <a:cubicBezTo>
                      <a:pt x="147269" y="102534"/>
                      <a:pt x="148400" y="102485"/>
                      <a:pt x="149532" y="102436"/>
                    </a:cubicBezTo>
                    <a:cubicBezTo>
                      <a:pt x="158219" y="102076"/>
                      <a:pt x="166911" y="101620"/>
                      <a:pt x="175602" y="101067"/>
                    </a:cubicBezTo>
                    <a:cubicBezTo>
                      <a:pt x="176079" y="101083"/>
                      <a:pt x="176548" y="101092"/>
                      <a:pt x="177009" y="101092"/>
                    </a:cubicBezTo>
                    <a:cubicBezTo>
                      <a:pt x="189730" y="101092"/>
                      <a:pt x="196027" y="94765"/>
                      <a:pt x="198103" y="83886"/>
                    </a:cubicBezTo>
                    <a:cubicBezTo>
                      <a:pt x="198149" y="83679"/>
                      <a:pt x="198184" y="83468"/>
                      <a:pt x="198220" y="83257"/>
                    </a:cubicBezTo>
                    <a:cubicBezTo>
                      <a:pt x="198561" y="81295"/>
                      <a:pt x="198773" y="79185"/>
                      <a:pt x="198863" y="76944"/>
                    </a:cubicBezTo>
                    <a:cubicBezTo>
                      <a:pt x="198961" y="74515"/>
                      <a:pt x="199063" y="72073"/>
                      <a:pt x="199167" y="69613"/>
                    </a:cubicBezTo>
                    <a:cubicBezTo>
                      <a:pt x="199185" y="69230"/>
                      <a:pt x="199204" y="68850"/>
                      <a:pt x="199216" y="68468"/>
                    </a:cubicBezTo>
                    <a:cubicBezTo>
                      <a:pt x="199294" y="66627"/>
                      <a:pt x="199370" y="64781"/>
                      <a:pt x="199441" y="62927"/>
                    </a:cubicBezTo>
                    <a:cubicBezTo>
                      <a:pt x="199455" y="62560"/>
                      <a:pt x="199468" y="62191"/>
                      <a:pt x="199482" y="61823"/>
                    </a:cubicBezTo>
                    <a:cubicBezTo>
                      <a:pt x="199657" y="57027"/>
                      <a:pt x="199787" y="52202"/>
                      <a:pt x="199800" y="47376"/>
                    </a:cubicBezTo>
                    <a:lnTo>
                      <a:pt x="199800" y="45902"/>
                    </a:lnTo>
                    <a:cubicBezTo>
                      <a:pt x="199785" y="39540"/>
                      <a:pt x="199557" y="33189"/>
                      <a:pt x="198957" y="26923"/>
                    </a:cubicBezTo>
                    <a:cubicBezTo>
                      <a:pt x="198934" y="26685"/>
                      <a:pt x="198912" y="26448"/>
                      <a:pt x="198885" y="26209"/>
                    </a:cubicBezTo>
                    <a:cubicBezTo>
                      <a:pt x="198603" y="23400"/>
                      <a:pt x="198243" y="20607"/>
                      <a:pt x="197790" y="17837"/>
                    </a:cubicBezTo>
                    <a:cubicBezTo>
                      <a:pt x="197660" y="17050"/>
                      <a:pt x="197521" y="16265"/>
                      <a:pt x="197378" y="15479"/>
                    </a:cubicBezTo>
                    <a:cubicBezTo>
                      <a:pt x="196855" y="12633"/>
                      <a:pt x="196228" y="9817"/>
                      <a:pt x="195482" y="7034"/>
                    </a:cubicBezTo>
                    <a:cubicBezTo>
                      <a:pt x="195401" y="6738"/>
                      <a:pt x="195321" y="6442"/>
                      <a:pt x="195240" y="6150"/>
                    </a:cubicBezTo>
                    <a:cubicBezTo>
                      <a:pt x="194044" y="1903"/>
                      <a:pt x="187660" y="1599"/>
                      <a:pt x="182861" y="1599"/>
                    </a:cubicBezTo>
                    <a:cubicBezTo>
                      <a:pt x="182058" y="1599"/>
                      <a:pt x="181300" y="1607"/>
                      <a:pt x="180617" y="1607"/>
                    </a:cubicBezTo>
                    <a:cubicBezTo>
                      <a:pt x="180110" y="1607"/>
                      <a:pt x="179644" y="1603"/>
                      <a:pt x="179234" y="1586"/>
                    </a:cubicBezTo>
                    <a:cubicBezTo>
                      <a:pt x="173166" y="1345"/>
                      <a:pt x="167098" y="1143"/>
                      <a:pt x="161029" y="942"/>
                    </a:cubicBezTo>
                    <a:cubicBezTo>
                      <a:pt x="159943" y="907"/>
                      <a:pt x="158861" y="876"/>
                      <a:pt x="157774" y="844"/>
                    </a:cubicBezTo>
                    <a:cubicBezTo>
                      <a:pt x="138554" y="281"/>
                      <a:pt x="119341" y="0"/>
                      <a:pt x="100127" y="0"/>
                    </a:cubicBezTo>
                    <a:close/>
                  </a:path>
                </a:pathLst>
              </a:custGeom>
              <a:solidFill>
                <a:schemeClr val="accent3"/>
              </a:solidFill>
              <a:ln>
                <a:noFill/>
              </a:ln>
              <a:effectLst>
                <a:outerShdw blurRad="200025" dist="28575" algn="bl" rotWithShape="0">
                  <a:srgbClr val="000000">
                    <a:alpha val="10000"/>
                  </a:srgbClr>
                </a:outerShdw>
              </a:effectLst>
            </p:spPr>
            <p:txBody>
              <a:bodyPr spcFirstLastPara="1" wrap="square" lIns="91425" tIns="91425" rIns="91425" bIns="91425" anchor="ctr" anchorCtr="0">
                <a:noAutofit/>
              </a:bodyPr>
              <a:lstStyle/>
              <a:p>
                <a:endParaRPr/>
              </a:p>
            </p:txBody>
          </p:sp>
          <p:pic>
            <p:nvPicPr>
              <p:cNvPr id="6" name="Picture 5" descr="A picture containing text, iPod, vector graphics&#10;&#10;Description automatically generated">
                <a:extLst>
                  <a:ext uri="{FF2B5EF4-FFF2-40B4-BE49-F238E27FC236}">
                    <a16:creationId xmlns:a16="http://schemas.microsoft.com/office/drawing/2014/main" xmlns="" id="{E63C5595-7B5F-F7BD-EE61-27E0E2664F48}"/>
                  </a:ext>
                </a:extLst>
              </p:cNvPr>
              <p:cNvPicPr>
                <a:picLocks noChangeAspect="1"/>
              </p:cNvPicPr>
              <p:nvPr/>
            </p:nvPicPr>
            <p:blipFill>
              <a:blip r:embed="rId4"/>
              <a:stretch>
                <a:fillRect/>
              </a:stretch>
            </p:blipFill>
            <p:spPr>
              <a:xfrm>
                <a:off x="1665198" y="1725250"/>
                <a:ext cx="1602713" cy="1602713"/>
              </a:xfrm>
              <a:prstGeom prst="rect">
                <a:avLst/>
              </a:prstGeom>
            </p:spPr>
          </p:pic>
          <p:sp>
            <p:nvSpPr>
              <p:cNvPr id="11" name="Google Shape;1720;p65">
                <a:extLst>
                  <a:ext uri="{FF2B5EF4-FFF2-40B4-BE49-F238E27FC236}">
                    <a16:creationId xmlns:a16="http://schemas.microsoft.com/office/drawing/2014/main" xmlns="" id="{C9BE6D65-A6C8-A689-7FF8-279B091C3EF8}"/>
                  </a:ext>
                </a:extLst>
              </p:cNvPr>
              <p:cNvSpPr/>
              <p:nvPr/>
            </p:nvSpPr>
            <p:spPr>
              <a:xfrm>
                <a:off x="3267912" y="3604057"/>
                <a:ext cx="5343525" cy="2181492"/>
              </a:xfrm>
              <a:custGeom>
                <a:avLst/>
                <a:gdLst/>
                <a:ahLst/>
                <a:cxnLst/>
                <a:rect l="l" t="t" r="r" b="b"/>
                <a:pathLst>
                  <a:path w="199801" h="103467" extrusionOk="0">
                    <a:moveTo>
                      <a:pt x="100127" y="0"/>
                    </a:moveTo>
                    <a:cubicBezTo>
                      <a:pt x="91281" y="0"/>
                      <a:pt x="82435" y="60"/>
                      <a:pt x="73588" y="179"/>
                    </a:cubicBezTo>
                    <a:cubicBezTo>
                      <a:pt x="71909" y="207"/>
                      <a:pt x="70225" y="228"/>
                      <a:pt x="68546" y="260"/>
                    </a:cubicBezTo>
                    <a:cubicBezTo>
                      <a:pt x="52087" y="520"/>
                      <a:pt x="35630" y="988"/>
                      <a:pt x="19162" y="1665"/>
                    </a:cubicBezTo>
                    <a:cubicBezTo>
                      <a:pt x="18193" y="1706"/>
                      <a:pt x="17218" y="1746"/>
                      <a:pt x="16248" y="1787"/>
                    </a:cubicBezTo>
                    <a:cubicBezTo>
                      <a:pt x="16028" y="1796"/>
                      <a:pt x="15812" y="1804"/>
                      <a:pt x="15593" y="1813"/>
                    </a:cubicBezTo>
                    <a:cubicBezTo>
                      <a:pt x="15367" y="1808"/>
                      <a:pt x="15144" y="1805"/>
                      <a:pt x="14922" y="1805"/>
                    </a:cubicBezTo>
                    <a:cubicBezTo>
                      <a:pt x="8389" y="1805"/>
                      <a:pt x="3600" y="4346"/>
                      <a:pt x="3305" y="11429"/>
                    </a:cubicBezTo>
                    <a:cubicBezTo>
                      <a:pt x="3175" y="13103"/>
                      <a:pt x="2999" y="15015"/>
                      <a:pt x="2802" y="17121"/>
                    </a:cubicBezTo>
                    <a:cubicBezTo>
                      <a:pt x="2766" y="17494"/>
                      <a:pt x="2730" y="17871"/>
                      <a:pt x="2698" y="18258"/>
                    </a:cubicBezTo>
                    <a:cubicBezTo>
                      <a:pt x="2446" y="20869"/>
                      <a:pt x="2168" y="23752"/>
                      <a:pt x="1886" y="26831"/>
                    </a:cubicBezTo>
                    <a:cubicBezTo>
                      <a:pt x="1840" y="27303"/>
                      <a:pt x="1800" y="27784"/>
                      <a:pt x="1755" y="28269"/>
                    </a:cubicBezTo>
                    <a:cubicBezTo>
                      <a:pt x="1207" y="34357"/>
                      <a:pt x="673" y="41131"/>
                      <a:pt x="373" y="48018"/>
                    </a:cubicBezTo>
                    <a:cubicBezTo>
                      <a:pt x="373" y="48054"/>
                      <a:pt x="373" y="48094"/>
                      <a:pt x="368" y="48130"/>
                    </a:cubicBezTo>
                    <a:cubicBezTo>
                      <a:pt x="54" y="55430"/>
                      <a:pt x="1" y="62856"/>
                      <a:pt x="476" y="69733"/>
                    </a:cubicBezTo>
                    <a:cubicBezTo>
                      <a:pt x="508" y="70211"/>
                      <a:pt x="544" y="70686"/>
                      <a:pt x="584" y="71158"/>
                    </a:cubicBezTo>
                    <a:cubicBezTo>
                      <a:pt x="778" y="73585"/>
                      <a:pt x="1046" y="75939"/>
                      <a:pt x="1392" y="78183"/>
                    </a:cubicBezTo>
                    <a:cubicBezTo>
                      <a:pt x="1441" y="78494"/>
                      <a:pt x="1491" y="78798"/>
                      <a:pt x="1540" y="79103"/>
                    </a:cubicBezTo>
                    <a:cubicBezTo>
                      <a:pt x="2900" y="87234"/>
                      <a:pt x="5388" y="93865"/>
                      <a:pt x="9590" y="97461"/>
                    </a:cubicBezTo>
                    <a:cubicBezTo>
                      <a:pt x="9612" y="97479"/>
                      <a:pt x="9639" y="97497"/>
                      <a:pt x="9661" y="97510"/>
                    </a:cubicBezTo>
                    <a:cubicBezTo>
                      <a:pt x="10084" y="97812"/>
                      <a:pt x="10519" y="98082"/>
                      <a:pt x="10969" y="98328"/>
                    </a:cubicBezTo>
                    <a:cubicBezTo>
                      <a:pt x="15026" y="100582"/>
                      <a:pt x="19993" y="100869"/>
                      <a:pt x="24693" y="101067"/>
                    </a:cubicBezTo>
                    <a:cubicBezTo>
                      <a:pt x="47105" y="102494"/>
                      <a:pt x="69492" y="103284"/>
                      <a:pt x="91882" y="103437"/>
                    </a:cubicBezTo>
                    <a:cubicBezTo>
                      <a:pt x="93916" y="103454"/>
                      <a:pt x="95946" y="103464"/>
                      <a:pt x="97980" y="103464"/>
                    </a:cubicBezTo>
                    <a:cubicBezTo>
                      <a:pt x="98844" y="103466"/>
                      <a:pt x="99708" y="103467"/>
                      <a:pt x="100572" y="103467"/>
                    </a:cubicBezTo>
                    <a:cubicBezTo>
                      <a:pt x="115757" y="103467"/>
                      <a:pt x="130944" y="103166"/>
                      <a:pt x="146138" y="102575"/>
                    </a:cubicBezTo>
                    <a:cubicBezTo>
                      <a:pt x="147269" y="102534"/>
                      <a:pt x="148400" y="102485"/>
                      <a:pt x="149532" y="102436"/>
                    </a:cubicBezTo>
                    <a:cubicBezTo>
                      <a:pt x="158219" y="102076"/>
                      <a:pt x="166911" y="101620"/>
                      <a:pt x="175602" y="101067"/>
                    </a:cubicBezTo>
                    <a:cubicBezTo>
                      <a:pt x="176079" y="101083"/>
                      <a:pt x="176548" y="101092"/>
                      <a:pt x="177009" y="101092"/>
                    </a:cubicBezTo>
                    <a:cubicBezTo>
                      <a:pt x="189730" y="101092"/>
                      <a:pt x="196027" y="94765"/>
                      <a:pt x="198103" y="83886"/>
                    </a:cubicBezTo>
                    <a:cubicBezTo>
                      <a:pt x="198149" y="83679"/>
                      <a:pt x="198184" y="83468"/>
                      <a:pt x="198220" y="83257"/>
                    </a:cubicBezTo>
                    <a:cubicBezTo>
                      <a:pt x="198561" y="81295"/>
                      <a:pt x="198773" y="79185"/>
                      <a:pt x="198863" y="76944"/>
                    </a:cubicBezTo>
                    <a:cubicBezTo>
                      <a:pt x="198961" y="74515"/>
                      <a:pt x="199063" y="72073"/>
                      <a:pt x="199167" y="69613"/>
                    </a:cubicBezTo>
                    <a:cubicBezTo>
                      <a:pt x="199185" y="69230"/>
                      <a:pt x="199204" y="68850"/>
                      <a:pt x="199216" y="68468"/>
                    </a:cubicBezTo>
                    <a:cubicBezTo>
                      <a:pt x="199294" y="66627"/>
                      <a:pt x="199370" y="64781"/>
                      <a:pt x="199441" y="62927"/>
                    </a:cubicBezTo>
                    <a:cubicBezTo>
                      <a:pt x="199455" y="62560"/>
                      <a:pt x="199468" y="62191"/>
                      <a:pt x="199482" y="61823"/>
                    </a:cubicBezTo>
                    <a:cubicBezTo>
                      <a:pt x="199657" y="57027"/>
                      <a:pt x="199787" y="52202"/>
                      <a:pt x="199800" y="47376"/>
                    </a:cubicBezTo>
                    <a:lnTo>
                      <a:pt x="199800" y="45902"/>
                    </a:lnTo>
                    <a:cubicBezTo>
                      <a:pt x="199785" y="39540"/>
                      <a:pt x="199557" y="33189"/>
                      <a:pt x="198957" y="26923"/>
                    </a:cubicBezTo>
                    <a:cubicBezTo>
                      <a:pt x="198934" y="26685"/>
                      <a:pt x="198912" y="26448"/>
                      <a:pt x="198885" y="26209"/>
                    </a:cubicBezTo>
                    <a:cubicBezTo>
                      <a:pt x="198603" y="23400"/>
                      <a:pt x="198243" y="20607"/>
                      <a:pt x="197790" y="17837"/>
                    </a:cubicBezTo>
                    <a:cubicBezTo>
                      <a:pt x="197660" y="17050"/>
                      <a:pt x="197521" y="16265"/>
                      <a:pt x="197378" y="15479"/>
                    </a:cubicBezTo>
                    <a:cubicBezTo>
                      <a:pt x="196855" y="12633"/>
                      <a:pt x="196228" y="9817"/>
                      <a:pt x="195482" y="7034"/>
                    </a:cubicBezTo>
                    <a:cubicBezTo>
                      <a:pt x="195401" y="6738"/>
                      <a:pt x="195321" y="6442"/>
                      <a:pt x="195240" y="6150"/>
                    </a:cubicBezTo>
                    <a:cubicBezTo>
                      <a:pt x="194044" y="1903"/>
                      <a:pt x="187660" y="1599"/>
                      <a:pt x="182861" y="1599"/>
                    </a:cubicBezTo>
                    <a:cubicBezTo>
                      <a:pt x="182058" y="1599"/>
                      <a:pt x="181300" y="1607"/>
                      <a:pt x="180617" y="1607"/>
                    </a:cubicBezTo>
                    <a:cubicBezTo>
                      <a:pt x="180110" y="1607"/>
                      <a:pt x="179644" y="1603"/>
                      <a:pt x="179234" y="1586"/>
                    </a:cubicBezTo>
                    <a:cubicBezTo>
                      <a:pt x="173166" y="1345"/>
                      <a:pt x="167098" y="1143"/>
                      <a:pt x="161029" y="942"/>
                    </a:cubicBezTo>
                    <a:cubicBezTo>
                      <a:pt x="159943" y="907"/>
                      <a:pt x="158861" y="876"/>
                      <a:pt x="157774" y="844"/>
                    </a:cubicBezTo>
                    <a:cubicBezTo>
                      <a:pt x="138554" y="281"/>
                      <a:pt x="119341" y="0"/>
                      <a:pt x="100127" y="0"/>
                    </a:cubicBezTo>
                    <a:close/>
                  </a:path>
                </a:pathLst>
              </a:custGeom>
              <a:solidFill>
                <a:srgbClr val="FFF4D4"/>
              </a:solidFill>
              <a:ln>
                <a:noFill/>
              </a:ln>
              <a:effectLst>
                <a:outerShdw blurRad="200025" dist="28575" algn="bl" rotWithShape="0">
                  <a:srgbClr val="000000">
                    <a:alpha val="10000"/>
                  </a:srgbClr>
                </a:outerShdw>
              </a:effectLst>
            </p:spPr>
            <p:txBody>
              <a:bodyPr spcFirstLastPara="1" wrap="square" lIns="91425" tIns="91425" rIns="91425" bIns="91425" anchor="ctr" anchorCtr="0">
                <a:noAutofit/>
              </a:bodyPr>
              <a:lstStyle/>
              <a:p>
                <a:endParaRPr/>
              </a:p>
            </p:txBody>
          </p:sp>
        </p:grpSp>
        <p:sp>
          <p:nvSpPr>
            <p:cNvPr id="20" name="TextBox 19">
              <a:extLst>
                <a:ext uri="{FF2B5EF4-FFF2-40B4-BE49-F238E27FC236}">
                  <a16:creationId xmlns:a16="http://schemas.microsoft.com/office/drawing/2014/main" xmlns="" id="{2FA16AE7-C7E6-C917-A5D1-105EF9A09E6F}"/>
                </a:ext>
              </a:extLst>
            </p:cNvPr>
            <p:cNvSpPr txBox="1"/>
            <p:nvPr/>
          </p:nvSpPr>
          <p:spPr>
            <a:xfrm>
              <a:off x="3267912" y="1916367"/>
              <a:ext cx="5489304" cy="1307537"/>
            </a:xfrm>
            <a:prstGeom prst="rect">
              <a:avLst/>
            </a:prstGeom>
            <a:noFill/>
          </p:spPr>
          <p:txBody>
            <a:bodyPr wrap="square">
              <a:spAutoFit/>
            </a:bodyPr>
            <a:lstStyle/>
            <a:p>
              <a:pPr>
                <a:lnSpc>
                  <a:spcPct val="150000"/>
                </a:lnSpc>
              </a:pP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Câu</a:t>
              </a:r>
              <a:r>
                <a:rPr lang="en-US" sz="2800" dirty="0">
                  <a:latin typeface="Times New Roman" panose="02020603050405020304" pitchFamily="18" charset="0"/>
                  <a:cs typeface="Times New Roman" panose="02020603050405020304" pitchFamily="18" charset="0"/>
                </a:rPr>
                <a:t> 1: </a:t>
              </a:r>
              <a:r>
                <a:rPr lang="en-US" sz="2800" dirty="0" err="1">
                  <a:latin typeface="Times New Roman" panose="02020603050405020304" pitchFamily="18" charset="0"/>
                  <a:cs typeface="Times New Roman" panose="02020603050405020304" pitchFamily="18" charset="0"/>
                </a:rPr>
                <a:t>Giải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thích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vì</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sao</a:t>
              </a:r>
              <a:r>
                <a:rPr lang="en-US" sz="2800" dirty="0">
                  <a:latin typeface="Times New Roman" panose="02020603050405020304" pitchFamily="18" charset="0"/>
                  <a:cs typeface="Times New Roman" panose="02020603050405020304" pitchFamily="18" charset="0"/>
                </a:rPr>
                <a:t> than </a:t>
              </a:r>
              <a:r>
                <a:rPr lang="en-US" sz="2800" dirty="0" err="1">
                  <a:latin typeface="Times New Roman" panose="02020603050405020304" pitchFamily="18" charset="0"/>
                  <a:cs typeface="Times New Roman" panose="02020603050405020304" pitchFamily="18" charset="0"/>
                </a:rPr>
                <a:t>chất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thành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đống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lớn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tự</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bốc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cháy</a:t>
              </a:r>
              <a:r>
                <a:rPr lang="en-US" sz="2800" dirty="0">
                  <a:latin typeface="Times New Roman" panose="02020603050405020304" pitchFamily="18" charset="0"/>
                  <a:cs typeface="Times New Roman" panose="02020603050405020304" pitchFamily="18" charset="0"/>
                </a:rPr>
                <a:t>?</a:t>
              </a:r>
            </a:p>
          </p:txBody>
        </p:sp>
      </p:grpSp>
      <p:pic>
        <p:nvPicPr>
          <p:cNvPr id="1229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2144" y="2324932"/>
            <a:ext cx="4304872" cy="2181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0" y="2307683"/>
            <a:ext cx="4952144" cy="1938992"/>
          </a:xfrm>
          <a:prstGeom prst="rect">
            <a:avLst/>
          </a:prstGeom>
        </p:spPr>
        <p:txBody>
          <a:bodyPr wrap="square">
            <a:spAutoFit/>
          </a:bodyPr>
          <a:lstStyle/>
          <a:p>
            <a:r>
              <a:rPr lang="en-US" sz="2000" dirty="0">
                <a:latin typeface="Times New Roman" pitchFamily="18" charset="0"/>
                <a:cs typeface="Times New Roman" pitchFamily="18" charset="0"/>
              </a:rPr>
              <a:t>Do than </a:t>
            </a:r>
            <a:r>
              <a:rPr lang="en-US" sz="2000" dirty="0" err="1">
                <a:latin typeface="Times New Roman" pitchFamily="18" charset="0"/>
                <a:cs typeface="Times New Roman" pitchFamily="18" charset="0"/>
              </a:rPr>
              <a:t>tác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dụng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chậm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với</a:t>
            </a:r>
            <a:r>
              <a:rPr lang="en-US" sz="2000" dirty="0">
                <a:latin typeface="Times New Roman" pitchFamily="18" charset="0"/>
                <a:cs typeface="Times New Roman" pitchFamily="18" charset="0"/>
              </a:rPr>
              <a:t> O</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trong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không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khí</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tạo</a:t>
            </a:r>
            <a:r>
              <a:rPr lang="en-US" sz="2000" dirty="0">
                <a:latin typeface="Times New Roman" pitchFamily="18" charset="0"/>
                <a:cs typeface="Times New Roman" pitchFamily="18" charset="0"/>
              </a:rPr>
              <a:t> CO</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phản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ứng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này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tỏa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nhiệt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Khi</a:t>
            </a:r>
            <a:r>
              <a:rPr lang="en-US" sz="2000" dirty="0">
                <a:latin typeface="Times New Roman" pitchFamily="18" charset="0"/>
                <a:cs typeface="Times New Roman" pitchFamily="18" charset="0"/>
              </a:rPr>
              <a:t> than </a:t>
            </a:r>
            <a:r>
              <a:rPr lang="en-US" sz="2000" dirty="0" err="1">
                <a:latin typeface="Times New Roman" pitchFamily="18" charset="0"/>
                <a:cs typeface="Times New Roman" pitchFamily="18" charset="0"/>
              </a:rPr>
              <a:t>chất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thành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đống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lớn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phản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ứng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này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diễn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nhiều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và</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liên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tục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nhiệt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tỏa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được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tích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góp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dần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tới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đạt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đến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nhiệt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độ</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tự</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bốc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cháy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của</a:t>
            </a:r>
            <a:r>
              <a:rPr lang="en-US" sz="2000" dirty="0">
                <a:latin typeface="Times New Roman" pitchFamily="18" charset="0"/>
                <a:cs typeface="Times New Roman" pitchFamily="18" charset="0"/>
              </a:rPr>
              <a:t> than </a:t>
            </a:r>
            <a:r>
              <a:rPr lang="en-US" sz="2000" dirty="0" err="1">
                <a:latin typeface="Times New Roman" pitchFamily="18" charset="0"/>
                <a:cs typeface="Times New Roman" pitchFamily="18" charset="0"/>
              </a:rPr>
              <a:t>thì</a:t>
            </a:r>
            <a:r>
              <a:rPr lang="en-US" sz="2000" dirty="0">
                <a:latin typeface="Times New Roman" pitchFamily="18" charset="0"/>
                <a:cs typeface="Times New Roman" pitchFamily="18" charset="0"/>
              </a:rPr>
              <a:t> than </a:t>
            </a:r>
            <a:r>
              <a:rPr lang="en-US" sz="2000" dirty="0" err="1">
                <a:latin typeface="Times New Roman" pitchFamily="18" charset="0"/>
                <a:cs typeface="Times New Roman" pitchFamily="18" charset="0"/>
              </a:rPr>
              <a:t>sẽ</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tự</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bốc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cháy</a:t>
            </a:r>
            <a:r>
              <a:rPr lang="en-US" sz="2000" dirty="0">
                <a:latin typeface="Times New Roman" pitchFamily="18" charset="0"/>
                <a:cs typeface="Times New Roman" pitchFamily="18" charset="0"/>
              </a:rPr>
              <a:t>.</a:t>
            </a:r>
          </a:p>
        </p:txBody>
      </p:sp>
      <p:grpSp>
        <p:nvGrpSpPr>
          <p:cNvPr id="14" name="Group 13">
            <a:extLst>
              <a:ext uri="{FF2B5EF4-FFF2-40B4-BE49-F238E27FC236}">
                <a16:creationId xmlns:a16="http://schemas.microsoft.com/office/drawing/2014/main" xmlns="" id="{77A3A94C-BFC5-A7EB-0CA6-34D53FCD0495}"/>
              </a:ext>
            </a:extLst>
          </p:cNvPr>
          <p:cNvGrpSpPr/>
          <p:nvPr/>
        </p:nvGrpSpPr>
        <p:grpSpPr>
          <a:xfrm>
            <a:off x="-243493" y="0"/>
            <a:ext cx="4046706" cy="923650"/>
            <a:chOff x="2547841" y="435266"/>
            <a:chExt cx="4292366" cy="923650"/>
          </a:xfrm>
        </p:grpSpPr>
        <p:sp>
          <p:nvSpPr>
            <p:cNvPr id="15" name="Google Shape;634;p48">
              <a:extLst>
                <a:ext uri="{FF2B5EF4-FFF2-40B4-BE49-F238E27FC236}">
                  <a16:creationId xmlns:a16="http://schemas.microsoft.com/office/drawing/2014/main" xmlns="" id="{386FB296-0729-31A2-EC7E-DB29F24C3ED8}"/>
                </a:ext>
              </a:extLst>
            </p:cNvPr>
            <p:cNvSpPr/>
            <p:nvPr/>
          </p:nvSpPr>
          <p:spPr>
            <a:xfrm>
              <a:off x="2547841" y="435586"/>
              <a:ext cx="4041217" cy="923330"/>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chemeClr val="accent4">
                <a:lumMod val="75000"/>
              </a:schemeClr>
            </a:solidFill>
            <a:ln>
              <a:noFill/>
            </a:ln>
            <a:effectLst>
              <a:outerShdw blurRad="152400" dist="76200" dir="2700000" algn="tl" rotWithShape="0">
                <a:prstClr val="black">
                  <a:alpha val="13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800"/>
            </a:p>
          </p:txBody>
        </p:sp>
        <p:sp>
          <p:nvSpPr>
            <p:cNvPr id="16" name="TextBox 15">
              <a:extLst>
                <a:ext uri="{FF2B5EF4-FFF2-40B4-BE49-F238E27FC236}">
                  <a16:creationId xmlns:a16="http://schemas.microsoft.com/office/drawing/2014/main" xmlns="" id="{A20B3251-D7AF-AA98-7515-DA3A5A4F4F3B}"/>
                </a:ext>
              </a:extLst>
            </p:cNvPr>
            <p:cNvSpPr txBox="1"/>
            <p:nvPr/>
          </p:nvSpPr>
          <p:spPr>
            <a:xfrm>
              <a:off x="3427625" y="435266"/>
              <a:ext cx="3412582" cy="707886"/>
            </a:xfrm>
            <a:prstGeom prst="rect">
              <a:avLst/>
            </a:prstGeom>
            <a:noFill/>
          </p:spPr>
          <p:txBody>
            <a:bodyPr wrap="square" rtlCol="0">
              <a:spAutoFit/>
            </a:bodyPr>
            <a:lstStyle/>
            <a:p>
              <a:r>
                <a:rPr lang="en-US" sz="4000" b="1" dirty="0">
                  <a:solidFill>
                    <a:srgbClr val="FF0000"/>
                  </a:solidFill>
                  <a:latin typeface="Times New Roman" panose="02020603050405020304" pitchFamily="18" charset="0"/>
                  <a:cs typeface="Times New Roman" panose="02020603050405020304" pitchFamily="18" charset="0"/>
                </a:rPr>
                <a:t>VẬN DỤNG</a:t>
              </a:r>
            </a:p>
          </p:txBody>
        </p:sp>
        <p:pic>
          <p:nvPicPr>
            <p:cNvPr id="17" name="Picture 16" descr="A picture containing toy, vector graphics&#10;&#10;Description automatically generated">
              <a:extLst>
                <a:ext uri="{FF2B5EF4-FFF2-40B4-BE49-F238E27FC236}">
                  <a16:creationId xmlns:a16="http://schemas.microsoft.com/office/drawing/2014/main" xmlns="" id="{2B4241EA-5AD0-EE31-C58C-1BABF0871663}"/>
                </a:ext>
              </a:extLst>
            </p:cNvPr>
            <p:cNvPicPr>
              <a:picLocks noChangeAspect="1"/>
            </p:cNvPicPr>
            <p:nvPr/>
          </p:nvPicPr>
          <p:blipFill>
            <a:blip r:embed="rId6"/>
            <a:stretch>
              <a:fillRect/>
            </a:stretch>
          </p:blipFill>
          <p:spPr>
            <a:xfrm>
              <a:off x="2712755" y="478412"/>
              <a:ext cx="879531" cy="879531"/>
            </a:xfrm>
            <a:prstGeom prst="rect">
              <a:avLst/>
            </a:prstGeom>
          </p:spPr>
        </p:pic>
      </p:grpSp>
    </p:spTree>
    <p:extLst>
      <p:ext uri="{BB962C8B-B14F-4D97-AF65-F5344CB8AC3E}">
        <p14:creationId xmlns:p14="http://schemas.microsoft.com/office/powerpoint/2010/main" val="174145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47"/>
          <p:cNvSpPr/>
          <p:nvPr/>
        </p:nvSpPr>
        <p:spPr>
          <a:xfrm>
            <a:off x="152775" y="1663700"/>
            <a:ext cx="8825928" cy="3162300"/>
          </a:xfrm>
          <a:custGeom>
            <a:avLst/>
            <a:gdLst/>
            <a:ahLst/>
            <a:cxnLst/>
            <a:rect l="l" t="t" r="r" b="b"/>
            <a:pathLst>
              <a:path w="199801" h="103467" extrusionOk="0">
                <a:moveTo>
                  <a:pt x="100127" y="0"/>
                </a:moveTo>
                <a:cubicBezTo>
                  <a:pt x="91281" y="0"/>
                  <a:pt x="82435" y="60"/>
                  <a:pt x="73588" y="179"/>
                </a:cubicBezTo>
                <a:cubicBezTo>
                  <a:pt x="71909" y="207"/>
                  <a:pt x="70225" y="228"/>
                  <a:pt x="68546" y="260"/>
                </a:cubicBezTo>
                <a:cubicBezTo>
                  <a:pt x="52087" y="520"/>
                  <a:pt x="35630" y="988"/>
                  <a:pt x="19162" y="1665"/>
                </a:cubicBezTo>
                <a:cubicBezTo>
                  <a:pt x="18193" y="1706"/>
                  <a:pt x="17218" y="1746"/>
                  <a:pt x="16248" y="1787"/>
                </a:cubicBezTo>
                <a:cubicBezTo>
                  <a:pt x="16028" y="1796"/>
                  <a:pt x="15812" y="1804"/>
                  <a:pt x="15593" y="1813"/>
                </a:cubicBezTo>
                <a:cubicBezTo>
                  <a:pt x="15367" y="1808"/>
                  <a:pt x="15144" y="1805"/>
                  <a:pt x="14922" y="1805"/>
                </a:cubicBezTo>
                <a:cubicBezTo>
                  <a:pt x="8389" y="1805"/>
                  <a:pt x="3600" y="4346"/>
                  <a:pt x="3305" y="11429"/>
                </a:cubicBezTo>
                <a:cubicBezTo>
                  <a:pt x="3175" y="13103"/>
                  <a:pt x="2999" y="15015"/>
                  <a:pt x="2802" y="17121"/>
                </a:cubicBezTo>
                <a:cubicBezTo>
                  <a:pt x="2766" y="17494"/>
                  <a:pt x="2730" y="17871"/>
                  <a:pt x="2698" y="18258"/>
                </a:cubicBezTo>
                <a:cubicBezTo>
                  <a:pt x="2446" y="20869"/>
                  <a:pt x="2168" y="23752"/>
                  <a:pt x="1886" y="26831"/>
                </a:cubicBezTo>
                <a:cubicBezTo>
                  <a:pt x="1840" y="27303"/>
                  <a:pt x="1800" y="27784"/>
                  <a:pt x="1755" y="28269"/>
                </a:cubicBezTo>
                <a:cubicBezTo>
                  <a:pt x="1207" y="34357"/>
                  <a:pt x="673" y="41131"/>
                  <a:pt x="373" y="48018"/>
                </a:cubicBezTo>
                <a:cubicBezTo>
                  <a:pt x="373" y="48054"/>
                  <a:pt x="373" y="48094"/>
                  <a:pt x="368" y="48130"/>
                </a:cubicBezTo>
                <a:cubicBezTo>
                  <a:pt x="54" y="55430"/>
                  <a:pt x="1" y="62856"/>
                  <a:pt x="476" y="69733"/>
                </a:cubicBezTo>
                <a:cubicBezTo>
                  <a:pt x="508" y="70211"/>
                  <a:pt x="544" y="70686"/>
                  <a:pt x="584" y="71158"/>
                </a:cubicBezTo>
                <a:cubicBezTo>
                  <a:pt x="778" y="73585"/>
                  <a:pt x="1046" y="75939"/>
                  <a:pt x="1392" y="78183"/>
                </a:cubicBezTo>
                <a:cubicBezTo>
                  <a:pt x="1441" y="78494"/>
                  <a:pt x="1491" y="78798"/>
                  <a:pt x="1540" y="79103"/>
                </a:cubicBezTo>
                <a:cubicBezTo>
                  <a:pt x="2900" y="87234"/>
                  <a:pt x="5388" y="93865"/>
                  <a:pt x="9590" y="97461"/>
                </a:cubicBezTo>
                <a:cubicBezTo>
                  <a:pt x="9612" y="97479"/>
                  <a:pt x="9639" y="97497"/>
                  <a:pt x="9661" y="97510"/>
                </a:cubicBezTo>
                <a:cubicBezTo>
                  <a:pt x="10084" y="97812"/>
                  <a:pt x="10519" y="98082"/>
                  <a:pt x="10969" y="98328"/>
                </a:cubicBezTo>
                <a:cubicBezTo>
                  <a:pt x="15026" y="100582"/>
                  <a:pt x="19993" y="100869"/>
                  <a:pt x="24693" y="101067"/>
                </a:cubicBezTo>
                <a:cubicBezTo>
                  <a:pt x="47105" y="102494"/>
                  <a:pt x="69492" y="103284"/>
                  <a:pt x="91882" y="103437"/>
                </a:cubicBezTo>
                <a:cubicBezTo>
                  <a:pt x="93916" y="103454"/>
                  <a:pt x="95946" y="103464"/>
                  <a:pt x="97980" y="103464"/>
                </a:cubicBezTo>
                <a:cubicBezTo>
                  <a:pt x="98844" y="103466"/>
                  <a:pt x="99708" y="103467"/>
                  <a:pt x="100572" y="103467"/>
                </a:cubicBezTo>
                <a:cubicBezTo>
                  <a:pt x="115757" y="103467"/>
                  <a:pt x="130944" y="103166"/>
                  <a:pt x="146138" y="102575"/>
                </a:cubicBezTo>
                <a:cubicBezTo>
                  <a:pt x="147269" y="102534"/>
                  <a:pt x="148400" y="102485"/>
                  <a:pt x="149532" y="102436"/>
                </a:cubicBezTo>
                <a:cubicBezTo>
                  <a:pt x="158219" y="102076"/>
                  <a:pt x="166911" y="101620"/>
                  <a:pt x="175602" y="101067"/>
                </a:cubicBezTo>
                <a:cubicBezTo>
                  <a:pt x="176079" y="101083"/>
                  <a:pt x="176548" y="101092"/>
                  <a:pt x="177009" y="101092"/>
                </a:cubicBezTo>
                <a:cubicBezTo>
                  <a:pt x="189730" y="101092"/>
                  <a:pt x="196027" y="94765"/>
                  <a:pt x="198103" y="83886"/>
                </a:cubicBezTo>
                <a:cubicBezTo>
                  <a:pt x="198149" y="83679"/>
                  <a:pt x="198184" y="83468"/>
                  <a:pt x="198220" y="83257"/>
                </a:cubicBezTo>
                <a:cubicBezTo>
                  <a:pt x="198561" y="81295"/>
                  <a:pt x="198773" y="79185"/>
                  <a:pt x="198863" y="76944"/>
                </a:cubicBezTo>
                <a:cubicBezTo>
                  <a:pt x="198961" y="74515"/>
                  <a:pt x="199063" y="72073"/>
                  <a:pt x="199167" y="69613"/>
                </a:cubicBezTo>
                <a:cubicBezTo>
                  <a:pt x="199185" y="69230"/>
                  <a:pt x="199204" y="68850"/>
                  <a:pt x="199216" y="68468"/>
                </a:cubicBezTo>
                <a:cubicBezTo>
                  <a:pt x="199294" y="66627"/>
                  <a:pt x="199370" y="64781"/>
                  <a:pt x="199441" y="62927"/>
                </a:cubicBezTo>
                <a:cubicBezTo>
                  <a:pt x="199455" y="62560"/>
                  <a:pt x="199468" y="62191"/>
                  <a:pt x="199482" y="61823"/>
                </a:cubicBezTo>
                <a:cubicBezTo>
                  <a:pt x="199657" y="57027"/>
                  <a:pt x="199787" y="52202"/>
                  <a:pt x="199800" y="47376"/>
                </a:cubicBezTo>
                <a:lnTo>
                  <a:pt x="199800" y="45902"/>
                </a:lnTo>
                <a:cubicBezTo>
                  <a:pt x="199785" y="39540"/>
                  <a:pt x="199557" y="33189"/>
                  <a:pt x="198957" y="26923"/>
                </a:cubicBezTo>
                <a:cubicBezTo>
                  <a:pt x="198934" y="26685"/>
                  <a:pt x="198912" y="26448"/>
                  <a:pt x="198885" y="26209"/>
                </a:cubicBezTo>
                <a:cubicBezTo>
                  <a:pt x="198603" y="23400"/>
                  <a:pt x="198243" y="20607"/>
                  <a:pt x="197790" y="17837"/>
                </a:cubicBezTo>
                <a:cubicBezTo>
                  <a:pt x="197660" y="17050"/>
                  <a:pt x="197521" y="16265"/>
                  <a:pt x="197378" y="15479"/>
                </a:cubicBezTo>
                <a:cubicBezTo>
                  <a:pt x="196855" y="12633"/>
                  <a:pt x="196228" y="9817"/>
                  <a:pt x="195482" y="7034"/>
                </a:cubicBezTo>
                <a:cubicBezTo>
                  <a:pt x="195401" y="6738"/>
                  <a:pt x="195321" y="6442"/>
                  <a:pt x="195240" y="6150"/>
                </a:cubicBezTo>
                <a:cubicBezTo>
                  <a:pt x="194044" y="1903"/>
                  <a:pt x="187660" y="1599"/>
                  <a:pt x="182861" y="1599"/>
                </a:cubicBezTo>
                <a:cubicBezTo>
                  <a:pt x="182058" y="1599"/>
                  <a:pt x="181300" y="1607"/>
                  <a:pt x="180617" y="1607"/>
                </a:cubicBezTo>
                <a:cubicBezTo>
                  <a:pt x="180110" y="1607"/>
                  <a:pt x="179644" y="1603"/>
                  <a:pt x="179234" y="1586"/>
                </a:cubicBezTo>
                <a:cubicBezTo>
                  <a:pt x="173166" y="1345"/>
                  <a:pt x="167098" y="1143"/>
                  <a:pt x="161029" y="942"/>
                </a:cubicBezTo>
                <a:cubicBezTo>
                  <a:pt x="159943" y="907"/>
                  <a:pt x="158861" y="876"/>
                  <a:pt x="157774" y="844"/>
                </a:cubicBezTo>
                <a:cubicBezTo>
                  <a:pt x="138554" y="281"/>
                  <a:pt x="119341" y="0"/>
                  <a:pt x="100127" y="0"/>
                </a:cubicBezTo>
                <a:close/>
              </a:path>
            </a:pathLst>
          </a:custGeom>
          <a:solidFill>
            <a:schemeClr val="bg2">
              <a:lumMod val="20000"/>
              <a:lumOff val="80000"/>
            </a:schemeClr>
          </a:solidFill>
          <a:ln>
            <a:noFill/>
          </a:ln>
          <a:effectLst>
            <a:outerShdw blurRad="200025" dist="28575"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800"/>
          </a:p>
        </p:txBody>
      </p:sp>
      <p:pic>
        <p:nvPicPr>
          <p:cNvPr id="19" name="Picture 18" descr="Icon&#10;&#10;Description automatically generated">
            <a:extLst>
              <a:ext uri="{FF2B5EF4-FFF2-40B4-BE49-F238E27FC236}">
                <a16:creationId xmlns:a16="http://schemas.microsoft.com/office/drawing/2014/main" xmlns="" id="{F04FE855-9B15-C717-8063-D60BF52936B5}"/>
              </a:ext>
            </a:extLst>
          </p:cNvPr>
          <p:cNvPicPr>
            <a:picLocks noChangeAspect="1"/>
          </p:cNvPicPr>
          <p:nvPr/>
        </p:nvPicPr>
        <p:blipFill>
          <a:blip r:embed="rId3"/>
          <a:stretch>
            <a:fillRect/>
          </a:stretch>
        </p:blipFill>
        <p:spPr>
          <a:xfrm>
            <a:off x="7609224" y="3739273"/>
            <a:ext cx="1476215" cy="1476215"/>
          </a:xfrm>
          <a:prstGeom prst="rect">
            <a:avLst/>
          </a:prstGeom>
        </p:spPr>
      </p:pic>
      <p:grpSp>
        <p:nvGrpSpPr>
          <p:cNvPr id="5" name="Group 4">
            <a:extLst>
              <a:ext uri="{FF2B5EF4-FFF2-40B4-BE49-F238E27FC236}">
                <a16:creationId xmlns:a16="http://schemas.microsoft.com/office/drawing/2014/main" xmlns="" id="{77A3A94C-BFC5-A7EB-0CA6-34D53FCD0495}"/>
              </a:ext>
            </a:extLst>
          </p:cNvPr>
          <p:cNvGrpSpPr/>
          <p:nvPr/>
        </p:nvGrpSpPr>
        <p:grpSpPr>
          <a:xfrm>
            <a:off x="1291311" y="36333"/>
            <a:ext cx="5868246" cy="923650"/>
            <a:chOff x="2547841" y="435266"/>
            <a:chExt cx="4292366" cy="923650"/>
          </a:xfrm>
        </p:grpSpPr>
        <p:sp>
          <p:nvSpPr>
            <p:cNvPr id="63" name="Google Shape;634;p48">
              <a:extLst>
                <a:ext uri="{FF2B5EF4-FFF2-40B4-BE49-F238E27FC236}">
                  <a16:creationId xmlns:a16="http://schemas.microsoft.com/office/drawing/2014/main" xmlns="" id="{386FB296-0729-31A2-EC7E-DB29F24C3ED8}"/>
                </a:ext>
              </a:extLst>
            </p:cNvPr>
            <p:cNvSpPr/>
            <p:nvPr/>
          </p:nvSpPr>
          <p:spPr>
            <a:xfrm>
              <a:off x="2547841" y="435586"/>
              <a:ext cx="4041217" cy="923330"/>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chemeClr val="accent4">
                <a:lumMod val="75000"/>
              </a:schemeClr>
            </a:solidFill>
            <a:ln>
              <a:noFill/>
            </a:ln>
            <a:effectLst>
              <a:outerShdw blurRad="152400" dist="76200" dir="2700000" algn="tl" rotWithShape="0">
                <a:prstClr val="black">
                  <a:alpha val="13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800"/>
            </a:p>
          </p:txBody>
        </p:sp>
        <p:sp>
          <p:nvSpPr>
            <p:cNvPr id="12" name="TextBox 11">
              <a:extLst>
                <a:ext uri="{FF2B5EF4-FFF2-40B4-BE49-F238E27FC236}">
                  <a16:creationId xmlns:a16="http://schemas.microsoft.com/office/drawing/2014/main" xmlns="" id="{A20B3251-D7AF-AA98-7515-DA3A5A4F4F3B}"/>
                </a:ext>
              </a:extLst>
            </p:cNvPr>
            <p:cNvSpPr txBox="1"/>
            <p:nvPr/>
          </p:nvSpPr>
          <p:spPr>
            <a:xfrm>
              <a:off x="3427625" y="435266"/>
              <a:ext cx="3412582" cy="830997"/>
            </a:xfrm>
            <a:prstGeom prst="rect">
              <a:avLst/>
            </a:prstGeom>
            <a:noFill/>
          </p:spPr>
          <p:txBody>
            <a:bodyPr wrap="square" rtlCol="0">
              <a:spAutoFit/>
            </a:bodyPr>
            <a:lstStyle/>
            <a:p>
              <a:r>
                <a:rPr lang="en-US" sz="4800" b="1" dirty="0">
                  <a:solidFill>
                    <a:srgbClr val="FF0000"/>
                  </a:solidFill>
                  <a:latin typeface="Times New Roman" panose="02020603050405020304" pitchFamily="18" charset="0"/>
                  <a:cs typeface="Times New Roman" panose="02020603050405020304" pitchFamily="18" charset="0"/>
                </a:rPr>
                <a:t>VẬN DỤNG</a:t>
              </a:r>
            </a:p>
          </p:txBody>
        </p:sp>
        <p:pic>
          <p:nvPicPr>
            <p:cNvPr id="4" name="Picture 3" descr="A picture containing toy, vector graphics&#10;&#10;Description automatically generated">
              <a:extLst>
                <a:ext uri="{FF2B5EF4-FFF2-40B4-BE49-F238E27FC236}">
                  <a16:creationId xmlns:a16="http://schemas.microsoft.com/office/drawing/2014/main" xmlns="" id="{2B4241EA-5AD0-EE31-C58C-1BABF0871663}"/>
                </a:ext>
              </a:extLst>
            </p:cNvPr>
            <p:cNvPicPr>
              <a:picLocks noChangeAspect="1"/>
            </p:cNvPicPr>
            <p:nvPr/>
          </p:nvPicPr>
          <p:blipFill>
            <a:blip r:embed="rId4"/>
            <a:stretch>
              <a:fillRect/>
            </a:stretch>
          </p:blipFill>
          <p:spPr>
            <a:xfrm>
              <a:off x="2712755" y="478412"/>
              <a:ext cx="879531" cy="879531"/>
            </a:xfrm>
            <a:prstGeom prst="rect">
              <a:avLst/>
            </a:prstGeom>
          </p:spPr>
        </p:pic>
      </p:grpSp>
      <p:sp>
        <p:nvSpPr>
          <p:cNvPr id="3" name="Rectangle 2"/>
          <p:cNvSpPr/>
          <p:nvPr/>
        </p:nvSpPr>
        <p:spPr>
          <a:xfrm>
            <a:off x="404371" y="2602863"/>
            <a:ext cx="8559800" cy="954107"/>
          </a:xfrm>
          <a:prstGeom prst="rect">
            <a:avLst/>
          </a:prstGeom>
        </p:spPr>
        <p:txBody>
          <a:bodyPr wrap="square">
            <a:spAutoFit/>
          </a:bodyPr>
          <a:lstStyle/>
          <a:p>
            <a:r>
              <a:rPr lang="en-US" sz="2800" b="1" dirty="0" err="1">
                <a:latin typeface="Times New Roman" panose="02020603050405020304" pitchFamily="18" charset="0"/>
                <a:cs typeface="Times New Roman" panose="02020603050405020304" pitchFamily="18" charset="0"/>
              </a:rPr>
              <a:t>Câu</a:t>
            </a:r>
            <a:r>
              <a:rPr lang="en-US" sz="2800" b="1" dirty="0">
                <a:latin typeface="Times New Roman" panose="02020603050405020304" pitchFamily="18" charset="0"/>
                <a:cs typeface="Times New Roman" panose="02020603050405020304" pitchFamily="18" charset="0"/>
              </a:rPr>
              <a:t> 2: </a:t>
            </a:r>
            <a:r>
              <a:rPr lang="en-US" sz="2800" dirty="0" err="1">
                <a:latin typeface="Times New Roman" panose="02020603050405020304" pitchFamily="18" charset="0"/>
                <a:cs typeface="Times New Roman" panose="02020603050405020304" pitchFamily="18" charset="0"/>
              </a:rPr>
              <a:t>Hãy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mô</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cấu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tạo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loại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chữa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cháy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dụng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biết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dụng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loại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này</a:t>
            </a:r>
            <a:r>
              <a:rPr lang="en-US"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292324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47"/>
          <p:cNvSpPr/>
          <p:nvPr/>
        </p:nvSpPr>
        <p:spPr>
          <a:xfrm>
            <a:off x="259511" y="1239653"/>
            <a:ext cx="8825928" cy="3866017"/>
          </a:xfrm>
          <a:custGeom>
            <a:avLst/>
            <a:gdLst/>
            <a:ahLst/>
            <a:cxnLst/>
            <a:rect l="l" t="t" r="r" b="b"/>
            <a:pathLst>
              <a:path w="199801" h="103467" extrusionOk="0">
                <a:moveTo>
                  <a:pt x="100127" y="0"/>
                </a:moveTo>
                <a:cubicBezTo>
                  <a:pt x="91281" y="0"/>
                  <a:pt x="82435" y="60"/>
                  <a:pt x="73588" y="179"/>
                </a:cubicBezTo>
                <a:cubicBezTo>
                  <a:pt x="71909" y="207"/>
                  <a:pt x="70225" y="228"/>
                  <a:pt x="68546" y="260"/>
                </a:cubicBezTo>
                <a:cubicBezTo>
                  <a:pt x="52087" y="520"/>
                  <a:pt x="35630" y="988"/>
                  <a:pt x="19162" y="1665"/>
                </a:cubicBezTo>
                <a:cubicBezTo>
                  <a:pt x="18193" y="1706"/>
                  <a:pt x="17218" y="1746"/>
                  <a:pt x="16248" y="1787"/>
                </a:cubicBezTo>
                <a:cubicBezTo>
                  <a:pt x="16028" y="1796"/>
                  <a:pt x="15812" y="1804"/>
                  <a:pt x="15593" y="1813"/>
                </a:cubicBezTo>
                <a:cubicBezTo>
                  <a:pt x="15367" y="1808"/>
                  <a:pt x="15144" y="1805"/>
                  <a:pt x="14922" y="1805"/>
                </a:cubicBezTo>
                <a:cubicBezTo>
                  <a:pt x="8389" y="1805"/>
                  <a:pt x="3600" y="4346"/>
                  <a:pt x="3305" y="11429"/>
                </a:cubicBezTo>
                <a:cubicBezTo>
                  <a:pt x="3175" y="13103"/>
                  <a:pt x="2999" y="15015"/>
                  <a:pt x="2802" y="17121"/>
                </a:cubicBezTo>
                <a:cubicBezTo>
                  <a:pt x="2766" y="17494"/>
                  <a:pt x="2730" y="17871"/>
                  <a:pt x="2698" y="18258"/>
                </a:cubicBezTo>
                <a:cubicBezTo>
                  <a:pt x="2446" y="20869"/>
                  <a:pt x="2168" y="23752"/>
                  <a:pt x="1886" y="26831"/>
                </a:cubicBezTo>
                <a:cubicBezTo>
                  <a:pt x="1840" y="27303"/>
                  <a:pt x="1800" y="27784"/>
                  <a:pt x="1755" y="28269"/>
                </a:cubicBezTo>
                <a:cubicBezTo>
                  <a:pt x="1207" y="34357"/>
                  <a:pt x="673" y="41131"/>
                  <a:pt x="373" y="48018"/>
                </a:cubicBezTo>
                <a:cubicBezTo>
                  <a:pt x="373" y="48054"/>
                  <a:pt x="373" y="48094"/>
                  <a:pt x="368" y="48130"/>
                </a:cubicBezTo>
                <a:cubicBezTo>
                  <a:pt x="54" y="55430"/>
                  <a:pt x="1" y="62856"/>
                  <a:pt x="476" y="69733"/>
                </a:cubicBezTo>
                <a:cubicBezTo>
                  <a:pt x="508" y="70211"/>
                  <a:pt x="544" y="70686"/>
                  <a:pt x="584" y="71158"/>
                </a:cubicBezTo>
                <a:cubicBezTo>
                  <a:pt x="778" y="73585"/>
                  <a:pt x="1046" y="75939"/>
                  <a:pt x="1392" y="78183"/>
                </a:cubicBezTo>
                <a:cubicBezTo>
                  <a:pt x="1441" y="78494"/>
                  <a:pt x="1491" y="78798"/>
                  <a:pt x="1540" y="79103"/>
                </a:cubicBezTo>
                <a:cubicBezTo>
                  <a:pt x="2900" y="87234"/>
                  <a:pt x="5388" y="93865"/>
                  <a:pt x="9590" y="97461"/>
                </a:cubicBezTo>
                <a:cubicBezTo>
                  <a:pt x="9612" y="97479"/>
                  <a:pt x="9639" y="97497"/>
                  <a:pt x="9661" y="97510"/>
                </a:cubicBezTo>
                <a:cubicBezTo>
                  <a:pt x="10084" y="97812"/>
                  <a:pt x="10519" y="98082"/>
                  <a:pt x="10969" y="98328"/>
                </a:cubicBezTo>
                <a:cubicBezTo>
                  <a:pt x="15026" y="100582"/>
                  <a:pt x="19993" y="100869"/>
                  <a:pt x="24693" y="101067"/>
                </a:cubicBezTo>
                <a:cubicBezTo>
                  <a:pt x="47105" y="102494"/>
                  <a:pt x="69492" y="103284"/>
                  <a:pt x="91882" y="103437"/>
                </a:cubicBezTo>
                <a:cubicBezTo>
                  <a:pt x="93916" y="103454"/>
                  <a:pt x="95946" y="103464"/>
                  <a:pt x="97980" y="103464"/>
                </a:cubicBezTo>
                <a:cubicBezTo>
                  <a:pt x="98844" y="103466"/>
                  <a:pt x="99708" y="103467"/>
                  <a:pt x="100572" y="103467"/>
                </a:cubicBezTo>
                <a:cubicBezTo>
                  <a:pt x="115757" y="103467"/>
                  <a:pt x="130944" y="103166"/>
                  <a:pt x="146138" y="102575"/>
                </a:cubicBezTo>
                <a:cubicBezTo>
                  <a:pt x="147269" y="102534"/>
                  <a:pt x="148400" y="102485"/>
                  <a:pt x="149532" y="102436"/>
                </a:cubicBezTo>
                <a:cubicBezTo>
                  <a:pt x="158219" y="102076"/>
                  <a:pt x="166911" y="101620"/>
                  <a:pt x="175602" y="101067"/>
                </a:cubicBezTo>
                <a:cubicBezTo>
                  <a:pt x="176079" y="101083"/>
                  <a:pt x="176548" y="101092"/>
                  <a:pt x="177009" y="101092"/>
                </a:cubicBezTo>
                <a:cubicBezTo>
                  <a:pt x="189730" y="101092"/>
                  <a:pt x="196027" y="94765"/>
                  <a:pt x="198103" y="83886"/>
                </a:cubicBezTo>
                <a:cubicBezTo>
                  <a:pt x="198149" y="83679"/>
                  <a:pt x="198184" y="83468"/>
                  <a:pt x="198220" y="83257"/>
                </a:cubicBezTo>
                <a:cubicBezTo>
                  <a:pt x="198561" y="81295"/>
                  <a:pt x="198773" y="79185"/>
                  <a:pt x="198863" y="76944"/>
                </a:cubicBezTo>
                <a:cubicBezTo>
                  <a:pt x="198961" y="74515"/>
                  <a:pt x="199063" y="72073"/>
                  <a:pt x="199167" y="69613"/>
                </a:cubicBezTo>
                <a:cubicBezTo>
                  <a:pt x="199185" y="69230"/>
                  <a:pt x="199204" y="68850"/>
                  <a:pt x="199216" y="68468"/>
                </a:cubicBezTo>
                <a:cubicBezTo>
                  <a:pt x="199294" y="66627"/>
                  <a:pt x="199370" y="64781"/>
                  <a:pt x="199441" y="62927"/>
                </a:cubicBezTo>
                <a:cubicBezTo>
                  <a:pt x="199455" y="62560"/>
                  <a:pt x="199468" y="62191"/>
                  <a:pt x="199482" y="61823"/>
                </a:cubicBezTo>
                <a:cubicBezTo>
                  <a:pt x="199657" y="57027"/>
                  <a:pt x="199787" y="52202"/>
                  <a:pt x="199800" y="47376"/>
                </a:cubicBezTo>
                <a:lnTo>
                  <a:pt x="199800" y="45902"/>
                </a:lnTo>
                <a:cubicBezTo>
                  <a:pt x="199785" y="39540"/>
                  <a:pt x="199557" y="33189"/>
                  <a:pt x="198957" y="26923"/>
                </a:cubicBezTo>
                <a:cubicBezTo>
                  <a:pt x="198934" y="26685"/>
                  <a:pt x="198912" y="26448"/>
                  <a:pt x="198885" y="26209"/>
                </a:cubicBezTo>
                <a:cubicBezTo>
                  <a:pt x="198603" y="23400"/>
                  <a:pt x="198243" y="20607"/>
                  <a:pt x="197790" y="17837"/>
                </a:cubicBezTo>
                <a:cubicBezTo>
                  <a:pt x="197660" y="17050"/>
                  <a:pt x="197521" y="16265"/>
                  <a:pt x="197378" y="15479"/>
                </a:cubicBezTo>
                <a:cubicBezTo>
                  <a:pt x="196855" y="12633"/>
                  <a:pt x="196228" y="9817"/>
                  <a:pt x="195482" y="7034"/>
                </a:cubicBezTo>
                <a:cubicBezTo>
                  <a:pt x="195401" y="6738"/>
                  <a:pt x="195321" y="6442"/>
                  <a:pt x="195240" y="6150"/>
                </a:cubicBezTo>
                <a:cubicBezTo>
                  <a:pt x="194044" y="1903"/>
                  <a:pt x="187660" y="1599"/>
                  <a:pt x="182861" y="1599"/>
                </a:cubicBezTo>
                <a:cubicBezTo>
                  <a:pt x="182058" y="1599"/>
                  <a:pt x="181300" y="1607"/>
                  <a:pt x="180617" y="1607"/>
                </a:cubicBezTo>
                <a:cubicBezTo>
                  <a:pt x="180110" y="1607"/>
                  <a:pt x="179644" y="1603"/>
                  <a:pt x="179234" y="1586"/>
                </a:cubicBezTo>
                <a:cubicBezTo>
                  <a:pt x="173166" y="1345"/>
                  <a:pt x="167098" y="1143"/>
                  <a:pt x="161029" y="942"/>
                </a:cubicBezTo>
                <a:cubicBezTo>
                  <a:pt x="159943" y="907"/>
                  <a:pt x="158861" y="876"/>
                  <a:pt x="157774" y="844"/>
                </a:cubicBezTo>
                <a:cubicBezTo>
                  <a:pt x="138554" y="281"/>
                  <a:pt x="119341" y="0"/>
                  <a:pt x="100127" y="0"/>
                </a:cubicBezTo>
                <a:close/>
              </a:path>
            </a:pathLst>
          </a:custGeom>
          <a:solidFill>
            <a:schemeClr val="bg2">
              <a:lumMod val="20000"/>
              <a:lumOff val="80000"/>
            </a:schemeClr>
          </a:solidFill>
          <a:ln>
            <a:noFill/>
          </a:ln>
          <a:effectLst>
            <a:outerShdw blurRad="200025" dist="28575" algn="bl" rotWithShape="0">
              <a:srgbClr val="000000">
                <a:alpha val="10000"/>
              </a:srgbClr>
            </a:outerShdw>
          </a:effectLst>
        </p:spPr>
        <p:txBody>
          <a:bodyPr spcFirstLastPara="1" wrap="square" lIns="91425" tIns="91425" rIns="91425" bIns="91425" anchor="ctr" anchorCtr="0">
            <a:noAutofit/>
          </a:bodyPr>
          <a:lstStyle/>
          <a:p>
            <a:pPr lvl="0" algn="just"/>
            <a:r>
              <a:rPr lang="en-US" sz="2000" dirty="0" err="1"/>
              <a:t>Thân</a:t>
            </a:r>
            <a:r>
              <a:rPr lang="en-US" sz="2000" dirty="0"/>
              <a:t> </a:t>
            </a:r>
            <a:r>
              <a:rPr lang="en-US" sz="2000" dirty="0" err="1"/>
              <a:t>bình</a:t>
            </a:r>
            <a:r>
              <a:rPr lang="en-US" sz="2000" dirty="0"/>
              <a:t> </a:t>
            </a:r>
            <a:r>
              <a:rPr lang="en-US" sz="2000" dirty="0" err="1"/>
              <a:t>cứu</a:t>
            </a:r>
            <a:r>
              <a:rPr lang="en-US" sz="2000" dirty="0"/>
              <a:t> </a:t>
            </a:r>
            <a:r>
              <a:rPr lang="en-US" sz="2000" dirty="0" err="1"/>
              <a:t>hoả</a:t>
            </a:r>
            <a:r>
              <a:rPr lang="en-US" sz="2000" dirty="0"/>
              <a:t> </a:t>
            </a:r>
            <a:r>
              <a:rPr lang="en-US" sz="2000" dirty="0" err="1"/>
              <a:t>làm</a:t>
            </a:r>
            <a:r>
              <a:rPr lang="en-US" sz="2000" dirty="0"/>
              <a:t> </a:t>
            </a:r>
            <a:r>
              <a:rPr lang="en-US" sz="2000" dirty="0" err="1"/>
              <a:t>bằng</a:t>
            </a:r>
            <a:r>
              <a:rPr lang="en-US" sz="2000" dirty="0"/>
              <a:t> </a:t>
            </a:r>
            <a:r>
              <a:rPr lang="en-US" sz="2000" dirty="0" err="1"/>
              <a:t>thép</a:t>
            </a:r>
            <a:r>
              <a:rPr lang="en-US" sz="2000" dirty="0"/>
              <a:t> </a:t>
            </a:r>
            <a:r>
              <a:rPr lang="en-US" sz="2000" dirty="0" err="1"/>
              <a:t>đú</a:t>
            </a:r>
            <a:r>
              <a:rPr lang="en-US" sz="2000" dirty="0"/>
              <a:t>, </a:t>
            </a:r>
            <a:r>
              <a:rPr lang="en-US" sz="2000" dirty="0" err="1"/>
              <a:t>hình</a:t>
            </a:r>
            <a:r>
              <a:rPr lang="en-US" sz="2000" dirty="0"/>
              <a:t> </a:t>
            </a:r>
            <a:r>
              <a:rPr lang="en-US" sz="2000" dirty="0" err="1"/>
              <a:t>trụ</a:t>
            </a:r>
            <a:r>
              <a:rPr lang="en-US" sz="2000" dirty="0"/>
              <a:t> </a:t>
            </a:r>
            <a:r>
              <a:rPr lang="en-US" sz="2000" dirty="0" err="1"/>
              <a:t>đứng</a:t>
            </a:r>
            <a:r>
              <a:rPr lang="en-US" sz="2000" dirty="0"/>
              <a:t> </a:t>
            </a:r>
            <a:r>
              <a:rPr lang="en-US" sz="2000" dirty="0" err="1"/>
              <a:t>và</a:t>
            </a:r>
            <a:r>
              <a:rPr lang="en-US" sz="2000" dirty="0"/>
              <a:t> </a:t>
            </a:r>
            <a:r>
              <a:rPr lang="en-US" sz="2000" dirty="0" err="1"/>
              <a:t>thường</a:t>
            </a:r>
            <a:r>
              <a:rPr lang="en-US" sz="2000" dirty="0"/>
              <a:t> </a:t>
            </a:r>
            <a:r>
              <a:rPr lang="en-US" sz="2000" dirty="0" err="1"/>
              <a:t>được</a:t>
            </a:r>
            <a:r>
              <a:rPr lang="en-US" sz="2000" dirty="0"/>
              <a:t> </a:t>
            </a:r>
            <a:r>
              <a:rPr lang="en-US" sz="2000" dirty="0" err="1"/>
              <a:t>sơn</a:t>
            </a:r>
            <a:r>
              <a:rPr lang="en-US" sz="2000" dirty="0"/>
              <a:t> </a:t>
            </a:r>
            <a:r>
              <a:rPr lang="en-US" sz="2000" dirty="0" err="1"/>
              <a:t>màu</a:t>
            </a:r>
            <a:r>
              <a:rPr lang="en-US" sz="2000" dirty="0"/>
              <a:t> </a:t>
            </a:r>
            <a:r>
              <a:rPr lang="en-US" sz="2000" dirty="0" err="1"/>
              <a:t>đỏ</a:t>
            </a:r>
            <a:r>
              <a:rPr lang="en-US" sz="2000" dirty="0"/>
              <a:t>. </a:t>
            </a:r>
            <a:r>
              <a:rPr lang="en-US" sz="2000" dirty="0" err="1"/>
              <a:t>Cụm</a:t>
            </a:r>
            <a:r>
              <a:rPr lang="en-US" sz="2000" dirty="0"/>
              <a:t> van </a:t>
            </a:r>
            <a:r>
              <a:rPr lang="en-US" sz="2000" dirty="0" err="1"/>
              <a:t>làm</a:t>
            </a:r>
            <a:r>
              <a:rPr lang="en-US" sz="2000" dirty="0"/>
              <a:t> </a:t>
            </a:r>
            <a:r>
              <a:rPr lang="en-US" sz="2000" dirty="0" err="1"/>
              <a:t>bằng</a:t>
            </a:r>
            <a:r>
              <a:rPr lang="en-US" sz="2000" dirty="0"/>
              <a:t> </a:t>
            </a:r>
            <a:r>
              <a:rPr lang="en-US" sz="2000" dirty="0" err="1"/>
              <a:t>hợp</a:t>
            </a:r>
            <a:r>
              <a:rPr lang="en-US" sz="2000" dirty="0"/>
              <a:t> </a:t>
            </a:r>
            <a:r>
              <a:rPr lang="en-US" sz="2000" dirty="0" err="1"/>
              <a:t>kim</a:t>
            </a:r>
            <a:r>
              <a:rPr lang="en-US" sz="2000" dirty="0"/>
              <a:t> </a:t>
            </a:r>
            <a:r>
              <a:rPr lang="en-US" sz="2000" dirty="0" err="1"/>
              <a:t>đồng</a:t>
            </a:r>
            <a:r>
              <a:rPr lang="en-US" sz="2000" dirty="0"/>
              <a:t> </a:t>
            </a:r>
            <a:r>
              <a:rPr lang="en-US" sz="2000" dirty="0" err="1"/>
              <a:t>theo</a:t>
            </a:r>
            <a:r>
              <a:rPr lang="en-US" sz="2000" dirty="0"/>
              <a:t> </a:t>
            </a:r>
            <a:r>
              <a:rPr lang="en-US" sz="2000" dirty="0" err="1"/>
              <a:t>kiểu</a:t>
            </a:r>
            <a:r>
              <a:rPr lang="en-US" sz="2000" dirty="0"/>
              <a:t> van </a:t>
            </a:r>
            <a:r>
              <a:rPr lang="en-US" sz="2000" dirty="0" err="1"/>
              <a:t>lò</a:t>
            </a:r>
            <a:r>
              <a:rPr lang="en-US" sz="2000" dirty="0"/>
              <a:t> xo </a:t>
            </a:r>
            <a:r>
              <a:rPr lang="en-US" sz="2000" dirty="0" err="1"/>
              <a:t>nén</a:t>
            </a:r>
            <a:r>
              <a:rPr lang="en-US" sz="2000" dirty="0"/>
              <a:t> </a:t>
            </a:r>
            <a:r>
              <a:rPr lang="en-US" sz="2000" dirty="0" err="1"/>
              <a:t>một</a:t>
            </a:r>
            <a:r>
              <a:rPr lang="en-US" sz="2000" dirty="0"/>
              <a:t> </a:t>
            </a:r>
            <a:r>
              <a:rPr lang="en-US" sz="2000" dirty="0" err="1"/>
              <a:t>chiều</a:t>
            </a:r>
            <a:r>
              <a:rPr lang="en-US" sz="2000" dirty="0"/>
              <a:t>, </a:t>
            </a:r>
            <a:r>
              <a:rPr lang="en-US" sz="2000" dirty="0" err="1"/>
              <a:t>có</a:t>
            </a:r>
            <a:r>
              <a:rPr lang="en-US" sz="2000" dirty="0"/>
              <a:t> </a:t>
            </a:r>
            <a:r>
              <a:rPr lang="en-US" sz="2000" dirty="0" err="1"/>
              <a:t>cò</a:t>
            </a:r>
            <a:r>
              <a:rPr lang="en-US" sz="2000" dirty="0"/>
              <a:t> </a:t>
            </a:r>
            <a:r>
              <a:rPr lang="en-US" sz="2000" dirty="0" err="1"/>
              <a:t>bóp</a:t>
            </a:r>
            <a:r>
              <a:rPr lang="en-US" sz="2000" dirty="0"/>
              <a:t> </a:t>
            </a:r>
            <a:r>
              <a:rPr lang="en-US" sz="2000" dirty="0" err="1"/>
              <a:t>phía</a:t>
            </a:r>
            <a:r>
              <a:rPr lang="en-US" sz="2000" dirty="0"/>
              <a:t> </a:t>
            </a:r>
            <a:r>
              <a:rPr lang="en-US" sz="2000" dirty="0" err="1"/>
              <a:t>trên</a:t>
            </a:r>
            <a:r>
              <a:rPr lang="en-US" sz="2000" dirty="0"/>
              <a:t> </a:t>
            </a:r>
            <a:r>
              <a:rPr lang="en-US" sz="2000" dirty="0" err="1"/>
              <a:t>đồng</a:t>
            </a:r>
            <a:r>
              <a:rPr lang="en-US" sz="2000" dirty="0"/>
              <a:t> </a:t>
            </a:r>
            <a:r>
              <a:rPr lang="en-US" sz="2000" dirty="0" err="1"/>
              <a:t>thời</a:t>
            </a:r>
            <a:r>
              <a:rPr lang="en-US" sz="2000" dirty="0"/>
              <a:t> </a:t>
            </a:r>
            <a:r>
              <a:rPr lang="en-US" sz="2000" dirty="0" err="1"/>
              <a:t>là</a:t>
            </a:r>
            <a:r>
              <a:rPr lang="en-US" sz="2000" dirty="0"/>
              <a:t> </a:t>
            </a:r>
            <a:r>
              <a:rPr lang="en-US" sz="2000" dirty="0" err="1"/>
              <a:t>tay</a:t>
            </a:r>
            <a:r>
              <a:rPr lang="en-US" sz="2000" dirty="0"/>
              <a:t> </a:t>
            </a:r>
            <a:r>
              <a:rPr lang="en-US" sz="2000" dirty="0" err="1"/>
              <a:t>xách</a:t>
            </a:r>
            <a:r>
              <a:rPr lang="en-US" sz="2000" dirty="0"/>
              <a:t>. </a:t>
            </a:r>
            <a:r>
              <a:rPr lang="en-US" sz="2000" dirty="0" err="1"/>
              <a:t>Tại</a:t>
            </a:r>
            <a:r>
              <a:rPr lang="en-US" sz="2000" dirty="0"/>
              <a:t> </a:t>
            </a:r>
            <a:r>
              <a:rPr lang="en-US" sz="2000" dirty="0" err="1"/>
              <a:t>đây</a:t>
            </a:r>
            <a:r>
              <a:rPr lang="en-US" sz="2000" dirty="0"/>
              <a:t> </a:t>
            </a:r>
            <a:r>
              <a:rPr lang="en-US" sz="2000" dirty="0" err="1"/>
              <a:t>có</a:t>
            </a:r>
            <a:r>
              <a:rPr lang="en-US" sz="2000" dirty="0"/>
              <a:t> </a:t>
            </a:r>
            <a:r>
              <a:rPr lang="en-US" sz="2000" dirty="0" err="1"/>
              <a:t>khoá</a:t>
            </a:r>
            <a:r>
              <a:rPr lang="en-US" sz="2000" dirty="0"/>
              <a:t> an </a:t>
            </a:r>
            <a:r>
              <a:rPr lang="en-US" sz="2000" dirty="0" err="1"/>
              <a:t>toàn</a:t>
            </a:r>
            <a:r>
              <a:rPr lang="en-US" sz="2000" dirty="0"/>
              <a:t>.</a:t>
            </a:r>
          </a:p>
          <a:p>
            <a:pPr lvl="0" algn="just"/>
            <a:r>
              <a:rPr lang="en-US" sz="2000" dirty="0" err="1"/>
              <a:t>Trong</a:t>
            </a:r>
            <a:r>
              <a:rPr lang="en-US" sz="2000" dirty="0"/>
              <a:t> </a:t>
            </a:r>
            <a:r>
              <a:rPr lang="en-US" sz="2000" dirty="0" err="1"/>
              <a:t>bình</a:t>
            </a:r>
            <a:r>
              <a:rPr lang="en-US" sz="2000" dirty="0"/>
              <a:t> </a:t>
            </a:r>
            <a:r>
              <a:rPr lang="en-US" sz="2000" dirty="0" err="1"/>
              <a:t>và</a:t>
            </a:r>
            <a:r>
              <a:rPr lang="en-US" sz="2000" dirty="0"/>
              <a:t> </a:t>
            </a:r>
            <a:r>
              <a:rPr lang="en-US" sz="2000" dirty="0" err="1"/>
              <a:t>dưới</a:t>
            </a:r>
            <a:r>
              <a:rPr lang="en-US" sz="2000" dirty="0"/>
              <a:t> van </a:t>
            </a:r>
            <a:r>
              <a:rPr lang="en-US" sz="2000" dirty="0" err="1"/>
              <a:t>là</a:t>
            </a:r>
            <a:r>
              <a:rPr lang="en-US" sz="2000" dirty="0"/>
              <a:t> </a:t>
            </a:r>
            <a:r>
              <a:rPr lang="en-US" sz="2000" dirty="0" err="1"/>
              <a:t>ống</a:t>
            </a:r>
            <a:r>
              <a:rPr lang="en-US" sz="2000" dirty="0"/>
              <a:t> </a:t>
            </a:r>
            <a:r>
              <a:rPr lang="en-US" sz="2000" dirty="0" err="1"/>
              <a:t>nhựa</a:t>
            </a:r>
            <a:r>
              <a:rPr lang="en-US" sz="2000" dirty="0"/>
              <a:t> </a:t>
            </a:r>
            <a:r>
              <a:rPr lang="en-US" sz="2000" dirty="0" err="1"/>
              <a:t>cứng</a:t>
            </a:r>
            <a:r>
              <a:rPr lang="en-US" sz="2000" dirty="0"/>
              <a:t> </a:t>
            </a:r>
            <a:r>
              <a:rPr lang="en-US" sz="2000" dirty="0" err="1"/>
              <a:t>dẫn</a:t>
            </a:r>
            <a:r>
              <a:rPr lang="en-US" sz="2000" dirty="0"/>
              <a:t> </a:t>
            </a:r>
            <a:r>
              <a:rPr lang="en-US" sz="2000" dirty="0" err="1"/>
              <a:t>khí</a:t>
            </a:r>
            <a:r>
              <a:rPr lang="en-US" sz="2000" dirty="0"/>
              <a:t> CO</a:t>
            </a:r>
            <a:r>
              <a:rPr lang="en-US" sz="2000" baseline="-25000" dirty="0"/>
              <a:t>2</a:t>
            </a:r>
            <a:r>
              <a:rPr lang="en-US" sz="2000" dirty="0"/>
              <a:t> </a:t>
            </a:r>
            <a:r>
              <a:rPr lang="en-US" sz="2000" dirty="0" err="1"/>
              <a:t>được</a:t>
            </a:r>
            <a:r>
              <a:rPr lang="en-US" sz="2000" dirty="0"/>
              <a:t> </a:t>
            </a:r>
            <a:r>
              <a:rPr lang="en-US" sz="2000" dirty="0" err="1"/>
              <a:t>nén</a:t>
            </a:r>
            <a:r>
              <a:rPr lang="en-US" sz="2000" dirty="0"/>
              <a:t> </a:t>
            </a:r>
            <a:r>
              <a:rPr lang="en-US" sz="2000" dirty="0" err="1"/>
              <a:t>lỏng</a:t>
            </a:r>
            <a:r>
              <a:rPr lang="en-US" sz="2000" dirty="0"/>
              <a:t> </a:t>
            </a:r>
            <a:r>
              <a:rPr lang="en-US" sz="2000" dirty="0" err="1"/>
              <a:t>từ</a:t>
            </a:r>
            <a:r>
              <a:rPr lang="en-US" sz="2000" dirty="0"/>
              <a:t> </a:t>
            </a:r>
            <a:r>
              <a:rPr lang="en-US" sz="2000" dirty="0" err="1"/>
              <a:t>bên</a:t>
            </a:r>
            <a:r>
              <a:rPr lang="en-US" sz="2000" dirty="0"/>
              <a:t> </a:t>
            </a:r>
            <a:r>
              <a:rPr lang="en-US" sz="2000" dirty="0" err="1"/>
              <a:t>trong</a:t>
            </a:r>
            <a:r>
              <a:rPr lang="en-US" sz="2000" dirty="0"/>
              <a:t> </a:t>
            </a:r>
            <a:r>
              <a:rPr lang="en-US" sz="2000" dirty="0" err="1"/>
              <a:t>bình</a:t>
            </a:r>
            <a:r>
              <a:rPr lang="en-US" sz="2000" dirty="0"/>
              <a:t> </a:t>
            </a:r>
            <a:r>
              <a:rPr lang="en-US" sz="2000" dirty="0" err="1"/>
              <a:t>ra</a:t>
            </a:r>
            <a:r>
              <a:rPr lang="en-US" sz="2000" dirty="0"/>
              <a:t> </a:t>
            </a:r>
            <a:r>
              <a:rPr lang="en-US" sz="2000" dirty="0" err="1"/>
              <a:t>ngoài</a:t>
            </a:r>
            <a:r>
              <a:rPr lang="en-US" sz="2000" dirty="0"/>
              <a:t>. Ở </a:t>
            </a:r>
            <a:r>
              <a:rPr lang="en-US" sz="2000" dirty="0" err="1"/>
              <a:t>trên</a:t>
            </a:r>
            <a:r>
              <a:rPr lang="en-US" sz="2000" dirty="0"/>
              <a:t> </a:t>
            </a:r>
            <a:r>
              <a:rPr lang="en-US" sz="2000" dirty="0" err="1"/>
              <a:t>cụm</a:t>
            </a:r>
            <a:r>
              <a:rPr lang="en-US" sz="2000" dirty="0"/>
              <a:t> van </a:t>
            </a:r>
            <a:r>
              <a:rPr lang="en-US" sz="2000" dirty="0" err="1"/>
              <a:t>có</a:t>
            </a:r>
            <a:r>
              <a:rPr lang="en-US" sz="2000" dirty="0"/>
              <a:t> </a:t>
            </a:r>
            <a:r>
              <a:rPr lang="en-US" sz="2000" dirty="0" err="1"/>
              <a:t>một</a:t>
            </a:r>
            <a:r>
              <a:rPr lang="en-US" sz="2000" dirty="0"/>
              <a:t> van an </a:t>
            </a:r>
            <a:r>
              <a:rPr lang="en-US" sz="2000" dirty="0" err="1"/>
              <a:t>toàn</a:t>
            </a:r>
            <a:r>
              <a:rPr lang="en-US" sz="2000" dirty="0"/>
              <a:t> </a:t>
            </a:r>
            <a:r>
              <a:rPr lang="en-US" sz="2000" dirty="0" err="1"/>
              <a:t>sẽ</a:t>
            </a:r>
            <a:r>
              <a:rPr lang="en-US" sz="2000" dirty="0"/>
              <a:t> </a:t>
            </a:r>
            <a:r>
              <a:rPr lang="en-US" sz="2000" dirty="0" err="1"/>
              <a:t>xả</a:t>
            </a:r>
            <a:r>
              <a:rPr lang="en-US" sz="2000" dirty="0"/>
              <a:t> </a:t>
            </a:r>
            <a:r>
              <a:rPr lang="en-US" sz="2000" dirty="0" err="1"/>
              <a:t>khí</a:t>
            </a:r>
            <a:r>
              <a:rPr lang="en-US" sz="2000" dirty="0"/>
              <a:t> </a:t>
            </a:r>
            <a:r>
              <a:rPr lang="en-US" sz="2000" dirty="0" err="1"/>
              <a:t>ra</a:t>
            </a:r>
            <a:r>
              <a:rPr lang="en-US" sz="2000" dirty="0"/>
              <a:t> </a:t>
            </a:r>
            <a:r>
              <a:rPr lang="en-US" sz="2000" dirty="0" err="1"/>
              <a:t>ngoài</a:t>
            </a:r>
            <a:r>
              <a:rPr lang="en-US" sz="2000" dirty="0"/>
              <a:t> </a:t>
            </a:r>
            <a:r>
              <a:rPr lang="en-US" sz="2000" dirty="0" err="1"/>
              <a:t>khi</a:t>
            </a:r>
            <a:r>
              <a:rPr lang="en-US" sz="2000" dirty="0"/>
              <a:t> </a:t>
            </a:r>
            <a:r>
              <a:rPr lang="en-US" sz="2000" dirty="0" err="1"/>
              <a:t>áp</a:t>
            </a:r>
            <a:r>
              <a:rPr lang="en-US" sz="2000" dirty="0"/>
              <a:t> </a:t>
            </a:r>
            <a:r>
              <a:rPr lang="en-US" sz="2000" dirty="0" err="1"/>
              <a:t>suất</a:t>
            </a:r>
            <a:r>
              <a:rPr lang="en-US" sz="2000" dirty="0"/>
              <a:t> </a:t>
            </a:r>
            <a:r>
              <a:rPr lang="en-US" sz="2000" dirty="0" err="1"/>
              <a:t>trong</a:t>
            </a:r>
            <a:r>
              <a:rPr lang="en-US" sz="2000" dirty="0"/>
              <a:t> </a:t>
            </a:r>
            <a:r>
              <a:rPr lang="en-US" sz="2000" dirty="0" err="1"/>
              <a:t>bình</a:t>
            </a:r>
            <a:r>
              <a:rPr lang="en-US" sz="2000" dirty="0"/>
              <a:t> </a:t>
            </a:r>
            <a:r>
              <a:rPr lang="en-US" sz="2000" dirty="0" err="1"/>
              <a:t>tăng</a:t>
            </a:r>
            <a:r>
              <a:rPr lang="en-US" sz="2000" dirty="0"/>
              <a:t> </a:t>
            </a:r>
            <a:r>
              <a:rPr lang="en-US" sz="2000" dirty="0" err="1"/>
              <a:t>quá</a:t>
            </a:r>
            <a:r>
              <a:rPr lang="en-US" sz="2000" dirty="0"/>
              <a:t> </a:t>
            </a:r>
            <a:r>
              <a:rPr lang="en-US" sz="2000" dirty="0" err="1"/>
              <a:t>mức</a:t>
            </a:r>
            <a:r>
              <a:rPr lang="en-US" sz="2000" dirty="0"/>
              <a:t> </a:t>
            </a:r>
            <a:r>
              <a:rPr lang="en-US" sz="2000" dirty="0" err="1"/>
              <a:t>quy</a:t>
            </a:r>
            <a:r>
              <a:rPr lang="en-US" sz="2000" dirty="0"/>
              <a:t> </a:t>
            </a:r>
            <a:r>
              <a:rPr lang="en-US" sz="2000" dirty="0" err="1"/>
              <a:t>định</a:t>
            </a:r>
            <a:r>
              <a:rPr lang="en-US" sz="2000" dirty="0"/>
              <a:t> </a:t>
            </a:r>
            <a:r>
              <a:rPr lang="en-US" sz="2000" dirty="0" err="1"/>
              <a:t>để</a:t>
            </a:r>
            <a:r>
              <a:rPr lang="en-US" sz="2000" dirty="0"/>
              <a:t> </a:t>
            </a:r>
            <a:r>
              <a:rPr lang="en-US" sz="2000" dirty="0" err="1"/>
              <a:t>đảm</a:t>
            </a:r>
            <a:r>
              <a:rPr lang="en-US" sz="2000" dirty="0"/>
              <a:t> </a:t>
            </a:r>
            <a:r>
              <a:rPr lang="en-US" sz="2000" dirty="0" err="1"/>
              <a:t>bảo</a:t>
            </a:r>
            <a:r>
              <a:rPr lang="en-US" sz="2000" dirty="0"/>
              <a:t> an </a:t>
            </a:r>
            <a:r>
              <a:rPr lang="en-US" sz="2000" dirty="0" err="1"/>
              <a:t>toàn</a:t>
            </a:r>
            <a:r>
              <a:rPr lang="en-US" sz="2000" dirty="0"/>
              <a:t>. Loa </a:t>
            </a:r>
            <a:r>
              <a:rPr lang="en-US" sz="2000" dirty="0" err="1"/>
              <a:t>phun</a:t>
            </a:r>
            <a:r>
              <a:rPr lang="en-US" sz="2000" dirty="0"/>
              <a:t> </a:t>
            </a:r>
            <a:r>
              <a:rPr lang="en-US" sz="2000" dirty="0" err="1"/>
              <a:t>làm</a:t>
            </a:r>
            <a:r>
              <a:rPr lang="en-US" sz="2000" dirty="0"/>
              <a:t> </a:t>
            </a:r>
            <a:r>
              <a:rPr lang="en-US" sz="2000" dirty="0" err="1"/>
              <a:t>bằng</a:t>
            </a:r>
            <a:r>
              <a:rPr lang="en-US" sz="2000" dirty="0"/>
              <a:t> </a:t>
            </a:r>
            <a:r>
              <a:rPr lang="en-US" sz="2000" dirty="0" err="1"/>
              <a:t>kim</a:t>
            </a:r>
            <a:r>
              <a:rPr lang="en-US" sz="2000" dirty="0"/>
              <a:t> </a:t>
            </a:r>
            <a:r>
              <a:rPr lang="en-US" sz="2000" dirty="0" err="1"/>
              <a:t>loại</a:t>
            </a:r>
            <a:r>
              <a:rPr lang="en-US" sz="2000" dirty="0"/>
              <a:t> hay </a:t>
            </a:r>
            <a:r>
              <a:rPr lang="en-US" sz="2000" dirty="0" err="1"/>
              <a:t>cao</a:t>
            </a:r>
            <a:r>
              <a:rPr lang="en-US" sz="2000" dirty="0"/>
              <a:t> </a:t>
            </a:r>
            <a:r>
              <a:rPr lang="en-US" sz="2000" dirty="0" err="1"/>
              <a:t>su</a:t>
            </a:r>
            <a:r>
              <a:rPr lang="en-US" sz="2000" dirty="0"/>
              <a:t>, </a:t>
            </a:r>
            <a:r>
              <a:rPr lang="en-US" sz="2000" dirty="0" err="1"/>
              <a:t>nhựa</a:t>
            </a:r>
            <a:r>
              <a:rPr lang="en-US" sz="2000" dirty="0"/>
              <a:t> </a:t>
            </a:r>
            <a:r>
              <a:rPr lang="en-US" sz="2000" dirty="0" err="1"/>
              <a:t>cứng</a:t>
            </a:r>
            <a:r>
              <a:rPr lang="en-US" sz="2000" dirty="0"/>
              <a:t> </a:t>
            </a:r>
            <a:r>
              <a:rPr lang="en-US" sz="2000" dirty="0" err="1"/>
              <a:t>và</a:t>
            </a:r>
            <a:r>
              <a:rPr lang="en-US" sz="2000" dirty="0"/>
              <a:t> </a:t>
            </a:r>
            <a:r>
              <a:rPr lang="en-US" sz="2000" dirty="0" err="1"/>
              <a:t>được</a:t>
            </a:r>
            <a:r>
              <a:rPr lang="en-US" sz="2000" dirty="0"/>
              <a:t> </a:t>
            </a:r>
            <a:r>
              <a:rPr lang="en-US" sz="2000" dirty="0" err="1"/>
              <a:t>gắn</a:t>
            </a:r>
            <a:r>
              <a:rPr lang="en-US" sz="2000" dirty="0"/>
              <a:t> </a:t>
            </a:r>
            <a:r>
              <a:rPr lang="en-US" sz="2000" dirty="0" err="1"/>
              <a:t>với</a:t>
            </a:r>
            <a:r>
              <a:rPr lang="en-US" sz="2000" dirty="0"/>
              <a:t> </a:t>
            </a:r>
            <a:r>
              <a:rPr lang="en-US" sz="2000" dirty="0" err="1"/>
              <a:t>khớp</a:t>
            </a:r>
            <a:r>
              <a:rPr lang="en-US" sz="2000" dirty="0"/>
              <a:t> </a:t>
            </a:r>
            <a:r>
              <a:rPr lang="en-US" sz="2000" dirty="0" err="1"/>
              <a:t>nối</a:t>
            </a:r>
            <a:r>
              <a:rPr lang="en-US" sz="2000" dirty="0"/>
              <a:t> </a:t>
            </a:r>
            <a:r>
              <a:rPr lang="en-US" sz="2000" dirty="0" err="1"/>
              <a:t>bộ</a:t>
            </a:r>
            <a:r>
              <a:rPr lang="en-US" sz="2000" dirty="0"/>
              <a:t> van qua </a:t>
            </a:r>
            <a:r>
              <a:rPr lang="en-US" sz="2000" dirty="0" err="1"/>
              <a:t>một</a:t>
            </a:r>
            <a:r>
              <a:rPr lang="en-US" sz="2000" dirty="0"/>
              <a:t> </a:t>
            </a:r>
            <a:r>
              <a:rPr lang="en-US" sz="2000" dirty="0" err="1"/>
              <a:t>ống</a:t>
            </a:r>
            <a:r>
              <a:rPr lang="en-US" sz="2000" dirty="0"/>
              <a:t> </a:t>
            </a:r>
            <a:r>
              <a:rPr lang="en-US" sz="2000" dirty="0" err="1"/>
              <a:t>thép</a:t>
            </a:r>
            <a:r>
              <a:rPr lang="en-US" sz="2000" dirty="0"/>
              <a:t> </a:t>
            </a:r>
            <a:r>
              <a:rPr lang="en-US" sz="2000" dirty="0" err="1"/>
              <a:t>cứng</a:t>
            </a:r>
            <a:r>
              <a:rPr lang="en-US" sz="2000" dirty="0"/>
              <a:t> </a:t>
            </a:r>
            <a:r>
              <a:rPr lang="en-US" sz="2000" dirty="0" err="1"/>
              <a:t>hoặc</a:t>
            </a:r>
            <a:r>
              <a:rPr lang="en-US" sz="2000" dirty="0"/>
              <a:t> </a:t>
            </a:r>
            <a:r>
              <a:rPr lang="en-US" sz="2000" dirty="0" err="1"/>
              <a:t>ống</a:t>
            </a:r>
            <a:r>
              <a:rPr lang="en-US" sz="2000" dirty="0"/>
              <a:t> </a:t>
            </a:r>
            <a:r>
              <a:rPr lang="en-US" sz="2000" dirty="0" err="1"/>
              <a:t>mềm</a:t>
            </a:r>
            <a:r>
              <a:rPr lang="en-US" sz="2000" dirty="0"/>
              <a:t>.</a:t>
            </a:r>
          </a:p>
          <a:p>
            <a:pPr lvl="0" algn="just"/>
            <a:r>
              <a:rPr lang="en-US" sz="2000" dirty="0" err="1"/>
              <a:t>Khi</a:t>
            </a:r>
            <a:r>
              <a:rPr lang="en-US" sz="2000" dirty="0"/>
              <a:t> </a:t>
            </a:r>
            <a:r>
              <a:rPr lang="en-US" sz="2000" dirty="0" err="1"/>
              <a:t>chữa</a:t>
            </a:r>
            <a:r>
              <a:rPr lang="en-US" sz="2000" dirty="0"/>
              <a:t> </a:t>
            </a:r>
            <a:r>
              <a:rPr lang="en-US" sz="2000" dirty="0" err="1"/>
              <a:t>cháy</a:t>
            </a:r>
            <a:r>
              <a:rPr lang="en-US" sz="2000" dirty="0"/>
              <a:t>, </a:t>
            </a:r>
            <a:r>
              <a:rPr lang="en-US" sz="2000" dirty="0" err="1"/>
              <a:t>chỉ</a:t>
            </a:r>
            <a:r>
              <a:rPr lang="en-US" sz="2000" dirty="0"/>
              <a:t> </a:t>
            </a:r>
            <a:r>
              <a:rPr lang="en-US" sz="2000" dirty="0" err="1"/>
              <a:t>cần</a:t>
            </a:r>
            <a:r>
              <a:rPr lang="en-US" sz="2000" dirty="0"/>
              <a:t> </a:t>
            </a:r>
            <a:r>
              <a:rPr lang="en-US" sz="2000" dirty="0" err="1"/>
              <a:t>vặn</a:t>
            </a:r>
            <a:r>
              <a:rPr lang="en-US" sz="2000" dirty="0"/>
              <a:t> van hay </a:t>
            </a:r>
            <a:r>
              <a:rPr lang="en-US" sz="2000" dirty="0" err="1"/>
              <a:t>rút</a:t>
            </a:r>
            <a:r>
              <a:rPr lang="en-US" sz="2000" dirty="0"/>
              <a:t> </a:t>
            </a:r>
            <a:r>
              <a:rPr lang="en-US" sz="2000" dirty="0" err="1"/>
              <a:t>khoá</a:t>
            </a:r>
            <a:r>
              <a:rPr lang="en-US" sz="2000" dirty="0"/>
              <a:t> an </a:t>
            </a:r>
            <a:r>
              <a:rPr lang="en-US" sz="2000" dirty="0" err="1"/>
              <a:t>toàn</a:t>
            </a:r>
            <a:r>
              <a:rPr lang="en-US" sz="2000" dirty="0"/>
              <a:t> </a:t>
            </a:r>
            <a:r>
              <a:rPr lang="en-US" sz="2000" dirty="0" err="1"/>
              <a:t>rồi</a:t>
            </a:r>
            <a:r>
              <a:rPr lang="en-US" sz="2000" dirty="0"/>
              <a:t> </a:t>
            </a:r>
            <a:r>
              <a:rPr lang="en-US" sz="2000" dirty="0" err="1"/>
              <a:t>bóp</a:t>
            </a:r>
            <a:r>
              <a:rPr lang="en-US" sz="2000" dirty="0"/>
              <a:t> </a:t>
            </a:r>
            <a:r>
              <a:rPr lang="en-US" sz="2000" dirty="0" err="1"/>
              <a:t>cò</a:t>
            </a:r>
            <a:r>
              <a:rPr lang="en-US" sz="2000" dirty="0"/>
              <a:t> </a:t>
            </a:r>
            <a:r>
              <a:rPr lang="en-US" sz="2000" dirty="0" err="1"/>
              <a:t>là</a:t>
            </a:r>
            <a:r>
              <a:rPr lang="en-US" sz="2000" dirty="0"/>
              <a:t> </a:t>
            </a:r>
            <a:r>
              <a:rPr lang="en-US" sz="2000" dirty="0" err="1"/>
              <a:t>khí</a:t>
            </a:r>
            <a:r>
              <a:rPr lang="en-US" sz="2000" dirty="0"/>
              <a:t> CO</a:t>
            </a:r>
            <a:r>
              <a:rPr lang="en-US" sz="2000" baseline="-25000" dirty="0"/>
              <a:t>2</a:t>
            </a:r>
            <a:r>
              <a:rPr lang="en-US" sz="2000" dirty="0"/>
              <a:t> </a:t>
            </a:r>
            <a:r>
              <a:rPr lang="en-US" sz="2000" dirty="0" err="1"/>
              <a:t>được</a:t>
            </a:r>
            <a:r>
              <a:rPr lang="en-US" sz="2000" dirty="0"/>
              <a:t> </a:t>
            </a:r>
            <a:r>
              <a:rPr lang="en-US" sz="2000" dirty="0" err="1"/>
              <a:t>nén</a:t>
            </a:r>
            <a:r>
              <a:rPr lang="en-US" sz="2000" dirty="0"/>
              <a:t> </a:t>
            </a:r>
            <a:r>
              <a:rPr lang="en-US" sz="2000" dirty="0" err="1"/>
              <a:t>chặt</a:t>
            </a:r>
            <a:r>
              <a:rPr lang="en-US" sz="2000" dirty="0"/>
              <a:t> </a:t>
            </a:r>
            <a:r>
              <a:rPr lang="en-US" sz="2000" dirty="0" err="1"/>
              <a:t>trong</a:t>
            </a:r>
            <a:r>
              <a:rPr lang="en-US" sz="2000" dirty="0"/>
              <a:t> </a:t>
            </a:r>
            <a:r>
              <a:rPr lang="en-US" sz="2000" dirty="0" err="1"/>
              <a:t>bình</a:t>
            </a:r>
            <a:r>
              <a:rPr lang="en-US" sz="2000" dirty="0"/>
              <a:t> </a:t>
            </a:r>
            <a:r>
              <a:rPr lang="en-US" sz="2000" dirty="0" err="1"/>
              <a:t>với</a:t>
            </a:r>
            <a:r>
              <a:rPr lang="en-US" sz="2000" dirty="0"/>
              <a:t> </a:t>
            </a:r>
            <a:r>
              <a:rPr lang="en-US" sz="2000" dirty="0" err="1"/>
              <a:t>áp</a:t>
            </a:r>
            <a:r>
              <a:rPr lang="en-US" sz="2000" dirty="0"/>
              <a:t> </a:t>
            </a:r>
            <a:r>
              <a:rPr lang="en-US" sz="2000" dirty="0" err="1"/>
              <a:t>suất</a:t>
            </a:r>
            <a:r>
              <a:rPr lang="en-US" sz="2000" dirty="0"/>
              <a:t> </a:t>
            </a:r>
            <a:r>
              <a:rPr lang="en-US" sz="2000" dirty="0" err="1"/>
              <a:t>cao</a:t>
            </a:r>
            <a:r>
              <a:rPr lang="en-US" sz="2000" dirty="0"/>
              <a:t> </a:t>
            </a:r>
            <a:r>
              <a:rPr lang="en-US" sz="2000" dirty="0" err="1"/>
              <a:t>sẽ</a:t>
            </a:r>
            <a:r>
              <a:rPr lang="en-US" sz="2000" dirty="0"/>
              <a:t> </a:t>
            </a:r>
            <a:r>
              <a:rPr lang="en-US" sz="2000" dirty="0" err="1"/>
              <a:t>chuyển</a:t>
            </a:r>
            <a:r>
              <a:rPr lang="en-US" sz="2000" dirty="0"/>
              <a:t> sang </a:t>
            </a:r>
            <a:r>
              <a:rPr lang="en-US" sz="2000" dirty="0" err="1"/>
              <a:t>thể</a:t>
            </a:r>
            <a:r>
              <a:rPr lang="en-US" sz="2000" dirty="0"/>
              <a:t> </a:t>
            </a:r>
            <a:r>
              <a:rPr lang="en-US" sz="2000" dirty="0" err="1"/>
              <a:t>lỏng</a:t>
            </a:r>
            <a:r>
              <a:rPr lang="en-US" sz="2000" dirty="0"/>
              <a:t>, </a:t>
            </a:r>
            <a:r>
              <a:rPr lang="en-US" sz="2000" dirty="0" err="1"/>
              <a:t>phun</a:t>
            </a:r>
            <a:r>
              <a:rPr lang="en-US" sz="2000" dirty="0"/>
              <a:t> </a:t>
            </a:r>
            <a:r>
              <a:rPr lang="en-US" sz="2000" dirty="0" err="1"/>
              <a:t>ra</a:t>
            </a:r>
            <a:r>
              <a:rPr lang="en-US" sz="2000" dirty="0"/>
              <a:t> </a:t>
            </a:r>
            <a:r>
              <a:rPr lang="en-US" sz="2000" dirty="0" err="1"/>
              <a:t>dập</a:t>
            </a:r>
            <a:r>
              <a:rPr lang="en-US" sz="2000" dirty="0"/>
              <a:t> </a:t>
            </a:r>
            <a:r>
              <a:rPr lang="en-US" sz="2000" dirty="0" err="1"/>
              <a:t>tắt</a:t>
            </a:r>
            <a:r>
              <a:rPr lang="en-US" sz="2000" dirty="0"/>
              <a:t> </a:t>
            </a:r>
            <a:r>
              <a:rPr lang="en-US" sz="2000" dirty="0" err="1"/>
              <a:t>đám</a:t>
            </a:r>
            <a:r>
              <a:rPr lang="en-US" sz="2000" dirty="0"/>
              <a:t> </a:t>
            </a:r>
            <a:r>
              <a:rPr lang="en-US" sz="2000" dirty="0" err="1"/>
              <a:t>cháy</a:t>
            </a:r>
            <a:r>
              <a:rPr lang="en-US" sz="2000" dirty="0"/>
              <a:t>.</a:t>
            </a:r>
          </a:p>
          <a:p>
            <a:pPr marL="0" lvl="0" indent="0" algn="just" rtl="0">
              <a:spcBef>
                <a:spcPts val="0"/>
              </a:spcBef>
              <a:spcAft>
                <a:spcPts val="0"/>
              </a:spcAft>
              <a:buNone/>
            </a:pPr>
            <a:endParaRPr sz="2000" dirty="0"/>
          </a:p>
        </p:txBody>
      </p:sp>
      <p:pic>
        <p:nvPicPr>
          <p:cNvPr id="19" name="Picture 18" descr="Icon&#10;&#10;Description automatically generated">
            <a:extLst>
              <a:ext uri="{FF2B5EF4-FFF2-40B4-BE49-F238E27FC236}">
                <a16:creationId xmlns:a16="http://schemas.microsoft.com/office/drawing/2014/main" xmlns="" id="{F04FE855-9B15-C717-8063-D60BF52936B5}"/>
              </a:ext>
            </a:extLst>
          </p:cNvPr>
          <p:cNvPicPr>
            <a:picLocks noChangeAspect="1"/>
          </p:cNvPicPr>
          <p:nvPr/>
        </p:nvPicPr>
        <p:blipFill>
          <a:blip r:embed="rId3"/>
          <a:stretch>
            <a:fillRect/>
          </a:stretch>
        </p:blipFill>
        <p:spPr>
          <a:xfrm>
            <a:off x="8015787" y="4184551"/>
            <a:ext cx="1128213" cy="1128213"/>
          </a:xfrm>
          <a:prstGeom prst="rect">
            <a:avLst/>
          </a:prstGeom>
        </p:spPr>
      </p:pic>
      <p:grpSp>
        <p:nvGrpSpPr>
          <p:cNvPr id="5" name="Group 4">
            <a:extLst>
              <a:ext uri="{FF2B5EF4-FFF2-40B4-BE49-F238E27FC236}">
                <a16:creationId xmlns:a16="http://schemas.microsoft.com/office/drawing/2014/main" xmlns="" id="{77A3A94C-BFC5-A7EB-0CA6-34D53FCD0495}"/>
              </a:ext>
            </a:extLst>
          </p:cNvPr>
          <p:cNvGrpSpPr/>
          <p:nvPr/>
        </p:nvGrpSpPr>
        <p:grpSpPr>
          <a:xfrm>
            <a:off x="1291311" y="36333"/>
            <a:ext cx="5868246" cy="923650"/>
            <a:chOff x="2547841" y="435266"/>
            <a:chExt cx="4292366" cy="923650"/>
          </a:xfrm>
        </p:grpSpPr>
        <p:sp>
          <p:nvSpPr>
            <p:cNvPr id="63" name="Google Shape;634;p48">
              <a:extLst>
                <a:ext uri="{FF2B5EF4-FFF2-40B4-BE49-F238E27FC236}">
                  <a16:creationId xmlns:a16="http://schemas.microsoft.com/office/drawing/2014/main" xmlns="" id="{386FB296-0729-31A2-EC7E-DB29F24C3ED8}"/>
                </a:ext>
              </a:extLst>
            </p:cNvPr>
            <p:cNvSpPr/>
            <p:nvPr/>
          </p:nvSpPr>
          <p:spPr>
            <a:xfrm>
              <a:off x="2547841" y="435586"/>
              <a:ext cx="4041217" cy="923330"/>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chemeClr val="accent4">
                <a:lumMod val="75000"/>
              </a:schemeClr>
            </a:solidFill>
            <a:ln>
              <a:noFill/>
            </a:ln>
            <a:effectLst>
              <a:outerShdw blurRad="152400" dist="76200" dir="2700000" algn="tl" rotWithShape="0">
                <a:prstClr val="black">
                  <a:alpha val="13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800"/>
            </a:p>
          </p:txBody>
        </p:sp>
        <p:sp>
          <p:nvSpPr>
            <p:cNvPr id="12" name="TextBox 11">
              <a:extLst>
                <a:ext uri="{FF2B5EF4-FFF2-40B4-BE49-F238E27FC236}">
                  <a16:creationId xmlns:a16="http://schemas.microsoft.com/office/drawing/2014/main" xmlns="" id="{A20B3251-D7AF-AA98-7515-DA3A5A4F4F3B}"/>
                </a:ext>
              </a:extLst>
            </p:cNvPr>
            <p:cNvSpPr txBox="1"/>
            <p:nvPr/>
          </p:nvSpPr>
          <p:spPr>
            <a:xfrm>
              <a:off x="3427625" y="435266"/>
              <a:ext cx="3412582" cy="830997"/>
            </a:xfrm>
            <a:prstGeom prst="rect">
              <a:avLst/>
            </a:prstGeom>
            <a:noFill/>
          </p:spPr>
          <p:txBody>
            <a:bodyPr wrap="square" rtlCol="0">
              <a:spAutoFit/>
            </a:bodyPr>
            <a:lstStyle/>
            <a:p>
              <a:r>
                <a:rPr lang="en-US" sz="4800" b="1" dirty="0">
                  <a:solidFill>
                    <a:schemeClr val="bg1"/>
                  </a:solidFill>
                  <a:latin typeface="+mn-lt"/>
                </a:rPr>
                <a:t>VẬN DỤNG</a:t>
              </a:r>
            </a:p>
          </p:txBody>
        </p:sp>
        <p:pic>
          <p:nvPicPr>
            <p:cNvPr id="4" name="Picture 3" descr="A picture containing toy, vector graphics&#10;&#10;Description automatically generated">
              <a:extLst>
                <a:ext uri="{FF2B5EF4-FFF2-40B4-BE49-F238E27FC236}">
                  <a16:creationId xmlns:a16="http://schemas.microsoft.com/office/drawing/2014/main" xmlns="" id="{2B4241EA-5AD0-EE31-C58C-1BABF0871663}"/>
                </a:ext>
              </a:extLst>
            </p:cNvPr>
            <p:cNvPicPr>
              <a:picLocks noChangeAspect="1"/>
            </p:cNvPicPr>
            <p:nvPr/>
          </p:nvPicPr>
          <p:blipFill>
            <a:blip r:embed="rId4"/>
            <a:stretch>
              <a:fillRect/>
            </a:stretch>
          </p:blipFill>
          <p:spPr>
            <a:xfrm>
              <a:off x="2712755" y="478412"/>
              <a:ext cx="879531" cy="879531"/>
            </a:xfrm>
            <a:prstGeom prst="rect">
              <a:avLst/>
            </a:prstGeom>
          </p:spPr>
        </p:pic>
      </p:grpSp>
    </p:spTree>
    <p:extLst>
      <p:ext uri="{BB962C8B-B14F-4D97-AF65-F5344CB8AC3E}">
        <p14:creationId xmlns:p14="http://schemas.microsoft.com/office/powerpoint/2010/main" val="33643933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47"/>
          <p:cNvSpPr/>
          <p:nvPr/>
        </p:nvSpPr>
        <p:spPr>
          <a:xfrm>
            <a:off x="237383" y="959983"/>
            <a:ext cx="8825928" cy="4183517"/>
          </a:xfrm>
          <a:custGeom>
            <a:avLst/>
            <a:gdLst/>
            <a:ahLst/>
            <a:cxnLst/>
            <a:rect l="l" t="t" r="r" b="b"/>
            <a:pathLst>
              <a:path w="199801" h="103467" extrusionOk="0">
                <a:moveTo>
                  <a:pt x="100127" y="0"/>
                </a:moveTo>
                <a:cubicBezTo>
                  <a:pt x="91281" y="0"/>
                  <a:pt x="82435" y="60"/>
                  <a:pt x="73588" y="179"/>
                </a:cubicBezTo>
                <a:cubicBezTo>
                  <a:pt x="71909" y="207"/>
                  <a:pt x="70225" y="228"/>
                  <a:pt x="68546" y="260"/>
                </a:cubicBezTo>
                <a:cubicBezTo>
                  <a:pt x="52087" y="520"/>
                  <a:pt x="35630" y="988"/>
                  <a:pt x="19162" y="1665"/>
                </a:cubicBezTo>
                <a:cubicBezTo>
                  <a:pt x="18193" y="1706"/>
                  <a:pt x="17218" y="1746"/>
                  <a:pt x="16248" y="1787"/>
                </a:cubicBezTo>
                <a:cubicBezTo>
                  <a:pt x="16028" y="1796"/>
                  <a:pt x="15812" y="1804"/>
                  <a:pt x="15593" y="1813"/>
                </a:cubicBezTo>
                <a:cubicBezTo>
                  <a:pt x="15367" y="1808"/>
                  <a:pt x="15144" y="1805"/>
                  <a:pt x="14922" y="1805"/>
                </a:cubicBezTo>
                <a:cubicBezTo>
                  <a:pt x="8389" y="1805"/>
                  <a:pt x="3600" y="4346"/>
                  <a:pt x="3305" y="11429"/>
                </a:cubicBezTo>
                <a:cubicBezTo>
                  <a:pt x="3175" y="13103"/>
                  <a:pt x="2999" y="15015"/>
                  <a:pt x="2802" y="17121"/>
                </a:cubicBezTo>
                <a:cubicBezTo>
                  <a:pt x="2766" y="17494"/>
                  <a:pt x="2730" y="17871"/>
                  <a:pt x="2698" y="18258"/>
                </a:cubicBezTo>
                <a:cubicBezTo>
                  <a:pt x="2446" y="20869"/>
                  <a:pt x="2168" y="23752"/>
                  <a:pt x="1886" y="26831"/>
                </a:cubicBezTo>
                <a:cubicBezTo>
                  <a:pt x="1840" y="27303"/>
                  <a:pt x="1800" y="27784"/>
                  <a:pt x="1755" y="28269"/>
                </a:cubicBezTo>
                <a:cubicBezTo>
                  <a:pt x="1207" y="34357"/>
                  <a:pt x="673" y="41131"/>
                  <a:pt x="373" y="48018"/>
                </a:cubicBezTo>
                <a:cubicBezTo>
                  <a:pt x="373" y="48054"/>
                  <a:pt x="373" y="48094"/>
                  <a:pt x="368" y="48130"/>
                </a:cubicBezTo>
                <a:cubicBezTo>
                  <a:pt x="54" y="55430"/>
                  <a:pt x="1" y="62856"/>
                  <a:pt x="476" y="69733"/>
                </a:cubicBezTo>
                <a:cubicBezTo>
                  <a:pt x="508" y="70211"/>
                  <a:pt x="544" y="70686"/>
                  <a:pt x="584" y="71158"/>
                </a:cubicBezTo>
                <a:cubicBezTo>
                  <a:pt x="778" y="73585"/>
                  <a:pt x="1046" y="75939"/>
                  <a:pt x="1392" y="78183"/>
                </a:cubicBezTo>
                <a:cubicBezTo>
                  <a:pt x="1441" y="78494"/>
                  <a:pt x="1491" y="78798"/>
                  <a:pt x="1540" y="79103"/>
                </a:cubicBezTo>
                <a:cubicBezTo>
                  <a:pt x="2900" y="87234"/>
                  <a:pt x="5388" y="93865"/>
                  <a:pt x="9590" y="97461"/>
                </a:cubicBezTo>
                <a:cubicBezTo>
                  <a:pt x="9612" y="97479"/>
                  <a:pt x="9639" y="97497"/>
                  <a:pt x="9661" y="97510"/>
                </a:cubicBezTo>
                <a:cubicBezTo>
                  <a:pt x="10084" y="97812"/>
                  <a:pt x="10519" y="98082"/>
                  <a:pt x="10969" y="98328"/>
                </a:cubicBezTo>
                <a:cubicBezTo>
                  <a:pt x="15026" y="100582"/>
                  <a:pt x="19993" y="100869"/>
                  <a:pt x="24693" y="101067"/>
                </a:cubicBezTo>
                <a:cubicBezTo>
                  <a:pt x="47105" y="102494"/>
                  <a:pt x="69492" y="103284"/>
                  <a:pt x="91882" y="103437"/>
                </a:cubicBezTo>
                <a:cubicBezTo>
                  <a:pt x="93916" y="103454"/>
                  <a:pt x="95946" y="103464"/>
                  <a:pt x="97980" y="103464"/>
                </a:cubicBezTo>
                <a:cubicBezTo>
                  <a:pt x="98844" y="103466"/>
                  <a:pt x="99708" y="103467"/>
                  <a:pt x="100572" y="103467"/>
                </a:cubicBezTo>
                <a:cubicBezTo>
                  <a:pt x="115757" y="103467"/>
                  <a:pt x="130944" y="103166"/>
                  <a:pt x="146138" y="102575"/>
                </a:cubicBezTo>
                <a:cubicBezTo>
                  <a:pt x="147269" y="102534"/>
                  <a:pt x="148400" y="102485"/>
                  <a:pt x="149532" y="102436"/>
                </a:cubicBezTo>
                <a:cubicBezTo>
                  <a:pt x="158219" y="102076"/>
                  <a:pt x="166911" y="101620"/>
                  <a:pt x="175602" y="101067"/>
                </a:cubicBezTo>
                <a:cubicBezTo>
                  <a:pt x="176079" y="101083"/>
                  <a:pt x="176548" y="101092"/>
                  <a:pt x="177009" y="101092"/>
                </a:cubicBezTo>
                <a:cubicBezTo>
                  <a:pt x="189730" y="101092"/>
                  <a:pt x="196027" y="94765"/>
                  <a:pt x="198103" y="83886"/>
                </a:cubicBezTo>
                <a:cubicBezTo>
                  <a:pt x="198149" y="83679"/>
                  <a:pt x="198184" y="83468"/>
                  <a:pt x="198220" y="83257"/>
                </a:cubicBezTo>
                <a:cubicBezTo>
                  <a:pt x="198561" y="81295"/>
                  <a:pt x="198773" y="79185"/>
                  <a:pt x="198863" y="76944"/>
                </a:cubicBezTo>
                <a:cubicBezTo>
                  <a:pt x="198961" y="74515"/>
                  <a:pt x="199063" y="72073"/>
                  <a:pt x="199167" y="69613"/>
                </a:cubicBezTo>
                <a:cubicBezTo>
                  <a:pt x="199185" y="69230"/>
                  <a:pt x="199204" y="68850"/>
                  <a:pt x="199216" y="68468"/>
                </a:cubicBezTo>
                <a:cubicBezTo>
                  <a:pt x="199294" y="66627"/>
                  <a:pt x="199370" y="64781"/>
                  <a:pt x="199441" y="62927"/>
                </a:cubicBezTo>
                <a:cubicBezTo>
                  <a:pt x="199455" y="62560"/>
                  <a:pt x="199468" y="62191"/>
                  <a:pt x="199482" y="61823"/>
                </a:cubicBezTo>
                <a:cubicBezTo>
                  <a:pt x="199657" y="57027"/>
                  <a:pt x="199787" y="52202"/>
                  <a:pt x="199800" y="47376"/>
                </a:cubicBezTo>
                <a:lnTo>
                  <a:pt x="199800" y="45902"/>
                </a:lnTo>
                <a:cubicBezTo>
                  <a:pt x="199785" y="39540"/>
                  <a:pt x="199557" y="33189"/>
                  <a:pt x="198957" y="26923"/>
                </a:cubicBezTo>
                <a:cubicBezTo>
                  <a:pt x="198934" y="26685"/>
                  <a:pt x="198912" y="26448"/>
                  <a:pt x="198885" y="26209"/>
                </a:cubicBezTo>
                <a:cubicBezTo>
                  <a:pt x="198603" y="23400"/>
                  <a:pt x="198243" y="20607"/>
                  <a:pt x="197790" y="17837"/>
                </a:cubicBezTo>
                <a:cubicBezTo>
                  <a:pt x="197660" y="17050"/>
                  <a:pt x="197521" y="16265"/>
                  <a:pt x="197378" y="15479"/>
                </a:cubicBezTo>
                <a:cubicBezTo>
                  <a:pt x="196855" y="12633"/>
                  <a:pt x="196228" y="9817"/>
                  <a:pt x="195482" y="7034"/>
                </a:cubicBezTo>
                <a:cubicBezTo>
                  <a:pt x="195401" y="6738"/>
                  <a:pt x="195321" y="6442"/>
                  <a:pt x="195240" y="6150"/>
                </a:cubicBezTo>
                <a:cubicBezTo>
                  <a:pt x="194044" y="1903"/>
                  <a:pt x="187660" y="1599"/>
                  <a:pt x="182861" y="1599"/>
                </a:cubicBezTo>
                <a:cubicBezTo>
                  <a:pt x="182058" y="1599"/>
                  <a:pt x="181300" y="1607"/>
                  <a:pt x="180617" y="1607"/>
                </a:cubicBezTo>
                <a:cubicBezTo>
                  <a:pt x="180110" y="1607"/>
                  <a:pt x="179644" y="1603"/>
                  <a:pt x="179234" y="1586"/>
                </a:cubicBezTo>
                <a:cubicBezTo>
                  <a:pt x="173166" y="1345"/>
                  <a:pt x="167098" y="1143"/>
                  <a:pt x="161029" y="942"/>
                </a:cubicBezTo>
                <a:cubicBezTo>
                  <a:pt x="159943" y="907"/>
                  <a:pt x="158861" y="876"/>
                  <a:pt x="157774" y="844"/>
                </a:cubicBezTo>
                <a:cubicBezTo>
                  <a:pt x="138554" y="281"/>
                  <a:pt x="119341" y="0"/>
                  <a:pt x="100127" y="0"/>
                </a:cubicBezTo>
                <a:close/>
              </a:path>
            </a:pathLst>
          </a:custGeom>
          <a:solidFill>
            <a:schemeClr val="bg2">
              <a:lumMod val="20000"/>
              <a:lumOff val="80000"/>
            </a:schemeClr>
          </a:solidFill>
          <a:ln>
            <a:noFill/>
          </a:ln>
          <a:effectLst>
            <a:outerShdw blurRad="200025" dist="28575" algn="bl" rotWithShape="0">
              <a:srgbClr val="000000">
                <a:alpha val="10000"/>
              </a:srgbClr>
            </a:outerShdw>
          </a:effectLst>
        </p:spPr>
        <p:txBody>
          <a:bodyPr spcFirstLastPara="1" wrap="square" lIns="91425" tIns="91425" rIns="91425" bIns="91425" anchor="ctr" anchorCtr="0">
            <a:noAutofit/>
          </a:bodyPr>
          <a:lstStyle/>
          <a:p>
            <a:pPr algn="just"/>
            <a:r>
              <a:rPr lang="en-US" sz="2000" dirty="0"/>
              <a:t>           </a:t>
            </a:r>
            <a:r>
              <a:rPr lang="en-US" sz="2000" dirty="0" err="1"/>
              <a:t>Cấu</a:t>
            </a:r>
            <a:r>
              <a:rPr lang="en-US" sz="2000" dirty="0"/>
              <a:t> </a:t>
            </a:r>
            <a:r>
              <a:rPr lang="en-US" sz="2000" dirty="0" err="1"/>
              <a:t>tạo</a:t>
            </a:r>
            <a:r>
              <a:rPr lang="en-US" sz="2000" dirty="0"/>
              <a:t> </a:t>
            </a:r>
            <a:r>
              <a:rPr lang="en-US" sz="2000" dirty="0" err="1"/>
              <a:t>bình</a:t>
            </a:r>
            <a:r>
              <a:rPr lang="en-US" sz="2000" dirty="0"/>
              <a:t> </a:t>
            </a:r>
            <a:r>
              <a:rPr lang="en-US" sz="2000" dirty="0" err="1"/>
              <a:t>bột</a:t>
            </a:r>
            <a:r>
              <a:rPr lang="en-US" sz="2000" dirty="0"/>
              <a:t> </a:t>
            </a:r>
            <a:r>
              <a:rPr lang="en-US" sz="2000" dirty="0" err="1"/>
              <a:t>chữa</a:t>
            </a:r>
            <a:r>
              <a:rPr lang="en-US" sz="2000" dirty="0"/>
              <a:t> </a:t>
            </a:r>
            <a:r>
              <a:rPr lang="en-US" sz="2000" dirty="0" err="1"/>
              <a:t>cháy</a:t>
            </a:r>
            <a:endParaRPr lang="en-US" sz="2000" dirty="0"/>
          </a:p>
          <a:p>
            <a:pPr lvl="0" algn="just"/>
            <a:r>
              <a:rPr lang="en-US" sz="2000" dirty="0" err="1"/>
              <a:t>Thân</a:t>
            </a:r>
            <a:r>
              <a:rPr lang="en-US" sz="2000" dirty="0"/>
              <a:t> </a:t>
            </a:r>
            <a:r>
              <a:rPr lang="en-US" sz="2000" dirty="0" err="1"/>
              <a:t>bình</a:t>
            </a:r>
            <a:r>
              <a:rPr lang="en-US" sz="2000" dirty="0"/>
              <a:t> </a:t>
            </a:r>
            <a:r>
              <a:rPr lang="en-US" sz="2000" dirty="0" err="1"/>
              <a:t>được</a:t>
            </a:r>
            <a:r>
              <a:rPr lang="en-US" sz="2000" dirty="0"/>
              <a:t> </a:t>
            </a:r>
            <a:r>
              <a:rPr lang="en-US" sz="2000" dirty="0" err="1"/>
              <a:t>làm</a:t>
            </a:r>
            <a:r>
              <a:rPr lang="en-US" sz="2000" dirty="0"/>
              <a:t> </a:t>
            </a:r>
            <a:r>
              <a:rPr lang="en-US" sz="2000" dirty="0" err="1"/>
              <a:t>từ</a:t>
            </a:r>
            <a:r>
              <a:rPr lang="en-US" sz="2000" dirty="0"/>
              <a:t> </a:t>
            </a:r>
            <a:r>
              <a:rPr lang="en-US" sz="2000" dirty="0" err="1"/>
              <a:t>thép</a:t>
            </a:r>
            <a:r>
              <a:rPr lang="en-US" sz="2000" dirty="0"/>
              <a:t> </a:t>
            </a:r>
            <a:r>
              <a:rPr lang="en-US" sz="2000" dirty="0" err="1"/>
              <a:t>chịu</a:t>
            </a:r>
            <a:r>
              <a:rPr lang="en-US" sz="2000" dirty="0"/>
              <a:t> </a:t>
            </a:r>
            <a:r>
              <a:rPr lang="en-US" sz="2000" dirty="0" err="1"/>
              <a:t>được</a:t>
            </a:r>
            <a:r>
              <a:rPr lang="en-US" sz="2000" dirty="0"/>
              <a:t> </a:t>
            </a:r>
            <a:r>
              <a:rPr lang="en-US" sz="2000" dirty="0" err="1"/>
              <a:t>áp</a:t>
            </a:r>
            <a:r>
              <a:rPr lang="en-US" sz="2000" dirty="0"/>
              <a:t> </a:t>
            </a:r>
            <a:r>
              <a:rPr lang="en-US" sz="2000" dirty="0" err="1"/>
              <a:t>lực</a:t>
            </a:r>
            <a:r>
              <a:rPr lang="en-US" sz="2000" dirty="0"/>
              <a:t> </a:t>
            </a:r>
            <a:r>
              <a:rPr lang="en-US" sz="2000" dirty="0" err="1"/>
              <a:t>cao</a:t>
            </a:r>
            <a:r>
              <a:rPr lang="en-US" sz="2000" dirty="0"/>
              <a:t>, </a:t>
            </a:r>
            <a:r>
              <a:rPr lang="en-US" sz="2000" dirty="0" err="1"/>
              <a:t>bình</a:t>
            </a:r>
            <a:r>
              <a:rPr lang="en-US" sz="2000" dirty="0"/>
              <a:t> </a:t>
            </a:r>
            <a:r>
              <a:rPr lang="en-US" sz="2000" dirty="0" err="1"/>
              <a:t>hình</a:t>
            </a:r>
            <a:r>
              <a:rPr lang="en-US" sz="2000" dirty="0"/>
              <a:t> </a:t>
            </a:r>
            <a:r>
              <a:rPr lang="en-US" sz="2000" dirty="0" err="1"/>
              <a:t>trụ</a:t>
            </a:r>
            <a:r>
              <a:rPr lang="en-US" sz="2000" dirty="0"/>
              <a:t> </a:t>
            </a:r>
            <a:r>
              <a:rPr lang="en-US" sz="2000" dirty="0" err="1"/>
              <a:t>đứng</a:t>
            </a:r>
            <a:r>
              <a:rPr lang="en-US" sz="2000" dirty="0"/>
              <a:t>, </a:t>
            </a:r>
            <a:r>
              <a:rPr lang="en-US" sz="2000" dirty="0" err="1"/>
              <a:t>thường</a:t>
            </a:r>
            <a:r>
              <a:rPr lang="en-US" sz="2000" dirty="0"/>
              <a:t> </a:t>
            </a:r>
            <a:r>
              <a:rPr lang="en-US" sz="2000" dirty="0" err="1"/>
              <a:t>được</a:t>
            </a:r>
            <a:r>
              <a:rPr lang="en-US" sz="2000" dirty="0"/>
              <a:t> </a:t>
            </a:r>
            <a:r>
              <a:rPr lang="en-US" sz="2000" dirty="0" err="1"/>
              <a:t>sơn</a:t>
            </a:r>
            <a:r>
              <a:rPr lang="en-US" sz="2000" dirty="0"/>
              <a:t> </a:t>
            </a:r>
            <a:r>
              <a:rPr lang="en-US" sz="2000" dirty="0" err="1"/>
              <a:t>màu</a:t>
            </a:r>
            <a:r>
              <a:rPr lang="en-US" sz="2000" dirty="0"/>
              <a:t> </a:t>
            </a:r>
            <a:r>
              <a:rPr lang="en-US" sz="2000" dirty="0" err="1"/>
              <a:t>đỏ</a:t>
            </a:r>
            <a:r>
              <a:rPr lang="en-US" sz="2000" dirty="0"/>
              <a:t> </a:t>
            </a:r>
            <a:r>
              <a:rPr lang="en-US" sz="2000" dirty="0" err="1"/>
              <a:t>lên</a:t>
            </a:r>
            <a:r>
              <a:rPr lang="en-US" sz="2000" dirty="0"/>
              <a:t> </a:t>
            </a:r>
            <a:r>
              <a:rPr lang="en-US" sz="2000" dirty="0" err="1"/>
              <a:t>vỏ</a:t>
            </a:r>
            <a:r>
              <a:rPr lang="en-US" sz="2000" dirty="0"/>
              <a:t> </a:t>
            </a:r>
            <a:r>
              <a:rPr lang="en-US" sz="2000" dirty="0" err="1"/>
              <a:t>bình</a:t>
            </a:r>
            <a:r>
              <a:rPr lang="en-US" sz="2000" dirty="0"/>
              <a:t>. </a:t>
            </a:r>
            <a:r>
              <a:rPr lang="en-US" sz="2000" dirty="0" err="1"/>
              <a:t>Trên</a:t>
            </a:r>
            <a:r>
              <a:rPr lang="en-US" sz="2000" dirty="0"/>
              <a:t> </a:t>
            </a:r>
            <a:r>
              <a:rPr lang="en-US" sz="2000" dirty="0" err="1"/>
              <a:t>thân</a:t>
            </a:r>
            <a:r>
              <a:rPr lang="en-US" sz="2000" dirty="0"/>
              <a:t> </a:t>
            </a:r>
            <a:r>
              <a:rPr lang="en-US" sz="2000" dirty="0" err="1"/>
              <a:t>bình</a:t>
            </a:r>
            <a:r>
              <a:rPr lang="en-US" sz="2000" dirty="0"/>
              <a:t> </a:t>
            </a:r>
            <a:r>
              <a:rPr lang="en-US" sz="2000" dirty="0" err="1"/>
              <a:t>có</a:t>
            </a:r>
            <a:r>
              <a:rPr lang="en-US" sz="2000" dirty="0"/>
              <a:t> in </a:t>
            </a:r>
            <a:r>
              <a:rPr lang="en-US" sz="2000" dirty="0" err="1"/>
              <a:t>nhãn</a:t>
            </a:r>
            <a:r>
              <a:rPr lang="en-US" sz="2000" dirty="0"/>
              <a:t>, </a:t>
            </a:r>
            <a:r>
              <a:rPr lang="en-US" sz="2000" dirty="0" err="1"/>
              <a:t>trên</a:t>
            </a:r>
            <a:r>
              <a:rPr lang="en-US" sz="2000" dirty="0"/>
              <a:t> </a:t>
            </a:r>
            <a:r>
              <a:rPr lang="en-US" sz="2000" dirty="0" err="1"/>
              <a:t>đó</a:t>
            </a:r>
            <a:r>
              <a:rPr lang="en-US" sz="2000" dirty="0"/>
              <a:t> </a:t>
            </a:r>
            <a:r>
              <a:rPr lang="en-US" sz="2000" dirty="0" err="1"/>
              <a:t>ghi</a:t>
            </a:r>
            <a:r>
              <a:rPr lang="en-US" sz="2000" dirty="0"/>
              <a:t> </a:t>
            </a:r>
            <a:r>
              <a:rPr lang="en-US" sz="2000" dirty="0" err="1"/>
              <a:t>thông</a:t>
            </a:r>
            <a:r>
              <a:rPr lang="en-US" sz="2000" dirty="0"/>
              <a:t> tin </a:t>
            </a:r>
            <a:r>
              <a:rPr lang="en-US" sz="2000" dirty="0" err="1"/>
              <a:t>đặc</a:t>
            </a:r>
            <a:r>
              <a:rPr lang="en-US" sz="2000" dirty="0"/>
              <a:t> </a:t>
            </a:r>
            <a:r>
              <a:rPr lang="en-US" sz="2000" dirty="0" err="1"/>
              <a:t>điểm</a:t>
            </a:r>
            <a:r>
              <a:rPr lang="en-US" sz="2000" dirty="0"/>
              <a:t>, </a:t>
            </a:r>
            <a:r>
              <a:rPr lang="en-US" sz="2000" dirty="0" err="1"/>
              <a:t>hình</a:t>
            </a:r>
            <a:r>
              <a:rPr lang="en-US" sz="2000" dirty="0"/>
              <a:t> </a:t>
            </a:r>
            <a:r>
              <a:rPr lang="en-US" sz="2000" dirty="0" err="1"/>
              <a:t>ảnh</a:t>
            </a:r>
            <a:r>
              <a:rPr lang="en-US" sz="2000" dirty="0"/>
              <a:t> </a:t>
            </a:r>
            <a:r>
              <a:rPr lang="en-US" sz="2000" dirty="0" err="1"/>
              <a:t>sử</a:t>
            </a:r>
            <a:r>
              <a:rPr lang="en-US" sz="2000" dirty="0"/>
              <a:t> </a:t>
            </a:r>
            <a:r>
              <a:rPr lang="en-US" sz="2000" dirty="0" err="1"/>
              <a:t>dụng</a:t>
            </a:r>
            <a:r>
              <a:rPr lang="en-US" sz="2000" dirty="0"/>
              <a:t>, </a:t>
            </a:r>
            <a:r>
              <a:rPr lang="en-US" sz="2000" dirty="0" err="1"/>
              <a:t>cách</a:t>
            </a:r>
            <a:r>
              <a:rPr lang="en-US" sz="2000" dirty="0"/>
              <a:t> </a:t>
            </a:r>
            <a:r>
              <a:rPr lang="en-US" sz="2000" dirty="0" err="1"/>
              <a:t>bảo</a:t>
            </a:r>
            <a:r>
              <a:rPr lang="en-US" sz="2000" dirty="0"/>
              <a:t> </a:t>
            </a:r>
            <a:r>
              <a:rPr lang="en-US" sz="2000" dirty="0" err="1"/>
              <a:t>quản</a:t>
            </a:r>
            <a:r>
              <a:rPr lang="en-US" sz="2000" dirty="0"/>
              <a:t>… </a:t>
            </a:r>
            <a:r>
              <a:rPr lang="en-US" sz="2000" dirty="0" err="1"/>
              <a:t>của</a:t>
            </a:r>
            <a:r>
              <a:rPr lang="en-US" sz="2000" dirty="0"/>
              <a:t> </a:t>
            </a:r>
            <a:r>
              <a:rPr lang="en-US" sz="2000" dirty="0" err="1"/>
              <a:t>bình</a:t>
            </a:r>
            <a:r>
              <a:rPr lang="en-US" sz="2000" dirty="0"/>
              <a:t>. </a:t>
            </a:r>
            <a:r>
              <a:rPr lang="en-US" sz="2000" dirty="0" err="1"/>
              <a:t>Trên</a:t>
            </a:r>
            <a:r>
              <a:rPr lang="en-US" sz="2000" dirty="0"/>
              <a:t> </a:t>
            </a:r>
            <a:r>
              <a:rPr lang="en-US" sz="2000" dirty="0" err="1"/>
              <a:t>miệng</a:t>
            </a:r>
            <a:r>
              <a:rPr lang="en-US" sz="2000" dirty="0"/>
              <a:t> </a:t>
            </a:r>
            <a:r>
              <a:rPr lang="en-US" sz="2000" dirty="0" err="1"/>
              <a:t>bình</a:t>
            </a:r>
            <a:r>
              <a:rPr lang="en-US" sz="2000" dirty="0"/>
              <a:t> </a:t>
            </a:r>
            <a:r>
              <a:rPr lang="en-US" sz="2000" dirty="0" err="1"/>
              <a:t>có</a:t>
            </a:r>
            <a:r>
              <a:rPr lang="en-US" sz="2000" dirty="0"/>
              <a:t> </a:t>
            </a:r>
            <a:r>
              <a:rPr lang="en-US" sz="2000" dirty="0" err="1"/>
              <a:t>cụm</a:t>
            </a:r>
            <a:r>
              <a:rPr lang="en-US" sz="2000" dirty="0"/>
              <a:t> van, van </a:t>
            </a:r>
            <a:r>
              <a:rPr lang="en-US" sz="2000" dirty="0" err="1"/>
              <a:t>khoá</a:t>
            </a:r>
            <a:r>
              <a:rPr lang="en-US" sz="2000" dirty="0"/>
              <a:t>, </a:t>
            </a:r>
            <a:r>
              <a:rPr lang="en-US" sz="2000" dirty="0" err="1"/>
              <a:t>đồng</a:t>
            </a:r>
            <a:r>
              <a:rPr lang="en-US" sz="2000" dirty="0"/>
              <a:t> </a:t>
            </a:r>
            <a:r>
              <a:rPr lang="en-US" sz="2000" dirty="0" err="1"/>
              <a:t>hồ</a:t>
            </a:r>
            <a:r>
              <a:rPr lang="en-US" sz="2000" dirty="0"/>
              <a:t> </a:t>
            </a:r>
            <a:r>
              <a:rPr lang="en-US" sz="2000" dirty="0" err="1"/>
              <a:t>đo</a:t>
            </a:r>
            <a:r>
              <a:rPr lang="en-US" sz="2000" dirty="0"/>
              <a:t> </a:t>
            </a:r>
            <a:r>
              <a:rPr lang="en-US" sz="2000" dirty="0" err="1"/>
              <a:t>áp</a:t>
            </a:r>
            <a:r>
              <a:rPr lang="en-US" sz="2000" dirty="0"/>
              <a:t> </a:t>
            </a:r>
            <a:r>
              <a:rPr lang="en-US" sz="2000" dirty="0" err="1"/>
              <a:t>lực</a:t>
            </a:r>
            <a:r>
              <a:rPr lang="en-US" sz="2000" dirty="0"/>
              <a:t> </a:t>
            </a:r>
            <a:r>
              <a:rPr lang="en-US" sz="2000" dirty="0" err="1"/>
              <a:t>khí</a:t>
            </a:r>
            <a:r>
              <a:rPr lang="en-US" sz="2000" dirty="0"/>
              <a:t> </a:t>
            </a:r>
            <a:r>
              <a:rPr lang="en-US" sz="2000" dirty="0" err="1"/>
              <a:t>đẩy</a:t>
            </a:r>
            <a:r>
              <a:rPr lang="en-US" sz="2000" dirty="0"/>
              <a:t>, </a:t>
            </a:r>
            <a:r>
              <a:rPr lang="en-US" sz="2000" dirty="0" err="1"/>
              <a:t>vòi</a:t>
            </a:r>
            <a:r>
              <a:rPr lang="en-US" sz="2000" dirty="0"/>
              <a:t> </a:t>
            </a:r>
            <a:r>
              <a:rPr lang="en-US" sz="2000" dirty="0" err="1"/>
              <a:t>phun</a:t>
            </a:r>
            <a:r>
              <a:rPr lang="en-US" sz="2000" dirty="0"/>
              <a:t>, </a:t>
            </a:r>
            <a:r>
              <a:rPr lang="en-US" sz="2000" dirty="0" err="1"/>
              <a:t>ống</a:t>
            </a:r>
            <a:r>
              <a:rPr lang="en-US" sz="2000" dirty="0"/>
              <a:t> </a:t>
            </a:r>
            <a:r>
              <a:rPr lang="en-US" sz="2000" dirty="0" err="1"/>
              <a:t>dẫn</a:t>
            </a:r>
            <a:r>
              <a:rPr lang="en-US" sz="2000" dirty="0"/>
              <a:t>, </a:t>
            </a:r>
            <a:r>
              <a:rPr lang="en-US" sz="2000" dirty="0" err="1"/>
              <a:t>cò</a:t>
            </a:r>
            <a:r>
              <a:rPr lang="en-US" sz="2000" dirty="0"/>
              <a:t> </a:t>
            </a:r>
            <a:r>
              <a:rPr lang="en-US" sz="2000" dirty="0" err="1"/>
              <a:t>bóp</a:t>
            </a:r>
            <a:r>
              <a:rPr lang="en-US" sz="2000" dirty="0"/>
              <a:t>.</a:t>
            </a:r>
          </a:p>
          <a:p>
            <a:pPr lvl="0" algn="just"/>
            <a:r>
              <a:rPr lang="en-US" sz="2000" dirty="0" err="1"/>
              <a:t>Cụm</a:t>
            </a:r>
            <a:r>
              <a:rPr lang="en-US" sz="2000" dirty="0"/>
              <a:t> van </a:t>
            </a:r>
            <a:r>
              <a:rPr lang="en-US" sz="2000" dirty="0" err="1"/>
              <a:t>được</a:t>
            </a:r>
            <a:r>
              <a:rPr lang="en-US" sz="2000" dirty="0"/>
              <a:t> </a:t>
            </a:r>
            <a:r>
              <a:rPr lang="en-US" sz="2000" dirty="0" err="1"/>
              <a:t>gắn</a:t>
            </a:r>
            <a:r>
              <a:rPr lang="en-US" sz="2000" dirty="0"/>
              <a:t> </a:t>
            </a:r>
            <a:r>
              <a:rPr lang="en-US" sz="2000" dirty="0" err="1"/>
              <a:t>liền</a:t>
            </a:r>
            <a:r>
              <a:rPr lang="en-US" sz="2000" dirty="0"/>
              <a:t> </a:t>
            </a:r>
            <a:r>
              <a:rPr lang="en-US" sz="2000" dirty="0" err="1"/>
              <a:t>với</a:t>
            </a:r>
            <a:r>
              <a:rPr lang="en-US" sz="2000" dirty="0"/>
              <a:t> </a:t>
            </a:r>
            <a:r>
              <a:rPr lang="en-US" sz="2000" dirty="0" err="1"/>
              <a:t>nắp</a:t>
            </a:r>
            <a:r>
              <a:rPr lang="en-US" sz="2000" dirty="0"/>
              <a:t> </a:t>
            </a:r>
            <a:r>
              <a:rPr lang="en-US" sz="2000" dirty="0" err="1"/>
              <a:t>đậy</a:t>
            </a:r>
            <a:r>
              <a:rPr lang="en-US" sz="2000" dirty="0"/>
              <a:t> ở </a:t>
            </a:r>
            <a:r>
              <a:rPr lang="en-US" sz="2000" dirty="0" err="1"/>
              <a:t>miệng</a:t>
            </a:r>
            <a:r>
              <a:rPr lang="en-US" sz="2000" dirty="0"/>
              <a:t> </a:t>
            </a:r>
            <a:r>
              <a:rPr lang="en-US" sz="2000" dirty="0" err="1"/>
              <a:t>bình</a:t>
            </a:r>
            <a:r>
              <a:rPr lang="en-US" sz="2000" dirty="0"/>
              <a:t>, </a:t>
            </a:r>
            <a:r>
              <a:rPr lang="en-US" sz="2000" dirty="0" err="1"/>
              <a:t>có</a:t>
            </a:r>
            <a:r>
              <a:rPr lang="en-US" sz="2000" dirty="0"/>
              <a:t> </a:t>
            </a:r>
            <a:r>
              <a:rPr lang="en-US" sz="2000" dirty="0" err="1"/>
              <a:t>thể</a:t>
            </a:r>
            <a:r>
              <a:rPr lang="en-US" sz="2000" dirty="0"/>
              <a:t> </a:t>
            </a:r>
            <a:r>
              <a:rPr lang="en-US" sz="2000" dirty="0" err="1"/>
              <a:t>tháo</a:t>
            </a:r>
            <a:r>
              <a:rPr lang="en-US" sz="2000" dirty="0"/>
              <a:t> </a:t>
            </a:r>
            <a:r>
              <a:rPr lang="en-US" sz="2000" dirty="0" err="1"/>
              <a:t>cụm</a:t>
            </a:r>
            <a:r>
              <a:rPr lang="en-US" sz="2000" dirty="0"/>
              <a:t> van </a:t>
            </a:r>
            <a:r>
              <a:rPr lang="en-US" sz="2000" dirty="0" err="1"/>
              <a:t>và</a:t>
            </a:r>
            <a:r>
              <a:rPr lang="en-US" sz="2000" dirty="0"/>
              <a:t> </a:t>
            </a:r>
            <a:r>
              <a:rPr lang="en-US" sz="2000" dirty="0" err="1"/>
              <a:t>nạp</a:t>
            </a:r>
            <a:r>
              <a:rPr lang="en-US" sz="2000" dirty="0"/>
              <a:t> </a:t>
            </a:r>
            <a:r>
              <a:rPr lang="en-US" sz="2000" dirty="0" err="1"/>
              <a:t>lại</a:t>
            </a:r>
            <a:r>
              <a:rPr lang="en-US" sz="2000" dirty="0"/>
              <a:t> </a:t>
            </a:r>
            <a:r>
              <a:rPr lang="en-US" sz="2000" dirty="0" err="1"/>
              <a:t>bình</a:t>
            </a:r>
            <a:r>
              <a:rPr lang="en-US" sz="2000" dirty="0"/>
              <a:t> </a:t>
            </a:r>
            <a:r>
              <a:rPr lang="en-US" sz="2000" dirty="0" err="1"/>
              <a:t>chữa</a:t>
            </a:r>
            <a:r>
              <a:rPr lang="en-US" sz="2000" dirty="0"/>
              <a:t> </a:t>
            </a:r>
            <a:r>
              <a:rPr lang="en-US" sz="2000" dirty="0" err="1"/>
              <a:t>cháy</a:t>
            </a:r>
            <a:r>
              <a:rPr lang="en-US" sz="2000" dirty="0"/>
              <a:t>.</a:t>
            </a:r>
          </a:p>
          <a:p>
            <a:pPr lvl="0" algn="just"/>
            <a:r>
              <a:rPr lang="en-US" sz="2000" dirty="0" err="1"/>
              <a:t>Đồng</a:t>
            </a:r>
            <a:r>
              <a:rPr lang="en-US" sz="2000" dirty="0"/>
              <a:t> </a:t>
            </a:r>
            <a:r>
              <a:rPr lang="en-US" sz="2000" dirty="0" err="1"/>
              <a:t>hồ</a:t>
            </a:r>
            <a:r>
              <a:rPr lang="en-US" sz="2000" dirty="0"/>
              <a:t> </a:t>
            </a:r>
            <a:r>
              <a:rPr lang="en-US" sz="2000" dirty="0" err="1"/>
              <a:t>đo</a:t>
            </a:r>
            <a:r>
              <a:rPr lang="en-US" sz="2000" dirty="0"/>
              <a:t> </a:t>
            </a:r>
            <a:r>
              <a:rPr lang="en-US" sz="2000" dirty="0" err="1"/>
              <a:t>áp</a:t>
            </a:r>
            <a:r>
              <a:rPr lang="en-US" sz="2000" dirty="0"/>
              <a:t> </a:t>
            </a:r>
            <a:r>
              <a:rPr lang="en-US" sz="2000" dirty="0" err="1"/>
              <a:t>lực</a:t>
            </a:r>
            <a:r>
              <a:rPr lang="en-US" sz="2000" dirty="0"/>
              <a:t> </a:t>
            </a:r>
            <a:r>
              <a:rPr lang="en-US" sz="2000" dirty="0" err="1"/>
              <a:t>khí</a:t>
            </a:r>
            <a:r>
              <a:rPr lang="en-US" sz="2000" dirty="0"/>
              <a:t> </a:t>
            </a:r>
            <a:r>
              <a:rPr lang="en-US" sz="2000" dirty="0" err="1"/>
              <a:t>đẩy</a:t>
            </a:r>
            <a:r>
              <a:rPr lang="en-US" sz="2000" dirty="0"/>
              <a:t> </a:t>
            </a:r>
            <a:r>
              <a:rPr lang="en-US" sz="2000" dirty="0" err="1"/>
              <a:t>bên</a:t>
            </a:r>
            <a:r>
              <a:rPr lang="en-US" sz="2000" dirty="0"/>
              <a:t> </a:t>
            </a:r>
            <a:r>
              <a:rPr lang="en-US" sz="2000" dirty="0" err="1"/>
              <a:t>trong</a:t>
            </a:r>
            <a:r>
              <a:rPr lang="en-US" sz="2000" dirty="0"/>
              <a:t> </a:t>
            </a:r>
            <a:r>
              <a:rPr lang="en-US" sz="2000" dirty="0" err="1"/>
              <a:t>bình</a:t>
            </a:r>
            <a:r>
              <a:rPr lang="en-US" sz="2000" dirty="0"/>
              <a:t>, </a:t>
            </a:r>
            <a:r>
              <a:rPr lang="en-US" sz="2000" dirty="0" err="1"/>
              <a:t>hiển</a:t>
            </a:r>
            <a:r>
              <a:rPr lang="en-US" sz="2000" dirty="0"/>
              <a:t> </a:t>
            </a:r>
            <a:r>
              <a:rPr lang="en-US" sz="2000" dirty="0" err="1"/>
              <a:t>thị</a:t>
            </a:r>
            <a:r>
              <a:rPr lang="en-US" sz="2000" dirty="0"/>
              <a:t> </a:t>
            </a:r>
            <a:r>
              <a:rPr lang="en-US" sz="2000" dirty="0" err="1"/>
              <a:t>trạng</a:t>
            </a:r>
            <a:r>
              <a:rPr lang="en-US" sz="2000" dirty="0"/>
              <a:t> </a:t>
            </a:r>
            <a:r>
              <a:rPr lang="en-US" sz="2000" dirty="0" err="1"/>
              <a:t>thái</a:t>
            </a:r>
            <a:r>
              <a:rPr lang="en-US" sz="2000" dirty="0"/>
              <a:t> </a:t>
            </a:r>
            <a:r>
              <a:rPr lang="en-US" sz="2000" dirty="0" err="1"/>
              <a:t>mức</a:t>
            </a:r>
            <a:r>
              <a:rPr lang="en-US" sz="2000" dirty="0"/>
              <a:t> </a:t>
            </a:r>
            <a:r>
              <a:rPr lang="en-US" sz="2000" dirty="0" err="1"/>
              <a:t>khí</a:t>
            </a:r>
            <a:r>
              <a:rPr lang="en-US" sz="2000" dirty="0"/>
              <a:t> </a:t>
            </a:r>
            <a:r>
              <a:rPr lang="en-US" sz="2000" dirty="0" err="1"/>
              <a:t>đẩy</a:t>
            </a:r>
            <a:r>
              <a:rPr lang="en-US" sz="2000" dirty="0"/>
              <a:t> </a:t>
            </a:r>
            <a:r>
              <a:rPr lang="en-US" sz="2000" dirty="0" err="1"/>
              <a:t>còn</a:t>
            </a:r>
            <a:r>
              <a:rPr lang="en-US" sz="2000" dirty="0"/>
              <a:t> </a:t>
            </a:r>
            <a:r>
              <a:rPr lang="en-US" sz="2000" dirty="0" err="1"/>
              <a:t>lại</a:t>
            </a:r>
            <a:r>
              <a:rPr lang="en-US" sz="2000" dirty="0"/>
              <a:t> </a:t>
            </a:r>
            <a:r>
              <a:rPr lang="en-US" sz="2000" dirty="0" err="1"/>
              <a:t>trong</a:t>
            </a:r>
            <a:r>
              <a:rPr lang="en-US" sz="2000" dirty="0"/>
              <a:t> </a:t>
            </a:r>
            <a:r>
              <a:rPr lang="en-US" sz="2000" dirty="0" err="1"/>
              <a:t>bình</a:t>
            </a:r>
            <a:r>
              <a:rPr lang="en-US" sz="2000" dirty="0"/>
              <a:t>. </a:t>
            </a:r>
            <a:r>
              <a:rPr lang="en-US" sz="2000" dirty="0" err="1"/>
              <a:t>Nếu</a:t>
            </a:r>
            <a:r>
              <a:rPr lang="en-US" sz="2000" dirty="0"/>
              <a:t> </a:t>
            </a:r>
            <a:r>
              <a:rPr lang="en-US" sz="2000" dirty="0" err="1"/>
              <a:t>kim</a:t>
            </a:r>
            <a:r>
              <a:rPr lang="en-US" sz="2000" dirty="0"/>
              <a:t> </a:t>
            </a:r>
            <a:r>
              <a:rPr lang="en-US" sz="2000" dirty="0" err="1"/>
              <a:t>chỉ</a:t>
            </a:r>
            <a:r>
              <a:rPr lang="en-US" sz="2000" dirty="0"/>
              <a:t> ở </a:t>
            </a:r>
            <a:r>
              <a:rPr lang="en-US" sz="2000" dirty="0" err="1"/>
              <a:t>vạch</a:t>
            </a:r>
            <a:r>
              <a:rPr lang="en-US" sz="2000" dirty="0"/>
              <a:t> </a:t>
            </a:r>
            <a:r>
              <a:rPr lang="en-US" sz="2000" dirty="0" err="1"/>
              <a:t>xanh</a:t>
            </a:r>
            <a:r>
              <a:rPr lang="en-US" sz="2000" dirty="0"/>
              <a:t> </a:t>
            </a:r>
            <a:r>
              <a:rPr lang="en-US" sz="2000" dirty="0" err="1"/>
              <a:t>thì</a:t>
            </a:r>
            <a:r>
              <a:rPr lang="en-US" sz="2000" dirty="0"/>
              <a:t> </a:t>
            </a:r>
            <a:r>
              <a:rPr lang="en-US" sz="2000" dirty="0" err="1"/>
              <a:t>bình</a:t>
            </a:r>
            <a:r>
              <a:rPr lang="en-US" sz="2000" dirty="0"/>
              <a:t> </a:t>
            </a:r>
            <a:r>
              <a:rPr lang="en-US" sz="2000" dirty="0" err="1"/>
              <a:t>còn</a:t>
            </a:r>
            <a:r>
              <a:rPr lang="en-US" sz="2000" dirty="0"/>
              <a:t> </a:t>
            </a:r>
            <a:r>
              <a:rPr lang="en-US" sz="2000" dirty="0" err="1"/>
              <a:t>sử</a:t>
            </a:r>
            <a:r>
              <a:rPr lang="en-US" sz="2000" dirty="0"/>
              <a:t> </a:t>
            </a:r>
            <a:r>
              <a:rPr lang="en-US" sz="2000" dirty="0" err="1"/>
              <a:t>dụng</a:t>
            </a:r>
            <a:r>
              <a:rPr lang="en-US" sz="2000" dirty="0"/>
              <a:t> </a:t>
            </a:r>
            <a:r>
              <a:rPr lang="en-US" sz="2000" dirty="0" err="1"/>
              <a:t>bình</a:t>
            </a:r>
            <a:r>
              <a:rPr lang="en-US" sz="2000" dirty="0"/>
              <a:t> </a:t>
            </a:r>
            <a:r>
              <a:rPr lang="en-US" sz="2000" dirty="0" err="1"/>
              <a:t>thường</a:t>
            </a:r>
            <a:r>
              <a:rPr lang="en-US" sz="2000" dirty="0"/>
              <a:t>, </a:t>
            </a:r>
            <a:r>
              <a:rPr lang="en-US" sz="2000" dirty="0" err="1"/>
              <a:t>kim</a:t>
            </a:r>
            <a:r>
              <a:rPr lang="en-US" sz="2000" dirty="0"/>
              <a:t> </a:t>
            </a:r>
            <a:r>
              <a:rPr lang="en-US" sz="2000" dirty="0" err="1"/>
              <a:t>chỉ</a:t>
            </a:r>
            <a:r>
              <a:rPr lang="en-US" sz="2000" dirty="0"/>
              <a:t> ở </a:t>
            </a:r>
            <a:r>
              <a:rPr lang="en-US" sz="2000" dirty="0" err="1"/>
              <a:t>vạch</a:t>
            </a:r>
            <a:r>
              <a:rPr lang="en-US" sz="2000" dirty="0"/>
              <a:t> </a:t>
            </a:r>
            <a:r>
              <a:rPr lang="en-US" sz="2000" dirty="0" err="1"/>
              <a:t>đỏ</a:t>
            </a:r>
            <a:r>
              <a:rPr lang="en-US" sz="2000" dirty="0"/>
              <a:t> </a:t>
            </a:r>
            <a:r>
              <a:rPr lang="en-US" sz="2000" dirty="0" err="1"/>
              <a:t>thì</a:t>
            </a:r>
            <a:r>
              <a:rPr lang="en-US" sz="2000" dirty="0"/>
              <a:t> </a:t>
            </a:r>
            <a:r>
              <a:rPr lang="en-US" sz="2000" dirty="0" err="1"/>
              <a:t>cần</a:t>
            </a:r>
            <a:r>
              <a:rPr lang="en-US" sz="2000" dirty="0"/>
              <a:t> </a:t>
            </a:r>
            <a:r>
              <a:rPr lang="en-US" sz="2000" dirty="0" err="1"/>
              <a:t>phải</a:t>
            </a:r>
            <a:r>
              <a:rPr lang="en-US" sz="2000" dirty="0"/>
              <a:t> </a:t>
            </a:r>
            <a:r>
              <a:rPr lang="en-US" sz="2000" dirty="0" err="1"/>
              <a:t>nạp</a:t>
            </a:r>
            <a:r>
              <a:rPr lang="en-US" sz="2000" dirty="0"/>
              <a:t> </a:t>
            </a:r>
            <a:r>
              <a:rPr lang="en-US" sz="2000" dirty="0" err="1"/>
              <a:t>lại</a:t>
            </a:r>
            <a:r>
              <a:rPr lang="en-US" sz="2000" dirty="0"/>
              <a:t> </a:t>
            </a:r>
            <a:r>
              <a:rPr lang="en-US" sz="2000" dirty="0" err="1"/>
              <a:t>bình</a:t>
            </a:r>
            <a:r>
              <a:rPr lang="en-US" sz="2000" dirty="0"/>
              <a:t>, </a:t>
            </a:r>
            <a:r>
              <a:rPr lang="en-US" sz="2000" dirty="0" err="1"/>
              <a:t>kim</a:t>
            </a:r>
            <a:r>
              <a:rPr lang="en-US" sz="2000" dirty="0"/>
              <a:t> </a:t>
            </a:r>
            <a:r>
              <a:rPr lang="en-US" sz="2000" dirty="0" err="1"/>
              <a:t>chỉ</a:t>
            </a:r>
            <a:r>
              <a:rPr lang="en-US" sz="2000" dirty="0"/>
              <a:t> ở </a:t>
            </a:r>
            <a:r>
              <a:rPr lang="en-US" sz="2000" dirty="0" err="1"/>
              <a:t>vạch</a:t>
            </a:r>
            <a:r>
              <a:rPr lang="en-US" sz="2000" dirty="0"/>
              <a:t> </a:t>
            </a:r>
            <a:r>
              <a:rPr lang="en-US" sz="2000" dirty="0" err="1"/>
              <a:t>vàng</a:t>
            </a:r>
            <a:r>
              <a:rPr lang="en-US" sz="2000" dirty="0"/>
              <a:t> </a:t>
            </a:r>
            <a:r>
              <a:rPr lang="en-US" sz="2000" dirty="0" err="1"/>
              <a:t>thì</a:t>
            </a:r>
            <a:r>
              <a:rPr lang="en-US" sz="2000" dirty="0"/>
              <a:t> </a:t>
            </a:r>
            <a:r>
              <a:rPr lang="en-US" sz="2000" dirty="0" err="1"/>
              <a:t>cần</a:t>
            </a:r>
            <a:r>
              <a:rPr lang="en-US" sz="2000" dirty="0"/>
              <a:t> </a:t>
            </a:r>
            <a:r>
              <a:rPr lang="en-US" sz="2000" dirty="0" err="1"/>
              <a:t>phải</a:t>
            </a:r>
            <a:r>
              <a:rPr lang="en-US" sz="2000" dirty="0"/>
              <a:t> </a:t>
            </a:r>
            <a:r>
              <a:rPr lang="en-US" sz="2000" dirty="0" err="1"/>
              <a:t>xả</a:t>
            </a:r>
            <a:r>
              <a:rPr lang="en-US" sz="2000" dirty="0"/>
              <a:t> </a:t>
            </a:r>
            <a:r>
              <a:rPr lang="en-US" sz="2000" dirty="0" err="1"/>
              <a:t>bớt</a:t>
            </a:r>
            <a:r>
              <a:rPr lang="en-US" sz="2000" dirty="0"/>
              <a:t> </a:t>
            </a:r>
            <a:r>
              <a:rPr lang="en-US" sz="2000" dirty="0" err="1"/>
              <a:t>khí</a:t>
            </a:r>
            <a:r>
              <a:rPr lang="en-US" sz="2000" dirty="0"/>
              <a:t> </a:t>
            </a:r>
            <a:r>
              <a:rPr lang="en-US" sz="2000" dirty="0" err="1"/>
              <a:t>bên</a:t>
            </a:r>
            <a:r>
              <a:rPr lang="en-US" sz="2000" dirty="0"/>
              <a:t> </a:t>
            </a:r>
            <a:r>
              <a:rPr lang="en-US" sz="2000" dirty="0" err="1"/>
              <a:t>trong</a:t>
            </a:r>
            <a:r>
              <a:rPr lang="en-US" sz="2000" dirty="0"/>
              <a:t> </a:t>
            </a:r>
            <a:r>
              <a:rPr lang="en-US" sz="2000" dirty="0" err="1"/>
              <a:t>bình</a:t>
            </a:r>
            <a:r>
              <a:rPr lang="en-US" sz="2000" dirty="0"/>
              <a:t> </a:t>
            </a:r>
            <a:r>
              <a:rPr lang="en-US" sz="2000" dirty="0" err="1"/>
              <a:t>ra</a:t>
            </a:r>
            <a:r>
              <a:rPr lang="en-US" sz="2000" dirty="0"/>
              <a:t> </a:t>
            </a:r>
            <a:r>
              <a:rPr lang="en-US" sz="2000" dirty="0" err="1"/>
              <a:t>ngoài</a:t>
            </a:r>
            <a:r>
              <a:rPr lang="en-US" sz="2000" dirty="0"/>
              <a:t> </a:t>
            </a:r>
            <a:r>
              <a:rPr lang="en-US" sz="2000" dirty="0" err="1"/>
              <a:t>vì</a:t>
            </a:r>
            <a:r>
              <a:rPr lang="en-US" sz="2000" dirty="0"/>
              <a:t> </a:t>
            </a:r>
            <a:r>
              <a:rPr lang="en-US" sz="2000" dirty="0" err="1"/>
              <a:t>lúc</a:t>
            </a:r>
            <a:r>
              <a:rPr lang="en-US" sz="2000" dirty="0"/>
              <a:t> </a:t>
            </a:r>
            <a:r>
              <a:rPr lang="en-US" sz="2000" dirty="0" err="1"/>
              <a:t>này</a:t>
            </a:r>
            <a:r>
              <a:rPr lang="en-US" sz="2000" dirty="0"/>
              <a:t> </a:t>
            </a:r>
            <a:r>
              <a:rPr lang="en-US" sz="2000" dirty="0" err="1"/>
              <a:t>áp</a:t>
            </a:r>
            <a:r>
              <a:rPr lang="en-US" sz="2000" dirty="0"/>
              <a:t> </a:t>
            </a:r>
            <a:r>
              <a:rPr lang="en-US" sz="2000" dirty="0" err="1"/>
              <a:t>suất</a:t>
            </a:r>
            <a:r>
              <a:rPr lang="en-US" sz="2000" dirty="0"/>
              <a:t> </a:t>
            </a:r>
            <a:r>
              <a:rPr lang="en-US" sz="2000" dirty="0" err="1"/>
              <a:t>bên</a:t>
            </a:r>
            <a:r>
              <a:rPr lang="en-US" sz="2000" dirty="0"/>
              <a:t> </a:t>
            </a:r>
            <a:r>
              <a:rPr lang="en-US" sz="2000" dirty="0" err="1"/>
              <a:t>trong</a:t>
            </a:r>
            <a:r>
              <a:rPr lang="en-US" sz="2000" dirty="0"/>
              <a:t> </a:t>
            </a:r>
            <a:r>
              <a:rPr lang="en-US" sz="2000" dirty="0" err="1"/>
              <a:t>hiện</a:t>
            </a:r>
            <a:r>
              <a:rPr lang="en-US" sz="2000" dirty="0"/>
              <a:t> </a:t>
            </a:r>
            <a:r>
              <a:rPr lang="en-US" sz="2000" dirty="0" err="1"/>
              <a:t>đang</a:t>
            </a:r>
            <a:r>
              <a:rPr lang="en-US" sz="2000" dirty="0"/>
              <a:t> </a:t>
            </a:r>
            <a:r>
              <a:rPr lang="en-US" sz="2000" dirty="0" err="1"/>
              <a:t>cao</a:t>
            </a:r>
            <a:r>
              <a:rPr lang="en-US" sz="2000" dirty="0"/>
              <a:t> </a:t>
            </a:r>
            <a:r>
              <a:rPr lang="en-US" sz="2000" dirty="0" err="1"/>
              <a:t>hơn</a:t>
            </a:r>
            <a:r>
              <a:rPr lang="en-US" sz="2000" dirty="0"/>
              <a:t> </a:t>
            </a:r>
            <a:r>
              <a:rPr lang="en-US" sz="2000" dirty="0" err="1"/>
              <a:t>áp</a:t>
            </a:r>
            <a:r>
              <a:rPr lang="en-US" sz="2000" dirty="0"/>
              <a:t> </a:t>
            </a:r>
            <a:r>
              <a:rPr lang="en-US" sz="2000" dirty="0" err="1"/>
              <a:t>suất</a:t>
            </a:r>
            <a:r>
              <a:rPr lang="en-US" sz="2000" dirty="0"/>
              <a:t> </a:t>
            </a:r>
            <a:r>
              <a:rPr lang="en-US" sz="2000" dirty="0" err="1"/>
              <a:t>định</a:t>
            </a:r>
            <a:r>
              <a:rPr lang="en-US" sz="2000" dirty="0"/>
              <a:t> </a:t>
            </a:r>
            <a:r>
              <a:rPr lang="en-US" sz="2000" dirty="0" err="1"/>
              <a:t>mức</a:t>
            </a:r>
            <a:r>
              <a:rPr lang="en-US" sz="2000" dirty="0"/>
              <a:t> </a:t>
            </a:r>
            <a:r>
              <a:rPr lang="en-US" sz="2000" dirty="0" err="1"/>
              <a:t>của</a:t>
            </a:r>
            <a:r>
              <a:rPr lang="en-US" sz="2000" dirty="0"/>
              <a:t> </a:t>
            </a:r>
            <a:r>
              <a:rPr lang="en-US" sz="2000" dirty="0" err="1"/>
              <a:t>bình</a:t>
            </a:r>
            <a:r>
              <a:rPr lang="en-US" sz="2000" dirty="0"/>
              <a:t>.</a:t>
            </a:r>
          </a:p>
          <a:p>
            <a:pPr marL="0" lvl="0" indent="0" algn="just" rtl="0">
              <a:spcBef>
                <a:spcPts val="0"/>
              </a:spcBef>
              <a:spcAft>
                <a:spcPts val="0"/>
              </a:spcAft>
              <a:buNone/>
            </a:pPr>
            <a:endParaRPr sz="2000" dirty="0"/>
          </a:p>
        </p:txBody>
      </p:sp>
      <p:grpSp>
        <p:nvGrpSpPr>
          <p:cNvPr id="5" name="Group 4">
            <a:extLst>
              <a:ext uri="{FF2B5EF4-FFF2-40B4-BE49-F238E27FC236}">
                <a16:creationId xmlns:a16="http://schemas.microsoft.com/office/drawing/2014/main" xmlns="" id="{77A3A94C-BFC5-A7EB-0CA6-34D53FCD0495}"/>
              </a:ext>
            </a:extLst>
          </p:cNvPr>
          <p:cNvGrpSpPr/>
          <p:nvPr/>
        </p:nvGrpSpPr>
        <p:grpSpPr>
          <a:xfrm>
            <a:off x="1291311" y="36333"/>
            <a:ext cx="5868246" cy="923650"/>
            <a:chOff x="2547841" y="435266"/>
            <a:chExt cx="4292366" cy="923650"/>
          </a:xfrm>
        </p:grpSpPr>
        <p:sp>
          <p:nvSpPr>
            <p:cNvPr id="63" name="Google Shape;634;p48">
              <a:extLst>
                <a:ext uri="{FF2B5EF4-FFF2-40B4-BE49-F238E27FC236}">
                  <a16:creationId xmlns:a16="http://schemas.microsoft.com/office/drawing/2014/main" xmlns="" id="{386FB296-0729-31A2-EC7E-DB29F24C3ED8}"/>
                </a:ext>
              </a:extLst>
            </p:cNvPr>
            <p:cNvSpPr/>
            <p:nvPr/>
          </p:nvSpPr>
          <p:spPr>
            <a:xfrm>
              <a:off x="2547841" y="435586"/>
              <a:ext cx="4041217" cy="923330"/>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chemeClr val="accent4">
                <a:lumMod val="75000"/>
              </a:schemeClr>
            </a:solidFill>
            <a:ln>
              <a:noFill/>
            </a:ln>
            <a:effectLst>
              <a:outerShdw blurRad="152400" dist="76200" dir="2700000" algn="tl" rotWithShape="0">
                <a:prstClr val="black">
                  <a:alpha val="13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800"/>
            </a:p>
          </p:txBody>
        </p:sp>
        <p:sp>
          <p:nvSpPr>
            <p:cNvPr id="12" name="TextBox 11">
              <a:extLst>
                <a:ext uri="{FF2B5EF4-FFF2-40B4-BE49-F238E27FC236}">
                  <a16:creationId xmlns:a16="http://schemas.microsoft.com/office/drawing/2014/main" xmlns="" id="{A20B3251-D7AF-AA98-7515-DA3A5A4F4F3B}"/>
                </a:ext>
              </a:extLst>
            </p:cNvPr>
            <p:cNvSpPr txBox="1"/>
            <p:nvPr/>
          </p:nvSpPr>
          <p:spPr>
            <a:xfrm>
              <a:off x="3427625" y="435266"/>
              <a:ext cx="3412582" cy="830997"/>
            </a:xfrm>
            <a:prstGeom prst="rect">
              <a:avLst/>
            </a:prstGeom>
            <a:noFill/>
          </p:spPr>
          <p:txBody>
            <a:bodyPr wrap="square" rtlCol="0">
              <a:spAutoFit/>
            </a:bodyPr>
            <a:lstStyle/>
            <a:p>
              <a:r>
                <a:rPr lang="en-US" sz="4800" b="1" dirty="0">
                  <a:solidFill>
                    <a:schemeClr val="bg1"/>
                  </a:solidFill>
                  <a:latin typeface="+mn-lt"/>
                </a:rPr>
                <a:t>VẬN DỤNG</a:t>
              </a:r>
            </a:p>
          </p:txBody>
        </p:sp>
        <p:pic>
          <p:nvPicPr>
            <p:cNvPr id="4" name="Picture 3" descr="A picture containing toy, vector graphics&#10;&#10;Description automatically generated">
              <a:extLst>
                <a:ext uri="{FF2B5EF4-FFF2-40B4-BE49-F238E27FC236}">
                  <a16:creationId xmlns:a16="http://schemas.microsoft.com/office/drawing/2014/main" xmlns="" id="{2B4241EA-5AD0-EE31-C58C-1BABF0871663}"/>
                </a:ext>
              </a:extLst>
            </p:cNvPr>
            <p:cNvPicPr>
              <a:picLocks noChangeAspect="1"/>
            </p:cNvPicPr>
            <p:nvPr/>
          </p:nvPicPr>
          <p:blipFill>
            <a:blip r:embed="rId3"/>
            <a:stretch>
              <a:fillRect/>
            </a:stretch>
          </p:blipFill>
          <p:spPr>
            <a:xfrm>
              <a:off x="2712755" y="478412"/>
              <a:ext cx="879531" cy="879531"/>
            </a:xfrm>
            <a:prstGeom prst="rect">
              <a:avLst/>
            </a:prstGeom>
          </p:spPr>
        </p:pic>
      </p:grpSp>
    </p:spTree>
    <p:extLst>
      <p:ext uri="{BB962C8B-B14F-4D97-AF65-F5344CB8AC3E}">
        <p14:creationId xmlns:p14="http://schemas.microsoft.com/office/powerpoint/2010/main" val="17902998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47"/>
          <p:cNvSpPr/>
          <p:nvPr/>
        </p:nvSpPr>
        <p:spPr>
          <a:xfrm>
            <a:off x="237383" y="959983"/>
            <a:ext cx="8825928" cy="4183517"/>
          </a:xfrm>
          <a:custGeom>
            <a:avLst/>
            <a:gdLst/>
            <a:ahLst/>
            <a:cxnLst/>
            <a:rect l="l" t="t" r="r" b="b"/>
            <a:pathLst>
              <a:path w="199801" h="103467" extrusionOk="0">
                <a:moveTo>
                  <a:pt x="100127" y="0"/>
                </a:moveTo>
                <a:cubicBezTo>
                  <a:pt x="91281" y="0"/>
                  <a:pt x="82435" y="60"/>
                  <a:pt x="73588" y="179"/>
                </a:cubicBezTo>
                <a:cubicBezTo>
                  <a:pt x="71909" y="207"/>
                  <a:pt x="70225" y="228"/>
                  <a:pt x="68546" y="260"/>
                </a:cubicBezTo>
                <a:cubicBezTo>
                  <a:pt x="52087" y="520"/>
                  <a:pt x="35630" y="988"/>
                  <a:pt x="19162" y="1665"/>
                </a:cubicBezTo>
                <a:cubicBezTo>
                  <a:pt x="18193" y="1706"/>
                  <a:pt x="17218" y="1746"/>
                  <a:pt x="16248" y="1787"/>
                </a:cubicBezTo>
                <a:cubicBezTo>
                  <a:pt x="16028" y="1796"/>
                  <a:pt x="15812" y="1804"/>
                  <a:pt x="15593" y="1813"/>
                </a:cubicBezTo>
                <a:cubicBezTo>
                  <a:pt x="15367" y="1808"/>
                  <a:pt x="15144" y="1805"/>
                  <a:pt x="14922" y="1805"/>
                </a:cubicBezTo>
                <a:cubicBezTo>
                  <a:pt x="8389" y="1805"/>
                  <a:pt x="3600" y="4346"/>
                  <a:pt x="3305" y="11429"/>
                </a:cubicBezTo>
                <a:cubicBezTo>
                  <a:pt x="3175" y="13103"/>
                  <a:pt x="2999" y="15015"/>
                  <a:pt x="2802" y="17121"/>
                </a:cubicBezTo>
                <a:cubicBezTo>
                  <a:pt x="2766" y="17494"/>
                  <a:pt x="2730" y="17871"/>
                  <a:pt x="2698" y="18258"/>
                </a:cubicBezTo>
                <a:cubicBezTo>
                  <a:pt x="2446" y="20869"/>
                  <a:pt x="2168" y="23752"/>
                  <a:pt x="1886" y="26831"/>
                </a:cubicBezTo>
                <a:cubicBezTo>
                  <a:pt x="1840" y="27303"/>
                  <a:pt x="1800" y="27784"/>
                  <a:pt x="1755" y="28269"/>
                </a:cubicBezTo>
                <a:cubicBezTo>
                  <a:pt x="1207" y="34357"/>
                  <a:pt x="673" y="41131"/>
                  <a:pt x="373" y="48018"/>
                </a:cubicBezTo>
                <a:cubicBezTo>
                  <a:pt x="373" y="48054"/>
                  <a:pt x="373" y="48094"/>
                  <a:pt x="368" y="48130"/>
                </a:cubicBezTo>
                <a:cubicBezTo>
                  <a:pt x="54" y="55430"/>
                  <a:pt x="1" y="62856"/>
                  <a:pt x="476" y="69733"/>
                </a:cubicBezTo>
                <a:cubicBezTo>
                  <a:pt x="508" y="70211"/>
                  <a:pt x="544" y="70686"/>
                  <a:pt x="584" y="71158"/>
                </a:cubicBezTo>
                <a:cubicBezTo>
                  <a:pt x="778" y="73585"/>
                  <a:pt x="1046" y="75939"/>
                  <a:pt x="1392" y="78183"/>
                </a:cubicBezTo>
                <a:cubicBezTo>
                  <a:pt x="1441" y="78494"/>
                  <a:pt x="1491" y="78798"/>
                  <a:pt x="1540" y="79103"/>
                </a:cubicBezTo>
                <a:cubicBezTo>
                  <a:pt x="2900" y="87234"/>
                  <a:pt x="5388" y="93865"/>
                  <a:pt x="9590" y="97461"/>
                </a:cubicBezTo>
                <a:cubicBezTo>
                  <a:pt x="9612" y="97479"/>
                  <a:pt x="9639" y="97497"/>
                  <a:pt x="9661" y="97510"/>
                </a:cubicBezTo>
                <a:cubicBezTo>
                  <a:pt x="10084" y="97812"/>
                  <a:pt x="10519" y="98082"/>
                  <a:pt x="10969" y="98328"/>
                </a:cubicBezTo>
                <a:cubicBezTo>
                  <a:pt x="15026" y="100582"/>
                  <a:pt x="19993" y="100869"/>
                  <a:pt x="24693" y="101067"/>
                </a:cubicBezTo>
                <a:cubicBezTo>
                  <a:pt x="47105" y="102494"/>
                  <a:pt x="69492" y="103284"/>
                  <a:pt x="91882" y="103437"/>
                </a:cubicBezTo>
                <a:cubicBezTo>
                  <a:pt x="93916" y="103454"/>
                  <a:pt x="95946" y="103464"/>
                  <a:pt x="97980" y="103464"/>
                </a:cubicBezTo>
                <a:cubicBezTo>
                  <a:pt x="98844" y="103466"/>
                  <a:pt x="99708" y="103467"/>
                  <a:pt x="100572" y="103467"/>
                </a:cubicBezTo>
                <a:cubicBezTo>
                  <a:pt x="115757" y="103467"/>
                  <a:pt x="130944" y="103166"/>
                  <a:pt x="146138" y="102575"/>
                </a:cubicBezTo>
                <a:cubicBezTo>
                  <a:pt x="147269" y="102534"/>
                  <a:pt x="148400" y="102485"/>
                  <a:pt x="149532" y="102436"/>
                </a:cubicBezTo>
                <a:cubicBezTo>
                  <a:pt x="158219" y="102076"/>
                  <a:pt x="166911" y="101620"/>
                  <a:pt x="175602" y="101067"/>
                </a:cubicBezTo>
                <a:cubicBezTo>
                  <a:pt x="176079" y="101083"/>
                  <a:pt x="176548" y="101092"/>
                  <a:pt x="177009" y="101092"/>
                </a:cubicBezTo>
                <a:cubicBezTo>
                  <a:pt x="189730" y="101092"/>
                  <a:pt x="196027" y="94765"/>
                  <a:pt x="198103" y="83886"/>
                </a:cubicBezTo>
                <a:cubicBezTo>
                  <a:pt x="198149" y="83679"/>
                  <a:pt x="198184" y="83468"/>
                  <a:pt x="198220" y="83257"/>
                </a:cubicBezTo>
                <a:cubicBezTo>
                  <a:pt x="198561" y="81295"/>
                  <a:pt x="198773" y="79185"/>
                  <a:pt x="198863" y="76944"/>
                </a:cubicBezTo>
                <a:cubicBezTo>
                  <a:pt x="198961" y="74515"/>
                  <a:pt x="199063" y="72073"/>
                  <a:pt x="199167" y="69613"/>
                </a:cubicBezTo>
                <a:cubicBezTo>
                  <a:pt x="199185" y="69230"/>
                  <a:pt x="199204" y="68850"/>
                  <a:pt x="199216" y="68468"/>
                </a:cubicBezTo>
                <a:cubicBezTo>
                  <a:pt x="199294" y="66627"/>
                  <a:pt x="199370" y="64781"/>
                  <a:pt x="199441" y="62927"/>
                </a:cubicBezTo>
                <a:cubicBezTo>
                  <a:pt x="199455" y="62560"/>
                  <a:pt x="199468" y="62191"/>
                  <a:pt x="199482" y="61823"/>
                </a:cubicBezTo>
                <a:cubicBezTo>
                  <a:pt x="199657" y="57027"/>
                  <a:pt x="199787" y="52202"/>
                  <a:pt x="199800" y="47376"/>
                </a:cubicBezTo>
                <a:lnTo>
                  <a:pt x="199800" y="45902"/>
                </a:lnTo>
                <a:cubicBezTo>
                  <a:pt x="199785" y="39540"/>
                  <a:pt x="199557" y="33189"/>
                  <a:pt x="198957" y="26923"/>
                </a:cubicBezTo>
                <a:cubicBezTo>
                  <a:pt x="198934" y="26685"/>
                  <a:pt x="198912" y="26448"/>
                  <a:pt x="198885" y="26209"/>
                </a:cubicBezTo>
                <a:cubicBezTo>
                  <a:pt x="198603" y="23400"/>
                  <a:pt x="198243" y="20607"/>
                  <a:pt x="197790" y="17837"/>
                </a:cubicBezTo>
                <a:cubicBezTo>
                  <a:pt x="197660" y="17050"/>
                  <a:pt x="197521" y="16265"/>
                  <a:pt x="197378" y="15479"/>
                </a:cubicBezTo>
                <a:cubicBezTo>
                  <a:pt x="196855" y="12633"/>
                  <a:pt x="196228" y="9817"/>
                  <a:pt x="195482" y="7034"/>
                </a:cubicBezTo>
                <a:cubicBezTo>
                  <a:pt x="195401" y="6738"/>
                  <a:pt x="195321" y="6442"/>
                  <a:pt x="195240" y="6150"/>
                </a:cubicBezTo>
                <a:cubicBezTo>
                  <a:pt x="194044" y="1903"/>
                  <a:pt x="187660" y="1599"/>
                  <a:pt x="182861" y="1599"/>
                </a:cubicBezTo>
                <a:cubicBezTo>
                  <a:pt x="182058" y="1599"/>
                  <a:pt x="181300" y="1607"/>
                  <a:pt x="180617" y="1607"/>
                </a:cubicBezTo>
                <a:cubicBezTo>
                  <a:pt x="180110" y="1607"/>
                  <a:pt x="179644" y="1603"/>
                  <a:pt x="179234" y="1586"/>
                </a:cubicBezTo>
                <a:cubicBezTo>
                  <a:pt x="173166" y="1345"/>
                  <a:pt x="167098" y="1143"/>
                  <a:pt x="161029" y="942"/>
                </a:cubicBezTo>
                <a:cubicBezTo>
                  <a:pt x="159943" y="907"/>
                  <a:pt x="158861" y="876"/>
                  <a:pt x="157774" y="844"/>
                </a:cubicBezTo>
                <a:cubicBezTo>
                  <a:pt x="138554" y="281"/>
                  <a:pt x="119341" y="0"/>
                  <a:pt x="100127" y="0"/>
                </a:cubicBezTo>
                <a:close/>
              </a:path>
            </a:pathLst>
          </a:custGeom>
          <a:solidFill>
            <a:schemeClr val="bg2">
              <a:lumMod val="20000"/>
              <a:lumOff val="80000"/>
            </a:schemeClr>
          </a:solidFill>
          <a:ln>
            <a:noFill/>
          </a:ln>
          <a:effectLst>
            <a:outerShdw blurRad="200025" dist="28575" algn="bl" rotWithShape="0">
              <a:srgbClr val="000000">
                <a:alpha val="10000"/>
              </a:srgbClr>
            </a:outerShdw>
          </a:effectLst>
        </p:spPr>
        <p:txBody>
          <a:bodyPr spcFirstLastPara="1" wrap="square" lIns="91425" tIns="91425" rIns="91425" bIns="91425" anchor="ctr" anchorCtr="0">
            <a:noAutofit/>
          </a:bodyPr>
          <a:lstStyle/>
          <a:p>
            <a:pPr lvl="0"/>
            <a:r>
              <a:rPr lang="en-US" sz="2000" dirty="0"/>
              <a:t>Van </a:t>
            </a:r>
            <a:r>
              <a:rPr lang="en-US" sz="2000" dirty="0" err="1"/>
              <a:t>khoá</a:t>
            </a:r>
            <a:r>
              <a:rPr lang="en-US" sz="2000" dirty="0"/>
              <a:t> </a:t>
            </a:r>
            <a:r>
              <a:rPr lang="en-US" sz="2000" dirty="0" err="1"/>
              <a:t>là</a:t>
            </a:r>
            <a:r>
              <a:rPr lang="en-US" sz="2000" dirty="0"/>
              <a:t> </a:t>
            </a:r>
            <a:r>
              <a:rPr lang="en-US" sz="2000" dirty="0" err="1"/>
              <a:t>dạng</a:t>
            </a:r>
            <a:r>
              <a:rPr lang="en-US" sz="2000" dirty="0"/>
              <a:t> van </a:t>
            </a:r>
            <a:r>
              <a:rPr lang="en-US" sz="2000" dirty="0" err="1"/>
              <a:t>bóp</a:t>
            </a:r>
            <a:r>
              <a:rPr lang="en-US" sz="2000" dirty="0"/>
              <a:t>, </a:t>
            </a:r>
            <a:r>
              <a:rPr lang="en-US" sz="2000" dirty="0" err="1"/>
              <a:t>được</a:t>
            </a:r>
            <a:r>
              <a:rPr lang="en-US" sz="2000" dirty="0"/>
              <a:t> </a:t>
            </a:r>
            <a:r>
              <a:rPr lang="en-US" sz="2000" dirty="0" err="1"/>
              <a:t>chốt</a:t>
            </a:r>
            <a:r>
              <a:rPr lang="en-US" sz="2000" dirty="0"/>
              <a:t> an </a:t>
            </a:r>
            <a:r>
              <a:rPr lang="en-US" sz="2000" dirty="0" err="1"/>
              <a:t>toàn</a:t>
            </a:r>
            <a:r>
              <a:rPr lang="en-US" sz="2000" dirty="0"/>
              <a:t>; </a:t>
            </a:r>
            <a:r>
              <a:rPr lang="en-US" sz="2000" dirty="0" err="1"/>
              <a:t>cò</a:t>
            </a:r>
            <a:r>
              <a:rPr lang="en-US" sz="2000" dirty="0"/>
              <a:t> </a:t>
            </a:r>
            <a:r>
              <a:rPr lang="en-US" sz="2000" dirty="0" err="1"/>
              <a:t>bóp</a:t>
            </a:r>
            <a:r>
              <a:rPr lang="en-US" sz="2000" dirty="0"/>
              <a:t> </a:t>
            </a:r>
            <a:r>
              <a:rPr lang="en-US" sz="2000" dirty="0" err="1"/>
              <a:t>cũng</a:t>
            </a:r>
            <a:r>
              <a:rPr lang="en-US" sz="2000" dirty="0"/>
              <a:t> </a:t>
            </a:r>
            <a:r>
              <a:rPr lang="en-US" sz="2000" dirty="0" err="1"/>
              <a:t>đồng</a:t>
            </a:r>
            <a:r>
              <a:rPr lang="en-US" sz="2000" dirty="0"/>
              <a:t> </a:t>
            </a:r>
            <a:r>
              <a:rPr lang="en-US" sz="2000" dirty="0" err="1"/>
              <a:t>thời</a:t>
            </a:r>
            <a:r>
              <a:rPr lang="en-US" sz="2000" dirty="0"/>
              <a:t> </a:t>
            </a:r>
            <a:r>
              <a:rPr lang="en-US" sz="2000" dirty="0" err="1"/>
              <a:t>là</a:t>
            </a:r>
            <a:r>
              <a:rPr lang="en-US" sz="2000" dirty="0"/>
              <a:t> </a:t>
            </a:r>
            <a:r>
              <a:rPr lang="en-US" sz="2000" dirty="0" err="1"/>
              <a:t>tay</a:t>
            </a:r>
            <a:r>
              <a:rPr lang="en-US" sz="2000" dirty="0"/>
              <a:t> </a:t>
            </a:r>
            <a:r>
              <a:rPr lang="en-US" sz="2000" dirty="0" err="1"/>
              <a:t>xách</a:t>
            </a:r>
            <a:r>
              <a:rPr lang="en-US" sz="2000" dirty="0"/>
              <a:t>.</a:t>
            </a:r>
          </a:p>
          <a:p>
            <a:pPr lvl="0"/>
            <a:r>
              <a:rPr lang="en-US" sz="2000" dirty="0" err="1"/>
              <a:t>Vòi</a:t>
            </a:r>
            <a:r>
              <a:rPr lang="en-US" sz="2000" dirty="0"/>
              <a:t> </a:t>
            </a:r>
            <a:r>
              <a:rPr lang="en-US" sz="2000" dirty="0" err="1"/>
              <a:t>phun</a:t>
            </a:r>
            <a:r>
              <a:rPr lang="en-US" sz="2000" dirty="0"/>
              <a:t> </a:t>
            </a:r>
            <a:r>
              <a:rPr lang="en-US" sz="2000" dirty="0" err="1"/>
              <a:t>được</a:t>
            </a:r>
            <a:r>
              <a:rPr lang="en-US" sz="2000" dirty="0"/>
              <a:t> </a:t>
            </a:r>
            <a:r>
              <a:rPr lang="en-US" sz="2000" dirty="0" err="1"/>
              <a:t>làm</a:t>
            </a:r>
            <a:r>
              <a:rPr lang="en-US" sz="2000" dirty="0"/>
              <a:t> </a:t>
            </a:r>
            <a:r>
              <a:rPr lang="en-US" sz="2000" dirty="0" err="1"/>
              <a:t>từ</a:t>
            </a:r>
            <a:r>
              <a:rPr lang="en-US" sz="2000" dirty="0"/>
              <a:t> </a:t>
            </a:r>
            <a:r>
              <a:rPr lang="en-US" sz="2000" dirty="0" err="1"/>
              <a:t>nhựa</a:t>
            </a:r>
            <a:r>
              <a:rPr lang="en-US" sz="2000" dirty="0"/>
              <a:t>, </a:t>
            </a:r>
            <a:r>
              <a:rPr lang="en-US" sz="2000" dirty="0" err="1"/>
              <a:t>ống</a:t>
            </a:r>
            <a:r>
              <a:rPr lang="en-US" sz="2000" dirty="0"/>
              <a:t> </a:t>
            </a:r>
            <a:r>
              <a:rPr lang="en-US" sz="2000" dirty="0" err="1"/>
              <a:t>dẫn</a:t>
            </a:r>
            <a:r>
              <a:rPr lang="en-US" sz="2000" dirty="0"/>
              <a:t> </a:t>
            </a:r>
            <a:r>
              <a:rPr lang="en-US" sz="2000" dirty="0" err="1"/>
              <a:t>mềm</a:t>
            </a:r>
            <a:r>
              <a:rPr lang="en-US" sz="2000" dirty="0"/>
              <a:t>.</a:t>
            </a:r>
          </a:p>
          <a:p>
            <a:pPr lvl="0"/>
            <a:r>
              <a:rPr lang="en-US" sz="2000" dirty="0" err="1"/>
              <a:t>Trong</a:t>
            </a:r>
            <a:r>
              <a:rPr lang="en-US" sz="2000" dirty="0"/>
              <a:t> </a:t>
            </a:r>
            <a:r>
              <a:rPr lang="en-US" sz="2000" dirty="0" err="1"/>
              <a:t>bình</a:t>
            </a:r>
            <a:r>
              <a:rPr lang="en-US" sz="2000" dirty="0"/>
              <a:t> </a:t>
            </a:r>
            <a:r>
              <a:rPr lang="en-US" sz="2000" dirty="0" err="1"/>
              <a:t>chữa</a:t>
            </a:r>
            <a:r>
              <a:rPr lang="en-US" sz="2000" dirty="0"/>
              <a:t> </a:t>
            </a:r>
            <a:r>
              <a:rPr lang="en-US" sz="2000" dirty="0" err="1"/>
              <a:t>cháy</a:t>
            </a:r>
            <a:r>
              <a:rPr lang="en-US" sz="2000" dirty="0"/>
              <a:t> </a:t>
            </a:r>
            <a:r>
              <a:rPr lang="en-US" sz="2000" dirty="0" err="1"/>
              <a:t>có</a:t>
            </a:r>
            <a:r>
              <a:rPr lang="en-US" sz="2000" dirty="0"/>
              <a:t> </a:t>
            </a:r>
            <a:r>
              <a:rPr lang="en-US" sz="2000" dirty="0" err="1"/>
              <a:t>bột</a:t>
            </a:r>
            <a:r>
              <a:rPr lang="en-US" sz="2000" dirty="0"/>
              <a:t> </a:t>
            </a:r>
            <a:r>
              <a:rPr lang="en-US" sz="2000" dirty="0" err="1"/>
              <a:t>chữa</a:t>
            </a:r>
            <a:r>
              <a:rPr lang="en-US" sz="2000" dirty="0"/>
              <a:t> </a:t>
            </a:r>
            <a:r>
              <a:rPr lang="en-US" sz="2000" dirty="0" err="1"/>
              <a:t>cháy</a:t>
            </a:r>
            <a:r>
              <a:rPr lang="en-US" sz="2000" dirty="0"/>
              <a:t>, </a:t>
            </a:r>
            <a:r>
              <a:rPr lang="en-US" sz="2000" dirty="0" err="1"/>
              <a:t>khí</a:t>
            </a:r>
            <a:r>
              <a:rPr lang="en-US" sz="2000" dirty="0"/>
              <a:t> </a:t>
            </a:r>
            <a:r>
              <a:rPr lang="en-US" sz="2000" dirty="0" err="1"/>
              <a:t>đẩy</a:t>
            </a:r>
            <a:r>
              <a:rPr lang="en-US" sz="2000" dirty="0"/>
              <a:t>, </a:t>
            </a:r>
            <a:r>
              <a:rPr lang="en-US" sz="2000" dirty="0" err="1"/>
              <a:t>ống</a:t>
            </a:r>
            <a:r>
              <a:rPr lang="en-US" sz="2000" dirty="0"/>
              <a:t> </a:t>
            </a:r>
            <a:r>
              <a:rPr lang="en-US" sz="2000" dirty="0" err="1"/>
              <a:t>dẫn</a:t>
            </a:r>
            <a:r>
              <a:rPr lang="en-US" sz="2000" dirty="0"/>
              <a:t> </a:t>
            </a:r>
            <a:r>
              <a:rPr lang="en-US" sz="2000" dirty="0" err="1"/>
              <a:t>nối</a:t>
            </a:r>
            <a:r>
              <a:rPr lang="en-US" sz="2000" dirty="0"/>
              <a:t> </a:t>
            </a:r>
            <a:r>
              <a:rPr lang="en-US" sz="2000" dirty="0" err="1"/>
              <a:t>thẳng</a:t>
            </a:r>
            <a:r>
              <a:rPr lang="en-US" sz="2000" dirty="0"/>
              <a:t> </a:t>
            </a:r>
            <a:r>
              <a:rPr lang="en-US" sz="2000" dirty="0" err="1"/>
              <a:t>tới</a:t>
            </a:r>
            <a:r>
              <a:rPr lang="en-US" sz="2000" dirty="0"/>
              <a:t> </a:t>
            </a:r>
            <a:r>
              <a:rPr lang="en-US" sz="2000" dirty="0" err="1"/>
              <a:t>cụm</a:t>
            </a:r>
            <a:r>
              <a:rPr lang="en-US" sz="2000" dirty="0"/>
              <a:t> van </a:t>
            </a:r>
            <a:r>
              <a:rPr lang="en-US" sz="2000" dirty="0" err="1"/>
              <a:t>trên</a:t>
            </a:r>
            <a:r>
              <a:rPr lang="en-US" sz="2000" dirty="0"/>
              <a:t> </a:t>
            </a:r>
            <a:r>
              <a:rPr lang="en-US" sz="2000" dirty="0" err="1"/>
              <a:t>miệng</a:t>
            </a:r>
            <a:r>
              <a:rPr lang="en-US" sz="2000" dirty="0"/>
              <a:t> </a:t>
            </a:r>
            <a:r>
              <a:rPr lang="en-US" sz="2000" dirty="0" err="1"/>
              <a:t>bình</a:t>
            </a:r>
            <a:r>
              <a:rPr lang="en-US" sz="2000" dirty="0"/>
              <a:t>. </a:t>
            </a:r>
            <a:r>
              <a:rPr lang="en-US" sz="2000" dirty="0" err="1"/>
              <a:t>Khí</a:t>
            </a:r>
            <a:r>
              <a:rPr lang="en-US" sz="2000" dirty="0"/>
              <a:t> </a:t>
            </a:r>
            <a:r>
              <a:rPr lang="en-US" sz="2000" dirty="0" err="1"/>
              <a:t>đẩy</a:t>
            </a:r>
            <a:r>
              <a:rPr lang="en-US" sz="2000" dirty="0"/>
              <a:t> </a:t>
            </a:r>
            <a:r>
              <a:rPr lang="en-US" sz="2000" dirty="0" err="1"/>
              <a:t>được</a:t>
            </a:r>
            <a:r>
              <a:rPr lang="en-US" sz="2000" dirty="0"/>
              <a:t> </a:t>
            </a:r>
            <a:r>
              <a:rPr lang="en-US" sz="2000" dirty="0" err="1"/>
              <a:t>nạp</a:t>
            </a:r>
            <a:r>
              <a:rPr lang="en-US" sz="2000" dirty="0"/>
              <a:t> </a:t>
            </a:r>
            <a:r>
              <a:rPr lang="en-US" sz="2000" dirty="0" err="1"/>
              <a:t>chung</a:t>
            </a:r>
            <a:r>
              <a:rPr lang="en-US" sz="2000" dirty="0"/>
              <a:t> </a:t>
            </a:r>
            <a:r>
              <a:rPr lang="en-US" sz="2000" dirty="0" err="1"/>
              <a:t>với</a:t>
            </a:r>
            <a:r>
              <a:rPr lang="en-US" sz="2000" dirty="0"/>
              <a:t> </a:t>
            </a:r>
            <a:r>
              <a:rPr lang="en-US" sz="2000" dirty="0" err="1"/>
              <a:t>bột</a:t>
            </a:r>
            <a:r>
              <a:rPr lang="en-US" sz="2000" dirty="0"/>
              <a:t> </a:t>
            </a:r>
            <a:r>
              <a:rPr lang="en-US" sz="2000" dirty="0" err="1"/>
              <a:t>chữa</a:t>
            </a:r>
            <a:r>
              <a:rPr lang="en-US" sz="2000" dirty="0"/>
              <a:t> </a:t>
            </a:r>
            <a:r>
              <a:rPr lang="en-US" sz="2000" dirty="0" err="1"/>
              <a:t>cháy</a:t>
            </a:r>
            <a:r>
              <a:rPr lang="en-US" sz="2000" dirty="0"/>
              <a:t> </a:t>
            </a:r>
            <a:r>
              <a:rPr lang="en-US" sz="2000" dirty="0" err="1"/>
              <a:t>bên</a:t>
            </a:r>
            <a:r>
              <a:rPr lang="en-US" sz="2000" dirty="0"/>
              <a:t> </a:t>
            </a:r>
            <a:r>
              <a:rPr lang="en-US" sz="2000" dirty="0" err="1"/>
              <a:t>trong</a:t>
            </a:r>
            <a:r>
              <a:rPr lang="en-US" sz="2000" dirty="0"/>
              <a:t> </a:t>
            </a:r>
            <a:r>
              <a:rPr lang="en-US" sz="2000" dirty="0" err="1"/>
              <a:t>bình</a:t>
            </a:r>
            <a:r>
              <a:rPr lang="en-US" sz="2000" dirty="0"/>
              <a:t>, </a:t>
            </a:r>
            <a:r>
              <a:rPr lang="en-US" sz="2000" dirty="0" err="1"/>
              <a:t>hỗn</a:t>
            </a:r>
            <a:r>
              <a:rPr lang="en-US" sz="2000" dirty="0"/>
              <a:t> </a:t>
            </a:r>
            <a:r>
              <a:rPr lang="en-US" sz="2000" dirty="0" err="1"/>
              <a:t>hợp</a:t>
            </a:r>
            <a:r>
              <a:rPr lang="en-US" sz="2000" dirty="0"/>
              <a:t> </a:t>
            </a:r>
            <a:r>
              <a:rPr lang="en-US" sz="2000" dirty="0" err="1"/>
              <a:t>này</a:t>
            </a:r>
            <a:r>
              <a:rPr lang="en-US" sz="2000" dirty="0"/>
              <a:t> </a:t>
            </a:r>
            <a:r>
              <a:rPr lang="en-US" sz="2000" dirty="0" err="1"/>
              <a:t>được</a:t>
            </a:r>
            <a:r>
              <a:rPr lang="en-US" sz="2000" dirty="0"/>
              <a:t> </a:t>
            </a:r>
            <a:r>
              <a:rPr lang="en-US" sz="2000" dirty="0" err="1"/>
              <a:t>đưa</a:t>
            </a:r>
            <a:r>
              <a:rPr lang="en-US" sz="2000" dirty="0"/>
              <a:t> </a:t>
            </a:r>
            <a:r>
              <a:rPr lang="en-US" sz="2000" dirty="0" err="1"/>
              <a:t>ra</a:t>
            </a:r>
            <a:r>
              <a:rPr lang="en-US" sz="2000" dirty="0"/>
              <a:t> </a:t>
            </a:r>
            <a:r>
              <a:rPr lang="en-US" sz="2000" dirty="0" err="1"/>
              <a:t>ngoài</a:t>
            </a:r>
            <a:r>
              <a:rPr lang="en-US" sz="2000" dirty="0"/>
              <a:t> </a:t>
            </a:r>
            <a:r>
              <a:rPr lang="en-US" sz="2000" dirty="0" err="1"/>
              <a:t>nhờ</a:t>
            </a:r>
            <a:r>
              <a:rPr lang="en-US" sz="2000" dirty="0"/>
              <a:t> </a:t>
            </a:r>
            <a:r>
              <a:rPr lang="en-US" sz="2000" dirty="0" err="1"/>
              <a:t>một</a:t>
            </a:r>
            <a:r>
              <a:rPr lang="en-US" sz="2000" dirty="0"/>
              <a:t> </a:t>
            </a:r>
            <a:r>
              <a:rPr lang="en-US" sz="2000" dirty="0" err="1"/>
              <a:t>ống</a:t>
            </a:r>
            <a:r>
              <a:rPr lang="en-US" sz="2000" dirty="0"/>
              <a:t> </a:t>
            </a:r>
            <a:r>
              <a:rPr lang="en-US" sz="2000" dirty="0" err="1"/>
              <a:t>dẫn</a:t>
            </a:r>
            <a:r>
              <a:rPr lang="en-US" sz="2000" dirty="0"/>
              <a:t> </a:t>
            </a:r>
            <a:r>
              <a:rPr lang="en-US" sz="2000" dirty="0" err="1"/>
              <a:t>được</a:t>
            </a:r>
            <a:r>
              <a:rPr lang="en-US" sz="2000" dirty="0"/>
              <a:t> </a:t>
            </a:r>
            <a:r>
              <a:rPr lang="en-US" sz="2000" dirty="0" err="1"/>
              <a:t>nối</a:t>
            </a:r>
            <a:r>
              <a:rPr lang="en-US" sz="2000" dirty="0"/>
              <a:t> </a:t>
            </a:r>
            <a:r>
              <a:rPr lang="en-US" sz="2000" dirty="0" err="1"/>
              <a:t>thẳng</a:t>
            </a:r>
            <a:r>
              <a:rPr lang="en-US" sz="2000" dirty="0"/>
              <a:t> </a:t>
            </a:r>
            <a:r>
              <a:rPr lang="en-US" sz="2000" dirty="0" err="1"/>
              <a:t>với</a:t>
            </a:r>
            <a:r>
              <a:rPr lang="en-US" sz="2000" dirty="0"/>
              <a:t> </a:t>
            </a:r>
            <a:r>
              <a:rPr lang="en-US" sz="2000" dirty="0" err="1"/>
              <a:t>cụm</a:t>
            </a:r>
            <a:r>
              <a:rPr lang="en-US" sz="2000" dirty="0"/>
              <a:t> van </a:t>
            </a:r>
            <a:r>
              <a:rPr lang="en-US" sz="2000" dirty="0" err="1"/>
              <a:t>trên</a:t>
            </a:r>
            <a:r>
              <a:rPr lang="en-US" sz="2000" dirty="0"/>
              <a:t> </a:t>
            </a:r>
            <a:r>
              <a:rPr lang="en-US" sz="2000" dirty="0" err="1"/>
              <a:t>miệng</a:t>
            </a:r>
            <a:r>
              <a:rPr lang="en-US" sz="2000" dirty="0"/>
              <a:t> </a:t>
            </a:r>
            <a:r>
              <a:rPr lang="en-US" sz="2000" dirty="0" err="1"/>
              <a:t>bình</a:t>
            </a:r>
            <a:r>
              <a:rPr lang="en-US" sz="2000" dirty="0"/>
              <a:t>. </a:t>
            </a:r>
            <a:r>
              <a:rPr lang="en-US" sz="2000" dirty="0" err="1"/>
              <a:t>Khí</a:t>
            </a:r>
            <a:r>
              <a:rPr lang="en-US" sz="2000" dirty="0"/>
              <a:t> </a:t>
            </a:r>
            <a:r>
              <a:rPr lang="en-US" sz="2000" dirty="0" err="1"/>
              <a:t>đẩy</a:t>
            </a:r>
            <a:r>
              <a:rPr lang="en-US" sz="2000" dirty="0"/>
              <a:t> </a:t>
            </a:r>
            <a:r>
              <a:rPr lang="en-US" sz="2000" dirty="0" err="1"/>
              <a:t>trong</a:t>
            </a:r>
            <a:r>
              <a:rPr lang="en-US" sz="2000" dirty="0"/>
              <a:t> </a:t>
            </a:r>
            <a:r>
              <a:rPr lang="en-US" sz="2000" dirty="0" err="1"/>
              <a:t>bình</a:t>
            </a:r>
            <a:r>
              <a:rPr lang="en-US" sz="2000" dirty="0"/>
              <a:t> </a:t>
            </a:r>
            <a:r>
              <a:rPr lang="en-US" sz="2000" dirty="0" err="1"/>
              <a:t>là</a:t>
            </a:r>
            <a:r>
              <a:rPr lang="en-US" sz="2000" dirty="0"/>
              <a:t> </a:t>
            </a:r>
            <a:r>
              <a:rPr lang="en-US" sz="2000" dirty="0" err="1"/>
              <a:t>loại</a:t>
            </a:r>
            <a:r>
              <a:rPr lang="en-US" sz="2000" dirty="0"/>
              <a:t> </a:t>
            </a:r>
            <a:r>
              <a:rPr lang="en-US" sz="2000" dirty="0" err="1"/>
              <a:t>khí</a:t>
            </a:r>
            <a:r>
              <a:rPr lang="en-US" sz="2000" dirty="0"/>
              <a:t> </a:t>
            </a:r>
            <a:r>
              <a:rPr lang="en-US" sz="2000" dirty="0" err="1"/>
              <a:t>trơ</a:t>
            </a:r>
            <a:r>
              <a:rPr lang="en-US" sz="2000" dirty="0"/>
              <a:t>, </a:t>
            </a:r>
            <a:r>
              <a:rPr lang="en-US" sz="2000" dirty="0" err="1"/>
              <a:t>không</a:t>
            </a:r>
            <a:r>
              <a:rPr lang="en-US" sz="2000" dirty="0"/>
              <a:t> </a:t>
            </a:r>
            <a:r>
              <a:rPr lang="en-US" sz="2000" dirty="0" err="1"/>
              <a:t>cháy</a:t>
            </a:r>
            <a:r>
              <a:rPr lang="en-US" sz="2000" dirty="0"/>
              <a:t>, </a:t>
            </a:r>
            <a:r>
              <a:rPr lang="en-US" sz="2000" dirty="0" err="1"/>
              <a:t>không</a:t>
            </a:r>
            <a:r>
              <a:rPr lang="en-US" sz="2000" dirty="0"/>
              <a:t> </a:t>
            </a:r>
            <a:r>
              <a:rPr lang="en-US" sz="2000" dirty="0" err="1"/>
              <a:t>dẫn</a:t>
            </a:r>
            <a:r>
              <a:rPr lang="en-US" sz="2000" dirty="0"/>
              <a:t> </a:t>
            </a:r>
            <a:r>
              <a:rPr lang="en-US" sz="2000" dirty="0" err="1"/>
              <a:t>điện</a:t>
            </a:r>
            <a:r>
              <a:rPr lang="en-US" sz="2000" dirty="0"/>
              <a:t> ở </a:t>
            </a:r>
            <a:r>
              <a:rPr lang="en-US" sz="2000" dirty="0" err="1"/>
              <a:t>điện</a:t>
            </a:r>
            <a:r>
              <a:rPr lang="en-US" sz="2000" dirty="0"/>
              <a:t> </a:t>
            </a:r>
            <a:r>
              <a:rPr lang="en-US" sz="2000" dirty="0" err="1"/>
              <a:t>áp</a:t>
            </a:r>
            <a:r>
              <a:rPr lang="en-US" sz="2000" dirty="0"/>
              <a:t> </a:t>
            </a:r>
            <a:r>
              <a:rPr lang="en-US" sz="2000" dirty="0" err="1"/>
              <a:t>dưới</a:t>
            </a:r>
            <a:r>
              <a:rPr lang="en-US" sz="2000" dirty="0"/>
              <a:t> 50 kV, </a:t>
            </a:r>
            <a:r>
              <a:rPr lang="en-US" sz="2000" dirty="0" err="1"/>
              <a:t>thường</a:t>
            </a:r>
            <a:r>
              <a:rPr lang="en-US" sz="2000" dirty="0"/>
              <a:t> </a:t>
            </a:r>
            <a:r>
              <a:rPr lang="en-US" sz="2000" dirty="0" err="1"/>
              <a:t>sử</a:t>
            </a:r>
            <a:r>
              <a:rPr lang="en-US" sz="2000" dirty="0"/>
              <a:t> </a:t>
            </a:r>
            <a:r>
              <a:rPr lang="en-US" sz="2000" dirty="0" err="1"/>
              <a:t>dụng</a:t>
            </a:r>
            <a:r>
              <a:rPr lang="en-US" sz="2000" dirty="0"/>
              <a:t> N</a:t>
            </a:r>
            <a:r>
              <a:rPr lang="en-US" sz="2000" baseline="-25000" dirty="0"/>
              <a:t>2</a:t>
            </a:r>
            <a:r>
              <a:rPr lang="en-US" sz="2000" dirty="0"/>
              <a:t>, CO</a:t>
            </a:r>
            <a:r>
              <a:rPr lang="en-US" sz="2000" baseline="-25000" dirty="0"/>
              <a:t>2</a:t>
            </a:r>
            <a:r>
              <a:rPr lang="en-US" sz="2000" dirty="0"/>
              <a:t>.</a:t>
            </a:r>
          </a:p>
          <a:p>
            <a:pPr lvl="0"/>
            <a:r>
              <a:rPr lang="en-US" sz="2000" dirty="0" err="1"/>
              <a:t>Khi</a:t>
            </a:r>
            <a:r>
              <a:rPr lang="en-US" sz="2000" dirty="0"/>
              <a:t> </a:t>
            </a:r>
            <a:r>
              <a:rPr lang="en-US" sz="2000" dirty="0" err="1"/>
              <a:t>chữa</a:t>
            </a:r>
            <a:r>
              <a:rPr lang="en-US" sz="2000" dirty="0"/>
              <a:t> </a:t>
            </a:r>
            <a:r>
              <a:rPr lang="en-US" sz="2000" dirty="0" err="1"/>
              <a:t>cháy</a:t>
            </a:r>
            <a:r>
              <a:rPr lang="en-US" sz="2000" dirty="0"/>
              <a:t>, </a:t>
            </a:r>
            <a:r>
              <a:rPr lang="en-US" sz="2000" dirty="0" err="1"/>
              <a:t>chỉ</a:t>
            </a:r>
            <a:r>
              <a:rPr lang="en-US" sz="2000" dirty="0"/>
              <a:t> </a:t>
            </a:r>
            <a:r>
              <a:rPr lang="en-US" sz="2000" dirty="0" err="1"/>
              <a:t>cần</a:t>
            </a:r>
            <a:r>
              <a:rPr lang="en-US" sz="2000" dirty="0"/>
              <a:t> </a:t>
            </a:r>
            <a:r>
              <a:rPr lang="en-US" sz="2000" dirty="0" err="1"/>
              <a:t>vặn</a:t>
            </a:r>
            <a:r>
              <a:rPr lang="en-US" sz="2000" dirty="0"/>
              <a:t> van hay </a:t>
            </a:r>
            <a:r>
              <a:rPr lang="en-US" sz="2000" dirty="0" err="1"/>
              <a:t>nút</a:t>
            </a:r>
            <a:r>
              <a:rPr lang="en-US" sz="2000" dirty="0"/>
              <a:t> </a:t>
            </a:r>
            <a:r>
              <a:rPr lang="en-US" sz="2000" dirty="0" err="1"/>
              <a:t>khoá</a:t>
            </a:r>
            <a:r>
              <a:rPr lang="en-US" sz="2000" dirty="0"/>
              <a:t> an </a:t>
            </a:r>
            <a:r>
              <a:rPr lang="en-US" sz="2000" dirty="0" err="1"/>
              <a:t>toàn</a:t>
            </a:r>
            <a:r>
              <a:rPr lang="en-US" sz="2000" dirty="0"/>
              <a:t> </a:t>
            </a:r>
            <a:r>
              <a:rPr lang="en-US" sz="2000" dirty="0" err="1"/>
              <a:t>rồi</a:t>
            </a:r>
            <a:r>
              <a:rPr lang="en-US" sz="2000" dirty="0"/>
              <a:t> </a:t>
            </a:r>
            <a:r>
              <a:rPr lang="en-US" sz="2000" dirty="0" err="1"/>
              <a:t>bóp</a:t>
            </a:r>
            <a:r>
              <a:rPr lang="en-US" sz="2000" dirty="0"/>
              <a:t> </a:t>
            </a:r>
            <a:r>
              <a:rPr lang="en-US" sz="2000" dirty="0" err="1"/>
              <a:t>cò</a:t>
            </a:r>
            <a:r>
              <a:rPr lang="en-US" sz="2000" dirty="0"/>
              <a:t> </a:t>
            </a:r>
            <a:r>
              <a:rPr lang="en-US" sz="2000" dirty="0" err="1"/>
              <a:t>là</a:t>
            </a:r>
            <a:r>
              <a:rPr lang="en-US" sz="2000" dirty="0"/>
              <a:t> </a:t>
            </a:r>
            <a:r>
              <a:rPr lang="en-US" sz="2000" dirty="0" err="1"/>
              <a:t>khí</a:t>
            </a:r>
            <a:r>
              <a:rPr lang="en-US" sz="2000" dirty="0"/>
              <a:t> </a:t>
            </a:r>
            <a:r>
              <a:rPr lang="en-US" sz="2000" dirty="0" err="1"/>
              <a:t>đẩy</a:t>
            </a:r>
            <a:r>
              <a:rPr lang="en-US" sz="2000" dirty="0"/>
              <a:t> </a:t>
            </a:r>
            <a:r>
              <a:rPr lang="en-US" sz="2000" dirty="0" err="1"/>
              <a:t>cùng</a:t>
            </a:r>
            <a:r>
              <a:rPr lang="en-US" sz="2000" dirty="0"/>
              <a:t> </a:t>
            </a:r>
            <a:r>
              <a:rPr lang="en-US" sz="2000" dirty="0" err="1"/>
              <a:t>với</a:t>
            </a:r>
            <a:r>
              <a:rPr lang="en-US" sz="2000" dirty="0"/>
              <a:t> </a:t>
            </a:r>
            <a:r>
              <a:rPr lang="en-US" sz="2000" dirty="0" err="1"/>
              <a:t>bột</a:t>
            </a:r>
            <a:r>
              <a:rPr lang="en-US" sz="2000" dirty="0"/>
              <a:t> </a:t>
            </a:r>
            <a:r>
              <a:rPr lang="en-US" sz="2000" dirty="0" err="1"/>
              <a:t>chữa</a:t>
            </a:r>
            <a:r>
              <a:rPr lang="en-US" sz="2000" dirty="0"/>
              <a:t> </a:t>
            </a:r>
            <a:r>
              <a:rPr lang="en-US" sz="2000" dirty="0" err="1"/>
              <a:t>cháy</a:t>
            </a:r>
            <a:r>
              <a:rPr lang="en-US" sz="2000" dirty="0"/>
              <a:t> </a:t>
            </a:r>
            <a:r>
              <a:rPr lang="en-US" sz="2000" dirty="0" err="1"/>
              <a:t>sẽ</a:t>
            </a:r>
            <a:r>
              <a:rPr lang="en-US" sz="2000" dirty="0"/>
              <a:t> </a:t>
            </a:r>
            <a:r>
              <a:rPr lang="en-US" sz="2000" dirty="0" err="1"/>
              <a:t>phun</a:t>
            </a:r>
            <a:r>
              <a:rPr lang="en-US" sz="2000" dirty="0"/>
              <a:t> </a:t>
            </a:r>
            <a:r>
              <a:rPr lang="en-US" sz="2000" dirty="0" err="1"/>
              <a:t>ra</a:t>
            </a:r>
            <a:r>
              <a:rPr lang="en-US" sz="2000" dirty="0"/>
              <a:t> </a:t>
            </a:r>
            <a:r>
              <a:rPr lang="en-US" sz="2000" dirty="0" err="1"/>
              <a:t>dập</a:t>
            </a:r>
            <a:r>
              <a:rPr lang="en-US" sz="2000" dirty="0"/>
              <a:t> </a:t>
            </a:r>
            <a:r>
              <a:rPr lang="en-US" sz="2000" dirty="0" err="1"/>
              <a:t>tắt</a:t>
            </a:r>
            <a:r>
              <a:rPr lang="en-US" sz="2000" dirty="0"/>
              <a:t> </a:t>
            </a:r>
            <a:r>
              <a:rPr lang="en-US" sz="2000" dirty="0" err="1"/>
              <a:t>đám</a:t>
            </a:r>
            <a:r>
              <a:rPr lang="en-US" sz="2000" dirty="0"/>
              <a:t> </a:t>
            </a:r>
            <a:r>
              <a:rPr lang="en-US" sz="2000" dirty="0" err="1"/>
              <a:t>cháy</a:t>
            </a:r>
            <a:r>
              <a:rPr lang="en-US" sz="2000" dirty="0"/>
              <a:t>.</a:t>
            </a:r>
          </a:p>
          <a:p>
            <a:pPr marL="0" lvl="0" indent="0" algn="just" rtl="0">
              <a:spcBef>
                <a:spcPts val="0"/>
              </a:spcBef>
              <a:spcAft>
                <a:spcPts val="0"/>
              </a:spcAft>
              <a:buNone/>
            </a:pPr>
            <a:endParaRPr sz="2000" dirty="0"/>
          </a:p>
        </p:txBody>
      </p:sp>
      <p:grpSp>
        <p:nvGrpSpPr>
          <p:cNvPr id="5" name="Group 4">
            <a:extLst>
              <a:ext uri="{FF2B5EF4-FFF2-40B4-BE49-F238E27FC236}">
                <a16:creationId xmlns:a16="http://schemas.microsoft.com/office/drawing/2014/main" xmlns="" id="{77A3A94C-BFC5-A7EB-0CA6-34D53FCD0495}"/>
              </a:ext>
            </a:extLst>
          </p:cNvPr>
          <p:cNvGrpSpPr/>
          <p:nvPr/>
        </p:nvGrpSpPr>
        <p:grpSpPr>
          <a:xfrm>
            <a:off x="1291311" y="36333"/>
            <a:ext cx="5868246" cy="923650"/>
            <a:chOff x="2547841" y="435266"/>
            <a:chExt cx="4292366" cy="923650"/>
          </a:xfrm>
        </p:grpSpPr>
        <p:sp>
          <p:nvSpPr>
            <p:cNvPr id="63" name="Google Shape;634;p48">
              <a:extLst>
                <a:ext uri="{FF2B5EF4-FFF2-40B4-BE49-F238E27FC236}">
                  <a16:creationId xmlns:a16="http://schemas.microsoft.com/office/drawing/2014/main" xmlns="" id="{386FB296-0729-31A2-EC7E-DB29F24C3ED8}"/>
                </a:ext>
              </a:extLst>
            </p:cNvPr>
            <p:cNvSpPr/>
            <p:nvPr/>
          </p:nvSpPr>
          <p:spPr>
            <a:xfrm>
              <a:off x="2547841" y="435586"/>
              <a:ext cx="4041217" cy="923330"/>
            </a:xfrm>
            <a:custGeom>
              <a:avLst/>
              <a:gdLst/>
              <a:ahLst/>
              <a:cxnLst/>
              <a:rect l="l" t="t" r="r" b="b"/>
              <a:pathLst>
                <a:path w="197411" h="63747" extrusionOk="0">
                  <a:moveTo>
                    <a:pt x="172204" y="1"/>
                  </a:moveTo>
                  <a:cubicBezTo>
                    <a:pt x="165679" y="1"/>
                    <a:pt x="158736" y="881"/>
                    <a:pt x="153008" y="984"/>
                  </a:cubicBezTo>
                  <a:cubicBezTo>
                    <a:pt x="135283" y="1302"/>
                    <a:pt x="117610" y="1444"/>
                    <a:pt x="99947" y="1444"/>
                  </a:cubicBezTo>
                  <a:cubicBezTo>
                    <a:pt x="74106" y="1444"/>
                    <a:pt x="48287" y="1140"/>
                    <a:pt x="22361" y="635"/>
                  </a:cubicBezTo>
                  <a:cubicBezTo>
                    <a:pt x="22154" y="631"/>
                    <a:pt x="21950" y="629"/>
                    <a:pt x="21747" y="629"/>
                  </a:cubicBezTo>
                  <a:cubicBezTo>
                    <a:pt x="0" y="629"/>
                    <a:pt x="763" y="23672"/>
                    <a:pt x="1281" y="40389"/>
                  </a:cubicBezTo>
                  <a:cubicBezTo>
                    <a:pt x="1484" y="47006"/>
                    <a:pt x="877" y="56893"/>
                    <a:pt x="8110" y="60225"/>
                  </a:cubicBezTo>
                  <a:cubicBezTo>
                    <a:pt x="9992" y="61093"/>
                    <a:pt x="12091" y="61339"/>
                    <a:pt x="14151" y="61540"/>
                  </a:cubicBezTo>
                  <a:cubicBezTo>
                    <a:pt x="34552" y="63526"/>
                    <a:pt x="55319" y="63746"/>
                    <a:pt x="75945" y="63746"/>
                  </a:cubicBezTo>
                  <a:cubicBezTo>
                    <a:pt x="81811" y="63746"/>
                    <a:pt x="87665" y="63728"/>
                    <a:pt x="93495" y="63728"/>
                  </a:cubicBezTo>
                  <a:cubicBezTo>
                    <a:pt x="94374" y="63728"/>
                    <a:pt x="95252" y="63729"/>
                    <a:pt x="96129" y="63730"/>
                  </a:cubicBezTo>
                  <a:cubicBezTo>
                    <a:pt x="96812" y="63731"/>
                    <a:pt x="97495" y="63731"/>
                    <a:pt x="98178" y="63731"/>
                  </a:cubicBezTo>
                  <a:cubicBezTo>
                    <a:pt x="125539" y="63731"/>
                    <a:pt x="152903" y="63127"/>
                    <a:pt x="180237" y="61881"/>
                  </a:cubicBezTo>
                  <a:cubicBezTo>
                    <a:pt x="197411" y="61098"/>
                    <a:pt x="196639" y="41671"/>
                    <a:pt x="195103" y="27025"/>
                  </a:cubicBezTo>
                  <a:cubicBezTo>
                    <a:pt x="194743" y="23591"/>
                    <a:pt x="194341" y="20419"/>
                    <a:pt x="194117" y="17814"/>
                  </a:cubicBezTo>
                  <a:cubicBezTo>
                    <a:pt x="193518" y="10817"/>
                    <a:pt x="189745" y="3065"/>
                    <a:pt x="182409" y="1100"/>
                  </a:cubicBezTo>
                  <a:cubicBezTo>
                    <a:pt x="179323" y="272"/>
                    <a:pt x="175828" y="1"/>
                    <a:pt x="172204" y="1"/>
                  </a:cubicBezTo>
                  <a:close/>
                </a:path>
              </a:pathLst>
            </a:custGeom>
            <a:solidFill>
              <a:schemeClr val="accent4">
                <a:lumMod val="75000"/>
              </a:schemeClr>
            </a:solidFill>
            <a:ln>
              <a:noFill/>
            </a:ln>
            <a:effectLst>
              <a:outerShdw blurRad="152400" dist="76200" dir="2700000" algn="tl" rotWithShape="0">
                <a:prstClr val="black">
                  <a:alpha val="13000"/>
                </a:prst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800"/>
            </a:p>
          </p:txBody>
        </p:sp>
        <p:sp>
          <p:nvSpPr>
            <p:cNvPr id="12" name="TextBox 11">
              <a:extLst>
                <a:ext uri="{FF2B5EF4-FFF2-40B4-BE49-F238E27FC236}">
                  <a16:creationId xmlns:a16="http://schemas.microsoft.com/office/drawing/2014/main" xmlns="" id="{A20B3251-D7AF-AA98-7515-DA3A5A4F4F3B}"/>
                </a:ext>
              </a:extLst>
            </p:cNvPr>
            <p:cNvSpPr txBox="1"/>
            <p:nvPr/>
          </p:nvSpPr>
          <p:spPr>
            <a:xfrm>
              <a:off x="3427625" y="435266"/>
              <a:ext cx="3412582" cy="830997"/>
            </a:xfrm>
            <a:prstGeom prst="rect">
              <a:avLst/>
            </a:prstGeom>
            <a:noFill/>
          </p:spPr>
          <p:txBody>
            <a:bodyPr wrap="square" rtlCol="0">
              <a:spAutoFit/>
            </a:bodyPr>
            <a:lstStyle/>
            <a:p>
              <a:r>
                <a:rPr lang="en-US" sz="4800" b="1" dirty="0">
                  <a:solidFill>
                    <a:schemeClr val="bg1"/>
                  </a:solidFill>
                  <a:latin typeface="+mn-lt"/>
                </a:rPr>
                <a:t>VẬN DỤNG</a:t>
              </a:r>
            </a:p>
          </p:txBody>
        </p:sp>
        <p:pic>
          <p:nvPicPr>
            <p:cNvPr id="4" name="Picture 3" descr="A picture containing toy, vector graphics&#10;&#10;Description automatically generated">
              <a:extLst>
                <a:ext uri="{FF2B5EF4-FFF2-40B4-BE49-F238E27FC236}">
                  <a16:creationId xmlns:a16="http://schemas.microsoft.com/office/drawing/2014/main" xmlns="" id="{2B4241EA-5AD0-EE31-C58C-1BABF0871663}"/>
                </a:ext>
              </a:extLst>
            </p:cNvPr>
            <p:cNvPicPr>
              <a:picLocks noChangeAspect="1"/>
            </p:cNvPicPr>
            <p:nvPr/>
          </p:nvPicPr>
          <p:blipFill>
            <a:blip r:embed="rId3"/>
            <a:stretch>
              <a:fillRect/>
            </a:stretch>
          </p:blipFill>
          <p:spPr>
            <a:xfrm>
              <a:off x="2712755" y="478412"/>
              <a:ext cx="879531" cy="879531"/>
            </a:xfrm>
            <a:prstGeom prst="rect">
              <a:avLst/>
            </a:prstGeom>
          </p:spPr>
        </p:pic>
      </p:grpSp>
    </p:spTree>
    <p:extLst>
      <p:ext uri="{BB962C8B-B14F-4D97-AF65-F5344CB8AC3E}">
        <p14:creationId xmlns:p14="http://schemas.microsoft.com/office/powerpoint/2010/main" val="5136290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53"/>
          <p:cNvSpPr txBox="1">
            <a:spLocks noGrp="1"/>
          </p:cNvSpPr>
          <p:nvPr>
            <p:ph type="title"/>
          </p:nvPr>
        </p:nvSpPr>
        <p:spPr>
          <a:xfrm>
            <a:off x="1280988" y="734353"/>
            <a:ext cx="6540190" cy="1994333"/>
          </a:xfrm>
          <a:prstGeom prst="rect">
            <a:avLst/>
          </a:prstGeom>
          <a:solidFill>
            <a:srgbClr val="82B5E3"/>
          </a:solidFill>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2800" b="1" dirty="0" err="1">
                <a:solidFill>
                  <a:srgbClr val="C00000"/>
                </a:solidFill>
                <a:latin typeface="+mj-lt"/>
              </a:rPr>
              <a:t>Cám</a:t>
            </a:r>
            <a:r>
              <a:rPr lang="en-US" sz="2800" b="1" dirty="0">
                <a:solidFill>
                  <a:srgbClr val="C00000"/>
                </a:solidFill>
                <a:latin typeface="+mj-lt"/>
              </a:rPr>
              <a:t> </a:t>
            </a:r>
            <a:r>
              <a:rPr lang="en-US" sz="2800" b="1" dirty="0" err="1">
                <a:solidFill>
                  <a:srgbClr val="C00000"/>
                </a:solidFill>
                <a:latin typeface="+mj-lt"/>
              </a:rPr>
              <a:t>ơn</a:t>
            </a:r>
            <a:r>
              <a:rPr lang="en-US" sz="2800" b="1" dirty="0">
                <a:solidFill>
                  <a:srgbClr val="C00000"/>
                </a:solidFill>
                <a:latin typeface="+mj-lt"/>
              </a:rPr>
              <a:t> </a:t>
            </a:r>
            <a:r>
              <a:rPr lang="en-US" sz="2800" b="1" dirty="0" err="1">
                <a:solidFill>
                  <a:srgbClr val="C00000"/>
                </a:solidFill>
                <a:latin typeface="+mj-lt"/>
              </a:rPr>
              <a:t>quý</a:t>
            </a:r>
            <a:r>
              <a:rPr lang="en-US" sz="2800" b="1" dirty="0">
                <a:solidFill>
                  <a:srgbClr val="C00000"/>
                </a:solidFill>
                <a:latin typeface="+mj-lt"/>
              </a:rPr>
              <a:t> </a:t>
            </a:r>
            <a:r>
              <a:rPr lang="en-US" sz="2800" b="1" dirty="0" err="1">
                <a:solidFill>
                  <a:srgbClr val="C00000"/>
                </a:solidFill>
                <a:latin typeface="+mj-lt"/>
              </a:rPr>
              <a:t>Thầy</a:t>
            </a:r>
            <a:r>
              <a:rPr lang="en-US" sz="2800" b="1" dirty="0">
                <a:solidFill>
                  <a:srgbClr val="C00000"/>
                </a:solidFill>
                <a:latin typeface="+mj-lt"/>
              </a:rPr>
              <a:t>/</a:t>
            </a:r>
            <a:r>
              <a:rPr lang="en-US" sz="2800" b="1" dirty="0" err="1">
                <a:solidFill>
                  <a:srgbClr val="C00000"/>
                </a:solidFill>
                <a:latin typeface="+mj-lt"/>
              </a:rPr>
              <a:t>Cô</a:t>
            </a:r>
            <a:r>
              <a:rPr lang="en-US" sz="2800" b="1" dirty="0">
                <a:solidFill>
                  <a:srgbClr val="C00000"/>
                </a:solidFill>
                <a:latin typeface="+mj-lt"/>
              </a:rPr>
              <a:t> </a:t>
            </a:r>
            <a:r>
              <a:rPr lang="en-US" sz="2800" b="1" dirty="0" err="1">
                <a:solidFill>
                  <a:srgbClr val="C00000"/>
                </a:solidFill>
                <a:latin typeface="+mj-lt"/>
              </a:rPr>
              <a:t>đã</a:t>
            </a:r>
            <a:r>
              <a:rPr lang="en-US" sz="2800" b="1" dirty="0">
                <a:solidFill>
                  <a:srgbClr val="C00000"/>
                </a:solidFill>
                <a:latin typeface="+mj-lt"/>
              </a:rPr>
              <a:t> </a:t>
            </a:r>
            <a:r>
              <a:rPr lang="en-US" sz="2800" b="1" dirty="0" err="1">
                <a:solidFill>
                  <a:srgbClr val="C00000"/>
                </a:solidFill>
                <a:latin typeface="+mj-lt"/>
              </a:rPr>
              <a:t>tham</a:t>
            </a:r>
            <a:r>
              <a:rPr lang="en-US" sz="2800" b="1" dirty="0">
                <a:solidFill>
                  <a:srgbClr val="C00000"/>
                </a:solidFill>
                <a:latin typeface="+mj-lt"/>
              </a:rPr>
              <a:t> </a:t>
            </a:r>
            <a:r>
              <a:rPr lang="en-US" sz="2800" b="1" dirty="0" err="1">
                <a:solidFill>
                  <a:srgbClr val="C00000"/>
                </a:solidFill>
                <a:latin typeface="+mj-lt"/>
              </a:rPr>
              <a:t>dự</a:t>
            </a:r>
            <a:r>
              <a:rPr lang="en-US" sz="2800" b="1" dirty="0">
                <a:solidFill>
                  <a:srgbClr val="C00000"/>
                </a:solidFill>
                <a:latin typeface="+mj-lt"/>
              </a:rPr>
              <a:t> </a:t>
            </a:r>
            <a:r>
              <a:rPr lang="en-US" sz="2800" b="1" dirty="0" err="1">
                <a:solidFill>
                  <a:srgbClr val="C00000"/>
                </a:solidFill>
                <a:latin typeface="+mj-lt"/>
              </a:rPr>
              <a:t>buổi</a:t>
            </a:r>
            <a:r>
              <a:rPr lang="en-US" sz="2800" b="1" dirty="0">
                <a:solidFill>
                  <a:srgbClr val="C00000"/>
                </a:solidFill>
                <a:latin typeface="+mj-lt"/>
              </a:rPr>
              <a:t> </a:t>
            </a:r>
            <a:r>
              <a:rPr lang="en-US" sz="2800" b="1" dirty="0" err="1">
                <a:solidFill>
                  <a:srgbClr val="C00000"/>
                </a:solidFill>
                <a:latin typeface="+mj-lt"/>
              </a:rPr>
              <a:t>chuyên</a:t>
            </a:r>
            <a:r>
              <a:rPr lang="en-US" sz="2800" b="1" dirty="0">
                <a:solidFill>
                  <a:srgbClr val="C00000"/>
                </a:solidFill>
                <a:latin typeface="+mj-lt"/>
              </a:rPr>
              <a:t> </a:t>
            </a:r>
            <a:r>
              <a:rPr lang="en-US" sz="2800" b="1" dirty="0" err="1">
                <a:solidFill>
                  <a:srgbClr val="C00000"/>
                </a:solidFill>
                <a:latin typeface="+mj-lt"/>
              </a:rPr>
              <a:t>đề</a:t>
            </a:r>
            <a:r>
              <a:rPr lang="en-US" sz="2800" b="1" dirty="0">
                <a:solidFill>
                  <a:srgbClr val="C00000"/>
                </a:solidFill>
                <a:latin typeface="+mj-lt"/>
              </a:rPr>
              <a:t> </a:t>
            </a:r>
            <a:r>
              <a:rPr lang="en-US" sz="2800" b="1" dirty="0" err="1">
                <a:solidFill>
                  <a:srgbClr val="C00000"/>
                </a:solidFill>
                <a:latin typeface="+mj-lt"/>
              </a:rPr>
              <a:t>Hóa</a:t>
            </a:r>
            <a:r>
              <a:rPr lang="en-US" sz="2800" b="1" dirty="0">
                <a:solidFill>
                  <a:srgbClr val="C00000"/>
                </a:solidFill>
                <a:latin typeface="+mj-lt"/>
              </a:rPr>
              <a:t> </a:t>
            </a:r>
            <a:r>
              <a:rPr lang="en-US" sz="2800" b="1" dirty="0" err="1">
                <a:solidFill>
                  <a:srgbClr val="C00000"/>
                </a:solidFill>
                <a:latin typeface="+mj-lt"/>
              </a:rPr>
              <a:t>học</a:t>
            </a:r>
            <a:r>
              <a:rPr lang="en-US" sz="2800" b="1" dirty="0">
                <a:solidFill>
                  <a:srgbClr val="C00000"/>
                </a:solidFill>
                <a:latin typeface="+mj-lt"/>
              </a:rPr>
              <a:t>.</a:t>
            </a:r>
            <a:endParaRPr sz="2800" b="1" dirty="0">
              <a:solidFill>
                <a:srgbClr val="C00000"/>
              </a:solidFill>
              <a:latin typeface="+mj-lt"/>
            </a:endParaRPr>
          </a:p>
        </p:txBody>
      </p:sp>
      <p:pic>
        <p:nvPicPr>
          <p:cNvPr id="3" name="Picture 2" descr="Icon&#10;&#10;Description automatically generated">
            <a:extLst>
              <a:ext uri="{FF2B5EF4-FFF2-40B4-BE49-F238E27FC236}">
                <a16:creationId xmlns:a16="http://schemas.microsoft.com/office/drawing/2014/main" xmlns="" id="{CF6A989B-F736-7017-56EF-03A3801D76FF}"/>
              </a:ext>
            </a:extLst>
          </p:cNvPr>
          <p:cNvPicPr>
            <a:picLocks noChangeAspect="1"/>
          </p:cNvPicPr>
          <p:nvPr/>
        </p:nvPicPr>
        <p:blipFill>
          <a:blip r:embed="rId3"/>
          <a:stretch>
            <a:fillRect/>
          </a:stretch>
        </p:blipFill>
        <p:spPr>
          <a:xfrm>
            <a:off x="7821178" y="160126"/>
            <a:ext cx="834366" cy="834366"/>
          </a:xfrm>
          <a:prstGeom prst="rect">
            <a:avLst/>
          </a:prstGeom>
        </p:spPr>
      </p:pic>
      <p:pic>
        <p:nvPicPr>
          <p:cNvPr id="9" name="Picture 8" descr="Chart&#10;&#10;Description automatically generated with medium confidence">
            <a:extLst>
              <a:ext uri="{FF2B5EF4-FFF2-40B4-BE49-F238E27FC236}">
                <a16:creationId xmlns:a16="http://schemas.microsoft.com/office/drawing/2014/main" xmlns="" id="{1F9EA578-8571-CEC7-A9C6-5E104FFC22FF}"/>
              </a:ext>
            </a:extLst>
          </p:cNvPr>
          <p:cNvPicPr>
            <a:picLocks noChangeAspect="1"/>
          </p:cNvPicPr>
          <p:nvPr/>
        </p:nvPicPr>
        <p:blipFill>
          <a:blip r:embed="rId4"/>
          <a:stretch>
            <a:fillRect/>
          </a:stretch>
        </p:blipFill>
        <p:spPr>
          <a:xfrm>
            <a:off x="456619" y="160126"/>
            <a:ext cx="913238" cy="913238"/>
          </a:xfrm>
          <a:prstGeom prst="rect">
            <a:avLst/>
          </a:prstGeom>
        </p:spPr>
      </p:pic>
      <p:pic>
        <p:nvPicPr>
          <p:cNvPr id="13" name="Picture 12" descr="Icon&#10;&#10;Description automatically generated">
            <a:extLst>
              <a:ext uri="{FF2B5EF4-FFF2-40B4-BE49-F238E27FC236}">
                <a16:creationId xmlns:a16="http://schemas.microsoft.com/office/drawing/2014/main" xmlns="" id="{04F26BA9-F8EA-AA8D-B804-821BFC8615DF}"/>
              </a:ext>
            </a:extLst>
          </p:cNvPr>
          <p:cNvPicPr>
            <a:picLocks noChangeAspect="1"/>
          </p:cNvPicPr>
          <p:nvPr/>
        </p:nvPicPr>
        <p:blipFill>
          <a:blip r:embed="rId5"/>
          <a:stretch>
            <a:fillRect/>
          </a:stretch>
        </p:blipFill>
        <p:spPr>
          <a:xfrm>
            <a:off x="605556" y="3382788"/>
            <a:ext cx="1476215" cy="1476215"/>
          </a:xfrm>
          <a:prstGeom prst="rect">
            <a:avLst/>
          </a:prstGeom>
        </p:spPr>
      </p:pic>
      <p:pic>
        <p:nvPicPr>
          <p:cNvPr id="17" name="Picture 16" descr="A picture containing text, iPod, vector graphics&#10;&#10;Description automatically generated">
            <a:extLst>
              <a:ext uri="{FF2B5EF4-FFF2-40B4-BE49-F238E27FC236}">
                <a16:creationId xmlns:a16="http://schemas.microsoft.com/office/drawing/2014/main" xmlns="" id="{DE4A1F2B-F6B1-C9C5-B6B1-061333778274}"/>
              </a:ext>
            </a:extLst>
          </p:cNvPr>
          <p:cNvPicPr>
            <a:picLocks noChangeAspect="1"/>
          </p:cNvPicPr>
          <p:nvPr/>
        </p:nvPicPr>
        <p:blipFill>
          <a:blip r:embed="rId6"/>
          <a:stretch>
            <a:fillRect/>
          </a:stretch>
        </p:blipFill>
        <p:spPr>
          <a:xfrm>
            <a:off x="7190398" y="3640176"/>
            <a:ext cx="1047963" cy="1047963"/>
          </a:xfrm>
          <a:prstGeom prst="rect">
            <a:avLst/>
          </a:prstGeom>
        </p:spPr>
      </p:pic>
      <p:pic>
        <p:nvPicPr>
          <p:cNvPr id="2050" name="Picture 2" descr="Gif De Quimica - Geno"/>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3310528" y="2340354"/>
            <a:ext cx="2926130" cy="2084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3621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69"/>
                                        </p:tgtEl>
                                        <p:attrNameLst>
                                          <p:attrName>style.visibility</p:attrName>
                                        </p:attrNameLst>
                                      </p:cBhvr>
                                      <p:to>
                                        <p:strVal val="visible"/>
                                      </p:to>
                                    </p:set>
                                    <p:animEffect transition="in" filter="barn(inVertical)">
                                      <p:cBhvr>
                                        <p:cTn id="7" dur="500"/>
                                        <p:tgtEl>
                                          <p:spTgt spid="969"/>
                                        </p:tgtEl>
                                      </p:cBhvr>
                                    </p:animEffect>
                                  </p:childTnLst>
                                </p:cTn>
                              </p:par>
                              <p:par>
                                <p:cTn id="8" presetID="53" presetClass="entr" presetSubtype="16"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p:cTn id="10" dur="500" fill="hold"/>
                                        <p:tgtEl>
                                          <p:spTgt spid="3"/>
                                        </p:tgtEl>
                                        <p:attrNameLst>
                                          <p:attrName>ppt_w</p:attrName>
                                        </p:attrNameLst>
                                      </p:cBhvr>
                                      <p:tavLst>
                                        <p:tav tm="0">
                                          <p:val>
                                            <p:fltVal val="0"/>
                                          </p:val>
                                        </p:tav>
                                        <p:tav tm="100000">
                                          <p:val>
                                            <p:strVal val="#ppt_w"/>
                                          </p:val>
                                        </p:tav>
                                      </p:tavLst>
                                    </p:anim>
                                    <p:anim calcmode="lin" valueType="num">
                                      <p:cBhvr>
                                        <p:cTn id="11" dur="500" fill="hold"/>
                                        <p:tgtEl>
                                          <p:spTgt spid="3"/>
                                        </p:tgtEl>
                                        <p:attrNameLst>
                                          <p:attrName>ppt_h</p:attrName>
                                        </p:attrNameLst>
                                      </p:cBhvr>
                                      <p:tavLst>
                                        <p:tav tm="0">
                                          <p:val>
                                            <p:fltVal val="0"/>
                                          </p:val>
                                        </p:tav>
                                        <p:tav tm="100000">
                                          <p:val>
                                            <p:strVal val="#ppt_h"/>
                                          </p:val>
                                        </p:tav>
                                      </p:tavLst>
                                    </p:anim>
                                    <p:animEffect transition="in" filter="fade">
                                      <p:cBhvr>
                                        <p:cTn id="12" dur="500"/>
                                        <p:tgtEl>
                                          <p:spTgt spid="3"/>
                                        </p:tgtEl>
                                      </p:cBhvr>
                                    </p:animEffect>
                                  </p:childTnLst>
                                </p:cTn>
                              </p:par>
                              <p:par>
                                <p:cTn id="13" presetID="53" presetClass="entr" presetSubtype="16"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fltVal val="0"/>
                                          </p:val>
                                        </p:tav>
                                        <p:tav tm="100000">
                                          <p:val>
                                            <p:strVal val="#ppt_h"/>
                                          </p:val>
                                        </p:tav>
                                      </p:tavLst>
                                    </p:anim>
                                    <p:animEffect transition="in" filter="fade">
                                      <p:cBhvr>
                                        <p:cTn id="17" dur="500"/>
                                        <p:tgtEl>
                                          <p:spTgt spid="9"/>
                                        </p:tgtEl>
                                      </p:cBhvr>
                                    </p:animEffect>
                                  </p:childTnLst>
                                </p:cTn>
                              </p:par>
                              <p:par>
                                <p:cTn id="18" presetID="53" presetClass="entr" presetSubtype="16"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p:cTn id="20" dur="500" fill="hold"/>
                                        <p:tgtEl>
                                          <p:spTgt spid="13"/>
                                        </p:tgtEl>
                                        <p:attrNameLst>
                                          <p:attrName>ppt_w</p:attrName>
                                        </p:attrNameLst>
                                      </p:cBhvr>
                                      <p:tavLst>
                                        <p:tav tm="0">
                                          <p:val>
                                            <p:fltVal val="0"/>
                                          </p:val>
                                        </p:tav>
                                        <p:tav tm="100000">
                                          <p:val>
                                            <p:strVal val="#ppt_w"/>
                                          </p:val>
                                        </p:tav>
                                      </p:tavLst>
                                    </p:anim>
                                    <p:anim calcmode="lin" valueType="num">
                                      <p:cBhvr>
                                        <p:cTn id="21" dur="500" fill="hold"/>
                                        <p:tgtEl>
                                          <p:spTgt spid="13"/>
                                        </p:tgtEl>
                                        <p:attrNameLst>
                                          <p:attrName>ppt_h</p:attrName>
                                        </p:attrNameLst>
                                      </p:cBhvr>
                                      <p:tavLst>
                                        <p:tav tm="0">
                                          <p:val>
                                            <p:fltVal val="0"/>
                                          </p:val>
                                        </p:tav>
                                        <p:tav tm="100000">
                                          <p:val>
                                            <p:strVal val="#ppt_h"/>
                                          </p:val>
                                        </p:tav>
                                      </p:tavLst>
                                    </p:anim>
                                    <p:animEffect transition="in" filter="fade">
                                      <p:cBhvr>
                                        <p:cTn id="22" dur="500"/>
                                        <p:tgtEl>
                                          <p:spTgt spid="13"/>
                                        </p:tgtEl>
                                      </p:cBhvr>
                                    </p:animEffect>
                                  </p:childTnLst>
                                </p:cTn>
                              </p:par>
                              <p:par>
                                <p:cTn id="23" presetID="53" presetClass="entr" presetSubtype="16"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Effect transition="in" filter="fade">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9" grpId="0" animBg="1"/>
    </p:bldLst>
  </p:timing>
</p:sld>
</file>

<file path=ppt/theme/theme1.xml><?xml version="1.0" encoding="utf-8"?>
<a:theme xmlns:a="http://schemas.openxmlformats.org/drawingml/2006/main" name="Basic Chemistry for Pre-K by Slidesgo">
  <a:themeElements>
    <a:clrScheme name="Simple Light">
      <a:dk1>
        <a:srgbClr val="263E68"/>
      </a:dk1>
      <a:lt1>
        <a:srgbClr val="FFFFFF"/>
      </a:lt1>
      <a:dk2>
        <a:srgbClr val="FECA2A"/>
      </a:dk2>
      <a:lt2>
        <a:srgbClr val="ED6A30"/>
      </a:lt2>
      <a:accent1>
        <a:srgbClr val="FFA288"/>
      </a:accent1>
      <a:accent2>
        <a:srgbClr val="263E68"/>
      </a:accent2>
      <a:accent3>
        <a:srgbClr val="4E8CCA"/>
      </a:accent3>
      <a:accent4>
        <a:srgbClr val="E4EFF9"/>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6291</TotalTime>
  <Words>2095</Words>
  <Application>Microsoft Office PowerPoint</Application>
  <PresentationFormat>On-screen Show (16:9)</PresentationFormat>
  <Paragraphs>267</Paragraphs>
  <Slides>23</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Comfortaa SemiBold</vt:lpstr>
      <vt:lpstr>Mali Medium</vt:lpstr>
      <vt:lpstr>Single Day</vt:lpstr>
      <vt:lpstr>Times New Roman</vt:lpstr>
      <vt:lpstr>Wingdings</vt:lpstr>
      <vt:lpstr>Comfortaa Light</vt:lpstr>
      <vt:lpstr>Calibri</vt:lpstr>
      <vt:lpstr>Comfortaa Medium</vt:lpstr>
      <vt:lpstr>Basic Chemistry for Pre-K by Slidesgo</vt:lpstr>
      <vt:lpstr>CHUYÊN ĐỀ 2: HÓA HỌC TRONG VIỆC PHÒNG CHỐNG CHÁY, NỔ</vt:lpstr>
      <vt:lpstr>Mời các em xem các hình ảnh sau</vt:lpstr>
      <vt:lpstr>BÀI 6. ĐIỂM CHỚP CHÁY.  NHIỆT ĐỘ NGỌN LỬA. NHIỆT ĐỘ TỰ BỐC CHÁY.</vt:lpstr>
      <vt:lpstr>PowerPoint Presentation</vt:lpstr>
      <vt:lpstr>I. Điểm chớp cháy                      </vt:lpstr>
      <vt:lpstr>I. Điểm chớp cháy                      Bảng 6.1. Điểm chớp cháy của một số nhiên liệu</vt:lpstr>
      <vt:lpstr>I. Điểm chớp cháy                      </vt:lpstr>
      <vt:lpstr>PowerPoint Presentation</vt:lpstr>
      <vt:lpstr>II. Nhiệt độ ngọn lửa</vt:lpstr>
      <vt:lpstr>II. Nhiệt độ ngọn lửa</vt:lpstr>
      <vt:lpstr>II. Nhiệt độ ngọn lửa</vt:lpstr>
      <vt:lpstr>              III. Nhiệt độ tự bốc cháy</vt:lpstr>
      <vt:lpstr>Sau đây là 1 ví dụ về một vụ nổ hơi xăng dầu do một người thợ dùng máy cưa sắt cắt thùng hóa chất, chiếc thùng bén lửa, phát nổ, bay thẳng lên cao. Trong gang tấc, người thợ rụt tay, lùi lại nên không ảnh hưởng đến tính mạng.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Cám ơn quý Thầy/Cô đã tham dự buổi chuyên đề Hóa học.</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Chemistry  for Pre-K</dc:title>
  <dc:creator>Admin</dc:creator>
  <cp:lastModifiedBy>Admin</cp:lastModifiedBy>
  <cp:revision>249</cp:revision>
  <dcterms:modified xsi:type="dcterms:W3CDTF">2022-08-27T15:18:39Z</dcterms:modified>
</cp:coreProperties>
</file>